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E55B5-D985-46B3-A2F5-7CB30412CCC5}" v="10" dt="2026-02-16T16:02:44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17ADD47D-E5AE-440A-99C5-4F3DA05BBA04}"/>
    <pc:docChg chg="custSel addSld modSld">
      <pc:chgData name="Sam O'Neill" userId="cb323814-a42a-4cfe-bc74-03f595e56f6e" providerId="ADAL" clId="{17ADD47D-E5AE-440A-99C5-4F3DA05BBA04}" dt="2026-02-16T16:02:57.021" v="134" actId="1076"/>
      <pc:docMkLst>
        <pc:docMk/>
      </pc:docMkLst>
      <pc:sldChg chg="new">
        <pc:chgData name="Sam O'Neill" userId="cb323814-a42a-4cfe-bc74-03f595e56f6e" providerId="ADAL" clId="{17ADD47D-E5AE-440A-99C5-4F3DA05BBA04}" dt="2026-02-16T15:49:36.805" v="0" actId="680"/>
        <pc:sldMkLst>
          <pc:docMk/>
          <pc:sldMk cId="3308194492" sldId="256"/>
        </pc:sldMkLst>
      </pc:sldChg>
      <pc:sldChg chg="addSp delSp modSp new mod">
        <pc:chgData name="Sam O'Neill" userId="cb323814-a42a-4cfe-bc74-03f595e56f6e" providerId="ADAL" clId="{17ADD47D-E5AE-440A-99C5-4F3DA05BBA04}" dt="2026-02-16T16:02:57.021" v="134" actId="1076"/>
        <pc:sldMkLst>
          <pc:docMk/>
          <pc:sldMk cId="1406775836" sldId="257"/>
        </pc:sldMkLst>
        <pc:spChg chg="del">
          <ac:chgData name="Sam O'Neill" userId="cb323814-a42a-4cfe-bc74-03f595e56f6e" providerId="ADAL" clId="{17ADD47D-E5AE-440A-99C5-4F3DA05BBA04}" dt="2026-02-16T15:49:44.338" v="2" actId="478"/>
          <ac:spMkLst>
            <pc:docMk/>
            <pc:sldMk cId="1406775836" sldId="257"/>
            <ac:spMk id="2" creationId="{C75DB62D-B476-01CF-2B14-4D09C51CE5B1}"/>
          </ac:spMkLst>
        </pc:spChg>
        <pc:spChg chg="del">
          <ac:chgData name="Sam O'Neill" userId="cb323814-a42a-4cfe-bc74-03f595e56f6e" providerId="ADAL" clId="{17ADD47D-E5AE-440A-99C5-4F3DA05BBA04}" dt="2026-02-16T15:49:44.338" v="2" actId="478"/>
          <ac:spMkLst>
            <pc:docMk/>
            <pc:sldMk cId="1406775836" sldId="257"/>
            <ac:spMk id="3" creationId="{48942040-2201-4339-E6D7-4969B40768C2}"/>
          </ac:spMkLst>
        </pc:spChg>
        <pc:spChg chg="add mod">
          <ac:chgData name="Sam O'Neill" userId="cb323814-a42a-4cfe-bc74-03f595e56f6e" providerId="ADAL" clId="{17ADD47D-E5AE-440A-99C5-4F3DA05BBA04}" dt="2026-02-16T16:02:41.172" v="108" actId="14100"/>
          <ac:spMkLst>
            <pc:docMk/>
            <pc:sldMk cId="1406775836" sldId="257"/>
            <ac:spMk id="4" creationId="{188CC0E0-3E4F-EA87-8A39-2DA05F0B12C6}"/>
          </ac:spMkLst>
        </pc:spChg>
        <pc:spChg chg="add del mod">
          <ac:chgData name="Sam O'Neill" userId="cb323814-a42a-4cfe-bc74-03f595e56f6e" providerId="ADAL" clId="{17ADD47D-E5AE-440A-99C5-4F3DA05BBA04}" dt="2026-02-16T15:58:53.927" v="14" actId="478"/>
          <ac:spMkLst>
            <pc:docMk/>
            <pc:sldMk cId="1406775836" sldId="257"/>
            <ac:spMk id="5" creationId="{C5512AD7-CA53-4FF4-F58B-1B08CD4B570E}"/>
          </ac:spMkLst>
        </pc:spChg>
        <pc:spChg chg="add mod">
          <ac:chgData name="Sam O'Neill" userId="cb323814-a42a-4cfe-bc74-03f595e56f6e" providerId="ADAL" clId="{17ADD47D-E5AE-440A-99C5-4F3DA05BBA04}" dt="2026-02-16T16:01:34.613" v="100" actId="14100"/>
          <ac:spMkLst>
            <pc:docMk/>
            <pc:sldMk cId="1406775836" sldId="257"/>
            <ac:spMk id="6" creationId="{26880DE4-829C-06DE-5827-804399164F8B}"/>
          </ac:spMkLst>
        </pc:spChg>
        <pc:spChg chg="add mod">
          <ac:chgData name="Sam O'Neill" userId="cb323814-a42a-4cfe-bc74-03f595e56f6e" providerId="ADAL" clId="{17ADD47D-E5AE-440A-99C5-4F3DA05BBA04}" dt="2026-02-16T16:00:18.771" v="45" actId="113"/>
          <ac:spMkLst>
            <pc:docMk/>
            <pc:sldMk cId="1406775836" sldId="257"/>
            <ac:spMk id="7" creationId="{31BF8625-CE8F-FD92-A2C4-3933FAB51593}"/>
          </ac:spMkLst>
        </pc:spChg>
        <pc:spChg chg="add mod">
          <ac:chgData name="Sam O'Neill" userId="cb323814-a42a-4cfe-bc74-03f595e56f6e" providerId="ADAL" clId="{17ADD47D-E5AE-440A-99C5-4F3DA05BBA04}" dt="2026-02-16T16:00:59.607" v="68" actId="1076"/>
          <ac:spMkLst>
            <pc:docMk/>
            <pc:sldMk cId="1406775836" sldId="257"/>
            <ac:spMk id="8" creationId="{BEF6D72C-76E1-2A87-5701-DBA846B699C1}"/>
          </ac:spMkLst>
        </pc:spChg>
        <pc:spChg chg="add mod">
          <ac:chgData name="Sam O'Neill" userId="cb323814-a42a-4cfe-bc74-03f595e56f6e" providerId="ADAL" clId="{17ADD47D-E5AE-440A-99C5-4F3DA05BBA04}" dt="2026-02-16T16:01:13.232" v="81" actId="20577"/>
          <ac:spMkLst>
            <pc:docMk/>
            <pc:sldMk cId="1406775836" sldId="257"/>
            <ac:spMk id="9" creationId="{51E3575C-8797-0805-AE4D-DFAF670E7152}"/>
          </ac:spMkLst>
        </pc:spChg>
        <pc:spChg chg="add mod">
          <ac:chgData name="Sam O'Neill" userId="cb323814-a42a-4cfe-bc74-03f595e56f6e" providerId="ADAL" clId="{17ADD47D-E5AE-440A-99C5-4F3DA05BBA04}" dt="2026-02-16T16:01:26.144" v="99" actId="20577"/>
          <ac:spMkLst>
            <pc:docMk/>
            <pc:sldMk cId="1406775836" sldId="257"/>
            <ac:spMk id="10" creationId="{35B4AD6C-BAA6-2221-3EF3-34EDF45E632B}"/>
          </ac:spMkLst>
        </pc:spChg>
        <pc:spChg chg="add mod">
          <ac:chgData name="Sam O'Neill" userId="cb323814-a42a-4cfe-bc74-03f595e56f6e" providerId="ADAL" clId="{17ADD47D-E5AE-440A-99C5-4F3DA05BBA04}" dt="2026-02-16T16:01:51.373" v="102" actId="1076"/>
          <ac:spMkLst>
            <pc:docMk/>
            <pc:sldMk cId="1406775836" sldId="257"/>
            <ac:spMk id="11" creationId="{ED989E21-661F-85F2-3878-B250F86D4C36}"/>
          </ac:spMkLst>
        </pc:spChg>
        <pc:spChg chg="add mod">
          <ac:chgData name="Sam O'Neill" userId="cb323814-a42a-4cfe-bc74-03f595e56f6e" providerId="ADAL" clId="{17ADD47D-E5AE-440A-99C5-4F3DA05BBA04}" dt="2026-02-16T16:02:01.605" v="104" actId="1076"/>
          <ac:spMkLst>
            <pc:docMk/>
            <pc:sldMk cId="1406775836" sldId="257"/>
            <ac:spMk id="12" creationId="{BFCB75A7-F45F-AACE-E702-3061A5EE0CBF}"/>
          </ac:spMkLst>
        </pc:spChg>
        <pc:spChg chg="add mod">
          <ac:chgData name="Sam O'Neill" userId="cb323814-a42a-4cfe-bc74-03f595e56f6e" providerId="ADAL" clId="{17ADD47D-E5AE-440A-99C5-4F3DA05BBA04}" dt="2026-02-16T16:02:29.502" v="107" actId="207"/>
          <ac:spMkLst>
            <pc:docMk/>
            <pc:sldMk cId="1406775836" sldId="257"/>
            <ac:spMk id="13" creationId="{B2825654-0304-0222-F51E-D7B927C00238}"/>
          </ac:spMkLst>
        </pc:spChg>
        <pc:spChg chg="add mod">
          <ac:chgData name="Sam O'Neill" userId="cb323814-a42a-4cfe-bc74-03f595e56f6e" providerId="ADAL" clId="{17ADD47D-E5AE-440A-99C5-4F3DA05BBA04}" dt="2026-02-16T16:02:57.021" v="134" actId="1076"/>
          <ac:spMkLst>
            <pc:docMk/>
            <pc:sldMk cId="1406775836" sldId="257"/>
            <ac:spMk id="14" creationId="{CFEFC224-6055-0DDA-5AAE-7D71E16A73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875AA-D9DD-8F92-6E24-FE2F5A744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919B4-882E-1997-58A1-66F300E63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3F687-D28B-5240-F683-E3223367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7366-28DA-E1D2-ECBC-9E98FE37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02280-D86D-5F71-43C1-C4718615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980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5715-EF45-E6BC-9456-ED59AF3D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0EBC3-D89D-5386-A7E9-BB41E94E3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1019-3C6E-6DE5-F488-D0A35806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11DD4-36D3-5B6B-1170-20CE46CE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07E8A-B121-91BE-3CCF-D19FC781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23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94BB-5201-7119-0B76-06861B38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A6CD8-3B28-987B-8771-51EAE86C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0E8BD-77CE-DF9F-12DE-07F98017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3E3C4-9982-5D90-3D71-BEE80BC2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E8D49-F72E-32A6-8E52-7DE53A73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01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FC0C-03C1-C2CF-C5A8-8D9150C6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5F0B-E423-950F-6ED6-2B06B3689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04C00-4757-AB91-7CEB-CF67C6383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FDD8B-4FE3-155D-DC5B-1D2566E3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BFF7C-A380-0777-1EB3-65477B8C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FDC5-FF9D-96A3-ED24-FA2A03BB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2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92AC-65E1-EF5B-7141-86D3B831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B301D-5662-782C-F1AE-C4B57F68C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D7240-1CD9-1C88-FB13-0040E7266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3AF49-837F-48D9-A784-A0AAA45DF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C1E60-0C9B-A29A-8819-BC6BDD67D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3685C-CCF5-7FC6-9261-5C2F651F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9EE5A-578E-9BA8-F087-4F0294D9D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506B3-230B-ACA8-DDCF-FBD74CF4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89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5751-28C2-71EE-59D2-1B959DFA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B9AEF-809F-47E6-0587-AFA2AA38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9B512-E339-0AE1-724D-FB234DF9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12BE3-6A80-2DCD-FAE6-57DC75B6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10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34780-3C25-B20F-FDBE-FF6FF79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13D88-BA8F-AD17-3B35-D48AD327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1522-0A87-D035-B0DE-ACA459B0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7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7974-125E-A7C7-6172-DD12B061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0EE01-B6E3-3061-24EE-B79A15304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61159-CEF5-8EB8-B3B9-216278503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3B840-EC1E-A248-F8D6-27B229103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28F83-97D3-53A6-0F14-2BC0DC51E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CA339-A5AD-C1EF-DE78-3D403531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0A2C-B498-4EDB-6F19-10945FB5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EF3A0-1AD1-E629-15FD-BFB35B200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E9650-D69C-2DA8-02AD-416219CD7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461D5-CE85-F749-F36A-8D4D3A44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CCFE9-D82F-C5A3-CA45-1E320258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30857-699A-A93D-40DB-195653C3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051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E6E58-FFC6-B305-4FDD-62084268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BD408-586A-D903-FAB2-71D541537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18E67-1B9C-9FEB-0994-D1ADBBE0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55466-E82A-EE1A-C1FB-3A0517B8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58BCE-044B-0272-736F-F5F04923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10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1404F-ED37-400F-CED9-58F466DA2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E0FB2-71EA-0A51-6089-9F5D7B55F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4DDC7-81A8-6417-A841-2C6FF9F3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4EE76-3BFF-0683-6F60-AF16A189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023A8-E19A-60D8-2CE2-04BE84C2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99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3EA66-E558-55EA-129D-4443FB3A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3BF1E-7505-4883-9FB3-7FBCEAF94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A9FFD-7669-BF47-0300-7219AB14F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DBA5B-0D5F-4A67-A75A-190444E1CDE3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02E0-D04E-F1FB-9F0B-397D1CBB6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956E4-B5E6-EF00-11E5-07576BC01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B5297-4E71-4B4B-B423-BF4273118E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65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D671-533B-0B5A-2785-A462072C1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075A4-70BC-3458-0E99-C7AE11B08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19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uble Bracket 3">
            <a:extLst>
              <a:ext uri="{FF2B5EF4-FFF2-40B4-BE49-F238E27FC236}">
                <a16:creationId xmlns:a16="http://schemas.microsoft.com/office/drawing/2014/main" id="{188CC0E0-3E4F-EA87-8A39-2DA05F0B12C6}"/>
              </a:ext>
            </a:extLst>
          </p:cNvPr>
          <p:cNvSpPr/>
          <p:nvPr/>
        </p:nvSpPr>
        <p:spPr>
          <a:xfrm>
            <a:off x="4266194" y="872359"/>
            <a:ext cx="2448911" cy="483129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880DE4-829C-06DE-5827-804399164F8B}"/>
              </a:ext>
            </a:extLst>
          </p:cNvPr>
          <p:cNvSpPr/>
          <p:nvPr/>
        </p:nvSpPr>
        <p:spPr>
          <a:xfrm>
            <a:off x="507227" y="1264595"/>
            <a:ext cx="178016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Customer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F8625-CE8F-FD92-A2C4-3933FAB51593}"/>
              </a:ext>
            </a:extLst>
          </p:cNvPr>
          <p:cNvSpPr txBox="1"/>
          <p:nvPr/>
        </p:nvSpPr>
        <p:spPr>
          <a:xfrm>
            <a:off x="904673" y="687693"/>
            <a:ext cx="985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Arrivals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6D72C-76E1-2A87-5701-DBA846B699C1}"/>
              </a:ext>
            </a:extLst>
          </p:cNvPr>
          <p:cNvSpPr txBox="1"/>
          <p:nvPr/>
        </p:nvSpPr>
        <p:spPr>
          <a:xfrm>
            <a:off x="1382912" y="2989907"/>
            <a:ext cx="1780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Request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3575C-8797-0805-AE4D-DFAF670E7152}"/>
              </a:ext>
            </a:extLst>
          </p:cNvPr>
          <p:cNvSpPr txBox="1"/>
          <p:nvPr/>
        </p:nvSpPr>
        <p:spPr>
          <a:xfrm>
            <a:off x="7430273" y="675170"/>
            <a:ext cx="1371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Server Free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4AD6C-BAA6-2221-3EF3-34EDF45E632B}"/>
              </a:ext>
            </a:extLst>
          </p:cNvPr>
          <p:cNvSpPr txBox="1"/>
          <p:nvPr/>
        </p:nvSpPr>
        <p:spPr>
          <a:xfrm>
            <a:off x="9508749" y="2510455"/>
            <a:ext cx="2118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Complete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989E21-661F-85F2-3878-B250F86D4C36}"/>
              </a:ext>
            </a:extLst>
          </p:cNvPr>
          <p:cNvSpPr/>
          <p:nvPr/>
        </p:nvSpPr>
        <p:spPr>
          <a:xfrm>
            <a:off x="4600568" y="1154348"/>
            <a:ext cx="178016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Customer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CB75A7-F45F-AACE-E702-3061A5EE0CBF}"/>
              </a:ext>
            </a:extLst>
          </p:cNvPr>
          <p:cNvSpPr/>
          <p:nvPr/>
        </p:nvSpPr>
        <p:spPr>
          <a:xfrm>
            <a:off x="9677836" y="1235092"/>
            <a:ext cx="1780162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Customer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825654-0304-0222-F51E-D7B927C00238}"/>
              </a:ext>
            </a:extLst>
          </p:cNvPr>
          <p:cNvSpPr/>
          <p:nvPr/>
        </p:nvSpPr>
        <p:spPr>
          <a:xfrm>
            <a:off x="9677836" y="3489434"/>
            <a:ext cx="1780162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Customer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FC224-6055-0DDA-5AAE-7D71E16A7322}"/>
              </a:ext>
            </a:extLst>
          </p:cNvPr>
          <p:cNvSpPr txBox="1"/>
          <p:nvPr/>
        </p:nvSpPr>
        <p:spPr>
          <a:xfrm>
            <a:off x="4266194" y="5985641"/>
            <a:ext cx="2650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Server Resource Queue</a:t>
            </a:r>
          </a:p>
        </p:txBody>
      </p:sp>
    </p:spTree>
    <p:extLst>
      <p:ext uri="{BB962C8B-B14F-4D97-AF65-F5344CB8AC3E}">
        <p14:creationId xmlns:p14="http://schemas.microsoft.com/office/powerpoint/2010/main" val="140677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University of Derby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O'Neill</dc:creator>
  <cp:lastModifiedBy>Sam O'Neill</cp:lastModifiedBy>
  <cp:revision>1</cp:revision>
  <dcterms:created xsi:type="dcterms:W3CDTF">2026-02-16T15:49:32Z</dcterms:created>
  <dcterms:modified xsi:type="dcterms:W3CDTF">2026-02-16T16:02:57Z</dcterms:modified>
</cp:coreProperties>
</file>