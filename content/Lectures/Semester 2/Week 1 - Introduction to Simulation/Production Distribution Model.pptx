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4" r:id="rId6"/>
    <p:sldId id="266" r:id="rId7"/>
    <p:sldId id="258" r:id="rId8"/>
    <p:sldId id="259" r:id="rId9"/>
    <p:sldId id="257" r:id="rId10"/>
    <p:sldId id="262" r:id="rId11"/>
    <p:sldId id="265" r:id="rId12"/>
    <p:sldId id="261" r:id="rId13"/>
    <p:sldId id="267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719752-51A3-46B8-BAF0-87E38FD396FA}" v="177" dt="2020-11-23T15:48:19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C7719752-51A3-46B8-BAF0-87E38FD396FA}"/>
    <pc:docChg chg="addSld modSld">
      <pc:chgData name="Sam O'Neill" userId="cb323814-a42a-4cfe-bc74-03f595e56f6e" providerId="ADAL" clId="{C7719752-51A3-46B8-BAF0-87E38FD396FA}" dt="2020-11-23T15:48:19.628" v="52"/>
      <pc:docMkLst>
        <pc:docMk/>
      </pc:docMkLst>
      <pc:sldChg chg="modSp mod">
        <pc:chgData name="Sam O'Neill" userId="cb323814-a42a-4cfe-bc74-03f595e56f6e" providerId="ADAL" clId="{C7719752-51A3-46B8-BAF0-87E38FD396FA}" dt="2020-11-23T14:16:16.237" v="51"/>
        <pc:sldMkLst>
          <pc:docMk/>
          <pc:sldMk cId="1770752309" sldId="256"/>
        </pc:sldMkLst>
        <pc:spChg chg="mod">
          <ac:chgData name="Sam O'Neill" userId="cb323814-a42a-4cfe-bc74-03f595e56f6e" providerId="ADAL" clId="{C7719752-51A3-46B8-BAF0-87E38FD396FA}" dt="2020-11-23T14:16:14.657" v="50" actId="20577"/>
          <ac:spMkLst>
            <pc:docMk/>
            <pc:sldMk cId="1770752309" sldId="256"/>
            <ac:spMk id="2" creationId="{A536522D-6524-4009-8B39-4C1EE47F1437}"/>
          </ac:spMkLst>
        </pc:spChg>
        <pc:spChg chg="mod">
          <ac:chgData name="Sam O'Neill" userId="cb323814-a42a-4cfe-bc74-03f595e56f6e" providerId="ADAL" clId="{C7719752-51A3-46B8-BAF0-87E38FD396FA}" dt="2020-11-23T14:16:16.237" v="51"/>
          <ac:spMkLst>
            <pc:docMk/>
            <pc:sldMk cId="1770752309" sldId="256"/>
            <ac:spMk id="3" creationId="{7EA49564-01BD-48A0-899D-6FDA549BC97D}"/>
          </ac:spMkLst>
        </pc:spChg>
      </pc:sldChg>
      <pc:sldChg chg="addSp">
        <pc:chgData name="Sam O'Neill" userId="cb323814-a42a-4cfe-bc74-03f595e56f6e" providerId="ADAL" clId="{C7719752-51A3-46B8-BAF0-87E38FD396FA}" dt="2020-11-23T15:48:19.628" v="52"/>
        <pc:sldMkLst>
          <pc:docMk/>
          <pc:sldMk cId="3837487061" sldId="258"/>
        </pc:sldMkLst>
        <pc:inkChg chg="add">
          <ac:chgData name="Sam O'Neill" userId="cb323814-a42a-4cfe-bc74-03f595e56f6e" providerId="ADAL" clId="{C7719752-51A3-46B8-BAF0-87E38FD396FA}" dt="2020-11-23T15:48:19.628" v="52"/>
          <ac:inkMkLst>
            <pc:docMk/>
            <pc:sldMk cId="3837487061" sldId="258"/>
            <ac:inkMk id="4" creationId="{EBE7D92D-0B54-4E1E-B76E-AF007B23E15B}"/>
          </ac:inkMkLst>
        </pc:inkChg>
      </pc:sldChg>
      <pc:sldChg chg="addSp modSp">
        <pc:chgData name="Sam O'Neill" userId="cb323814-a42a-4cfe-bc74-03f595e56f6e" providerId="ADAL" clId="{C7719752-51A3-46B8-BAF0-87E38FD396FA}" dt="2020-11-23T15:48:19.628" v="52"/>
        <pc:sldMkLst>
          <pc:docMk/>
          <pc:sldMk cId="3693189079" sldId="259"/>
        </pc:sldMkLst>
        <pc:spChg chg="add mod">
          <ac:chgData name="Sam O'Neill" userId="cb323814-a42a-4cfe-bc74-03f595e56f6e" providerId="ADAL" clId="{C7719752-51A3-46B8-BAF0-87E38FD396FA}" dt="2020-11-23T14:09:11.294" v="6" actId="767"/>
          <ac:spMkLst>
            <pc:docMk/>
            <pc:sldMk cId="3693189079" sldId="259"/>
            <ac:spMk id="3" creationId="{1F9114A8-526C-4D15-BF05-EF3000C6E88C}"/>
          </ac:spMkLst>
        </pc:spChg>
        <pc:spChg chg="add mod">
          <ac:chgData name="Sam O'Neill" userId="cb323814-a42a-4cfe-bc74-03f595e56f6e" providerId="ADAL" clId="{C7719752-51A3-46B8-BAF0-87E38FD396FA}" dt="2020-11-23T14:09:21.189" v="7"/>
          <ac:spMkLst>
            <pc:docMk/>
            <pc:sldMk cId="3693189079" sldId="259"/>
            <ac:spMk id="7" creationId="{A3C968A6-D44B-4E9F-8242-EF209C72AD16}"/>
          </ac:spMkLst>
        </pc:spChg>
        <pc:spChg chg="add mod">
          <ac:chgData name="Sam O'Neill" userId="cb323814-a42a-4cfe-bc74-03f595e56f6e" providerId="ADAL" clId="{C7719752-51A3-46B8-BAF0-87E38FD396FA}" dt="2020-11-23T14:09:36.932" v="8"/>
          <ac:spMkLst>
            <pc:docMk/>
            <pc:sldMk cId="3693189079" sldId="259"/>
            <ac:spMk id="8" creationId="{C97D52FF-5E11-4DF1-B89B-AB46861558D3}"/>
          </ac:spMkLst>
        </pc:spChg>
        <pc:inkChg chg="add">
          <ac:chgData name="Sam O'Neill" userId="cb323814-a42a-4cfe-bc74-03f595e56f6e" providerId="ADAL" clId="{C7719752-51A3-46B8-BAF0-87E38FD396FA}" dt="2020-11-23T15:48:19.628" v="52"/>
          <ac:inkMkLst>
            <pc:docMk/>
            <pc:sldMk cId="3693189079" sldId="259"/>
            <ac:inkMk id="9" creationId="{22F17407-92CC-4EC3-865C-0E679A3FD166}"/>
          </ac:inkMkLst>
        </pc:inkChg>
      </pc:sldChg>
      <pc:sldChg chg="addSp">
        <pc:chgData name="Sam O'Neill" userId="cb323814-a42a-4cfe-bc74-03f595e56f6e" providerId="ADAL" clId="{C7719752-51A3-46B8-BAF0-87E38FD396FA}" dt="2020-11-23T15:48:19.628" v="52"/>
        <pc:sldMkLst>
          <pc:docMk/>
          <pc:sldMk cId="2440300879" sldId="261"/>
        </pc:sldMkLst>
        <pc:inkChg chg="add">
          <ac:chgData name="Sam O'Neill" userId="cb323814-a42a-4cfe-bc74-03f595e56f6e" providerId="ADAL" clId="{C7719752-51A3-46B8-BAF0-87E38FD396FA}" dt="2020-11-23T15:48:19.628" v="52"/>
          <ac:inkMkLst>
            <pc:docMk/>
            <pc:sldMk cId="2440300879" sldId="261"/>
            <ac:inkMk id="3" creationId="{AD3C99B0-798F-42AA-A501-520008EDA3ED}"/>
          </ac:inkMkLst>
        </pc:inkChg>
      </pc:sldChg>
      <pc:sldChg chg="addSp">
        <pc:chgData name="Sam O'Neill" userId="cb323814-a42a-4cfe-bc74-03f595e56f6e" providerId="ADAL" clId="{C7719752-51A3-46B8-BAF0-87E38FD396FA}" dt="2020-11-23T15:48:19.628" v="52"/>
        <pc:sldMkLst>
          <pc:docMk/>
          <pc:sldMk cId="420338156" sldId="262"/>
        </pc:sldMkLst>
        <pc:inkChg chg="add">
          <ac:chgData name="Sam O'Neill" userId="cb323814-a42a-4cfe-bc74-03f595e56f6e" providerId="ADAL" clId="{C7719752-51A3-46B8-BAF0-87E38FD396FA}" dt="2020-11-23T15:48:19.628" v="52"/>
          <ac:inkMkLst>
            <pc:docMk/>
            <pc:sldMk cId="420338156" sldId="262"/>
            <ac:inkMk id="36" creationId="{38FA79AB-2AB3-4958-A57A-01ED3BBA1CE9}"/>
          </ac:inkMkLst>
        </pc:inkChg>
      </pc:sldChg>
      <pc:sldChg chg="addSp">
        <pc:chgData name="Sam O'Neill" userId="cb323814-a42a-4cfe-bc74-03f595e56f6e" providerId="ADAL" clId="{C7719752-51A3-46B8-BAF0-87E38FD396FA}" dt="2020-11-23T15:48:19.628" v="52"/>
        <pc:sldMkLst>
          <pc:docMk/>
          <pc:sldMk cId="2085357714" sldId="263"/>
        </pc:sldMkLst>
        <pc:inkChg chg="add">
          <ac:chgData name="Sam O'Neill" userId="cb323814-a42a-4cfe-bc74-03f595e56f6e" providerId="ADAL" clId="{C7719752-51A3-46B8-BAF0-87E38FD396FA}" dt="2020-11-23T15:48:19.628" v="52"/>
          <ac:inkMkLst>
            <pc:docMk/>
            <pc:sldMk cId="2085357714" sldId="263"/>
            <ac:inkMk id="3" creationId="{478997F8-0843-4743-9FDB-44CA7A37C5F8}"/>
          </ac:inkMkLst>
        </pc:inkChg>
      </pc:sldChg>
      <pc:sldChg chg="addSp">
        <pc:chgData name="Sam O'Neill" userId="cb323814-a42a-4cfe-bc74-03f595e56f6e" providerId="ADAL" clId="{C7719752-51A3-46B8-BAF0-87E38FD396FA}" dt="2020-11-23T15:48:19.628" v="52"/>
        <pc:sldMkLst>
          <pc:docMk/>
          <pc:sldMk cId="3902718943" sldId="264"/>
        </pc:sldMkLst>
        <pc:inkChg chg="add">
          <ac:chgData name="Sam O'Neill" userId="cb323814-a42a-4cfe-bc74-03f595e56f6e" providerId="ADAL" clId="{C7719752-51A3-46B8-BAF0-87E38FD396FA}" dt="2020-11-23T15:48:19.628" v="52"/>
          <ac:inkMkLst>
            <pc:docMk/>
            <pc:sldMk cId="3902718943" sldId="264"/>
            <ac:inkMk id="5" creationId="{5A6DDEA9-9266-42CE-8BD3-2A9B45FBDAB3}"/>
          </ac:inkMkLst>
        </pc:inkChg>
      </pc:sldChg>
      <pc:sldChg chg="addSp">
        <pc:chgData name="Sam O'Neill" userId="cb323814-a42a-4cfe-bc74-03f595e56f6e" providerId="ADAL" clId="{C7719752-51A3-46B8-BAF0-87E38FD396FA}" dt="2020-11-23T15:48:19.628" v="52"/>
        <pc:sldMkLst>
          <pc:docMk/>
          <pc:sldMk cId="4215753377" sldId="265"/>
        </pc:sldMkLst>
        <pc:inkChg chg="add">
          <ac:chgData name="Sam O'Neill" userId="cb323814-a42a-4cfe-bc74-03f595e56f6e" providerId="ADAL" clId="{C7719752-51A3-46B8-BAF0-87E38FD396FA}" dt="2020-11-23T15:48:19.628" v="52"/>
          <ac:inkMkLst>
            <pc:docMk/>
            <pc:sldMk cId="4215753377" sldId="265"/>
            <ac:inkMk id="2" creationId="{D3A563A1-CD8E-4A58-B0C1-D3298379AF79}"/>
          </ac:inkMkLst>
        </pc:inkChg>
      </pc:sldChg>
      <pc:sldChg chg="addSp delSp add">
        <pc:chgData name="Sam O'Neill" userId="cb323814-a42a-4cfe-bc74-03f595e56f6e" providerId="ADAL" clId="{C7719752-51A3-46B8-BAF0-87E38FD396FA}" dt="2020-11-23T15:48:19.628" v="52"/>
        <pc:sldMkLst>
          <pc:docMk/>
          <pc:sldMk cId="2039767878" sldId="266"/>
        </pc:sldMkLst>
        <pc:picChg chg="add">
          <ac:chgData name="Sam O'Neill" userId="cb323814-a42a-4cfe-bc74-03f595e56f6e" providerId="ADAL" clId="{C7719752-51A3-46B8-BAF0-87E38FD396FA}" dt="2020-11-23T14:06:25.845" v="1"/>
          <ac:picMkLst>
            <pc:docMk/>
            <pc:sldMk cId="2039767878" sldId="266"/>
            <ac:picMk id="36" creationId="{ECEAD414-5A65-4A5B-8F90-5A877946C97A}"/>
          </ac:picMkLst>
        </pc:picChg>
        <pc:picChg chg="add">
          <ac:chgData name="Sam O'Neill" userId="cb323814-a42a-4cfe-bc74-03f595e56f6e" providerId="ADAL" clId="{C7719752-51A3-46B8-BAF0-87E38FD396FA}" dt="2020-11-23T14:07:35.525" v="2"/>
          <ac:picMkLst>
            <pc:docMk/>
            <pc:sldMk cId="2039767878" sldId="266"/>
            <ac:picMk id="37" creationId="{A3B480A7-023E-4A2C-892A-08D3651F378E}"/>
          </ac:picMkLst>
        </pc:picChg>
        <pc:picChg chg="add del">
          <ac:chgData name="Sam O'Neill" userId="cb323814-a42a-4cfe-bc74-03f595e56f6e" providerId="ADAL" clId="{C7719752-51A3-46B8-BAF0-87E38FD396FA}" dt="2020-11-23T14:08:03.202" v="4"/>
          <ac:picMkLst>
            <pc:docMk/>
            <pc:sldMk cId="2039767878" sldId="266"/>
            <ac:picMk id="38" creationId="{479EC368-500A-4F2A-9B9E-AF933293E758}"/>
          </ac:picMkLst>
        </pc:picChg>
        <pc:picChg chg="add">
          <ac:chgData name="Sam O'Neill" userId="cb323814-a42a-4cfe-bc74-03f595e56f6e" providerId="ADAL" clId="{C7719752-51A3-46B8-BAF0-87E38FD396FA}" dt="2020-11-23T14:08:06.080" v="5"/>
          <ac:picMkLst>
            <pc:docMk/>
            <pc:sldMk cId="2039767878" sldId="266"/>
            <ac:picMk id="39" creationId="{A772DDCB-D776-4EA6-B91E-2C24459A4C8D}"/>
          </ac:picMkLst>
        </pc:picChg>
        <pc:inkChg chg="add">
          <ac:chgData name="Sam O'Neill" userId="cb323814-a42a-4cfe-bc74-03f595e56f6e" providerId="ADAL" clId="{C7719752-51A3-46B8-BAF0-87E38FD396FA}" dt="2020-11-23T15:48:19.628" v="52"/>
          <ac:inkMkLst>
            <pc:docMk/>
            <pc:sldMk cId="2039767878" sldId="266"/>
            <ac:inkMk id="2" creationId="{20433D48-2AE5-4B2F-9AC2-1FEE5E3D7B85}"/>
          </ac:inkMkLst>
        </pc:inkChg>
      </pc:sldChg>
      <pc:sldChg chg="addSp modSp">
        <pc:chgData name="Sam O'Neill" userId="cb323814-a42a-4cfe-bc74-03f595e56f6e" providerId="ADAL" clId="{C7719752-51A3-46B8-BAF0-87E38FD396FA}" dt="2020-11-23T15:48:19.628" v="52"/>
        <pc:sldMkLst>
          <pc:docMk/>
          <pc:sldMk cId="528505124" sldId="267"/>
        </pc:sldMkLst>
        <pc:grpChg chg="mod">
          <ac:chgData name="Sam O'Neill" userId="cb323814-a42a-4cfe-bc74-03f595e56f6e" providerId="ADAL" clId="{C7719752-51A3-46B8-BAF0-87E38FD396FA}" dt="2020-11-23T14:13:38.086" v="12"/>
          <ac:grpSpMkLst>
            <pc:docMk/>
            <pc:sldMk cId="528505124" sldId="267"/>
            <ac:grpSpMk id="12" creationId="{4319B95F-8AC4-490E-BA63-9771BEDB5C4B}"/>
          </ac:grpSpMkLst>
        </pc:grpChg>
        <pc:grpChg chg="mod">
          <ac:chgData name="Sam O'Neill" userId="cb323814-a42a-4cfe-bc74-03f595e56f6e" providerId="ADAL" clId="{C7719752-51A3-46B8-BAF0-87E38FD396FA}" dt="2020-11-23T14:13:40.719" v="13"/>
          <ac:grpSpMkLst>
            <pc:docMk/>
            <pc:sldMk cId="528505124" sldId="267"/>
            <ac:grpSpMk id="16" creationId="{61D424B0-9032-457D-A6D1-20D441E5F28A}"/>
          </ac:grpSpMkLst>
        </pc:grpChg>
        <pc:grpChg chg="mod">
          <ac:chgData name="Sam O'Neill" userId="cb323814-a42a-4cfe-bc74-03f595e56f6e" providerId="ADAL" clId="{C7719752-51A3-46B8-BAF0-87E38FD396FA}" dt="2020-11-23T14:13:50.425" v="15"/>
          <ac:grpSpMkLst>
            <pc:docMk/>
            <pc:sldMk cId="528505124" sldId="267"/>
            <ac:grpSpMk id="25" creationId="{5BCD0C99-344D-483D-A22A-641819E2E328}"/>
          </ac:grpSpMkLst>
        </pc:grpChg>
        <pc:grpChg chg="mod">
          <ac:chgData name="Sam O'Neill" userId="cb323814-a42a-4cfe-bc74-03f595e56f6e" providerId="ADAL" clId="{C7719752-51A3-46B8-BAF0-87E38FD396FA}" dt="2020-11-23T14:13:47.932" v="14"/>
          <ac:grpSpMkLst>
            <pc:docMk/>
            <pc:sldMk cId="528505124" sldId="267"/>
            <ac:grpSpMk id="26" creationId="{FE84EE90-DC49-4805-A5A2-61AE96225605}"/>
          </ac:grpSpMkLst>
        </pc:grpChg>
        <pc:picChg chg="add">
          <ac:chgData name="Sam O'Neill" userId="cb323814-a42a-4cfe-bc74-03f595e56f6e" providerId="ADAL" clId="{C7719752-51A3-46B8-BAF0-87E38FD396FA}" dt="2020-11-23T14:12:01.444" v="9"/>
          <ac:picMkLst>
            <pc:docMk/>
            <pc:sldMk cId="528505124" sldId="267"/>
            <ac:picMk id="4" creationId="{8715AF3A-E367-47A2-BF0B-F455DE93C64B}"/>
          </ac:picMkLst>
        </pc:picChg>
        <pc:picChg chg="add">
          <ac:chgData name="Sam O'Neill" userId="cb323814-a42a-4cfe-bc74-03f595e56f6e" providerId="ADAL" clId="{C7719752-51A3-46B8-BAF0-87E38FD396FA}" dt="2020-11-23T14:13:07.404" v="10"/>
          <ac:picMkLst>
            <pc:docMk/>
            <pc:sldMk cId="528505124" sldId="267"/>
            <ac:picMk id="5" creationId="{3B554253-A591-403F-9CCA-7ABC06580F22}"/>
          </ac:picMkLst>
        </pc:picChg>
        <pc:picChg chg="add">
          <ac:chgData name="Sam O'Neill" userId="cb323814-a42a-4cfe-bc74-03f595e56f6e" providerId="ADAL" clId="{C7719752-51A3-46B8-BAF0-87E38FD396FA}" dt="2020-11-23T14:13:19.399" v="11"/>
          <ac:picMkLst>
            <pc:docMk/>
            <pc:sldMk cId="528505124" sldId="267"/>
            <ac:picMk id="6" creationId="{FF3AA66C-6F6A-46A6-B824-43EE67AFB66D}"/>
          </ac:picMkLst>
        </pc:picChg>
        <pc:inkChg chg="add">
          <ac:chgData name="Sam O'Neill" userId="cb323814-a42a-4cfe-bc74-03f595e56f6e" providerId="ADAL" clId="{C7719752-51A3-46B8-BAF0-87E38FD396FA}" dt="2020-11-23T15:48:19.628" v="52"/>
          <ac:inkMkLst>
            <pc:docMk/>
            <pc:sldMk cId="528505124" sldId="267"/>
            <ac:inkMk id="2" creationId="{5135507A-14B1-4FC7-BA4F-55D6D9174A1E}"/>
          </ac:inkMkLst>
        </pc:inkChg>
        <pc:inkChg chg="mod">
          <ac:chgData name="Sam O'Neill" userId="cb323814-a42a-4cfe-bc74-03f595e56f6e" providerId="ADAL" clId="{C7719752-51A3-46B8-BAF0-87E38FD396FA}" dt="2020-11-23T14:13:38.086" v="12"/>
          <ac:inkMkLst>
            <pc:docMk/>
            <pc:sldMk cId="528505124" sldId="267"/>
            <ac:inkMk id="7" creationId="{FFFB8ADB-82B7-42A2-B2B2-78EEA978B7FB}"/>
          </ac:inkMkLst>
        </pc:inkChg>
        <pc:inkChg chg="mod">
          <ac:chgData name="Sam O'Neill" userId="cb323814-a42a-4cfe-bc74-03f595e56f6e" providerId="ADAL" clId="{C7719752-51A3-46B8-BAF0-87E38FD396FA}" dt="2020-11-23T14:13:38.086" v="12"/>
          <ac:inkMkLst>
            <pc:docMk/>
            <pc:sldMk cId="528505124" sldId="267"/>
            <ac:inkMk id="8" creationId="{376056C1-452E-40F6-B028-EDABF235E974}"/>
          </ac:inkMkLst>
        </pc:inkChg>
        <pc:inkChg chg="mod">
          <ac:chgData name="Sam O'Neill" userId="cb323814-a42a-4cfe-bc74-03f595e56f6e" providerId="ADAL" clId="{C7719752-51A3-46B8-BAF0-87E38FD396FA}" dt="2020-11-23T14:13:38.086" v="12"/>
          <ac:inkMkLst>
            <pc:docMk/>
            <pc:sldMk cId="528505124" sldId="267"/>
            <ac:inkMk id="9" creationId="{9FD94873-10E5-4C9C-8DFC-99E470833E3C}"/>
          </ac:inkMkLst>
        </pc:inkChg>
        <pc:inkChg chg="mod">
          <ac:chgData name="Sam O'Neill" userId="cb323814-a42a-4cfe-bc74-03f595e56f6e" providerId="ADAL" clId="{C7719752-51A3-46B8-BAF0-87E38FD396FA}" dt="2020-11-23T14:13:38.086" v="12"/>
          <ac:inkMkLst>
            <pc:docMk/>
            <pc:sldMk cId="528505124" sldId="267"/>
            <ac:inkMk id="10" creationId="{35DC42D1-D60E-4677-9CF7-19BA73466395}"/>
          </ac:inkMkLst>
        </pc:inkChg>
        <pc:inkChg chg="mod">
          <ac:chgData name="Sam O'Neill" userId="cb323814-a42a-4cfe-bc74-03f595e56f6e" providerId="ADAL" clId="{C7719752-51A3-46B8-BAF0-87E38FD396FA}" dt="2020-11-23T14:13:38.086" v="12"/>
          <ac:inkMkLst>
            <pc:docMk/>
            <pc:sldMk cId="528505124" sldId="267"/>
            <ac:inkMk id="11" creationId="{A72F3E24-3BF5-4929-8C9D-805B5117A587}"/>
          </ac:inkMkLst>
        </pc:inkChg>
        <pc:inkChg chg="mod">
          <ac:chgData name="Sam O'Neill" userId="cb323814-a42a-4cfe-bc74-03f595e56f6e" providerId="ADAL" clId="{C7719752-51A3-46B8-BAF0-87E38FD396FA}" dt="2020-11-23T14:13:40.719" v="13"/>
          <ac:inkMkLst>
            <pc:docMk/>
            <pc:sldMk cId="528505124" sldId="267"/>
            <ac:inkMk id="13" creationId="{FD47C451-F461-44F0-931E-D6174B2180C2}"/>
          </ac:inkMkLst>
        </pc:inkChg>
        <pc:inkChg chg="mod">
          <ac:chgData name="Sam O'Neill" userId="cb323814-a42a-4cfe-bc74-03f595e56f6e" providerId="ADAL" clId="{C7719752-51A3-46B8-BAF0-87E38FD396FA}" dt="2020-11-23T14:13:40.719" v="13"/>
          <ac:inkMkLst>
            <pc:docMk/>
            <pc:sldMk cId="528505124" sldId="267"/>
            <ac:inkMk id="14" creationId="{FFE618DB-26ED-47DD-B90D-B5626E03A061}"/>
          </ac:inkMkLst>
        </pc:inkChg>
        <pc:inkChg chg="mod">
          <ac:chgData name="Sam O'Neill" userId="cb323814-a42a-4cfe-bc74-03f595e56f6e" providerId="ADAL" clId="{C7719752-51A3-46B8-BAF0-87E38FD396FA}" dt="2020-11-23T14:13:47.932" v="14"/>
          <ac:inkMkLst>
            <pc:docMk/>
            <pc:sldMk cId="528505124" sldId="267"/>
            <ac:inkMk id="17" creationId="{862EE547-037F-4E4C-87B2-B18C7093D21C}"/>
          </ac:inkMkLst>
        </pc:inkChg>
        <pc:inkChg chg="mod">
          <ac:chgData name="Sam O'Neill" userId="cb323814-a42a-4cfe-bc74-03f595e56f6e" providerId="ADAL" clId="{C7719752-51A3-46B8-BAF0-87E38FD396FA}" dt="2020-11-23T14:13:47.932" v="14"/>
          <ac:inkMkLst>
            <pc:docMk/>
            <pc:sldMk cId="528505124" sldId="267"/>
            <ac:inkMk id="18" creationId="{04FFEF15-05D3-4776-8D09-06010F9D8C32}"/>
          </ac:inkMkLst>
        </pc:inkChg>
        <pc:inkChg chg="mod">
          <ac:chgData name="Sam O'Neill" userId="cb323814-a42a-4cfe-bc74-03f595e56f6e" providerId="ADAL" clId="{C7719752-51A3-46B8-BAF0-87E38FD396FA}" dt="2020-11-23T14:13:50.425" v="15"/>
          <ac:inkMkLst>
            <pc:docMk/>
            <pc:sldMk cId="528505124" sldId="267"/>
            <ac:inkMk id="19" creationId="{4F5B1454-9D94-4439-92A2-FE8FD8F2B3DE}"/>
          </ac:inkMkLst>
        </pc:inkChg>
        <pc:inkChg chg="mod">
          <ac:chgData name="Sam O'Neill" userId="cb323814-a42a-4cfe-bc74-03f595e56f6e" providerId="ADAL" clId="{C7719752-51A3-46B8-BAF0-87E38FD396FA}" dt="2020-11-23T14:13:50.425" v="15"/>
          <ac:inkMkLst>
            <pc:docMk/>
            <pc:sldMk cId="528505124" sldId="267"/>
            <ac:inkMk id="20" creationId="{05E74EC9-77E8-44C1-8100-C1B97BEC9707}"/>
          </ac:inkMkLst>
        </pc:inkChg>
        <pc:inkChg chg="mod">
          <ac:chgData name="Sam O'Neill" userId="cb323814-a42a-4cfe-bc74-03f595e56f6e" providerId="ADAL" clId="{C7719752-51A3-46B8-BAF0-87E38FD396FA}" dt="2020-11-23T14:13:50.425" v="15"/>
          <ac:inkMkLst>
            <pc:docMk/>
            <pc:sldMk cId="528505124" sldId="267"/>
            <ac:inkMk id="21" creationId="{8589628C-68D5-4946-93A2-A8957944207A}"/>
          </ac:inkMkLst>
        </pc:inkChg>
        <pc:inkChg chg="mod">
          <ac:chgData name="Sam O'Neill" userId="cb323814-a42a-4cfe-bc74-03f595e56f6e" providerId="ADAL" clId="{C7719752-51A3-46B8-BAF0-87E38FD396FA}" dt="2020-11-23T14:13:50.425" v="15"/>
          <ac:inkMkLst>
            <pc:docMk/>
            <pc:sldMk cId="528505124" sldId="267"/>
            <ac:inkMk id="22" creationId="{B886EBE2-26D7-4514-B643-E4AAF5E063D6}"/>
          </ac:inkMkLst>
        </pc:inkChg>
        <pc:inkChg chg="mod">
          <ac:chgData name="Sam O'Neill" userId="cb323814-a42a-4cfe-bc74-03f595e56f6e" providerId="ADAL" clId="{C7719752-51A3-46B8-BAF0-87E38FD396FA}" dt="2020-11-23T14:13:50.425" v="15"/>
          <ac:inkMkLst>
            <pc:docMk/>
            <pc:sldMk cId="528505124" sldId="267"/>
            <ac:inkMk id="23" creationId="{562A7919-7B33-4397-9B59-CDD738A969EB}"/>
          </ac:inkMkLst>
        </pc:inkChg>
        <pc:inkChg chg="mod">
          <ac:chgData name="Sam O'Neill" userId="cb323814-a42a-4cfe-bc74-03f595e56f6e" providerId="ADAL" clId="{C7719752-51A3-46B8-BAF0-87E38FD396FA}" dt="2020-11-23T14:13:50.425" v="15"/>
          <ac:inkMkLst>
            <pc:docMk/>
            <pc:sldMk cId="528505124" sldId="267"/>
            <ac:inkMk id="24" creationId="{A6C204C3-C018-4B4E-94C0-DE8785DCE9F5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23T15:16:48.2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24441 9632 995 0,'0'0'268'0,"0"0"-80"16,0 0-67-16,0 0 41 0,0 0 108 16,0 0 12-16,0 0-23 0,0 0-43 15,0 0-46-15,0 0-26 0,0 0-6 0,-12-25-4 16,4 25 3-16,-2 0-11 0,-1 3-50 15,-4 3-44-15,-2 3 15 0,1 3 16 16,-4 2-16-16,1 3 1 16,2 1 5-16,0 2-9 0,2 3 7 15,2-1 8-15,6-1-6 0,3 0 0 16,4-2-18-16,0-2-32 16,1-2-3-16,9-3-38 0,3-2-12 0,3-5-6 15,4-2 22-15,3-3-4 0,3-5 31 0,3-5-5 16,-3-4 8-16,0-1 1 0,-3-3-22 15,0-1 22-15,-4 0-19 0,-2-1-3 16,-4 1 13-16,0 1 11 0,-6 0 1 16,-1 4 12-16,-4-1 10 0,-2 3-9 15,0 5 15-15,-3 0 13 0,-5 2-22 0,-3 0-6 16,-4 3-13-16,1 2-28 0,-5 0 5 16,-1 0-9-16,1 3-21 0,1 2 22 15,0 4-26-15,1-2-63 0,5-1-60 16,1 2-167-16,5-3-156 0,5 1-170 15,1-5-417-15</inkml:trace>
  <inkml:trace contextRef="#ctx0" brushRef="#br0" timeOffset="554.07">24671 9501 741 0,'0'0'1208'0,"0"0"-810"15,0 0-259-15,0 0-64 16,0 0 83-16,0 0 28 0,0 0-51 0,0 0-42 15,0 0-10-15,0 0-3 0,1 75-13 16,-1-54-10-16,3 1 32 0,-1-2-32 16,0-1-32-16,0-1-24 0,2-1 41 15,-1-5-41-15,0-2 0 0,0-1 1 16,-2-4 0-16,2-1-2 0,-2-1-1 16,1-3-16-16,-2 0 17 0,0 0 25 15,1 0-21-15,-1 0 8 0,2-1 4 16,1-3-16-16,0-3-15 0,1 0 14 15,4-1 1-15,-2-2-16 0,5 2-6 0,-2-2-19 16,2 3 19-16,0 0 0 0,3 2-10 16,-2 0 0-16,2 3 29 0,-1 0 2 15,-1 2 0-15,2 2 2 16,-2 5 12-16,-1 0 1 0,-2 2-12 0,-3 1-1 0,-2 1 34 16,-4 2-7-1,0-1 7-15,0 0 6 0,-6 1 7 0,-5 2-4 0,-3-3-16 16,-1 2-3-16,-2-3 0 0,1 0 7 15,0-4-29-15,7-1 10 16,1-5 2-16,2 2-15 0,3-3-34 0,0-3-159 16,3-1-51-16,0-4-72 0,0 1-102 15,0-1-118-15,6-1-43 0,1 4-3 16,2-4-25-16</inkml:trace>
  <inkml:trace contextRef="#ctx0" brushRef="#br0" timeOffset="838.55">25085 9724 258 0,'0'0'358'0,"0"0"-71"15,0 0 29-15,0 0 16 0,0 0 6 16,0 0-81-16,28 66-28 0,-24-49-25 16,-1-2-23-16,0 1-53 0,-3 2-6 15,0 0-6-15,0-2-1 0,0 1-4 16,-3 0-22-16,-4-2 3 0,1 2 13 0,-2-2 15 15,-3 1-7-15,-3-2-19 0,0 2-31 16,-5-4-31-16,-1 2-19 0,1-4-13 16,0-3-1-16,0 0-38 0,2-5-77 15,1-2-50-15,4-2-49 0,1-8-21 16,4-4-132 0,3-4-190-16,1 5-461 0,3-17-88 15</inkml:trace>
  <inkml:trace contextRef="#ctx0" brushRef="#br0" timeOffset="987.95">24993 9608 2534 0,'0'0'764'16,"0"0"-462"-16,0 0-245 0,0 0-22 16,0 0 37-16,0 0-72 0,0 0-79 0,0 0-158 15,0 0 68-15,0 0-148 0,42 11-211 16,-27-8-228-16,6 3-335 0</inkml:trace>
  <inkml:trace contextRef="#ctx0" brushRef="#br0" timeOffset="1338.49">25309 9729 1398 0,'0'0'313'0,"0"0"-203"0,0 0-42 16,0 0 127-16,0 0 6 15,0 0-111-15,0 0-77 0,82-54-9 16,-66 42 5-16,-4 0-9 0,-1 4 0 16,-4-3 18-16,-1 4 1 0,-3 1 26 0,-3 0 42 15,0 1 62-15,0 1 28 0,-6 3-17 16,-1-1-3-16,-2 2-39 0,-5 0-32 0,1 2-45 16,-3 3-28-16,3 3 16 0,-3 0 21 15,3 0-2-15,-1 3 28 0,4 1 50 16,0 1-13-16,1 0-50 0,3 0-7 15,2 2 11-15,4 0 8 0,0-1-16 16,0 1-3-16,6-3-19 0,1-1-10 16,3 1-27-16,2-4-34 0,3-1-22 15,3-3-34-15,2-4-55 0,3 0-2 16,2-1-64-16,2-8-139 0,0-1-249 16,-1-1-220-16,-6 2-305 0,6-4 346 15</inkml:trace>
  <inkml:trace contextRef="#ctx0" brushRef="#br0" timeOffset="1584.48">25681 9622 1997 0,'0'0'654'0,"0"0"-345"0,0 0-162 16,0 0 77-16,0 0 43 0,0 0-46 16,0 0-64-16,-81 74-65 0,75-60-33 15,4 0-18-15,2-1-7 0,0-3-6 16,5 0-27-16,4-2 1 0,2-2-2 15,1-2-15-15,2-4-4 0,2 0 18 16,3-3 1-16,-2-5-13 0,2-2-24 16,1-3-25-16,1 0-49 0,0-3-24 0,-1-3-58 15,-2 0-99-15,0-4-136 16,-2 3-104 15,-2-4-71-31,-3 2-142 0,-4 5 128 0</inkml:trace>
  <inkml:trace contextRef="#ctx0" brushRef="#br0" timeOffset="1987.6">25890 9441 398 0,'0'0'606'0,"0"0"-91"0,0 0-99 15,0 0-43-15,0 0 5 0,0 0-57 16,0 0-62-16,0 0-116 0,0 0-85 16,0 0-7-16,0 0 12 0,-46 53 13 0,46-34 22 15,0 0-16-15,1 2-19 0,4-2-38 16,2 3-13-16,0-3-12 0,0 0 0 16,0-1-10-16,-1-3-15 0,3-2 9 15,-4-3-38-15,1 1-81 0,-3-5-36 16,0-1-29-16,-3-3-14 0,2-1-62 15,-2-1-50-15,0 0 29 0,0 0 83 16,0-1-17-16,0-6 29 0,-2 1 92 16,-1-2 93-16,3-1 17 0,-1 1 82 15,1 1 51-15,0-2 52 0,0 6-9 0,0-1 22 16,0 3 5-16,0 1-47 0,0-1-11 16,0 1-17-16,1 0-6 0,1 0 10 15,-1 0 21-15,2 0-19 0,2 0-32 16,0 2-1-16,-1 3 13 0,2 2 6 15,1 5-10-15,-1 0-22 0,1 0-40 0,-4 1-14 16,3-1-20-16,-2 0-14 0,2-2-19 16,0 1 19-16,-1-4-2 0,1 0-11 15,0-3-31-15,3-3-69 0,-1-1-26 16,2 0 4-16,2-1 30 0,2-9-60 16,-1-1-190-16,3-2-166 0,0-4-85 15,-2 5-100-15,2-7-43 0</inkml:trace>
  <inkml:trace contextRef="#ctx0" brushRef="#br0" timeOffset="2235.94">26191 9580 1055 0,'0'0'492'16,"0"0"-161"-16,0 0-68 0,0 0 16 15,0 0-50-15,0 0-65 0,0 0-16 16,0 0-20-16,0 0-22 0,0 0-14 16,20 70 23-16,-11-57 9 0,-1 2 41 15,1 0-58-15,1-4-38 0,0-2-47 16,0 2-9-16,-1-6-1 0,-3-1-9 0,2-1 1 15,-2-3 17-15,-3 0 14 0,0 0 9 16,0-3 1-16,1-6 33 0,2-3 34 16,1-1-50-16,0-4-43 0,1-2-16 15,-2 0 16-15,0 0-4 0,-1 0-13 16,-4 2 10-16,2 0 1 0,-3 5-11 0,0-1-2 16,0 1-12-16,0 1-47 0,0 0-85 15,0 2-53-15,-1 1-118 0,-1 0-219 16,1 5-497-16,-2-1-434 0</inkml:trace>
  <inkml:trace contextRef="#ctx0" brushRef="#br0" timeOffset="2401.06">26195 9467 1258 0,'0'0'1825'0,"0"0"-1758"16,0 0-67-16,0 0-334 0,0 0 164 15,0 0 70-15,0 0-130 0,91-4-221 16,-69 4-281-16,14 2-246 0</inkml:trace>
  <inkml:trace contextRef="#ctx0" brushRef="#br0" timeOffset="2673.43">26629 9556 150 0,'0'0'215'15,"0"0"79"-15,0 0-11 0,0 0-84 16,80-19-39-16,-66 8 25 0,-3 1 49 15,-2 0 10-15,-2-1-14 0,-1 1-13 16,-5 0-4-16,1-1-94 0,-2 0-48 0,-2 1 23 16,-5 0-8-16,-3 3 30 15,0 0 104-15,0 5 9 0,-3 2-11 16,3 0-30-16,-3 0-134 0,3 7-29 31,-2 4 20-31,-1 1 14 0,3 5 16 16,0 1 34-16,0 4 55 0,6-1-1 15,1 3-36-15,3-4-41 0,3 1-31 16,10 0-10-16,1-4-8 0,9-5-3 0,4-1-34 0,7-5-31 0,5-5-70 0,4-1-55 16,9-3-85-16,1-8-213 0,-14-1-657 15,17-7-814-15</inkml:trace>
  <inkml:trace contextRef="#ctx0" brushRef="#br0" timeOffset="4125.47">1765 13664 143 0,'0'0'2338'0,"0"0"-1974"16,0 0-277-16,0 0-86 0,0 0 47 0,0 0 103 15,0 0 142-15,0 0-20 0,0 0-106 16,0 0-117-16,-45 22-21 0,38-11-17 15,0 4-12-15,1 7 0 0,0 2 9 16,3 7 4-16,2 0-11 0,1 2 14 0,0-2 34 16,6 0-13-16,0-1-37 15,3-6-25-15,3-2-10 0,3-4-18 0,2-5-79 16,4-5-29 0,3-3-48-16,2-5-49 15,2-4-8-15,3-8-53 0,-1-3-111 0,3-6-226 16,-10 6-129-16,12-13 31 0</inkml:trace>
  <inkml:trace contextRef="#ctx0" brushRef="#br0" timeOffset="4378.35">2141 13734 280 0,'0'0'1941'0,"0"0"-1488"16,0 0-305-16,0 0-29 0,0 0 124 0,0 0-1 16,0 0-83-16,-42 65-67 0,42-50-26 15,0-2-25-15,5-1 6 0,3-3 1 16,1-2-29-16,1-2-19 0,1-3 0 0,0 0 0 15,-1-2-3-15,1 0 3 0,-2-6 3 16,-3-1 18-16,0-1-21 0,-2-1-9 16,-4-1-11-16,0 1 20 0,0 2 25 15,0-2-3-15,-4 0-9 0,-2 3-11 16,-3 0-2-16,3 3-41 0,-2-2-38 16,-1 4-9-16,3-2-29 0,-1 3-70 15,-3 0-77-15,4 4-70 0,0-1 5 16,2 1-10-16,4-3-87 0,0-1-208 15,0 0-54-15</inkml:trace>
  <inkml:trace contextRef="#ctx0" brushRef="#br0" timeOffset="4666.88">2298 13736 290 0,'0'0'238'0,"0"0"65"0,0 0 56 0,0 0-37 16,0 0 13-16,0 0-88 0,0 0-50 15,77 41-54-15,-70-31-21 0,0-3-21 0,-1 0-21 16,-2 0-22-16,0-4-55 15,1 0-3-15,-1-3-22 0,3 0 18 0,-1 0-8 16,0-6-24-16,1-3-22 0,0-5-16 16,2-2-26-16,-5-2-26 15,2 1 16-15,-3-1 61 0,0 7 47 16,0 3 2-16,-2 5 19 0,1 2 79 0,-1 1 138 16,2 0-49-16,-2 4-52 15,3 4-39-15,4 3-32 0,-1 0-29 0,2 1-3 16,1 0-3-16,-3-1 3 0,3-1-29 15,0 1-3-15,0-4-13 0,-1 0 9 16,1-2-8-16,0-2-30 0,-1-2-106 0,3-1-183 16,2-1-164-16,-6-5-112 0,8-6-149 0</inkml:trace>
  <inkml:trace contextRef="#ctx0" brushRef="#br0" timeOffset="4970.45">2797 13506 1641 0,'0'0'1363'0,"0"0"-1082"16,0 0-278-16,0 0 26 0,0 0 79 15,0 0 7-15,0 0-20 0,-81 78-45 16,77-60-24-16,1-4-26 0,3 3-1 16,0-5-18-16,6 0 6 0,4-1-25 0,3-5-16 15,0 1 13-15,4-2 16 0,-1-4 22 16,3 2-13-16,-2 0 12 0,-1-2 4 15,1 2-2-15,-4-1-17 0,-1 3 19 16,-1-1 26-16,-4 3 24 0,-2 0 26 16,-2 1-19-16,-2 3-19 0,-1 1-13 15,0 4-12-15,-4-2-13 0,-2 0-20 16,-3 1-87-16,1-3-58 0,-1-3-13 16,0-3-69-16,2-4-171 0,0-2-216 0,1-7-596 15</inkml:trace>
  <inkml:trace contextRef="#ctx0" brushRef="#br0" timeOffset="6002.71">2958 13480 1269 0,'0'0'599'0,"0"0"-268"16,0 0-208-16,0 0 54 0,0 0 81 15,0 0-71-15,0 0-97 0,29 78-49 16,-20-53-2-16,1 1-18 0,0 2-20 15,0-1 0-15,0-1 38 0,2 0-14 16,-2-3-25-16,0-1 0 0,-3-5 0 16,2 1 0-16,-5-6-10 0,-1-1-2 15,0-5 11-15,-1-2-1 0,-2-3-40 0,0-1-3 16,0 0-22-16,0-6 16 0,-5-3 12 16,-1-1-15-16,-1-5-66 0,1 0 24 15,3-2 41-15,0-2 7 0,2 1-4 0,1 1 16 16,0 2-19-16,3 2-6 15,1 1 16-15,5 1-33 0,-2 2-52 16,6-1-19-16,-2 2 19 0,4-3 7 0,-2 3 93 16,1-1 30-16,1 2 43 0,-4 5 80 15,-1 2-9-15,0 0-59 16,-1 0 7-16,-2 7 25 0,2-1 7 16,-2 6-13-16,2-4 3 0,-2 3-29 15,0 1-19-15,0 1 2 0,1 0 14 0,-1-1-3 16,-2 2-8-16,0-4 14 0,-1-1 6 15,-2-2 7-15,-1 0-4 0,-1-3-3 16,0-3-13-16,0 0-9 0,0-1-7 16,0 0 6-16,0 0 16 0,0-3 1 15,-1-6-55-15,-2 1-26 0,-2 1-70 0,1-3 61 16,1 0-7-16,2-1 10 0,1 1 0 16,0-1-3-16,0 1-29 0,0 0-20 0,0 2 10 15,0 1 0-15,0-1-39 0,0 3 16 16,0 3 68-16,1-3 16 0,2 5 10 15,-3-4-20-15,3 3 7 0,-2-1-3 16,2-2 17-16,0 2-1 0,1-3 1 16,1 1 2-16,1 1 0 0,1-2 0 15,-3 1 2-15,2 1 2 0,-2-2-3 16,1 1 34-16,-1 1-9 0,-1 0-10 16,2 0 14-16,0 0-5 15,-1 0-5-15,2-1 15 0,0-1-32 0,5 0 33 16,-1-3-23-16,2 1-10 0,-2 1-3 15,-2 0-20-15,0 4-35 0,-5 0 10 16,0 2 19-16,-2 0 6 0,-1 0 20 0,0 0 28 16,0 0 47-16,0 0 21 0,0 0 8 15,0 0-34-15,0 2-25 0,0 0-12 16,0 0-4-16,0 2 6 0,-1 2-32 0,-5 2-1 16,3 1 14-16,-3 3 45 0,2-1 67 15,-2 2-13-15,2 1-41 0,-2 2-20 16,5-3 12-16,-1 0-24 0,2-1-19 15,0-2-23-15,0-3-25 0,2 1-7 16,2-2 19-16,0-2 13 0,2-3-2 16,-3 1-17-16,1-1-16 0,-1-1-13 15,0 0-3-15,3-3-9 0,-2-2 2 16,1-4 7-16,1-2-3 0,0-2-1 16,0-3 17-16,0 3-27 0,1-3 24 15,-3 2 18-15,-1 2-38 0,0-1 3 0,-3 3 10 16,1 2 31-16,-1 1 17 0,0 4 22 15,0 2 17-15,0 1 12 0,0 0 33 16,0 0 70-16,2 0-19 0,-2 3-11 16,0 0-32-16,3 2-34 0,-2 2-30 15,4-2-26-15,-1 6 24 0,3-1 37 0,0 0 32 16,2 1 3-16,-2-1-38 0,2-1-35 16,-2-3-25-16,0 0-1 0,1-2-30 15,0-3 12-15,-2-1-88 0,1 0-58 16,2-3-35-16,-1-4-111 0,1-5-178 15,-3 5-286-15,1-11-464 0</inkml:trace>
  <inkml:trace contextRef="#ctx0" brushRef="#br0" timeOffset="6353.36">3660 13477 1838 0,'0'0'652'0,"0"0"-452"16,0 0-165-16,0 0 78 0,0 0-26 15,0 0-20-15,16 76 23 0,-9-65-13 0,-1-3-74 16,3-3-3-16,-2-4-64 16,3 0-7-16,-3-1 14 0,-1-1 24 15,0-5 11-15,-2-2 9 0,3-3-22 0,-4-1 6 16,3-2 29-16,-2 1 1 0,0-1-1 16,1 1-1-16,2 1-2 0,-3-1-1 15,0 3-34-15,1 2 15 0,-1 3 21 16,-1 2-11-16,0 2 7 0,-1 1 6 15,-1 0 74-15,3 4 42 0,-1 1 18 0,0 2 29 16,4 0-16-16,-1 1-33 0,1 1-22 16,3 0-13-16,-1 0 35 0,0-2-10 15,-1-2-73-15,-1-2-15 0,1 0 0 16,-1-2-16-16,-1-1-38 0,1 0-47 16,-3 0-35-16,-3-4-82 0,1-4-117 15,-2-3-143-15,0 0-207 0,-7-3-839 16</inkml:trace>
  <inkml:trace contextRef="#ctx0" brushRef="#br0" timeOffset="6501.97">3572 13331 3273 0,'0'0'491'0,"0"0"-491"0,0 0-88 15,0 0 37-15,0 0-98 0,0 0-282 16,0 0-216-16,0 0-37 0,0 0-107 15</inkml:trace>
  <inkml:trace contextRef="#ctx0" brushRef="#br0" timeOffset="6700.44">3914 13179 1413 0,'0'0'728'0,"0"0"-381"15,0 0-225-15,0 0 81 0,0 0 16 16,47 77 4-16,-34-50 0 0,3 0-4 0,0 3-43 15,1-1-53-15,-2-1-73 0,2 0-33 16,-4-4-14-16,-1-2-3 0,-1-4-15 16,-2-2-70-16,-5-3-78 0,-3-4-128 0,-1 1-110 15,0-3-233-15,-8 0-583 0</inkml:trace>
  <inkml:trace contextRef="#ctx0" brushRef="#br0" timeOffset="7033.75">4151 13244 1201 0,'0'0'390'15,"0"0"-263"-15,0 0-104 16,0 0 68-16,0 0-23 0,0 0-13 16,61-66-26-16,-60 63-16 0,1 3 7 15,-2 0 45-15,0 0 165 0,0 5 54 0,0 4-74 16,-6 0-143-16,-2 3-66 15,2 0-1-15,-3 2 42 0,5-2 6 0,1 1 10 16,3-2-7-16,0-4-51 0,0 0-23 16,7-2 23-16,5-1 38 0,2 1 80 15,2-3 1-15,4 3 14 0,4-4 32 0,4 0-13 16,2 2-17 0,5-1 85-16,-2-2-79 0,-3 4-70 0,-3-1-56 15,-6 2-15-15,-4 0 19 0,-8 1-19 0,-3 2 0 16,-6 4-20-16,0 3 18 0,-9 3-42 15,-7 3-216-15,-7 2-288 16,3-6-757-16,-19 9-768 0</inkml:trace>
  <inkml:trace contextRef="#ctx0" brushRef="#br0" timeOffset="7705.08">9909 15977 232 0,'0'0'2851'0,"0"0"-2332"0,0 0-424 15,0 0-60-15,0 0 116 0,-59 72-1 16,36-41-2-16,-3 6-61 0,2 4-49 15,-1 1-13-15,-1 1-4 0,3 0 13 16,0-2-15-16,2 0-3 0,1-5-16 16,3-4-58-16,4-8-76 0,3-5-51 15,2-7-66-15,2-5-113 0,1-7-135 16,4-5-204-16,-1-4-455 0,2-14 89 0</inkml:trace>
  <inkml:trace contextRef="#ctx0" brushRef="#br0" timeOffset="8082.83">9765 15841 414 0,'0'0'2094'0,"0"0"-1707"0,0 0-307 15,0 0-61-15,0 0 116 0,0 0 85 16,0 0-29-16,0 0-42 0,0 0-27 15,-75 74-8-15,68-60 2 0,1-1 13 0,5-1-14 16,-2-5-47-16,3-2-65 0,0-3-3 16,0 1-12-16,0-3 0 0,0 0-10 15,3 0-22-15,5 0 32 0,5-6-10 16,5-1 7-16,2-4 13 0,1-1 2 16,2-4 16-16,-1 2-16 0,1 0-11 15,-2 2 11-15,-2 0 0 0,0 1-21 16,-4 5-4-16,-1 1 6 15,-4 5 16-15,-1 0-34 0,-2 0 37 0,-5 5 48 0,3 3 23 16,-1 3-9-16,1 6-12 16,-2 1-6-16,-3 2-13 15,3 3-31-15,-3 1 1 0,1-2 9 0,3 0-10 0,-1-3-81 16,0-2-102-16,1-5-97 0,2-1-283 16,0-5-541-16,0 0-479 0</inkml:trace>
  <inkml:trace contextRef="#ctx0" brushRef="#br0" timeOffset="8722.36">9007 16967 2055 0,'0'0'717'15,"0"0"-325"-15,0 0-140 0,0 0-52 16,0 0-55-16,0 0 19 0,0 91-25 15,0-59-36-15,4-2-41 0,2 1-43 16,-2-1-16-16,2-2 9 0,0-1-12 16,1-1-28-16,-1-3-28 0,-1-2-73 15,3-6-50-15,-1-3-140 0,3-3-155 16,-1-8-164-16,1-1-117 0,0-1-66 16,3-14 32-16</inkml:trace>
  <inkml:trace contextRef="#ctx0" brushRef="#br0" timeOffset="8936.6">9213 17169 398 0,'0'0'619'16,"0"0"-202"-16,0 0 51 0,0 0-17 16,0 0-219-16,0 0-135 0,10 74-19 15,-4-49 25-15,1-1 41 0,0-4-6 16,2-2-20-16,1-3-42 0,0-4-53 16,-1-4-21-16,-1-2 20 0,1-3-21 15,-3-2 1-15,-2 0 12 0,0-3 8 16,-2-6 17-16,-1-1-8 0,-1-5 17 15,0-1-48-15,-4 0-6 0,-3-2-29 16,-2 2-13-16,-2 3 23 0,-1 2-30 16,2 3-78-16,0 3-21 0,1 1-90 15,2 1-7-15,1 3-105 0,2 0-156 16,-2 3-133-16,5 1 84 0,1 1 134 0</inkml:trace>
  <inkml:trace contextRef="#ctx0" brushRef="#br0" timeOffset="9321.57">9383 17229 23 0,'0'0'300'0,"0"0"-3"0,0 0 61 0,0 0-61 0,0 0-8 0,0 0 33 16,81 26-56-16,-69-16 6 15,-1-4-111-15,-1 2-3 0,0 0-48 0,-2-1-59 16,0 0-25-16,-2-2-10 0,-1-2 13 16,-1 0-13-16,-2-2 3 0,1-1 16 15,-3 0 1-15,0 0-36 0,1-2-52 16,1-5 52-16,-1-3 10 0,1-4 29 0,2-1-39 15,-1-2 0-15,3 0-16 0,-1 4-23 16,0 3 1-16,-1 3 9 0,2 4-13 16,0 1 7-16,-2 2 25 0,3 0 10 15,0 2 51-15,1 2 33 0,3 3-39 16,-2 2-4-16,2 0 1 0,2 0-10 16,-1-2 0-16,-2 2 35 0,3-3 3 0,-3-2-25 15,0 0-14-15,0-3 33 0,-1-1 6 16,-2 0 41-16,-1-2 46 0,2-7-12 15,-2-2-54-15,1-5-65 0,-2-4-24 16,-1-2-1-16,-4-1-1 0,0 1-76 16,0 2-59-16,-4 3-45 0,-2 2-35 15,3 4-123-15,-3 0-199 16,5 5-466-16,-2 0-263 0</inkml:trace>
  <inkml:trace contextRef="#ctx0" brushRef="#br0" timeOffset="9800.91">9943 17164 1823 0,'0'0'538'0,"0"0"-372"15,0 0-163-15,0 0 162 0,0 0 12 16,0 0-77-16,0 0-59 0,35-81-38 16,-32 63-2-16,0 1-1 0,-3 5-3 0,0 0 3 15,0 3 13-15,-7 2 16 0,1 5 35 16,-4 2 13-16,3 0-4 0,-5 7 39 0,3 4 15 15,-1 2-102-15,3 4-2 0,3-3-8 16,1 4-11-16,3-2 8 0,0 2-10 16,7-1-1-16,2-2 16 15,4 0-17-15,0-5-16 0,4-1-12 16,2-7-26-16,4 0-35 0,0-2-13 16,0-6 16-16,0-5-138 15,1-3-72-15,-2-2 67 0,-2-1-81 0,-2-1-138 16,-4 0 184-16,-3 0-299 0,-3 1 22 15,-2 1 247-15,-2 3 230 0,0 5 64 0,-1 1 0 16,0 4 26-16,-3 3 33 0,3 0 143 16,0 5 157-16,0 3 136 0,2 1-212 15,0 1-91-15,2 1 10 0,0-2 41 16,-1-1 29-16,0-1 0 0,-1-2-14 0,1-1-47 16,-3-1-86-16,-3 0 50 15,1-3 86-15,-1 0 29 0,0 0-33 0,0-4-45 0,0-3-104 16,0-5-83-16,0-4 18 0,2-5 0 15,1-3-43-15,-2-5 0 0,2 4-43 16,0 0-74-16,3 3-73 0,0 4-108 16,-1 4-121-16,1 3-245 0,1 4-749 15</inkml:trace>
  <inkml:trace contextRef="#ctx0" brushRef="#br0" timeOffset="10415.86">9588 17765 2327 0,'0'0'722'0,"0"0"-498"0,0 0-170 15,0 0 124-15,0 0 100 0,0 0-92 16,0 0-133-16,0 0-50 0,11 66 0 16,-7-47 16-16,2-3-6 0,1-1 6 15,2-4-18-15,-2-1-1 0,0-4-32 16,1-1 13-16,-1-4 16 0,1-1-38 16,0-1 4-16,2-8 13 0,0-5 23 15,0-3 0-15,0-5-3 0,-2 1 1 0,-2-4-9 16,-3 3 9-16,-1 1-1 15,-2 4-46-15,0 1 6 0,-2 2-19 16,-1 4-10-16,2 3 1 0,-2 3-14 0,1 3-38 16,-1 1-80-16,3 0-155 0,-3 0-401 0,1 6-611 15</inkml:trace>
  <inkml:trace contextRef="#ctx0" brushRef="#br0" timeOffset="10786.71">9940 17781 72 0,'0'0'1809'0,"0"0"-1530"0,0 0-228 16,0 0 128-16,0 0 169 0,0 0-84 0,60 83-88 15,-50-63-90-15,1 0-19 0,4-1-16 16,-2 3-3-16,0 0-1 0,-3-2-2 16,-1-1-17-16,-1-2-2 0,-2-3 5 15,-3-3-12-15,-3-1 3 0,0-4 1 16,0-2 30-16,0 0-9 0,-3-4 16 15,-5 0-53-15,-1-5-7 0,-3-4-41 0,-4-7-101 16,-1-6 62-16,0-5 36 16,-2-5 9-16,-1-2 13 15,4-1-23-15,4 2 45 0,3 1-1 16,5 3-18-16,3 0 17 0,1 1 1 16,0 2-1-1,4 2 1-15,5 0 1 0,0 5 14 0,-1 6-14 0,-1 4-3 0,-2 6-64 16,-1 3 48-16,-1 0 19 0,0 2 28 0,1 7 7 0,2 2-35 15,-1 3-19-15,0 3-38 0,1 1-55 16,-3 0-99-16,0 0-195 0,-2 0-235 16,0-6-338-16,5 4 190 0</inkml:trace>
  <inkml:trace contextRef="#ctx0" brushRef="#br0" timeOffset="11318.67">10235 17691 163 0,'0'0'2073'16,"0"0"-1659"-16,0 0-366 0,0 0-6 16,40 69 77-16,-24-45 87 0,4 2-18 15,-1 1-86-15,1 2-60 0,0 0-10 16,-4-1-29-16,0-2 9 0,-3-4-12 0,-4-1 0 15,-3-7-3-15,-1-2 2 0,-5-1 1 16,0-7 29-16,0-1 6 0,-6-3-35 16,-4 0-127-16,-1-5-4 0,-8-3 48 15,0-5 35-15,-1-4 13 0,-4-2-1 16,3-8 33-16,0-3-13 0,-2-3 16 16,7-3 2-16,0-2-2 15,6 4 0-15,5 0-13 0,4 5 13 0,1 3 14 16,3 2-1-16,4 4 0 0,2 0 32 15,4 3 3-15,0 3 9 0,1 2 1 16,-1 5-37-16,-1 2-21 0,-1 4 0 0,-2 1 42 16,0 4 18-16,-5 6-6 0,3 2-54 15,-4 6-9-15,0 2-77 0,-3 0-67 16,0 0-101-16,0 0-184 0,-6-6-216 16,3-2-394-16</inkml:trace>
  <inkml:trace contextRef="#ctx0" brushRef="#br0" timeOffset="11863.29">10539 17609 1068 0,'0'0'1036'0,"0"0"-990"15,0 0-46-15,0 0-13 0,0 0 13 16,0 0 94-16,0 0 0 0,0 0-55 15,0 0-22-15,0 0-17 0,72-67-26 16,-68 52-16-16,0 0-117 0,-4 3 4 0,0 0 65 16,-4 3 90-16,-4-1 61 15,-4 1-44-15,-1 3 90 0,-4 2 3 16,3 2 16-16,0 2 58 0,3 2 87 16,-1 7-14-16,4 1-161 0,-1 2-61 0,1 2-15 15,2 2 37-15,3-3-28 0,3 5-7 16,0-1 10-16,3 0 6 15,3-1-3-15,6-2-3 16,3-2-32-16,2-4-25 0,4-4-42 0,3-4-38 0,2 0-39 16,1-10-29-16,2-4-69 0,-2 0 84 15,-1-2 22-15,-3-1-223 0,-4 1-138 16,-3 4 8-16,-5 1 144 0,-3 3 198 16,-3 4 147-16,-2 1 26 0,-2 2 121 15,1 1 97-15,-2 0 1 0,3 5 15 0,-3 1-48 16,3 2-95-16,0 0-20 0,0-1 20 0,1 2 19 15,0-5 23-15,-1 0 25 16,0-1-6-16,-2-3 47 0,-1 0 70 0,0 0 36 16,0 0 19-16,0-3-11 0,0-2-124 15,-5-3-128-15,-1-3-87 0,2-3-33 16,-2-3-2-16,0-2-20 0,0 0-1 16,1 3-13-16,3 1-43 0,2 2-67 15,0 1-114-15,2 2-177 0,4 1-227 16,11-3-827-16</inkml:trace>
  <inkml:trace contextRef="#ctx0" brushRef="#br0" timeOffset="12519.26">11395 17176 2153 0,'0'0'624'0,"0"0"-509"0,0 0-114 15,0 0 84-15,17 78 91 0,-10-53-13 16,0 2-61-16,4-3-16 0,-3 1 12 0,1-6 0 16,0-1-35-16,-2-4-12 15,0-3-45-15,-1-1-6 0,-5-6-3 0,2-1-10 16,-3-3-3-16,0 0-34 16,0-3-54-16,0-5 2 0,0-5 80 0,0-3 20 15,0-2-10-15,0-2 12 0,0 1 0 16,0 0 0-16,0 5-25 0,3-3 24 15,3 6-2-15,4 1-23 32,0 2-15-32,1 2 19 0,7 2 3 0,-5 4 19 0,4 0 22 0,-6 4 26 0,1 5-4 0,-3 3 7 15,-2 4-10-15,-4 1 3 0,-3 1 7 16,0 0-22-16,0-2-1 0,-6 1 4 16,-3-1-10-16,-2-2-22 0,-1-2-32 15,-1-2-75-15,-1-4-20 0,4-1-3 16,-3-5-36-16,3 0-94 0,4-2-42 15,0-5-73-15,1-2-56 0,5 0 1 0,0-1 30 16,2-2 31-16,4 3 17 0,6-4 61 16</inkml:trace>
  <inkml:trace contextRef="#ctx0" brushRef="#br0" timeOffset="12817.41">11725 17266 492 0,'0'0'545'0,"0"0"-132"16,0 0-6-16,0 0-2 15,0 0-85-15,0 0-68 0,0 0-28 0,0 0-64 16,14 71-29-16,-11-60-4 0,2 1-6 16,-2-5-26-16,3 1-23 0,-1-3-9 15,1-1-6-15,-1-4-29 0,1 0-12 16,3-3 0-16,-4-5 15 0,3-3 3 16,-2-3-18-16,-2-3 9 0,0 1-2 15,-3-1-20-15,-1 3 10 0,-1 1-10 0,-7 1 22 16,0 3-7-16,0 1 2 0,-4 1-20 15,2 2-40-15,3-1-1 0,-2 5-48 16,4-3-11-16,2 4-32 0,0 0-80 16,3 0-78-16,0 1-142 0,0 5-137 15,0 2-135-15,0-2-368 0,0 6 598 16</inkml:trace>
  <inkml:trace contextRef="#ctx0" brushRef="#br0" timeOffset="13146.44">11911 17261 749 0,'0'0'430'0,"0"0"-160"15,0 0-10-15,0 0 133 0,0 0 22 16,0 0-112-16,0 0-136 0,0 0-100 16,0 0-22-16,0 0-10 0,0 0-16 15,20 19 10-15,-13-14 16 0,-4 2 25 0,3-2 13 16,-1 2 19-16,1 0-14 0,0-1-34 15,1 0-25-15,-1-3-7 0,0 0-6 16,0-2 28-16,-2-1 3 0,3 0 0 0,-1-1-9 16,0-4 31-16,1-2-9 0,-1-1-13 15,1-2-2 1,-3-2-5-16,0-2-12 0,-1 0-3 0,-1 0-6 16,-2 0 6-16,0 1-24 0,-3 1 1 0,-5 1 17 15,3 2-16-15,-5 2-3 0,3 0-13 16,-2 3-49-16,3 0-77 0,1 2-68 15,2-1-14-15,0 2-96 0,3-1-203 16,0 1-269-16,0 1-384 0,3 0 462 0</inkml:trace>
  <inkml:trace contextRef="#ctx0" brushRef="#br0" timeOffset="13602.35">12134 17156 1140 0,'0'0'566'16,"0"0"-303"-16,0 0-113 0,0 0 92 15,0 0 33-15,0 0-33 0,0 0-53 0,0 0-36 16,0 0-9-16,0 0-30 0,0 0-53 16,52 71-33-16,-49-67 29 0,-2 1 13 15,1-1-26-15,-2-2-22 0,0-2 0 16,0 0 0-16,0 0-3 0,0 0 22 16,0 0 28-16,0 0 13 0,0 0-25 15,0 0-26-15,0 0-6 0,0 0-25 16,0 0-48-16,0 0-34 0,0-4 0 15,0 1-22-15,0-1-25 0,0 2 53 16,0-3 51-16,0 4 25 0,0-4-3 0,0 3-12 16,0 2 15-16,0-2 0 0,0 0 0 15,0 2-16-15,0-4 16 0,3 0 13 16,-1-1-13-16,3-1-12 0,1 0 10 16,1 0 0-16,-3-2-14 0,2 0-3 15,-2-1 17-15,1 1 1 0,-1 1-21 0,1 0 3 16,0 2 18-16,-2 2 1 0,0 1 0 15,-2 0 0-15,2 0 1 0,0 2 2 16,0 0-3-16,1 0-13 0,2 0 13 16,-1 2 73-16,3 3-47 0,1 1-14 15,2 2 4-15,2 1 0 0,-1-1-14 16,2-1 8-16,-1 1-10 0,0-4-2 16,-3 0-29-16,-1-1-68 0,0-1 39 15,-1-2-93-15,-2 0-389 0,0 0-505 16,-1-6-177-16</inkml:trace>
  <inkml:trace contextRef="#ctx0" brushRef="#br0" timeOffset="14006.32">12494 17018 1672 0,'0'0'1242'0,"0"0"-1028"0,0 0-213 16,0 0 1-16,-20 66 94 0,20-48-16 15,2-1-1-15,3-5 17 0,5 0-17 16,0-3-22-16,1-2-29 0,0-4-28 0,-1-3-17 16,-1 0 17-16,-3-4 16 0,1-3 0 15,-1-3 0-15,-4-2-3 0,3-3-13 16,-2-3 0-16,0-3-67 16,-2 0-41-16,1-4-12 0,-1 0-30 0,1 0-32 15,-2 0-40 16,0 0 26-31,-5 0 99 0,-2 2 52 0,0 3 45 0,-2 4 6 0,-1 4 52 0,3 6 65 0,-1 3 92 16,3 3 86-16,-2 3-1 0,1 4-97 16,1 2-103-16,2 2-24 0,2 2-7 15,1 1-47-15,0 4-22 0,7 0 16 16,1 0 2-16,1 1-17 0,2-3 1 0,-1 1 11 16,3-2-13-16,-3-5-37 0,2-2-110 15,3-4-112-15,0-4-59 0,3-3-69 16,1-7 71-16,0-3-95 0,1-4-135 0,-5 4-20 15,5-10-473-15</inkml:trace>
  <inkml:trace contextRef="#ctx0" brushRef="#br0" timeOffset="14245.77">12754 16749 1121 0,'0'0'1198'0,"0"0"-865"0,0 0-178 0,0 0 66 15,0 0 19-15,0 0-65 0,-70 66-51 16,68-50-19-16,2-1-30 0,0 0-60 15,5-3-14-15,6 1 17 0,1-2 23 16,2-4-28-16,1 1-13 0,3-2 2 16,0-1 39-16,4 2-19 0,-3-2-19 15,1 3 22-15,-4-1 0 0,-2 2-1 0,-2 2-23 16,-3-1 20-16,-4 0 39 0,-2 2-13 16,-3-1-25-16,0 0-22 0,-2-2-12 15,-3-5-121-15,1 1-169 0,1-5-280 0,0 0-673 16,-2-11-265-16</inkml:trace>
  <inkml:trace contextRef="#ctx0" brushRef="#br0" timeOffset="14593.52">11998 17986 1816 0,'0'0'509'0,"0"0"-360"15,0 0 41-15,0 0 193 0,91-82-54 16,-53 46-76-16,7-6-47 0,5-7-24 16,7-8-75-16,10-7-70 0,2 0-37 15,6 1-15-15,0 3-23 0,-4 6-63 16,-8 9-172-16,-11 10-82 31,-15 9-173-31,-14 11-206 0,-12 8-903 0</inkml:trace>
  <inkml:trace contextRef="#ctx0" brushRef="#br0" timeOffset="14795.94">12245 17994 2312 0,'0'0'1556'0,"0"0"-1323"0,0 0-233 15,0 0 0-15,0 0 112 0,81-57 112 16,-45 26-23-16,5-6-106 0,0-1-64 15,-1-2-31-15,-1 3 0 0,-1 0-92 16,-5 6-100-16,-4 0-124 0,-5 2-270 16,-8 9-472-16,3-1-531 0</inkml:trace>
  <inkml:trace contextRef="#ctx0" brushRef="#br0" timeOffset="23800.09">3058 9303 235 0,'0'0'1376'0,"0"0"-1032"15,0 0-117-15,0 0-13 0,0 0 67 16,0 0 28-16,0 0-18 0,0 0-21 16,0 0-27-16,0 0-38 0,0 4-39 15,0-4-13-15,0 1-23 0,0-1-31 16,0 5-34-16,3 1-19 0,5 3 7 16,5 7 27-16,6 8-50 0,7 5-27 15,0 5 18-15,7 3-21 0,0 2-12 16,3-2-7-1,0 3 1-15,-1-3-10 0,1-1 0 0,0 0-9 16,-1-5-30 0,-1-2-57-16,-4-6-46 0,-2-3-108 0,-4-3-144 15,-1-5-129-15,-4-4-118 0,-8-3-146 0,1 0-345 0</inkml:trace>
  <inkml:trace contextRef="#ctx0" brushRef="#br0" timeOffset="24078">3411 9306 775 0,'0'0'1917'0,"0"0"-1493"15,0 0-290-15,0 0-92 0,0 0 9 16,-25 72 41-16,18-38 19 0,-3 5 25 15,1 9-16-15,1 2-51 0,-5 4-6 0,3 5 15 16,-5-3 17-16,1 1-7 16,-1-6-32-16,1-1-56 0,4-8-41 0,4-6-93 31,2-4-55-31,1-8-63 0,3-5-146 0,4-7-231 16,2-6-168-16,7-6-484 0</inkml:trace>
  <inkml:trace contextRef="#ctx0" brushRef="#br0" timeOffset="24418.19">3778 9783 2639 0,'0'0'460'0,"0"0"-429"0,0 0-30 15,0 0 62-15,0 0 10 0,0 0-38 16,0 0-9-16,9 74-26 0,-6-63-48 15,3-5-41-15,-2 0-65 0,3-2-29 16,-3-1-52-16,1-3-111 0,-4 0-183 16,-1 0-291-16,0-2-104 0</inkml:trace>
  <inkml:trace contextRef="#ctx0" brushRef="#br0" timeOffset="24600.28">3715 9579 2587 0,'0'0'785'0,"0"0"-561"15,0 0-222-15,0 0-1 0,0 0-1 16,0 0-13-16,0 0-66 0,0 0-23 16,0 0-73-16,0 0-81 0,0 0-85 15,31 0-177-15,-22 0-275 0,6 3-466 0</inkml:trace>
  <inkml:trace contextRef="#ctx0" brushRef="#br0" timeOffset="24952.26">4136 9767 2316 0,'0'0'404'0,"0"0"-295"0,0 0 97 16,0 0 30-16,36 82-48 0,-23-59-58 16,-3 4-44-16,3-4-42 15,-3 4-12-15,-1-4-29 0,-4 2 0 0,1 0 16 16,-6-4 6-16,0 3 19 0,-4-1-16 15,-6-1-12-15,-5-2 0 0,-5-3-16 16,-3-3-101-16,-4-3-60 0,0-6-10 16,-1-5-4-16,-1-5-71 0,3-12-117 15,3-6-151-15,7 3-103 0,-3-20-356 32</inkml:trace>
  <inkml:trace contextRef="#ctx0" brushRef="#br0" timeOffset="25126.13">3953 9362 3041 0,'0'0'760'15,"0"0"-420"-15,0 0-76 0,0 0-4 16,0 0-15-16,0 0-73 0,0 0-81 16,0 0-64-16,0 0-27 0,0 0-67 15,0 0-52-15,-19 1-37 0,19 4-74 16,3 1-161-16,4 5-222 0,-4-3-436 15,3 4-592-15</inkml:trace>
  <inkml:trace contextRef="#ctx0" brushRef="#br0" timeOffset="29811.36">5691 9413 1083 0,'0'0'1037'0,"0"0"-726"16,0 0-140-16,0 0-33 0,0 0 52 15,0 0 31-15,0 0-1 0,0 0-32 16,0 0-65-16,0 0-38 0,-81 13-22 16,66-1-15-16,0 4 5 0,-1 6 16 15,-4 3 29-15,1 7 2 0,2 6 3 16,1 4 8-16,3 3 1 0,4 2-26 0,4 1-21 16,5-2-16-16,1-1-21 0,12-4-27 15,7-4 1-15,2-2-2 16,4-4-18-16,4-7 6 0,2-3-9 15,1-7-10-15,0-4-43 16,3-7-22-16,3-3-6 0,-5-6-19 0,1-7-41 16,0-6-118-16,-5-3-97 0,0-4-114 0,-4-1-209 0,-9 8-369 15,2-10-49-15</inkml:trace>
  <inkml:trace contextRef="#ctx0" brushRef="#br0" timeOffset="30016.45">6028 9818 2315 0,'0'0'578'0,"0"0"-421"0,0 0-52 16,0 0 55-16,0 0 85 16,0 0-37-16,0 0-88 0,31 69-82 0,-23-59-17 15,-2-3-21-15,1 1-44 0,3-2-29 0,-3-3-65 16,2-2-46-16,1-1-87 0,-2 0-132 15,1-1-166-15,-3-5-103 0,4-6-426 0</inkml:trace>
  <inkml:trace contextRef="#ctx0" brushRef="#br0" timeOffset="30564.64">6365 9790 2470 0,'0'0'516'0,"0"0"-420"16,0 0-93-16,0 0 80 0,0 0 55 16,51 67 14-16,-37-46-41 0,-4-2-28 15,0 2-23-15,-1 0-26 0,-5 3-5 16,-1 1-1-16,-3 0-3 0,-3 5-9 15,-6-4 6-15,-6 1 0 0,-1 1-22 16,-3-7-35-16,-3-3-68 0,2-6-21 0,0-6-22 16,3-6-73-16,-1-2-117 0,3-15-161 15,3-7-213-15,5 4-290 0,0-22 335 0</inkml:trace>
  <inkml:trace contextRef="#ctx0" brushRef="#br0" timeOffset="30732.19">6260 9474 2662 0,'0'0'619'0,"0"0"-476"0,0 0-124 0,0 0 4 16,0 0-23-16,0 0-32 16,0 0-54-16,0 0-86 0,0 0-120 0,0 0-176 0,-16 6-96 15,16-5-112-15,-2 1-110 0</inkml:trace>
  <inkml:trace contextRef="#ctx0" brushRef="#br0" timeOffset="30932.31">6005 9537 2992 0,'0'0'625'0,"0"0"-489"16,0 0-92-16,0 0-13 0,0 0-31 0,0 0-91 0,0 0-55 16,0 0-60-16,0 0-113 0,0 0-9 15,0 0-160-15,20 5-304 0,-7-5-566 16</inkml:trace>
  <inkml:trace contextRef="#ctx0" brushRef="#br0" timeOffset="36416.9">22155 10655 2119 0,'0'0'449'0,"0"0"-152"16,0 0-179-16,0 0 55 0,0 0 121 16,0 0-66-16,0 0-48 0,73 71-49 0,-53-46-61 15,0 0-41-15,3-1-29 16,-2 1-1-16,0-1-12 0,-2 1 1 0,-2-2-2 15,0-2-17-15,-2-3-7 16,-1-3-47-16,-2-2-100 0,-5-3-101 0,1-2-151 16,-3-4-202-16,-4 0-429 0,-1-4-111 15</inkml:trace>
  <inkml:trace contextRef="#ctx0" brushRef="#br0" timeOffset="36889.64">22081 10638 1387 0,'0'0'553'0,"0"0"-209"16,0 0-111-16,0 0-78 0,0 0-43 15,0 0-60-15,0 0 12 0,0 0-13 16,-26 86-22-16,22-61-29 15,-1 0 1-15,-1-3 24 0,0 0 20 0,-3 0-32 16,3-5 9-16,2-3 17 0,-1-3-37 16,2-6-2-16,2-3-20 0,1-2-2 0,0 0-7 15,0 0-16-15,0-9 39 0,4-3 6 16,3-7 37-16,1-2-37 0,-1-7-22 16,0-1-20-16,-4 1-3 15,-2-1 20-15,-1 1 25 16,0 2 19-16,-1 2-17 0,-2 1 30 0,-2 6-19 0,2-1 25 15,1 5 20-15,-1-1-35 0,3 6 21 16,0 0 23-16,0 5-19 0,0-1-47 0,0 4-1 16,3 0 0-16,2 0 39 0,3 0-7 15,2 7 139-15,2 0-53 0,0 2-8 16,5-1-12-16,0 4-29 0,0 1 6 16,6 0-15-1,-1 2-54-15,-1-3-6 16,3 0-31-16,-2-4 30 0,1 3-34 0,-1-4-21 15,-2-1-92-15,0 0-64 0,-4-4-116 16,-1 1-220-16,-7 0-500 0,-2 1-496 0</inkml:trace>
  <inkml:trace contextRef="#ctx0" brushRef="#br0" timeOffset="37262.01">22930 10787 1752 0,'0'0'687'0,"0"0"-345"0,0 0-140 15,-4 67 23-15,4-39 23 0,0-2-45 16,0 5-61-16,0-3-60 0,4-2-44 16,-2 3-23-16,1-5-15 0,-1-1-12 15,-1-2-42-15,2 0-37 0,-1-4-26 16,-1-1-25-16,1-2-91 0,1-4-135 15,-3-3-241-15,2-4-219 0,3-3-328 0</inkml:trace>
  <inkml:trace contextRef="#ctx0" brushRef="#br0" timeOffset="37468.4">23100 11047 1641 0,'0'0'507'0,"0"0"-261"0,0 0-56 16,0 0-38-16,-2 68-59 0,5-57-93 15,3 0-13-15,2-4-57 0,1-2 8 16,-1-1-57-16,0-3-78 0,4-1-111 16,-4-5-104-16,-2 0-109 0,4-8-154 0</inkml:trace>
  <inkml:trace contextRef="#ctx0" brushRef="#br0" timeOffset="37881.51">23268 11024 1189 0,'0'0'416'0,"0"0"-136"0,0 0 9 0,0 0 21 0,0 66-13 15,0-49-56-15,-4-1-36 16,3 0-5-16,-1-2-41 0,1-1-48 0,1-6-51 15,0 0-36-15,0-3-24 0,0-3-31 16,0-1 5-16,0 0 24 0,0 0-26 0,1-5-48 16,4-3-3-16,3-3 57 15,-1-3-29-15,2 2 9 0,-2-2-21 0,3 0 2 16,-2 2 23-16,-1 1 6 0,1 3 0 16,1 0 6-16,-2 4 23 0,1-3-10 15,0 3 10-15,-1-1 1 0,2 3 2 16,-3 0 3-16,2-1 23 0,-2 2 9 15,0 1 0-15,-2 0 3 0,-1 0 1 16,3 1 31-16,-1 4 28 0,0 0 54 0,-1 1-25 16,-1 1-55-16,1 2-9 0,1 0-10 15,-2 3-18-15,0 1-7 0,2-1-25 16,-2 1 23-16,1 2-23 16,-1-4-3-16,-1-1 2 15,-1 0-2-15,-1-1 4 0,2 1-4 0,-2-6-19 16,0 2-66-16,0-4-110 0,0 0-77 0,0-2-110 15,0 0-204-15,0-3-390 0,1-8-355 16</inkml:trace>
  <inkml:trace contextRef="#ctx0" brushRef="#br0" timeOffset="38271.36">23601 11055 1068 0,'0'0'414'0,"0"0"-118"0,0 0 51 16,0 0-136-16,0 0-114 0,82-31-78 0,-62 19-19 15,-1 0 0-15,2 1-23 16,-8-3 4-16,-1 3 16 0,-4 0-52 0,-5 1 26 16,-3-1 29-16,0 1 110 0,-3 0-17 15,-5-1 7-15,-3-1 20 0,-1 3 40 16,1 1 7-16,-2 4 19 0,3 2-8 15,-3 2 22-15,4 0-46 0,-2 6-50 16,2 4-57-16,-4 4-12 0,6 2-1 16,-2 4 14-16,1 4 27 0,2 1 35 15,1 0 8 1,3 0-32-16,2-3-27 0,0 0-34 0,5-4-25 0,4-4-1 16,4-2-15-16,2-3-33 0,0-6-56 15,4-3-17-15,3 0-52 0,2-6-44 16,-1-5-82-16,0-4-85 0,-1-2-320 15,-5 6-496-15,1-10 140 0</inkml:trace>
  <inkml:trace contextRef="#ctx0" brushRef="#br0" timeOffset="38735.86">24015 10889 375 0,'0'0'802'0,"0"0"-229"0,0 0-194 0,0 0-36 16,0 0-43-16,0 0-27 16,0 0-4-16,0 0-69 0,0 0-70 0,0 0-38 15,-58 43 2-15,47-26-15 0,-2 1 21 16,1-1 26-16,2 2 5 0,3 0-37 15,1-1-23-15,3-1-9 0,2-3-19 16,1-4-43-16,0-2-24 0,6-3-3 0,2-3-26 16,2-2-28-16,3 0 7 0,3-2 18 15,-1-8 9-15,0 1-22 0,0-6-23 16,-3 2 11-16,-1 0 21 0,-4 3 19 16,-1 1 40-1,-3 3 1-15,0 0 19 0,-2 2 19 16,-1 2 25-16,0 1-13 0,0 1-19 0,0 0-15 0,0 0-16 15,0 0 0-15,0 1 25 0,3 2 90 16,-3 3-34-16,1 2-25 0,-1 4-18 16,3-2-17-16,0 4-8 0,1 0-10 15,2-6 22-15,2 1-25 0,1-3-25 0,0-3-28 16,1-2-46-16,3-1-42 16,0-1-23-16,3-7 23 0,-1-2-55 0,2-2-249 15,0-2-131-15,0-3 46 0,-2 5-39 16,5-8-530-16</inkml:trace>
  <inkml:trace contextRef="#ctx0" brushRef="#br0" timeOffset="38956.65">24346 10932 776 0,'0'0'544'0,"0"0"-163"16,0 0 12-16,0 0-11 0,0 0-63 16,0 75-33-16,0-60-21 0,0-4-40 15,0-3-22-15,0-2-15 0,0-2-27 16,0-2-43-16,0-2 1 0,0 0 17 15,0 0 6-15,0-6-84 0,2-2-58 16,2-5-3-16,3-4 0 0,1-5-15 0,3-1-4 16,-1-2-30-16,2 0-50 0,-1 1-25 15,2 2-29-15,-3 3-54 32,3 0-184-32,0 3-240 0,-1 3-517 15,10-1-449-15</inkml:trace>
  <inkml:trace contextRef="#ctx0" brushRef="#br0" timeOffset="39631.32">25080 10993 2546 0,'0'0'623'0,"0"0"-301"0,0 0-198 16,0 0-42-16,0 0 0 15,0 0 34-15,0 0-15 0,0 0-38 0,102-36-63 16,-75 19-29-16,-3 1-33 0,-4-1-1 16,-6 4 16-16,-5 3-13 0,-5 2 60 15,-4 3 38-15,0 0 56 0,-7 3-72 16,-7-3-22-16,-1 4-16 0,-5 0 16 15,3 1 3-15,-1 0 10 0,3 4 43 16,3 3-15-16,2 1-30 0,0 3-11 0,4 3 0 16,0 0 2-16,2 3 16 0,1 2 10 15,3 2 38-15,0 0 18 0,0-4 40 16,6 2-3-16,4-2-31 0,7 1-19 16,5-6-1-16,4 1-14 0,3-3-56 15,3-5-13-15,-1-2-36 16,2-3 0-16,-4 0-31 0,0-1-78 0,-3-5-75 15,-3-3-125-15,-2 0-209 0,-6 2-230 0,2-9-612 16</inkml:trace>
  <inkml:trace contextRef="#ctx0" brushRef="#br0" timeOffset="39844.99">25573 10914 2146 0,'0'0'578'0,"0"0"-382"15,0 0-67-15,0 0 216 0,0 0 57 16,0 0-94-16,85 73-111 0,-61-57-86 16,2-1-58-16,1-1-28 0,-2 0-25 15,-2-3-19-15,0 1-46 0,-4-3-62 16,-5 0-79-16,-2-6-71 0,1 0-176 16,-6-3-137-16,-1 0-189 0,-3-3-585 0</inkml:trace>
  <inkml:trace contextRef="#ctx0" brushRef="#br0" timeOffset="40027.64">25818 10925 1322 0,'0'0'1201'15,"0"0"-692"-15,0 0-114 0,0 0-31 16,0 0-70-16,-80 57-83 0,65-36-62 0,0 5-56 16,2 2-50-16,0 2-12 0,3 1-25 15,-1-2-6-15,2 0-40 0,6-4-68 16,0-4-56-16,3-4-99 0,3-5-140 15,6-5-177-15,1-6-112 0,1-1-350 16,7-8-61-16</inkml:trace>
  <inkml:trace contextRef="#ctx0" brushRef="#br0" timeOffset="40391.67">25974 11087 1509 0,'0'0'422'0,"0"0"-168"0,0 0 33 15,21 67-16-15,-12-41-52 0,2 2-33 16,1 3-39-16,-2-2 31 0,0-4-7 16,-3 0-98-16,-2-3-48 0,-3-5-6 15,-2-3 19-15,0-4-13 0,0-4 3 16,-2-2 20-16,-3-2 21 0,1-2-10 16,-4-3-59-16,-1-5-31 0,-2-6-22 0,1-6-35 15,-3-4 15-15,5-7 23 0,0-5 21 16,3-5 1-16,1-3-7 15,4 0 32-15,0 0-16 0,1 6-25 0,10 2-4 16,-2 8 26-16,5 2-10 0,-1 7-32 16,2 1-15-16,2 2 34 0,0 3 26 15,1 5 16-15,0 0 3 0,-2 4 10 0,0 4 56 16,-4 0 24-16,-2 6-27 0,-3 3 4 16,-6 7 12-16,-1 1-19 0,-3 2-16 15,-8 0-19-15,-2 3-9 16,-4-1-16-16,-1 1-2 0,-3-3-77 15,1-2-60-15,2-3-23 16,1-3-33-16,6-2-118 0,3-5-229 0,5-4-234 0,3 0-440 0</inkml:trace>
  <inkml:trace contextRef="#ctx0" brushRef="#br0" timeOffset="40962.37">26243 11007 13 0,'0'0'545'0,"0"0"-102"0,0 0-104 16,0 0-63-16,0 0 36 0,0 0 61 16,30 74-17-16,-28-65-128 0,-1-3-58 15,-1-2 38-15,0 0 2 0,0-2-7 16,0-2-42-16,0 0-54 0,0 0-10 16,0-5 9-16,-3-2-106 0,2-3-107 15,-1-2 13-15,1-3 21 0,1-2 29 0,0-1 29 16,0 1 2-16,1 3-6 15,2 2-12-15,0 3 9 0,3 1-13 0,4 2-29 16,0 1-18-16,3-2 19 16,6 2 40-16,1 2 20 0,0-1 3 0,5 0 0 15,-2 2 1 1,0 2 0-16,-3 0-1 0,-1 2-3 0,-5 2-13 16,3 3-3-16,-5 0 19 0,2 0 21 0,-2 2-1 15,2-3-17-15,-1-2-3 0,4-2 16 0,1-2 8 16,0 0-23-16,0-4 1 0,-1-4 0 15,-1-3-2-15,-2 0-2 0,-2-1-36 16,-1 2-7-16,-5-5 14 0,-3 4 12 16,-2 1 19-16,-1-1 11 0,0 4 15 15,0-1-1-15,-4 2 10 0,0 3 16 16,-3-1 22-16,0 3-23 0,-2 1 26 0,-3 0-22 16,-1 7-4-1,-3 0-21-15,-1 5-11 0,0 2 14 0,-2 3 15 16,2 2 22-16,1 0 4 15,3 1 27-15,3 2 21 0,4-2 0 0,6-4-56 0,0-2-41 16,0 1-24-16,10-6-3 0,3 0-22 16,3-4-15-16,7-3-32 15,1-2-17-15,5-4-30 0,3-4-16 0,1-5-41 16,3-3-181-16,2-3-166 0,-9 4-287 16,17-10-469-16</inkml:trace>
  <inkml:trace contextRef="#ctx0" brushRef="#br0" timeOffset="41215.69">27087 10734 33 0,'0'0'2013'0,"0"0"-1463"16,0 0-205-16,0 0-12 0,0 0 32 0,-77 30-69 15,66-18-116-15,3 2-87 0,4 0-30 16,2 0-20-16,2 2-15 0,0-1-3 16,2-2-7-16,2 3 1 0,4-2-3 15,-2 1-14-15,2-2 22 0,-3-1 1 16,1-1-11-16,-2-3-14 0,-1-2 0 15,-1 4 6-15,-2-3 22 0,0 1-1 16,-6 1-11-16,-6 1 8 0,1 1-24 16,-5 1-51-16,2-2-57 0,-1-1-23 0,4-4-46 15,3-2-59-15,3-3-92 0,1 0-102 16,2-5-23-16,2-5-295 0,0 2-304 16,0-10 341-16</inkml:trace>
  <inkml:trace contextRef="#ctx0" brushRef="#br0" timeOffset="41498.44">27276 10759 1081 0,'0'0'368'0,"0"0"-46"0,0 0 16 0,80-28 21 16,-65 25-36-16,-9 3-156 0,-3 0 22 16,-3 4 174-16,-3 2 4 0,-4 3-141 15,-6 3-104-15,-3 4-35 0,0 1-19 0,-1-2-24 16,-2 6-23-16,6-2-8 15,0 0-12-15,3-1 1 0,6-1 0 0,1 2 0 16,3-3 17-16,1-3-18 16,5 0-1-16,4-1-3 0,0-4 3 0,0 1 0 15,-1-1 12-15,-1-2-10 0,-3-1-2 16,-2 0-3-16,-2-1 3 0,-1 1 0 16,0 0-19-16,-8 3-15 0,-1 0-22 46,-1 0-90-46,-4-1-83 0,1-2-32 0,1-1-125 0,2-4-120 0,4 0-302 0,6-5-563 0</inkml:trace>
  <inkml:trace contextRef="#ctx0" brushRef="#br0" timeOffset="41711.87">27563 10876 179 0,'0'0'1858'0,"0"0"-1424"0,0 0-214 0,0 0-46 16,0 0-43-16,0 0-54 0,-35 74-48 16,28-57-28-16,0-2-1 0,3 0-1 15,2-2-53-15,2-2-49 0,0-4-90 16,5-3-126-16,6-3-154 0,2-1-64 16,-3 0-176-16,13-9 3 0</inkml:trace>
  <inkml:trace contextRef="#ctx0" brushRef="#br0" timeOffset="42279.67">27808 10859 752 0,'0'0'1416'0,"0"0"-924"0,0 0-161 0,0 0-59 0,0 0-65 0,0 0-30 0,-29 67-19 16,32-56-38-16,4-4-26 15,5 0 1-15,-2-2 14 0,3-4-19 16,0-1-16-16,0 0-21 0,1-6-13 15,1-2-9-15,0-3-31 0,-3-1-20 0,-2-2-24 16,-3-3-30-16,-2 2-44 0,-5 0 9 16,0 0-2-16,-8 1-36 0,-6 0-55 15,-1-2-38-15,-3 5 39 0,-4-2 31 16,0 6-3-16,-2 3-17 0,1 3 0 16,0 1 35-16,6 0 71 0,2 0 84 0,5 0 22 15,6 3 50-15,2-1-72 0,2-2-85 16,5 0-2-16,5 0 51 0,9 0 36 15,2 0 0-15,2-1 10 0,3-2-10 16,0 2-32-16,2 1 15 0,2 0 17 16,0 0 14-16,6 1 71 0,3 5 177 0,1-1-52 15,2 2-111-15,-1 4 27 0,-3-1-65 16,-2 4 48-16,-7-2 89 0,-2 1-106 16,-6 0-41-16,-7-1 6 0,-4-2 7 15,-7 1 18-15,-1-4 29 0,-2 0-11 16,0-1-5-16,-2-1-5 0,-1-1-29 15,2-3-45-15,1-1-16 0,0 0-44 16,0-1-70-16,3-5-27 0,4-2 18 16,6-3 123-16,0-4-2 0,6-1-8 15,-2-2-60-15,3 2-21 0,0 2 17 16,-2 6 49-16,-1 1 22 0,-3 3-9 0,2 4 12 16,-3 0 29-16,3 0 79 15,-2 4 91-15,2 1-89 0,-3 3-56 0,3-2-13 16,-1 4-16-16,0-4-10 15,-2-1-15-15,2-1 0 0,-1-3-72 0,2-1-167 16,4 0-104-16,-3-4-173 0,-1-1-266 0,3-6-848 16</inkml:trace>
  <inkml:trace contextRef="#ctx0" brushRef="#br0" timeOffset="57362.91">22259 11520 2338 0,'0'0'612'0,"0"0"-256"16,0 0-112-16,0 0 91 0,0 0 4 15,0 0-69-15,0 0-63 0,0 0-78 16,-96 74-37-16,60-43-31 0,-6 8-25 15,-9 5 7-15,-6 9-12 0,-12 4-10 16,-7 8-20-16,-11 7 2 0,-7 7 15 16,-8 9-2-16,-9 4-16 0,-4 6-25 15,-5 2 23-15,2-1-47 16,3-7 47-16,12-9-1 0,12-13-15 16,18-15-3-16,17-14-25 0,16-12-40 0,15-10-52 15,14-9-59-15,11-8-45 0,0-2-420 0,14-1-322 16,8-7 379-16,-4-1-211 0</inkml:trace>
  <inkml:trace contextRef="#ctx0" brushRef="#br0" timeOffset="57786.51">20734 12634 904 0,'0'0'1010'0,"0"0"-585"16,0 0-60-16,0 0 33 0,0 0-22 15,0 0-31-15,0 0-27 0,0 0-69 0,0 0-116 16,0 0-81-16,-31 82-9 15,17-55-24-15,-3 2-17 0,0 1 13 0,0 1 7 16,3-3 3-16,0-3-24 0,2-3 17 16,3-5 3-16,-1-1-21 0,6-4-26 15,1-1 8-15,0-4 18 0,2-6 0 16,1 4-30-16,0-5-17 0,3 1-14 16,4 2 9-16,7-1 52 0,1-2 25 15,5 0 15-15,2 0-6 0,5-2-19 16,0-7-14-16,5 2-1 15,3-5-3-15,0 0-61 16,4-1-54-16,3-3-196 16,3 1-257-16,-11 2-475 0,19-7-189 0</inkml:trace>
  <inkml:trace contextRef="#ctx0" brushRef="#br0" timeOffset="59413.36">26597 11703 1163 0,'0'0'608'0,"0"0"-189"0,0 0-63 15,0 0 24-15,0 0-15 0,0 0-79 0,0 0-78 16,0 0-51-16,0 0-2 0,0 0 13 16,3-2-22-16,-3 2-22 0,0 0 3 15,0 0 5-15,2 0 3 0,-2 2-7 16,0-2 0-16,0 6-21 0,0 3-43 15,0 6-19-15,0 6-11 0,0 6-10 16,0 4-9-16,0 0 8 0,0-2-22 16,-2-1-1-16,-1-6 2 0,2-3-2 15,1 0-2-15,0-7-10 0,0 0 9 0,0-3-12 16,0-1 5-16,1-2 10 0,2-3 1 16,0 1-1-16,3 0-2 0,1-1 0 15,3 1-10-15,0-3-7 0,2 1 4 0,4 1-3 16,-2-1-12-16,2-1-10 0,-3 4-12 15,1-3-18-15,2 2-52 0,1 0-104 16,0-1-140-16,3-3-225 0,1 0-366 16,-8 0-113-16,10 0-135 15</inkml:trace>
  <inkml:trace contextRef="#ctx0" brushRef="#br0" timeOffset="59940.53">27063 11804 2005 0,'0'0'776'0,"0"0"-343"0,0 0-146 0,0 0-15 15,0 0-9-15,0 0-52 0,0 0-143 16,0 0-49-16,-2 77-16 0,-2-50 19 15,0 1 5-15,1 0 4 0,2-2 0 16,-1-2-9-16,2-2-20 0,0-2-2 16,0-7-1-16,0 1-2 0,0-4-16 15,0-3 17-15,0-1-1 0,0-3-12 16,0-1-32-16,0-2-40 0,0 0-25 16,0 0-54-16,0-8-89 0,0-2 122 15,0-7 92-15,0-1 3 0,-4-1-16 0,-1-4 0 16,1 2 16-16,-2-2 25 15,-2-1 1 1,-1-2 12-16,3-2 19 0,-1 4 13 16,0 0 12-16,4 1-9 0,3 7-3 0,0 2 9 15,0 1-6-15,5 2 19 0,3 4-1 0,2 1 7 0,2-1 6 0,2 2 3 16,2-2-12-16,4 3 15 0,3 2 7 16,0-1-13-16,-1 1-1 0,1 2-18 15,0 0-26-15,-6 0-8 0,-1 7-12 16,-6-1 27-16,-4 2 25 0,-3 2-7 15,-3 2-15-15,0 4 0 0,-4-2-10 16,-5 3-17-16,-4 0-4 0,-2-3-38 16,1 1-73-16,-2-3-82 0,0-3-95 0,1-2-142 15,0-1-125-15,-2-2-227 16,5-1-292-16,-5 4-9 0</inkml:trace>
  <inkml:trace contextRef="#ctx0" brushRef="#br0" timeOffset="60278.28">26491 12425 2454 0,'0'0'583'15,"0"0"-445"-15,0 0-7 16,0 0 145-16,0 0-1 0,89-16-90 16,-48 3-62-16,6-2-64 0,6-6-42 0,2 0-15 15,3-3-4-15,1 0 2 0,0 5-12 16,-4 0-7-16,-6 5-46 0,-9 3-89 15,-5 2-10-15,-9 4-73 0,-7 3-279 0,-4-1 76 16,-6 2-9-16,-3 1-221 16,-5 0-379-16</inkml:trace>
  <inkml:trace contextRef="#ctx0" brushRef="#br0" timeOffset="60562.38">26606 12504 2055 0,'0'0'692'0,"0"0"-342"0,0 0-82 15,0 0-74-15,0 0-71 0,0 0-12 16,0 0 40-16,0 0 19 0,0 0-33 0,86 0-38 15,-54-8-46-15,3-4-25 0,2-1-25 16,2-5 0-16,3 0 14 0,0-1-17 16,-2-2-41-16,2 2-70 0,-5 2-133 15,-2 2-219-15,-9 4-560 0,4-3-212 0</inkml:trace>
  <inkml:trace contextRef="#ctx0" brushRef="#br0" timeOffset="77492.21">16493 1238 1618 0,'0'0'176'15,"0"0"-176"-15,0 0 1 16,0 0 6-16,0 0 132 0,0 0 23 0,0 0-51 16,0 0-5-16,0 0 5 0,-20 22 14 15,20-22-31-15,0 0-10 0,0 0 22 0,0 0 58 16,0 0 63-16,0 0-14 0,0 0-35 15,0-2-36-15,0 2-28 0,0 0-20 16,0 0-16-16,0 0-8 0,0-2-8 16,0 2-3-16,0 0-2 0,0 0-11 15,0 0-6-15,0 0-6 0,0 0 7 16,0 0 18-16,0 0 15 0,0 2-28 16,0 0-28-16,-1-1-18 0,-1 2-1 15,1-2-20-15,-1 1-13 0,2 0-3 16,0-1-3-16,0-1 0 0,0 1-7 15,0 1-9-15,3-1 16 0,3 1 15 16,0-2-6-16,1 0 15 0,3 0 0 16,-3-2 15-16,2-2 1 0,0-1 0 0,-5 1-1 15,-1 1-12-15,-2 1 13 0,1-1-2 16,-2 3 2-16,0-1 28 0,0 1 22 16,0 0 15-16,0 0 6 0,0 0 1 15,0 0-14-15,-2 0-15 0,-3 1-39 0,-2 4-3 16,-4 0-1-16,3 1-21 0,-2-1 21 15,4 0 0-15,3 0 0 0,2-1-22 16,-1-1 10-16,1 0 12 0,1-2 0 16,0 0 0-16,0-1 2 0,0 0 26 15,0 0 0-15,0 0-16 0,0 0-11 16,1 0-1-16,2-2-40 0,1-3 9 16,1 0-34-16,2-2-71 0,-1-3-85 15,-1 1-166-15,0-1-341 0,1-5-835 0,-48 78 91 16</inkml:trace>
  <inkml:trace contextRef="#ctx0" brushRef="#br0" timeOffset="78237.75">16743 1211 104 0,'0'0'2056'16,"0"0"-1484"-16,0 0-299 0,0 0-33 15,0 0 62-15,0 0-8 0,0 0-87 16,0 0-75-16,0 0-51 0,0 0-31 16,0 0-16-16,-25 8-22 0,37-8-9 0,7 0 37 15,9-4 59-15,11-5 0 0,12-3-47 16,4-7-12-16,11-4 3 0,6-6-43 15,8-3 0-15,6-4-18 16,6-2 18-16,3-2-31 16,1-1 10-16,-3 3-7 15,-12 7 6-15,-12 2-40 0,-14 7-58 0,-13 4-32 0,-14 3-10 16,-9 5-15-16,-9 4-24 16,-5 2-8-16,-5 3 53 0,0 0 58 0,0 1-30 0,-9 0-283 15,-3 1-197-15,-1 4-126 0,-6 5 82 0</inkml:trace>
  <inkml:trace contextRef="#ctx0" brushRef="#br0" timeOffset="78926.36">18080 949 1721 0,'0'0'403'0,"0"0"-212"0,0 0-20 15,0 0 162-15,0 0 10 0,0 0-75 16,0 0-59-16,0 0-36 0,0 0-31 15,0 0-38-15,0 0-19 0,-34 12-35 16,29-8-16-16,4 0-3 0,-1-2 3 16,1 1-6-16,1-3-15 0,0 0-13 0,0 0 16 15,1 0-16-15,2 0-37 0,2 0 15 16,-2 0 7-16,2 0 12 16,1-3-16-16,3-1 19 0,-4 1 3 0,0-1-1 15,-2-1 17-15,0 1 6 0,0-1-7 16,-3 0-5-16,0 0-1 0,0-1 7 15,0 3 5-15,0 0 11 0,0 0 17 16,0 3-2-16,-3 0 24 0,-2 0 6 0,1 0-28 16,-1 0-12-16,3 2 3 0,-5 0-42 15,2 2 11-15,2 0 24 0,-1 0-36 16,1 1-11-16,2-2 11 0,-2-2 3 16,3 1-1-16,0-2 20 0,0 0-19 15,3 0-3-15,0 0-19 0,2-2 19 16,1 1 13-16,4-3 29 0,-1 0-14 15,-3 0-7-15,0 0-8 0,-5 2-1 0,1 0 0 16,-2 0-12-16,0-1-20 0,0 0-75 16,0-3-62-16,-3-2-133 0,0 0-250 15,1 2-567-15,-2 4-570 0</inkml:trace>
  <inkml:trace contextRef="#ctx0" brushRef="#br0" timeOffset="79394.52">18283 1327 2651 0,'0'0'817'0,"0"0"-435"0,0 0-193 15,0 0 21-15,0 0 10 0,0 0-56 16,0 0-44-16,0 0-47 0,0 0-39 16,0 0 12-16,22 51-15 0,-6-27 18 15,4 5 9-15,0 3 9 0,8 0-24 0,-1 3-22 16,3 1-6-16,1 0-15 0,-1 0-15 16,0 0 5-16,-3-1 8 0,1-2 1 15,-2-4-54-15,-4-1-24 16,0-2-25-16,-3-6-59 0,-4-2-105 0,-4-4-260 15,-2-3-457-15,-6-3-305 0,-3-5-230 0</inkml:trace>
  <inkml:trace contextRef="#ctx0" brushRef="#br0" timeOffset="79929.17">18691 2019 1547 0,'0'0'724'16,"0"0"-224"-16,0 0-102 0,0 0-117 0,0 0-132 15,0 0-92-15,0 0-35 16,0 0-22-16,0 0 0 0,0 0 2 15,0 0 11-15,9 72 3 0,-5-65 18 16,3-3-2-16,1 1-10 0,-4-4 9 0,2 0 45 16,0-1 24-16,-3 0-17 0,2 0-24 15,-1-1-15-15,-1-5-4 0,5 0 4 16,-4-2-10-16,2-4-12 0,-1-2-22 16,0 1 0-16,-4 0-2 0,-1 1 2 15,0 2 9-15,-4 3 25 0,-2 2 12 16,0 3 10-16,1 2 43 0,-3 0 31 15,0 0-63-15,-4 2-38 0,2 3-29 0,0 1-22 16,-1 1 1-16,3 1-10 0,2 0-12 16,2-2-43-16,3 0-118 0,1-2-196 15,0-2-379-15,0-2-652 0,1 0-188 0</inkml:trace>
  <inkml:trace contextRef="#ctx0" brushRef="#br0" timeOffset="80393.1">17919 1183 1843 0,'0'0'703'15,"0"0"-375"-15,0 0-135 0,0 0 117 16,0 0-66-16,-22 66-36 0,8-29-35 16,-6 9-19-16,-3 7-20 0,-8 8-13 15,-3 6 37-15,-4 8 36 0,-4 6-28 16,-4 2-23-16,3 7-18 16,-1-2-18-16,0 2-46 0,0-3-61 0,2-6 0 15,3-5 0-15,3-8-12 16,5-9-52-16,8-10-43 0,8-12-36 15,7-10-16-15,8-8-47 0,0-10-187 0,6-7-258 0,8-2-303 16,3-9 417-16,-3-1-22 0,3-13-190 0</inkml:trace>
  <inkml:trace contextRef="#ctx0" brushRef="#br0" timeOffset="81126.78">17494 2605 293 0,'0'0'2153'0,"0"0"-1721"0,0 0-262 15,0 0 18-15,0 0-38 0,0 0-102 16,0 0-29-16,0 0-19 0,0 0 130 15,96-39 3-15,-48 19-45 0,5-5-22 16,6-4 3-16,6-4 7 0,6 0 40 16,2-1-10-16,8 1-56 0,4 1-16 15,-3 1-6-15,-1 4-9 16,-8 0-4-16,-9 6-15 0,-11 6-10 16,-14 3-6-16,-10 2 14 0,-9 5-13 15,-10 1-10-15,-6 4-15 0,-4 0 15 0,0 0-41 0,0 1-43 16,-2 5-39-16,-6-1-130 0,1 0-246 15,3 1-188-15,1-2-299 0,0 0 7 0</inkml:trace>
  <inkml:trace contextRef="#ctx0" brushRef="#br0" timeOffset="82024.16">17278 2534 1888 0,'0'0'1000'0,"0"0"-743"16,0 0-50-16,0 0 41 0,0 0-49 16,0 0-42-16,0 0-40 0,0 0-73 15,0 0-42-15,0 0 10 0,-44 66 7 16,44-53 3-16,0 0 18 0,4-3-15 15,4 0 6-15,1-1 10 0,-1-1-1 0,1-2-12 16,-1-4-13-16,3 0-15 0,1-2-4 16,2 0-27-16,0-2-3 0,-1-3-9 15,1-4 18-15,-4 1-19 0,1-2 4 16,-2 2-1-16,-4-4 26 0,-2 1-1 16,-3-1 0-16,0 4 16 0,-2-3 10 15,-8 1 24-15,2 3 4 0,-4 1 5 16,-1 3 10-16,1 1-15 0,1 2-7 0,-3 0 3 15,2 2 0-15,-1 4-10 0,2 3-24 16,0 2 0-16,2 3 11 0,3-2-8 16,1 4 13-16,5-3 2 0,0 0 13 15,3-1 3-15,5-2 3 0,1 0 19 0,3-4 48 16,0 0-21-16,-1-3-46 0,1-3-12 16,-4 0 2-16,1 0-24 0,-3 0-3 15,-2-3-24-15,0-1-1 0,-2-3-2 16,-1 0-10-16,-1-4-3 0,0 0-37 15,0-3-68-15,-9-1-106 0,-2-2-182 16,1 6-290-16,-9-8-722 0</inkml:trace>
  <inkml:trace contextRef="#ctx0" brushRef="#br0" timeOffset="82917.71">16445 1303 1155 0,'0'0'661'15,"0"0"-194"-15,0 0-125 0,0 0-65 16,0 0-36-16,0 0-53 0,0 0-19 16,0 0-55-16,0 0-89 0,0 0 3 0,0 0 10 15,-23 30-12-15,23-22 2 0,0 0-9 16,0-2 0-16,5 0-7 0,4-3 23 16,0-1 15-16,2-2 22 0,3 0-9 0,1-2 1 15,4-5-8-15,-3-5-19 0,1-2-12 16,-4-1-3-16,0-1-5 0,-6 0-15 15,-1 2-2-15,-3 2 15 0,-3 0 44 16,0 3-6-16,0-2-16 16,-5 2 13-16,-2 0-13 15,0 2-15-15,-3 0-19 0,0 3 37 16,1 3-6-16,-2 1-13 0,-3 0 20 0,3 3-17 0,-3 4-5 16,-1 4-1-16,1 2-6 0,4 3-12 15,-1 3 3-15,3 0 13 0,5-1-16 16,2-3-1-16,1 1 1 0,0-4 0 15,3-4 1-15,4-2-1 0,3-1 21 0,0-4 16 16,6-1-18-16,-3 0-7 0,4-7 22 16,-1-3 5-16,0-4-14 0,-2-3 2 15,-1 1 7-15,-6-1 0 0,-2 1-7 16,-4 1 1-16,-1 5 33 0,0-3-9 16,-3 3-50-16,-3 0-1 0,-1 5 14 0,2 2-15 15,-4 3-20-15,1 0-4 0,-1 3-12 16,-2 5-47-16,1 1 10 0,-1 2 27 15,4 2-9-15,-1 1-16 0,5-1-61 16,3-2-87-16,0-1-246 0,8-2-259 16,-2-3-486-16,8-4-188 0</inkml:trace>
  <inkml:trace contextRef="#ctx0" brushRef="#br0" timeOffset="83475.03">16546 1532 1501 0,'0'0'1177'0,"0"0"-721"0,0 0-223 16,0 0-11-16,0 0 43 0,0 0-56 15,0 0-57-15,0 0-21 0,0 0-16 16,0 0-16-16,9 12-19 0,-3 0 18 16,3 5 4-16,1 6 5 0,3 5-15 0,1 6-28 15,4 7-3-15,1 2-34 0,4 6-24 16,-1 5 19-16,6 3-7 0,1 1-15 16,1 1-18-16,2 2 2 0,-4-3 4 15,3-2 9-15,-5-2-15 0,-6-3-7 16,0-5 1-16,-2-2 6 15,-3-5-16-15,-3-3 19 0,1-2-13 16,-5-3 10-16,1-6 15 0,-1-2-15 0,0-4 18 0,1-2-25 16,-2-6-27-16,1 0 15 15,-1-5 19-15,2-1-13 0,-1-1-3 0,1-3-18 16,0-1-37-16,0 0-44 0,2-2 25 16,-2-6-38-16,3-6-180 0,-5 0-192 15,0 0-229-15,-1-12-486 0</inkml:trace>
  <inkml:trace contextRef="#ctx0" brushRef="#br0" timeOffset="84307.05">17998 821 2077 0,'0'0'686'0,"0"0"-384"0,0 0-82 16,0 0 35-16,0 0-37 0,0 0-20 16,0 0-12-16,0 0-77 0,0 0-47 15,0 0-50-15,0 0 1 0,-46 67 5 16,36-42 26-16,1 3 5 0,4-3-2 0,3-2-7 16,2-2-21-16,2-4-16 15,5-3 8-15,6-4-10 0,-2 0-2 0,3-5-10 16,3-2 8-16,3-3-16 0,-1-2 18 15,-1-7 0-15,1-4-17 0,-5-1 6 16,-2-3 11 0,1-1 1-16,-6-1 12 0,-1 2-9 0,-2-2 21 15,-1-1 1-15,-3 1-7 0,0 1 13 0,-6 1-6 16,0-1 21-16,-2 6 19 0,-1 1 27 0,1 4 40 16,-3 1-41-16,3 4-11 0,-1 0-38 15,3 2-11-15,1 0-1 0,0 0-30 16,1 4-1-16,-2 0-2 0,1 5-9 15,-1 2-3-15,3 0-7 0,1 2-11 16,2-1-7-16,0-3-5 0,6-3 8 0,1 0 12 16,2-5 10-16,1-1-3 0,0 0-13 15,6 0 28-15,-3-6 3 0,1-3 0 16,-2-1 0-16,-2-2 0 16,-3-1 12-16,-3 1 13 0,-1-1-13 0,-3 0-12 15,0-2-2-15,0 0 2 16,-1 2-14-16,-4 1 14 0,1 5 39 0,0 2-2 15,-3 3 3-15,0 2 9 0,-4 0-49 0,-1 7-28 16,-3 3-54-16,-1 4-10 0,5 3-24 16,-1 1-60-16,4-1-114 0,6 1-306 15,1-6-536-15,2 0-215 0</inkml:trace>
  <inkml:trace contextRef="#ctx0" brushRef="#br0" timeOffset="86426.36">7015 4479 1717 0,'0'0'775'0,"0"0"-478"16,0 0-240-16,0 0-34 0,0 0 3 15,0 0 60-15,0 0 71 0,0 0-10 0,77-47-51 16,-50 29-48-16,6-2-21 0,3-3-27 15,4-3-3-15,1-2-16 0,1 2 19 16,-5 1-2-16,-4 2-14 0,-4 6-13 0,-10 4-121 16,-8 3-208-16,-5 3-243 0,-3 4-369 15,-3 2-315-15</inkml:trace>
  <inkml:trace contextRef="#ctx0" brushRef="#br0" timeOffset="86830.24">6962 4432 228 0,'0'0'1722'0,"0"0"-1233"16,0 0-227-16,0 0 1 0,0 0 73 16,0 0-9-16,0 0-68 0,0 0-23 15,0 0-49-15,0 0-150 0,0 0-37 16,-20 41-28-16,12-23 16 0,3 0 9 16,-1 0 1-16,0-2 2 0,0-2 1 15,4-2 11-15,-1-3 16 0,3-2-3 16,-3-4 0-16,3 0-5 0,0-2-20 15,0-1-15-15,1 1 15 0,8-1 25 16,2 2 43-16,4-2 3 0,3 0-16 16,4 0-30-16,0-5-23 0,2-3-2 0,4-1 0 15,-1-3-1 1,2 1-58-16,-2-3-114 0,2 2-192 0,-10 2-585 16,10-3-627-16</inkml:trace>
  <inkml:trace contextRef="#ctx0" brushRef="#br0" timeOffset="87280.17">7868 4089 2669 0,'0'0'629'0,"0"0"-432"0,0 0-70 16,0 0 34-16,0 0 62 0,0 0-9 0,0 0-78 15,84-16-64-15,-55 7-51 16,1-2-21-16,-1-2-3 0,1 1-21 0,-4 1-76 15,-3 3-127-15,-7 1-145 0,-3 3-341 16,-6 2-536-16,-7 2-229 0</inkml:trace>
  <inkml:trace contextRef="#ctx0" brushRef="#br0" timeOffset="87605.05">7903 4139 1580 0,'0'0'1759'16,"0"0"-1321"-16,0 0-265 0,0 0 0 16,0 0-5-16,0 0-47 0,0 0-34 15,0 0-4-15,-3 81 4 0,3-53 39 0,0-2 15 16,0 3-46-16,0-4-16 16,0-1-21-16,3-1-12 0,0-4-19 0,-2 0-9 15,2-2-17-15,1 0 1 0,-1-4 0 16,2-1-2-16,-2-5 0 0,1-2-24 15,1-1-3-15,3-1 26 0,-2-2-2 16,2-1 3-16,2 0 9 0,2 0 24 16,-1 0-11-16,5-1-4 0,0-6 6 0,3 0-13 15,1-3-11-15,-1 2-3 16,1-3-12-16,1 1-15 0,0 1-44 0,-1-2-47 16,-3 3-66-16,-1 0-117 0,-4 0-168 15,-3 3-254-15,-4 0-389 0,-4 1-102 0</inkml:trace>
  <inkml:trace contextRef="#ctx0" brushRef="#br0" timeOffset="87793.61">7910 4353 2936 0,'0'0'686'0,"0"0"-481"16,0 0 12-16,0 0 64 0,0 0-85 15,85-40-88-15,-51 23-59 0,1 0-49 16,0 1-15-16,-5 1-202 0,-3 3-251 16,-9 3-614-16,-2 3-556 0</inkml:trace>
  <inkml:trace contextRef="#ctx0" brushRef="#br0" timeOffset="90891.92">18128 2707 297 0,'0'0'1963'0,"0"0"-1462"0,0 0-219 16,0 0-29-16,0 0-34 0,0 0-63 15,0 0-5-15,0 0-41 0,0 0-41 16,10 69-2-16,-7-53-23 0,-2 0-13 0,4 2 9 15,-5 0-12-15,3-1-6 0,-3-1 3 16,0-2-23-16,0-3 0 0,0-1 14 16,0-3-16-16,0-5-1 0,0 0-12 15,0-1 11-15,0-1 0 0,0 0-23 16,0-1-12-16,0-3-54 0,0-5 12 16,0-1-9-16,0-5 7 0,-6 0 8 15,0-6 57-15,1 1-9 0,0-2 10 16,2 0-14-16,-3 0 7 0,3 3 6 15,0 1-12-15,2 1 26 0,1 3 4 16,-1 1-1-16,1 2-1 0,0 0-10 0,0 1 9 16,0 1 1-16,1 1 3 0,0-1 29 15,2 4-7-15,-1-2-9 0,-1 2 22 16,-1 0 50-16,0 3-12 0,0 2-1 16,0 0 4-16,0 0 12 0,0 0-4 15,-3 0 10-15,-2 1-35 0,-6 5-32 16,2 0-30-16,-6 1-25 0,-1 2 0 0,5 1 23 15,-3 2-10-15,2 1 12 0,-1 0 18 16,1 0 29-16,2-1-19 0,0 0-16 16,1-1 13-16,4-1 12 0,-1-1-16 15,3-2 1-15,0-2-10 0,1 0-9 0,1-3-3 16,1 1-12-16,0-2 0 0,0 1 10 16,0-2-20-16,0 0-21 0,0 0-19 15,4 0-16-15,1-2-18 0,4-2-13 16,-1-3 43-16,1-3 31 15,-1 0 4-15,4 0-1 0,-2-3 17 16,2 0-14-16,-1 1 14 0,1-2 15 0,-1 3-1 16,2-1 0-16,-3 5-12 15,-1 1-6-15,-2 1 19 0,-1 4 11 0,-3 1 3 16,0 0-13-16,-2 0 20 0,2 0 36 0,0 0 78 16,4 6-16-16,-1 1 2 15,-1 0-37-15,1 3-41 0,3-1-28 0,-1-1-13 16,3 2 2-16,-4-4-4 0,6 1-40 15,-5-4-96-15,3 0-141 0,0-2-276 0,-4-1-766 16,0 0-275-16</inkml:trace>
  <inkml:trace contextRef="#ctx0" brushRef="#br0" timeOffset="91708.35">18034 3446 2282 0,'0'0'603'0,"0"0"-270"0,0 0-78 16,0 0-62-16,0 0-51 0,0 0-60 16,0 0-57-16,0 0-22 0,-73 77-2 15,68-59 18-15,1 0-3 0,2-1-14 16,2-4-2-16,0-1-12 0,0-4-14 15,3-1-5-15,0-4 9 0,2-1-10 16,1-2 1-16,2 0 15 0,1 0-37 0,-2-4 9 16,4-4 2-16,-1-3-43 0,-1 1 25 15,0-4 6-15,-2 2-35 0,-3-4 60 16,2 8 27-16,-3-3 0 0,-2 4 2 16,1 1 25-16,-1 3 32 0,-1 1 4 0,2 2-35 15,-2 0-26-15,1 0 0 0,-1 0 92 16,2 1 44-16,-1 3-22 0,5-1-23 15,-2 3 3-15,3 1-30 0,1 1-11 16,1 0 6-16,0-1-3 0,0 0-31 16,0-1-6-16,1-1-18 0,-2 0-1 15,3-4-11-15,-2-1-54 0,2 0-82 16,-1-3-133-16,3-6-122 0,-3-4-284 0,-1 2-349 16,0-7-11-16</inkml:trace>
  <inkml:trace contextRef="#ctx0" brushRef="#br0" timeOffset="91925.77">18302 3488 680 0,'0'0'453'0,"0"0"-33"0,0 0-17 0,0 0-30 16,0 0-47-16,0 0-55 0,0 0-60 16,0 0-29-16,0 0 31 0,0 0 37 15,0 0-11-15,22 42-16 0,-22-42-40 16,0-1-44-16,0-2-28 0,0-3-47 15,0-1-64-15,0-3-27 0,0-2-7 16,1-2-12-16,4 0-28 0,0 0-65 16,5 2-85-16,1 0-106 0,6 0-179 0,-1 1-152 15,-1 3-115-15,10-2-201 0</inkml:trace>
  <inkml:trace contextRef="#ctx0" brushRef="#br0" timeOffset="92137.22">18587 3348 1150 0,'0'0'595'0,"0"0"-140"0,0 0-58 16,0 0-59-16,0 0-69 0,0 0-160 15,0 0 15-15,0 0 31 0,0 0 22 0,-50 75-29 16,43-58-2-16,1-1-31 0,3 1-34 16,3-3-25-16,0-2-25 0,0 0-17 15,6-2-14-15,0-4-44 0,2 1-34 16,3-6-25-16,3-1-79 0,0 0-111 0,4-6-110 15,3-7-120-15,-6 3-532 0,12-14-32 0</inkml:trace>
  <inkml:trace contextRef="#ctx0" brushRef="#br0" timeOffset="92409.88">18951 3224 1911 0,'0'0'1247'15,"0"0"-954"-15,0 0-103 0,0 0 65 16,0 0 0-16,-80 49-46 0,65-36-67 16,2 1-46-16,1-1-16 0,6-2-49 0,4 0-31 15,2-2 0-15,0-1-1 0,0-1 1 16,5 0-19-16,2-2 4 0,3 1 14 0,4-1-1 16,1-2 0-16,4 2-1 0,3-4 1 15,-2 2 1-15,-4-2-3 0,-2-1-8 16,-5 1 9-16,-6 2-9 0,-2 0 11 15,-1 2-1-15,-4 4-26 0,-5 1-105 16,-7 6-268-16,5-5-387 0,-14 9-623 0</inkml:trace>
  <inkml:trace contextRef="#ctx0" brushRef="#br0" timeOffset="93341.74">18319 4026 1429 0,'0'0'802'0,"0"0"-427"16,0 0-150-16,0 0 39 0,0 0-9 15,0 0-55-15,0 0-83 0,0 0-66 0,0 0-32 16,0 0-19-16,0 0 0 0,19-37-19 16,-19 32 19-16,0-1 3 0,-1-1 16 15,-5 0 3-15,-1 2-3 0,-1-1 12 16,0 1 7-16,-1 5 10 0,2 0 30 0,-2 0-6 16,0 0-33-16,-2 2-14 0,2 3-7 15,1 3 10-15,2 0 0 0,0 2-27 16,4 0 2-16,0 2 12 15,2 1 16-15,0-1-12 0,0 0 12 0,4 1 6 16,4-2-18 0,2 0-19-16,1-4-3 0,2 3 3 0,5-6-2 15,-1-1-32-15,2-1-22 0,1-2-88 0,-1 0-45 16,2-6-19-16,1-1-118 0,-3-2-315 16,-4 0-520-16,4-4-318 0</inkml:trace>
  <inkml:trace contextRef="#ctx0" brushRef="#br0" timeOffset="94126.26">18589 3864 1076 0,'0'0'1097'0,"0"0"-671"16,0 0-136-16,0 0-33 15,0 0-56-15,0 0-42 0,0 0-39 0,0 0-25 16,0 0-22-16,0 0-23 0,-23 6-6 16,16 0 6-16,-3 0 16 0,1 1 29 15,0 2 73-15,-2 3-9 0,4 1-63 16,-1 0-53-16,4-1-9 0,1 0-16 16,2-5-18-16,1 2-20 0,0-4-8 15,0 0 9-15,0-2 1 0,1-1 6 16,0-1 10-16,1 1-1 0,1-2 0 15,1 0-11-15,4 0 14 0,0 0 0 0,7 0-28 16,-2 0-25-16,1-3-2 0,0-2 2 16,1 1-9-16,-5 0-16 0,3-3-28 15,-6 2-2-15,-1-2-11 16,0-4-1-16,-3 3-4 0,-1-4 23 16,1-1-4-16,-1-1-19 0,0-3-65 31,-2-2-10-31,0 0 61 0,0-4 101 0,0 3 37 0,0 1 26 0,-4 1 29 15,0 4 29-15,0 1 50 0,-1 6 33 0,1 0 18 16,1 3 25-16,0 4-5 0,3 0 12 0,-2 0 3 16,1 0-55-16,1 2-44 0,-1 5-41 15,1 1-34-15,0 5-46 0,0 3 0 16,0 2 13-16,0 1 5 0,0 0-16 16,5-3-2-16,1-2-11 0,2 0 9 15,-3-3-23-15,5-1-24 0,-2-2-87 16,2-3-163-16,1 1-303 0,-2-4-548 15,7-2-6-15</inkml:trace>
  <inkml:trace contextRef="#ctx0" brushRef="#br0" timeOffset="94488.78">18824 3751 1360 0,'0'0'1050'0,"0"0"-627"0,0 0-84 16,0 0-7-16,0 0-70 0,0 0-92 15,0 0-85-15,0 0-83 0,0 0-2 16,0 0-2-16,0 0-1 0,-39 66 2 16,42-60 0-16,1 3 0 0,5-3-12 15,1-2 11-15,2 2 2 0,0-1 0 16,3 2 3-16,0-1 10 0,2 4-13 16,-2 0 1-16,0 0 0 0,-1 3 0 15,-2 2 1-15,-2 1 13 0,-4-1-13 0,1 1 1 16,-6 3-1-16,-1-2 1 0,0-3 20 15,-1 4-4-15,-9-4-4 0,0 0 1 16,-2-2 6-16,-2-2-22 0,2-3-3 0,-1-2-72 16,3-3-30-16,1-2-62 15,3-2-92-15,1-7 72 0,2-3-69 0,0 0-91 16,3-2 57-16,0 0 47 0,5 2-62 16,3-3-20-16,4 3 36 15,-1-1-34-15,1 3-58 0,7-5-50 16</inkml:trace>
  <inkml:trace contextRef="#ctx0" brushRef="#br0" timeOffset="94747.06">19129 3837 62 0,'0'0'545'16,"0"0"-138"-16,0 0-143 0,0 0-88 0,0 0 25 15,0 0 20-15,0 0-16 16,0 0 28-16,0 0-26 0,0 0-30 0,52-67-41 16,-52 60-37-16,-4 0 26 15,-5 2 0-15,4 2 70 0,-6 1 27 0,3 2-1 16,-5 0-58-16,1 3-46 0,1 2-39 15,1 4-50-15,1-2 0 0,2 3 16 0,0-1 6 16,2 3-4-16,4-2 1 0,1-1-23 16,0-1-24-16,1-2-18 0,5-2 2 15,8-1 1-15,0-3-4 0,6 0-55 16,0-7-17-16,2-6-40 0,3-2-45 16,1-2-64-16,3-2-118 15,1-5-171-15,4-1-156 16,-10 6 158-16,14-12-111 0</inkml:trace>
  <inkml:trace contextRef="#ctx0" brushRef="#br0" timeOffset="94937.18">19478 3510 1398 0,'0'0'819'0,"0"0"-379"15,0 0-151-15,0 0 28 0,0 0-18 16,0 0-65-16,0 0-86 0,0 0-61 16,-66 72-39-16,67-62-7 0,6 0 12 15,1 1 25-15,0 0 34 0,1 1 36 16,1 0-15-16,0-1-1 0,-1 0 12 15,-1-2-18-15,-2 1-41 0,-1-3-15 0,-4 1-21 16,-1-2-6-16,0 1-19 0,0-1 19 16,-9 3-43-16,-2-3-98 0,-4-2-228 15,1-1-263-15,-15-3-910 0</inkml:trace>
  <inkml:trace contextRef="#ctx0" brushRef="#br0" timeOffset="95492.45">19353 2117 1292 0,'0'0'1027'15,"0"0"-636"-15,0 0-124 0,0 0 8 16,0 0 12-16,0 0 6 0,0 0-44 15,0 0-52-15,70 68-2 0,-42-51-25 0,2 1-29 16,3-1-36-16,2-1-59 0,1 1-26 16,1-1-20-16,-1-3 0 0,3 0-1 15,-6-4-10-15,2 1-44 0,-3-3-71 16,-7-3-90-16,-3-1-50 0,-3-2-91 16,-7-1-105-16,-8 0-97 0,-2 0-203 15,-2-1 200-15,-3-6 315 0,-9 0 188 16,5 2-423-16,-13-8-258 0</inkml:trace>
  <inkml:trace contextRef="#ctx0" brushRef="#br0" timeOffset="96004.08">19366 2151 745 0,'0'0'980'0,"0"0"-717"16,0 0-104-16,0 0 87 15,0 0 77-15,0 0 24 0,0 0-34 0,0 0-22 16,0 0-45-16,0 0-41 0,0 0-40 16,-12-7-19-16,12 8-4 0,-1 2-62 15,1 1-52-15,0 1-6 0,0 2-20 16,0 4-2-16,0-1-1 0,1-1 0 16,2-1-1-16,-2-2-10 0,1-1 10 15,-1-2 2-15,-1 0 13 0,0-2 0 16,0 0-11-16,0-1 16 0,0 0 10 15,0 0 3-15,0 0-13 0,0 0 4 16,0 0 11-16,0 0-30 0,0-1-3 0,0-4-58 16,0-2 15-16,-1 0 25 15,-6-6-62-15,0-1 36 0,-1-5 29 0,0-3 14 16,-4 2-14-16,4 1 15 0,-3 1 12 16,4 4-11-16,2 2 0 0,0 3 0 15,2 3 1-15,3 2-2 0,-1 1-14 16,1 1 4-16,0 0 10 0,0 2 28 0,0 0 3 15,0 0 9-15,0 0 9 0,0 0-15 16,0 0-19-16,0 0 4 0,0 0 12 16,0 0-8-16,4 0-23 0,6 2 0 15,5 2 49-15,5-1 12 0,0 2-24 16,5-1 0-16,0 2-16 0,1-2-4 16,0-2-17-16,-2-1-2 15,-4 1 1-15,-4-2 0 16,-4 0-17-16,-4 0-13 0,-2 0-60 0,-6 1-103 0,0-1-92 15,0 1-186-15,0-1-510 0,0 0-558 0</inkml:trace>
  <inkml:trace contextRef="#ctx0" brushRef="#br0" timeOffset="96703.75">20385 2292 447 0,'0'0'2233'0,"0"0"-1598"16,0 0-393-16,0 0-78 0,0 0 60 15,0 0 42-15,0 0-61 0,0 0-81 16,0 0-68-16,0 0 27 0,0 0 15 0,42 54-6 16,-30-37-36-16,4 1-38 15,0-1-15-15,-1-2-3 0,-1-1-13 0,-1-2-3 16,-3-3 13-16,0-1-18 0,-4-5 6 16,-2 1 13-16,-2-4 0 0,-1 0 0 15,1 0 2-15,-2 0 0 0,0 0 0 16,0 0 0-16,0-4-62 0,3-3-27 0,-1-4 39 15,4-4 50-15,-2-4 1 0,4-6 11 16,-6 1 3-16,3-1-11 0,-4 2 8 16,2 5-10-16,-3 3-2 15,0 3-37-15,0 1-77 0,0 3-44 0,0 0-69 16,3 0-131-16,3-1-264 0,-2 4-442 16,3 0-25-16</inkml:trace>
  <inkml:trace contextRef="#ctx0" brushRef="#br0" timeOffset="97024.89">20684 2374 209 0,'0'0'779'0,"0"0"-287"0,0 0-34 0,0 0-33 0,0 0-157 16,0 0-53-16,0 0-16 0,0 0-71 16,0 0-54-16,0 0-17 15,71-62 7-15,-71 51 19 0,0 1-4 0,-4 0-19 16,-6 0 1-16,0 2-14 0,-1-1 19 15,-3 5 32-15,4 0 74 0,-2 4 14 16,2 0-46-16,3 4-78 0,0 3-41 16,1 2-21-16,1 2-46 0,0 4 15 15,2 0 6-15,3 2 25 0,0 1 2 16,8-2 23-16,0-1-25 16,4 0-28-16,2-2-3 15,2-5-22-15,2-1-9 0,0-3-26 0,3-4 3 16,1 0-97-16,-2-4 21 0,2-5-45 0,-2-3-94 15,-1-2-94-15,-1-3-204 0,-1 2-165 16,-8 2-65-16,2 0 239 0</inkml:trace>
  <inkml:trace contextRef="#ctx0" brushRef="#br0" timeOffset="97230.25">20951 2332 466 0,'0'0'359'16,"0"0"-82"-16,0 0-104 0,0 0-7 15,0 0 100-15,0 0-19 0,0 0 19 16,0 0 19-16,0 0 73 0,0 0 48 15,0 0-21-15,30 49-45 0,-30-49-55 16,0-2-50-16,0-1-43 0,0-4-88 16,0 1-95-16,-3-3-9 0,2-3-37 15,0-1-36-15,-2-2-20 0,3 0-9 16,0-2-21-16,0 0-83 0,3 0-98 0,2 1-139 16,5-2-120-16,-1 0-222 15,-2 6-216-15,7-8-34 16</inkml:trace>
  <inkml:trace contextRef="#ctx0" brushRef="#br0" timeOffset="97390.84">21100 2062 68 0,'0'0'1339'16,"0"0"-731"-16,0 0-226 0,0 0-53 15,0 0-36-15,0 0-104 0,0 0-126 16,0 0-11-16,0 0-30 0,0 0-20 16,14 83 15-16,-8-59-17 0,-2-1-22 15,0-1 9-15,2-2-25 0,1-1-65 16,-1-2-92-16,-2-1-85 0,-1-3-162 15,2-4-178-15,-4 0-38 0,-1-5-335 0</inkml:trace>
  <inkml:trace contextRef="#ctx0" brushRef="#br0" timeOffset="97838.82">21102 2308 676 0,'0'0'547'0,"0"0"-172"0,0 0-18 16,0 0-7-16,0 0-110 0,0 0-66 15,0 0-29-15,0 0-20 0,0 0-29 16,0 0-10-16,0 0-12 0,72-19-10 0,-64 19 3 16,-4 0-23-16,0 2 26 0,2 2 41 15,0 0 9-15,1 2-16 0,-3-1-25 16,4 0-17-16,-3 1-21 0,0 0-22 16,0 0 3-16,0-1-5 0,-1 2-14 15,-1-2 9-15,0-1-12 0,-2 0 2 16,2 0-1-16,-3-2-1 0,3 1 0 15,-1-1 2-15,-2-2 10 0,0 2-12 0,0-2-2 16,0 0-14-16,0 0 1 0,0 0-15 16,0 0-1-16,0 2 0 0,0-2-16 15,0 0-16-15,0 0 9 0,0 0 31 16,0 0 23-16,0 0 35 0,0 0 3 0,0 0-10 16,0 0-16-16,0 0-12 15,0-2-29-15,0 2-31 0,1-2-6 0,-1 0 3 16,1 1 3-16,1-1 12 15,0 0 48-15,1 0 0 0,-1 1 0 0,-1 0-2 16,-1 1 0-16,0 0 2 0,0 0 16 16,0-1 3-16,0 1-9 0,0 0-10 15,0 0-73-15,0 0-3 0,0 0-1 0,0 0 1 16,0 0-23-16,0 0-71 0,0 0-145 16,-1 0-234-16,-4 0-718 0,11 1 356 0</inkml:trace>
  <inkml:trace contextRef="#ctx0" brushRef="#br0" timeOffset="98881.02">21174 2258 1763 0,'0'0'1016'0,"0"0"-705"0,0 0-65 15,0 0-11-15,0 0-76 0,0 0-100 16,0 0-59-16,0 0-11 0,0 0 11 16,0 0 2-16,54-20 14 0,-36 11-16 15,0 0-32-15,1 0-43 0,-8 1-77 16,0 3-112-16,-3 1-175 0,-2-1-243 0,-2 3-296 15,-1-1-196-15</inkml:trace>
  <inkml:trace contextRef="#ctx0" brushRef="#br0" timeOffset="99192.17">21372 2221 1129 0,'0'0'599'0,"0"0"-326"0,0 0-11 16,0 0 36-16,0 0 11 0,0 0-24 15,0 0-42-15,0 0-59 0,0 0-51 16,9 68-23-16,-8-53-31 0,1 0 2 15,0-2-1-15,0-1-57 0,3-4-23 0,-2 0-29 16,2-2 3-16,-1-3-55 0,2-1-70 16,-2-2-48-16,5 0-106 0,-1-5-185 15,0-3 9-15,0-4-93 0,-1 4-77 16,5-10-450-16</inkml:trace>
  <inkml:trace contextRef="#ctx0" brushRef="#br0" timeOffset="99426.28">21576 2140 1311 0,'0'0'1099'0,"0"0"-731"16,0 0-102-16,0 0 6 0,0 0-21 15,0 0-27-15,0 0 15 0,0 0-50 16,0 0-124-16,0 0 13 0,-28 58 33 16,22-42 50-16,0 0-17 0,5-1-39 15,1-3-29-15,0 0-27 0,0-4-16 16,1 1-33-16,8-1-12 0,-4-2-7 0,3-2-2 15,1-1-7-15,0-3-21 0,4 0-52 16,1 0-13-16,1-6 0 0,4-4-84 16,-3-4-255-16,1 2-540 0,-4 0-291 15,-1-2-324-15</inkml:trace>
  <inkml:trace contextRef="#ctx0" brushRef="#br0" timeOffset="99754.4">21765 2194 696 0,'0'0'1862'0,"0"0"-1598"0,0 0-213 0,0 0 10 0,0 0-13 15,0 0-25-15,0 0 6 0,0 0-29 16,83-52-1-16,-74 42-1 0,-3 3 2 16,-3-1 20-16,-3 0 50 0,0 0-6 15,0-2-13-15,0 1 0 0,-6 0-3 16,-1 2 0-16,-6 0-10 0,3 3-3 0,-3 3 16 15,0 1 12-15,0 1 4 0,0 6-7 16,0 1 151-16,2 2-101 0,2 2-69 0,2 4-22 16,1 0 16-16,2 2 30 0,4-2 16 15,0 1 40-15,0 0 31 0,4-3-38 16,5-3-77-16,2-1-37 0,2-3-13 16,3-3-9-16,3-4-12 15,0 0-37-15,2-5 0 0,2-7-68 16,-1-2-155-16,0-4-414 0,-4 3-475 15,5-10-252-15</inkml:trace>
  <inkml:trace contextRef="#ctx0" brushRef="#br0" timeOffset="99975.41">22042 1914 2921 0,'0'0'648'15,"0"0"-480"-15,0 0-45 0,0 0 59 16,0 0 19-16,0 0-74 0,0 0-56 15,-55 74-27-15,55-62 8 0,5 2-21 16,0-1-9-16,5-2-20 0,2 3 0 0,3-2 22 16,-3 0-2-16,3 0 3 0,0-2-22 15,-3-1 12-15,-1 0-15 0,-2-4 0 16,-3 0-1-16,-3-1-24 0,-2-2-24 16,-1 1-56-16,-1 0-134 0,-11-1-288 15,3 0-463-15,-23 0-1311 0</inkml:trace>
  <inkml:trace contextRef="#ctx0" brushRef="#br0" timeOffset="100141.97">21349 1998 3414 0,'0'0'1030'0,"0"0"-761"15,0 0-156-15,0 0-14 0,0 0-26 0,0 0-73 16,0 0-21-16,0 0-166 0,0 0-47 0,0 0-76 15,0 0-300-15,21-10-699 0,-19 10-601 0</inkml:trace>
  <inkml:trace contextRef="#ctx0" brushRef="#br0" timeOffset="101104.53">21243 2802 1838 0,'0'0'484'16,"0"0"-303"-16,0 0-1 0,0 0 39 16,0 0-10-16,9 78-59 0,-3-58-74 15,-2-1-44-15,3-5-32 0,-4-1 0 16,0-2-1-16,2-5-12 0,-5-2 13 0,3-2 15 16,-3-1 14-16,0-1 15 15,0 0 20-15,0 0 25 0,0 0 28 0,-2-1-108 16,-4-6-9-16,3-1-63 0,-3-4-45 15,1-3-3-15,-1 1 67 0,2-3 44 0,-1 0 27 16,1 1 5-16,3-1-7 0,1 3 4 16,0 1-10-16,0 1-19 0,5 3-19 15,3 1 4-15,0 3 14 0,2 2-12 16,1 3 13-16,-1 0 42 0,4 0-4 16,1 8 22-16,-3 3 32 0,4 1-26 15,3 0 28-15,-2 1-72 0,5-2-20 16,-1 0 2-16,1-4-4 0,0-1-16 15,-1-3 16-15,1-3 3 0,-5 0 13 16,-1-3-4-16,-3-4 10 16,-4-1 28-16,-1-1 27 0,-5 1 85 0,2-3-10 0,-5 0-53 15,0-2-43-15,0 1-34 0,-5-4-20 16,-2 4-2-16,-1-2-62 0,0 1-62 16,-1 2-47-16,4 3-43 0,-4-2-202 15,3 5-350-15,3 0-600 0</inkml:trace>
  <inkml:trace contextRef="#ctx0" brushRef="#br0" timeOffset="101391.76">21705 2686 1577 0,'0'0'747'0,"0"0"-369"0,0 0-230 15,0 0 9-15,0 0-6 0,0 0-36 16,-31 78-33-16,31-62-8 0,0-2-8 15,3-4 29-15,3-1 19 0,3-1-73 16,1-3-16-16,0-2 7 0,-3-3 25 16,5 0 31-16,-2 0 19 0,0-6-7 15,0-4-25-15,-1 1-22 0,-2-1 3 16,-1-4-13-16,-2 1-15 0,-1 2 0 0,-3-1 19 16,0 0-17-16,-6 0-5 0,0 0-9 15,-2 0-16-15,-3 2-10 0,2 2-45 16,-2 1-1-16,4 5-46 0,-3 0-126 15,4 2-90-15,0 0-167 0,4 2-272 16,-3 0-333-16,5 6-71 0</inkml:trace>
  <inkml:trace contextRef="#ctx0" brushRef="#br0" timeOffset="101773.29">21961 2620 1740 0,'0'0'982'0,"0"0"-616"0,0 0-104 0,0 0-65 0,0 0-99 0,0 0-69 16,0 0-27-16,0 0-1 0,-36 70 18 0,36-56 16 15,0-4-10-15,3-1-9 0,3-3-14 16,-2-2 0-16,-1-1 17 0,4-1 0 16,-2-2 12-16,-1 0 16 0,3-2 0 15,1-6-3-15,0 0-44 0,-1-4 0 0,2-2-12 16,-3-3-32-16,1-1-29 0,-1-3-75 15,-4 2-19-15,0-1 27 0,-2-2 38 16,0 2 48-16,0-3 54 0,-3 0 0 16,-3 0 25-16,-1 2 20 0,4 6 76 0,0 4 79 15,2 8 20-15,-1 2 7 16,2 1 7-16,-1 0-76 0,1 3-62 0,0 3-74 16,0 5-22-16,0 5-19 0,0 2 16 15,0 2-11-15,4 2 13 0,1-3-2 16,0-1-15-16,1-4-22 0,0-2-41 15,1-1-93-15,1-4-127 0,-3-2-230 16,1 0-254-16,-3-2-309 0,3-3-69 0</inkml:trace>
  <inkml:trace contextRef="#ctx0" brushRef="#br0" timeOffset="102085.45">22248 2588 1387 0,'0'0'602'0,"0"0"-323"16,0 0-101-16,0 0-17 0,0 0-71 0,0 0-45 16,46-67-22-16,-40 56-4 0,-5-1 4 15,-1 1 12-15,0 1 135 0,-2 4 137 16,-9 2-30-16,0 3-9 0,-2 1-69 16,-3 1-40-16,0 6-81 0,1 1-44 15,0 4-13-15,3-2-8 0,1 3-1 16,2 2-12-16,5-1-3 0,1 1 1 15,1 1 0-15,2-1-14 0,0 0 14 16,3-2-16 15,8-2-19-31,2-4-97 0,8-4-43 0,7-3-99 0,0-3-127 16,6-9 38-16,0-6-141 0,-8 5-259 16,15-16-593-16</inkml:trace>
  <inkml:trace contextRef="#ctx0" brushRef="#br0" timeOffset="102275.39">22513 2308 1949 0,'0'0'567'0,"0"0"-361"16,0 0-51-16,0 0 37 0,0 0 67 15,0 0 1-15,13 78-58 0,0-60-113 16,0 1-52-16,3-1-8 0,-1-1 11 16,0-1 30-16,-2-1 49 0,1-3 58 0,-5 0-53 15,0-1-34-15,-3-2-32 16,-1-1-36-16,-3-1-22 0,-2 2-3 15,0 1-93-15,-3 4-167 0,-10-1-280 16,3-4-579-16,-16 7-679 0</inkml:trace>
  <inkml:trace contextRef="#ctx0" brushRef="#br0" timeOffset="103723.03">4652 4157 2350 0,'0'0'702'16,"0"0"-300"-16,0 0-167 0,0 0 16 15,0 0 10-15,0 0-56 0,0 0-56 16,0 0-8-16,0 0 83 0,0 0-31 15,93-6-31-15,-58 6-38 0,2 2-60 16,4 6-28-16,-4 7-23 0,1 1-13 0,-4 6-20 16,-2 0-16-16,-6 5-13 0,-3-1-69 15,-6-1-22-15,-2 0-1 0,-7-3-49 16,0-1-139-16,-4-4-265 0,-3-5-487 16,-1 0-462-16</inkml:trace>
  <inkml:trace contextRef="#ctx0" brushRef="#br0" timeOffset="104121.41">4878 4394 1782 0,'0'0'1009'0,"0"0"-746"0,0 0-141 0,0 0 18 15,0 0 99-15,0 0-53 0,0 0-73 16,0 0-34-16,91 8-29 0,-67-4-47 16,4-1-3-16,-1-1-1 0,0-2 1 15,-1 0-12-15,-1 0-1 0,1 0 11 16,-3 0-1-16,-5-5-16 0,-3 0 16 15,-2-1 3-15,-8 3 0 0,0 0 16 16,-4 0 15-16,-1 1 80 0,0-4 101 16,0-1-17-16,0-5-93 0,0-3-50 15,0-5-33-15,-3-1-18 0,-1-4 0 16,-4-2 1 0,2 2 1-16,-1 2 12 0,1 4-14 15,0 5-1-15,-1 3 0 0,3 0-86 0,-2 5-118 0,3 2-73 16,-3 3-157-16,3 1-520 0,-8 0-681 0</inkml:trace>
  <inkml:trace contextRef="#ctx0" brushRef="#br0" timeOffset="106624.84">24335 1586 1687 0,'0'0'2228'0,"0"0"-1824"0,0 0-339 0,0 0-62 16,0 0 7-16,0 0 67 0,0 0-12 16,26 72-19-16,-14-41-15 0,3 7-28 15,-2 1 19-15,3 1-10 0,-3 0-9 0,1 1-3 16,-5-4 13-16,0-1-1 15,-5-7-10-15,0-2 1 0,-2-7 0 16,-2-4 16-16,0-6-16 0,0-3 0 16,0-5 0-16,0-2 0 0,0 0 0 15,0 0-3-15,0-1-9 0,0-9-77 0,0-2 27 16,-6-9 10-16,2-5 8 0,-4-5-2 16,1-4-7-16,-3-2 7 15,2-1 28-15,-1 1 15 0,2 1 1 16,-2 3 20-16,6 3-5 0,0 4 15 15,2 4-28-15,1 4 25 0,0 4 6 0,0 3-16 16,0 5 7-16,0 5 40 0,0-1 24 0,0 2 13 16,0 0 5-16,0 0-24 0,0 0-58 15,3 3-25-15,7 4 0 0,3 5 39 16,7 5 50-16,2 6-16 0,5 4-15 16,2 4-18-16,1 3-10 15,0 1-28-15,2 1 1 0,1-2-3 16,-1-6-3-16,-2-4-27 15,-1-2 28-15,-5-9 0 0,-2-1-17 0,-9-5 7 0,-3-2 12 16,-4-3 0-16,-5 0 18 0,-1-2 16 16,2 0 11-16,-1 0 47 0,-1-6 50 0,3-3-15 15,3-5-42-15,-2-9-37 0,6-6-14 16,-1-4-22-16,-3-3-12 0,0 1-18 16,-2-1-19-16,-4 7-5 0,0 2-15 15,0 4-40-15,0 1-49 0,-2 3-33 0,0 1-28 16,0 6-93-16,-1 2-151 0,2 4-204 15,-1 5-344-15,-1 1-211 0</inkml:trace>
  <inkml:trace contextRef="#ctx0" brushRef="#br0" timeOffset="106938.07">25088 1764 2032 0,'0'0'747'15,"0"0"-410"-15,0 0 14 0,0 0 6 16,0 0-86-16,0 0-149 0,86-23-82 16,-66 18-13-16,1 0-27 0,-2 1-72 0,0 0-141 15,-1 2-165-15,-6 2-385 0,1 0-579 0</inkml:trace>
  <inkml:trace contextRef="#ctx0" brushRef="#br0" timeOffset="107121.58">25211 1898 1638 0,'0'0'1201'0,"0"0"-1031"0,0 0-109 16,0 0 51-16,0 0-39 0,79-14-73 0,-54 5-76 16,-5 3-483-1,10-7-656 1</inkml:trace>
  <inkml:trace contextRef="#ctx0" brushRef="#br0" timeOffset="107653.58">25966 1523 1725 0,'0'0'1072'16,"0"0"-677"-16,0 0-58 0,0 0 14 16,0 0-62-16,0 0-50 0,0 0-32 15,0 0-50-15,0 0-111 0,0 0-46 16,-62 30-9-16,39-17 9 0,1 0 26 15,1 2-11-15,1-1-13 0,5-3 23 16,4-3 27-16,5 0-37 0,3-4-15 0,2 1-37 16,1-3-9-16,0 2 6 0,0-2 16 15,4 1 24-15,2 0 17 0,4 1 14 0,2-2-10 16,3 1 4-16,3-1-5 0,3-2-20 16,2 2-12-16,-1 0-3 15,1-1 14-15,-3 1-2 16,-4-1-13-16,-3 2 14 0,-6-2-1 0,-4 1 0 0,-3 1 3 15,0 0 2-15,-6 7 32 0,-4 3 0 16,-4 3-31-16,-6 5 9 16,1 1-10-16,-1 2-2 0,2-2 0 15,4-2-3-15,1-1 1 0,3-1-13 16,3 0 15-16,2-3 0 0,1-1 27 0,4-1 1 16,0-2 2-16,0-3 1 0,6 1 2 0,1-2 10 15,6 0-3-15,-3-1-13 16,3 0 4-16,1-3-1 0,-2 0-7 0,2-1-23 15,-2-2-42-15,-2 2-114 0,2-2-104 16,-4 0-163-16,0 0-668 0,3-3-695 0</inkml:trace>
  <inkml:trace contextRef="#ctx0" brushRef="#br0" timeOffset="108775.24">28579 1346 1159 0,'0'0'2173'0,"0"0"-1584"0,0 0-285 16,0 0-25-16,0 0 8 0,0 0-82 15,0 0-55-15,0 0-38 0,0 0-36 0,0 0-39 16,0 0-10-16,-7 6 7 0,8-6-7 16,1 2-25-16,1 1-1 0,1 1 2 15,3-1 20-15,3 3-23 0,0 0-15 16,2 0 3-16,4 0-9 0,-2 1-10 15,2-2-2-15,-1 2 6 0,0-1-10 16,-2 1 7-16,-1-1-7 0,-4-1 22 16,-5 2 0-16,0-1 12 0,-3 2-14 15,0 3 17-15,-7 1 25 0,-6 2-4 16,0 4 3-16,-4 1 7 0,-2 0-10 16,-6 2-19-16,1 0 10 0,-2 0-9 15,4-2-1-15,2-1-2 16,3-3-1-16,5-2 0 0,5-3-2 0,1-2-27 15,5-1-7-15,1-3 1 0,0 2 5 0,0-2 13 16,4 1 18-16,4-1 22 0,2 2 6 16,4-2-25-16,1 1-1 0,3-1-2 0,4 0 1 15,-2 0-1-15,0-1 18 0,-2 0-17 16,-4 0 0-16,-7-1 0 0,-1 1 0 16,-3-1 27-16,-3 1 20 0,0 1 13 15,0 3-6-15,0 3-13 0,-4 3-23 16,-5 2-19-16,-4 2-46 0,-6 5-152 15,-1-3-104-15,-2 1-128 16,5-6-591-16,-12 5-669 0</inkml:trace>
  <inkml:trace contextRef="#ctx0" brushRef="#br0" timeOffset="109807.19">16326 816 630 0,'0'0'2568'0,"0"0"-1852"16,0 0-464-16,0 0-171 0,0 0-4 15,0 0 10-15,0 0-59 0,0 0-15 16,0 72-13-16,-1-47 0 0,1 3-4 16,0-2-27-16,0 2-9 0,0-4-31 15,1-4-113-15,5-1-254 0,-1-6-786 0,6-6-685 16</inkml:trace>
  <inkml:trace contextRef="#ctx0" brushRef="#br0" timeOffset="110421.35">18139 351 1372 0,'0'0'757'0,"0"0"-407"16,0 0-218-16,0 0 84 0,0 0 63 15,0 0-58-15,0 0-65 16,90 0-39-16,-70 0-44 0,-6 0-26 0,2 0-19 16,-4 0 10-16,-4 1 6 0,-3 2 4 0,-2-2 77 15,-2 3 70-15,-1 0-43 16,0 2-3-16,0 4 8 0,-3 2-24 16,-1-2-50-16,-1 5-53 0,1-4-27 15,3 1-3-15,-2-2-3 0,3-2-15 0,0-2-4 16,0 0 11-16,3-5 11 0,0 1 15 15,-1-1-13-15,4 1-2 0,3-1-17 16,-2 0-4-16,5 1-16 0,3-2-34 16,1 0-83-16,3 0-209 0,-7 1-425 15,5 1-1064-15</inkml:trace>
  <inkml:trace contextRef="#ctx0" brushRef="#br0" timeOffset="111172.16">17038 2014 1360 0,'0'0'728'15,"0"0"-436"-15,0 0-89 0,0 0 119 16,0 0-36-16,0 0-70 0,0 0-63 16,78-20-33-16,-68 18-32 0,-2-1-28 15,-6 3 0-15,0 0 0 0,0 0 15 16,-2 0-2-16,0 0-29 0,2 0-44 16,-1 0-3-16,2 0-23 0,2 0 26 15,-2 2 24-15,-1 2-24 0,1 0-1 0,-3 1-11 16,0 1 12-16,0 3 22 0,-5 2-19 15,-6 1 22-15,2 1 0 16,-3 1-10-16,0-1-15 0,1-3-3 0,4 0 2 16,2-2-17-1,2-4-17-15,3 1-15 0,0-4-20 0,0 0-33 0,6 2 34 16,0-2 56-16,1 1 13 0,2-1 32 16,-1-1 2-16,3 0-2 15,-2 2 5-15,2-2-35 0,-4 2 0 0,0-1-2 16,2 3 0-16,-5-1 13 0,2 1-12 0,-2 0 2 15,1 3 32-15,-2-1-9 0,-1 0-7 16,1 3-7-16,-3 0 7 0,0 0-19 16,0 2-44-16,-4-1-243 0,0-2-335 15,1-2-708-15,-2-3-504 0</inkml:trace>
  <inkml:trace contextRef="#ctx0" brushRef="#br0" timeOffset="111806.49">18262 1896 157 0,'0'0'2062'15,"0"0"-1358"-15,0 0-263 0,0 0-58 16,0 0-61-16,0 0-73 0,0 0-94 16,0 0-19-16,0 0-43 0,0 0-75 0,-13 27-18 15,10-18 0-15,2 1 0 0,1-1-1 16,0 0 1-16,0-3 18 0,1 1 1 16,3-3 2-16,-1 1 16 0,1-1-34 15,1-2-3-15,1 1-12 0,1-2 0 0,3 1-4 16,1-2-14-16,7 0-26 0,-2 0 10 15,-1-3 6-15,4-2 0 16,1-1-10-16,0-1-27 16,-1 0-22-16,1 1-54 15,-2-1-117-15,2 0-185 0,-3 2-200 0,-7 2-395 16,5-6-29-16</inkml:trace>
  <inkml:trace contextRef="#ctx0" brushRef="#br0" timeOffset="111987.01">18426 1891 1258 0,'0'0'1862'0,"0"0"-1318"0,0 0-342 16,0 0-48-16,0 0-37 0,0 0-21 16,-23 67-3-16,20-45-38 0,3-3-55 0,0 1-99 15,6-3-252-15,1-1-394 0,-1-5-706 16,1 0-183-16</inkml:trace>
  <inkml:trace contextRef="#ctx0" brushRef="#br0" timeOffset="112684.44">26425 1651 1213 0,'0'0'1458'0,"0"0"-900"0,0 0-164 15,0 0 48-15,0 0-47 0,0 0-127 16,0 0-99-16,0 0-25 0,0 0-47 15,0 0-26-15,11 73-26 0,-11-52-25 0,4 0-20 16,-2 0-37-16,-1-2-36 16,2-1-89-16,1-3-102 0,1-1-150 0,-1-4-349 15,2-3-643-15,2-3-333 0</inkml:trace>
  <inkml:trace contextRef="#ctx0" brushRef="#br0" timeOffset="112884.9">26648 1916 1907 0,'0'0'796'0,"0"0"-379"0,0 0-69 0,0 0 25 0,0 0-49 0,0 0-107 0,0 0-68 16,14 75-35-16,-14-61-46 0,0 0-44 15,-3-2-24-15,0-2-31 0,-1-2-105 16,3-3-143-16,-2-1-197 0,0-2-313 15,0 0-308-15,-3-2-270 0</inkml:trace>
  <inkml:trace contextRef="#ctx0" brushRef="#br0" timeOffset="113287.4">26949 1745 909 0,'0'0'674'0,"0"0"-164"0,0 0-54 16,0 0-34-16,0 0-112 0,0 0-94 16,0 0-45-16,0 0-44 0,0 0-5 15,0 0-65-15,53-3-7 0,-47 3-15 16,1 0 6-16,-1 0 18 0,-3 4 19 0,1 1 53 15,-2-1 36-15,-2 5-37 0,0 2-26 16,0 1-30-16,-6 3-31 0,2 0-28 16,-3 1-15-16,-1 0-3 0,1 0-11 0,0-2 13 15,3-2 1-15,1-4-13 0,1-1-5 16,2-2-13-16,0-2 7 0,0-2-1 16,0 0 25-16,5-1 28 0,-1 0 3 15,4 0-7-15,1 0-5 0,0 0-18 16,2 0-1-16,2 0-28 0,-1-1-24 15,4-3-47-15,-2 0-98 0,3 0-120 16,-2-3-262-16,-4 5-625 0,1-4-347 0</inkml:trace>
  <inkml:trace contextRef="#ctx0" brushRef="#br0" timeOffset="113467.35">27258 1879 1003 0,'0'0'641'16,"0"0"-137"-16,0 0 39 0,0 0-10 0,0 0-133 0,0 0-129 15,0 0-103-15,0 0-31 0,20 78-28 16,-22-65-66-16,-5 0-43 0,3-1-34 16,-2 0-241-16,2-3-258 0,-1-4-541 15,1 2-272-15</inkml:trace>
  <inkml:trace contextRef="#ctx0" brushRef="#br0" timeOffset="113952.93">27530 1699 342 0,'0'0'1198'0,"0"0"-756"0,0 0-33 15,0 0 55-15,0 0-70 0,0 0-111 0,0 0-24 16,0 0-67-16,0 0-59 0,75-29-68 16,-65 28-37-16,-3 1-6 0,2 0-9 15,-2 0-12-15,0 0 2 0,-3 1 15 16,-1 2 7-16,0 1-9 0,-3 1-15 15,0 1 36-15,0 0 0 0,0 2 10 16,-7 2-1-16,-3 1-9 0,-3 2-16 16,-3 2-21-16,0-2 0 0,-2 1 1 15,3-1 11-15,2-2-12 32,6 0-11-32,1-5-26 0,6-1-25 0,0-2 16 0,0 0 11 0,0 0 4 0,3-1 7 15,3 1-1-15,1 0 6 0,0 0-3 16,3-2 20-16,3 3-17 0,-3 0 16 0,2 0 0 15,1 2-12-15,-3-2 2 0,-1 3 10 16,-1-2 3-16,-5 1 1 0,0 0 18 16,-3-1 34-16,0 2 6 0,-2 0-19 0,-4 0-40 15,0 3-10-15,-2-3-133 0,1 1-168 16,1-4-246-16,2 1-407 0,0-4-269 0</inkml:trace>
  <inkml:trace contextRef="#ctx0" brushRef="#br0" timeOffset="114156.39">27837 1917 1114 0,'0'0'1220'0,"0"0"-735"15,0 0 8-15,0 0-59 0,0 0-93 16,0 0-139-16,0 0-59 0,10 71-72 15,-14-59-71-15,-1 1-52 0,1-3-269 0,1-2-202 16,0-3-904-16,3-3-362 0</inkml:trace>
  <inkml:trace contextRef="#ctx0" brushRef="#br0" timeOffset="114487.27">28066 1689 1087 0,'0'0'1281'0,"0"0"-845"0,0 0-45 0,0 0 19 0,0 0-116 0,0 0-55 0,0 0-49 16,0 0-60-16,0 0-25 0,0 0-37 15,-16 53-25-15,10-40-23 0,1 1-20 16,3-3-3-16,1-1-18 0,1-1-4 15,0-2 0-15,3 0 9 0,2-1 16 16,1-2 15-16,3 0 13 0,1-1 9 0,1 0-12 16,1-3-15-16,2 0-10 0,2 0-3 15,4 0 0-15,3 0-25 0,2-6-27 16,4 0 24-16,1-1 9 16,3 0-36-16,-1-1-85 0,0 3-112 0,-5-4-116 15,-5 2-246-15,-8 0-361 0,-4 5 156 16,-10-5-478-16</inkml:trace>
  <inkml:trace contextRef="#ctx0" brushRef="#br0" timeOffset="114657.53">28148 1763 2583 0,'0'0'983'0,"0"0"-812"15,0 0 18-15,0 0 128 0,0 0-29 16,0 0 1-16,-6 76-87 0,6-54-116 0,0 0-86 15,0 0-54-15,3-1-114 16,-3-1-32-16,2-1-90 0,-2-2-337 0,0-4-690 16,-5 2-546-16</inkml:trace>
  <inkml:trace contextRef="#ctx0" brushRef="#br0" timeOffset="117802.2">24672 2823 2191 0,'0'0'1710'0,"0"0"-1322"0,0 0-285 16,0 0-29-16,0 0 59 0,0 0 51 16,-21 73-27-16,19-48-62 0,-1 5-19 15,2 2-18-15,-2 1 0 0,0-1-6 16,-3-2 8-16,0-1-8 0,2-4-19 15,-2-5-8-15,2-5-23 0,0-2-2 16,1-2-12-16,0-4 12 0,1 2 1 16,-1-6-1-16,2 1-3 0,1-3-19 15,0-1-14-15,0 0-13 0,0 0-42 16,0-4-6-16,0-3 54 0,3-3-12 16,0-7 43-16,1-8 11 0,4-7 1 15,1-6-28-15,2-3 13 16,0-2-25-16,2-1 9 0,-3 3 7 15,3 1 3-15,0 5 19 0,-3 4 2 16,-2 6 19-16,-2 6 21 0,-1 5-10 0,-1 4 10 16,-1 3 3-16,-3 2-3 0,3 3-7 0,-3 2-12 15,0 0 7-15,2 0-19 0,-1 0-9 0,2 3-18 16,4 8 18-16,3 4 45 0,6 8 56 16,1 8-31-16,3 5 0 0,-2 0-22 15,0 3-30-15,-3-1-5 0,-1-4-13 16,-2-2-1-16,-2-4-1 15,1-8-26-15,-3-1 7 0,-2-5-25 0,-1-2-63 16,-1-5-40-16,-4-3-47 0,0 1-40 16,0-5-122-16,-7 2-146 0,-6-2-302 0,3 0-564 15,-14-11-324-15</inkml:trace>
  <inkml:trace contextRef="#ctx0" brushRef="#br0" timeOffset="117946.82">24658 3057 1808 0,'0'0'982'0,"0"0"-741"0,0 0-149 16,0 0 55-16,0 0 89 0,0 0-11 16,0 0-112-16,101-29-78 0,-71 18-35 15,-1-2-70-15,1-1-195 0,-3 1-191 16,-5 3-696-16,7-6-608 0</inkml:trace>
  <inkml:trace contextRef="#ctx0" brushRef="#br0" timeOffset="118156.26">25329 2811 2002 0,'0'0'563'16,"0"0"-386"-16,0 0 42 0,0 0 114 15,78-16-123-15,-52 13-74 0,0-2-66 16,-3 0-39-16,0 0-31 0,-6 3 0 15,-2-2-28-15,-8 4-7 0,-1 0-38 0,-5 0-82 16,-1 0-123-16,-3 5-132 16,-4 1-198-16,-10 7-625 0</inkml:trace>
  <inkml:trace contextRef="#ctx0" brushRef="#br0" timeOffset="118320.82">25263 3038 1997 0,'0'0'690'0,"0"0"-286"0,0 0 62 0,0 0 35 0,0 0-158 16,101-11-136-16,-70 3-96 16,1-2-77-16,-2-1-34 0,-5 3-2 15,-2-3-69 1,-7 3-142-16,-6 1-129 0,-6 0-289 0,-2 4-587 0,-4-3-486 16</inkml:trace>
  <inkml:trace contextRef="#ctx0" brushRef="#br0" timeOffset="123903.26">12535 4052 2523 0,'0'0'784'15,"0"0"-359"-15,0 0-331 0,0 0-12 16,0 0 56-16,0 0 66 0,0 0-33 16,0 0-66-16,0 0-44 0,0 0-17 0,0 0-23 15,-73-3 72-15,61 10 26 16,-1 3-33-16,-4 3-37 0,-3 3 9 16,0 5 12-16,2 2 25 0,2 4-31 15,0 3-13-15,6 0-2 0,3 1-40 0,5-2-9 16,2-2-3-16,2-1 3 0,6-4 33 15,7-1-33-15,-2-4-1 0,4-3 0 16,-1-2-1-16,1-3-25 0,1-4-6 16,0-2 33-16,0-3 0 0,2 0-1 15,3 0-12-15,-3-1 11 0,3-8 0 0,0 0-28 16,0-3-31-16,-3-3-27 0,0 1 36 16,-2-2-12-16,-5 2-19 0,-5 0 10 15,0 4 21-15,-4 2 28 0,-3 2 24 16,-1 3 31-16,0 2 3 0,0 1-7 15,0 0-27-15,2-1 0 0,-2 1-15 0,0 0 15 16,0 0 0-16,0 0 24 16,0 0 10-16,1 0 15 0,-1 0 12 0,2 0 3 15,-2 0 3-15,0 0 0 16,0 1 12-16,0 2 0 0,1 0-3 16,0 2-21-16,4 2-22 0,1 4-2 0,0 2-13 15,0-1-15-15,2 2-2 0,-2-3-1 16,1-1-2-16,-1-2-20 0,2 1-11 15,-2-2-3-15,3-4-58 0,-2 1-79 0,4-4-65 16,0 0-195-16,3-4-316 0,-6-2-415 16,7-11-221-16</inkml:trace>
  <inkml:trace contextRef="#ctx0" brushRef="#br0" timeOffset="124118.93">13070 4107 2951 0,'0'0'765'16,"0"0"-715"-16,0 0-31 15,0 0-19-15,0 0 85 0,0 0 13 0,0 0-3 16,0 0-45-16,83-15-50 0,-62 7-7 16,-3 2-27-16,-1 1-42 0,-4-1-81 15,-3 3-118-15,-4 3-152 0,-3 0-261 0,-2 2-448 16,-2 10-154-16</inkml:trace>
  <inkml:trace contextRef="#ctx0" brushRef="#br0" timeOffset="124277.52">13185 4296 2741 0,'0'0'1314'0,"0"0"-1055"0,0 0-243 0,0 0-14 0,0 0 106 0,0 0-12 0,0 0-13 16,89-10-33-16,-65 2-50 0,2-3-107 15,-2 1-125-15,2-1-110 16,-4 0-293-16,-3 0-695 0,3-6-551 16</inkml:trace>
  <inkml:trace contextRef="#ctx0" brushRef="#br0" timeOffset="124535.81">13780 3845 3216 0,'0'0'995'0,"0"0"-802"15,0 0-41-15,0 0 57 0,0 0-46 0,-33 65-26 16,20-34-27-16,1 6-6 16,-2 6 14-16,1 2 19 0,1 2-16 0,4 0-27 15,5-4-31-15,3-4-63 0,1-5 0 16,9-6-63-16,6-4 2 0,2-6-36 15,2-5-27-15,0-4-101 0,2-6-123 16,3-3-148-16,3-7-301 0,-7-1-422 0,8-16-518 16</inkml:trace>
  <inkml:trace contextRef="#ctx0" brushRef="#br0" timeOffset="124934.54">14162 3923 3213 0,'0'0'1079'0,"0"0"-852"16,0 0-138-16,0 0-12 0,0 0 46 15,0 0 58-15,13 75-32 0,-3-50-42 16,-2 1-34-16,3 0-27 0,0 0-25 15,1-4-18-15,-2 1 21 0,3-3-21 0,-3-2-3 16,-1-4-1-16,-1-3-11 0,-2-3-3 16,0-2-6-16,-2-3-4 15,0-2-8-15,1-1 3 0,-1 0-16 0,-1 0 10 16,1-6 36-16,2 0 34 16,0-4-1-16,1-6 1 0,3-3-19 0,-1-5 3 15,-2-4-18-15,3-3 0 16,-5-4 0-16,3-1 0 15,-2 1 0-15,-3 4-3 0,1 4-24 0,-1 5 0 16,1 5-37-16,-1 7-25 0,0 3 1 0,-3 4-13 16,0 3-28-16,1 0-25 0,-1 0-102 15,0 0-235-15,0 5-459 0,0-1-314 0,-1 9-181 0</inkml:trace>
  <inkml:trace contextRef="#ctx0" brushRef="#br0" timeOffset="125157.95">14508 4134 1976 0,'0'0'537'0,"0"0"-224"16,0 0 145-16,0 0 18 0,0 0-33 15,0 0-86-15,0 0-56 0,42 73-71 0,-38-56-105 16,-3-2-83-16,2 0-25 0,-2-3-17 15,1-2-28-15,1-1-15 0,0-3-69 16,-2-1-124-16,1-3-177 0,-1-2-635 16,1 0-509-16</inkml:trace>
  <inkml:trace contextRef="#ctx0" brushRef="#br0" timeOffset="125609.25">14880 3846 2549 0,'0'0'1006'0,"0"0"-870"16,0 0-70-16,0 0 63 0,0 0 31 15,0 0-28-15,0 0-48 0,0 0-43 16,0 0-23-16,83-26-15 0,-74 23-1 15,0 2 0-15,-3-1 9 0,-1 1-11 16,-4-1-2-16,1 2 0 0,-2-1-1 16,0 1-13-16,0 0 13 0,0 0-9 15,0 0-23-15,-3 5-117 0,-8 3-9 0,0 6-66 16,-3 2 57-16,-3 2 170 0,0 2 0 16,2-1 72-16,2 0 48 15,-1 0-3-15,5 0 9 0,0 0 6 16,2-1 33-16,3-1-7 0,4 2-34 0,0-2 9 0,0-1-1 15,1 2-1-15,6-5-5 16,2 1 5-16,3-2 3 0,-1-1-4 16,0-3-24-16,3-1-39 0,0-2-19 15,-3-1-17-15,2-3-29 0,0-1-2 16,1 0-16-16,1-3-48 0,1-6-15 16,3 0-27-16,-2-4-46 0,2-2-49 0,-1-1-92 15,-1-3-170-15,-3 3-237 16,-4 3-476-16,-6-1-477 0</inkml:trace>
  <inkml:trace contextRef="#ctx0" brushRef="#br0" timeOffset="125784.95">14928 4059 1964 0,'0'0'2046'0,"0"0"-1674"15,0 0-291-15,0 0-53 0,0 0 24 16,0 0 32-16,88-46-10 0,-58 27-74 15,2-2-4-15,-2-1-171 0,-2 2-167 16,-2-2-288-16,-7 6-473 0,2-7-170 0</inkml:trace>
  <inkml:trace contextRef="#ctx0" brushRef="#br0" timeOffset="125954.5">15299 3707 274 0,'0'0'3348'0,"0"0"-2685"0,0 0-548 15,0 0-19-15,0 0 55 16,0 0 122-16,78 56 8 0,-52-32-31 0,2 4-102 16,3 3-60-16,-3 2-30 0,-2 2-28 15,-4-1-30-15,-8-1-45 0,-3-1-110 16,-10 1-173-16,-1 1-297 0,-6-10-1006 16,-20 11-880-16</inkml:trace>
  <inkml:trace contextRef="#ctx0" brushRef="#br0" timeOffset="129058.38">26036 2529 2232 0,'0'0'761'15,"0"0"-304"-15,0 0-75 0,0 0-2 0,0 0-69 16,0 0-50-16,0 0-49 0,0 0-62 15,0 0-32-15,0 0-20 0,0 0 17 16,12 16 22-16,-12-15 2 0,0 1-24 16,-1 2-25-16,-5 2-8 0,-5 5-55 15,-1 1-12-15,-2 1-15 0,1 0 0 16,1 0-12-16,1-1-3 0,2 0 12 16,2-2-21-16,1-1 3 0,2-1 5 15,1-2 14-15,2-1-22 0,1 1-3 16,0-3-3-16,0 0-9 0,1 1-28 0,5-2-8 15,1 0 23-15,1 1 28 0,1 1 9 16,4-1-3-16,-1-1 5 0,1 1 12 16,0 0-11-16,-2-2 0 15,2 1 12-15,-6 0 2 0,-1-1-1 0,-4 1-1 16,-1 2 21-16,-1 0 46 0,0 5 12 0,-3 4-25 16,-4 5-15-16,-2 2-8 15,-4 5-13-15,0 0-18 0,2-2 1 0,-1 2 1 16,2-4-1-16,0 2 0 15,4-4 2-15,3-3-2 0,2-1-1 0,1-5-24 16,0 0 21-16,1-1-9 0,5-3-10 0,4-2-38 16,0-2-70-16,5-2-177 15,1 0-92-15,1-2-183 0,-3-4-544 16,4-3-699-16</inkml:trace>
  <inkml:trace contextRef="#ctx0" brushRef="#br0" timeOffset="132152.57">16868 556 821 0,'0'0'713'0,"0"0"-203"15,0 0-131-15,0 0 11 0,0 0 1 16,0 0-75-16,0 0-54 0,0 0-39 16,0 0-22-16,0 0-11 0,0 0-66 0,-4 8-75 15,-2 2-49-15,0 2-39 0,1 4 8 16,-3 6 16-16,4 0-4 0,1 6 17 16,1-1-14-16,2 0 4 0,0-1-3 15,6-2-20-15,2-1 4 0,-1-4 7 16,2-1-32-16,1-4-38 0,-2-3-41 15,3 0-25-15,-2-5-64 0,3-3-135 0,-2-3-41 16,4 0-6-16,0-6-187 0,-3 0-116 16,2-7-348-16</inkml:trace>
  <inkml:trace contextRef="#ctx0" brushRef="#br0" timeOffset="132452.6">17037 617 1821 0,'0'0'616'0,"0"0"-322"0,0 0-66 15,0 0 15-15,0 0-29 0,0 0-49 16,0 0-45-16,0 0-58 0,0 0-62 0,0 0-44 15,-3 21 16-15,3-8 5 0,0 5 4 16,0 1-12-16,1-3 2 0,2 0-28 16,3 0-9-16,0-3-14 0,-1-1-60 15,1-4-74-15,2 0-117 0,-2-2-148 0,-3-1-170 16,2-4-123-16</inkml:trace>
  <inkml:trace contextRef="#ctx0" brushRef="#br0" timeOffset="132683.98">17175 748 355 0,'0'0'385'0,"0"0"-111"0,0 0-23 0,0 0 87 0,0 0 72 0,0 0-57 0,0 0-75 0,0 0-47 16,0 0-41-16,0 0-88 15,0 0-28-15,15 53-27 0,-15-41-27 0,1-2-19 16,1 0-1-16,-2 1 0 0,3-3-42 0,-3-1-25 16,1-2-6-16,0 0-68 0,3-3-100 15,-2 0-189-15,1-2-326 0,0-2-301 16</inkml:trace>
  <inkml:trace contextRef="#ctx0" brushRef="#br0" timeOffset="133020.2">17314 663 1102 0,'0'0'361'0,"0"0"-348"0,0 0 7 16,0 0-1-16,0 0 79 16,0 0 35-16,0 0 43 0,0 0-50 0,0 0-35 15,0 0 0-15,0 0 35 0,79-43 49 0,-79 43-4 16,0 0 9-16,0 0 32 15,0 0-11-15,0 4-45 0,0 1-58 0,0 4-22 16,0 1-44-16,0 3-29 0,0 2 22 16,0-3-9-16,-2 1-13 0,1-2-3 15,1-4-1-15,0 0-2 0,0-2-10 16,0-1 1-16,1-1-3 0,4-3 15 16,-1 2 1-16,2-2 1 0,0 0 20 15,2 0-22-15,-1 0-3 0,4-4-47 16,-3-1-61-16,4 0-23 0,-4-2-48 0,4-1-58 15,-5-3-162-15,2 0-262 0,-5 3-149 16</inkml:trace>
  <inkml:trace contextRef="#ctx0" brushRef="#br0" timeOffset="133243.34">17530 506 192 0,'0'0'2017'0,"0"0"-1522"0,0 0-495 0,0 0 35 16,0 0 7-16,0 0 176 0,0 0 74 16,0 0-57-16,0 0-74 0,0 0-63 15,85 13-35-15,-71-5-9 0,1 4-1 16,-2 1-9-16,-1 2-28 0,-1-3-16 16,-6 3-2-16,-2 1-19 0,-3 4-30 15,0 5-118-15,-11 6-202 0,-1-5-392 0,-17 20-744 16</inkml:trace>
  <inkml:trace contextRef="#ctx0" brushRef="#br0" timeOffset="134183.35">26476 2638 2767 0,'0'0'593'0,"0"0"-381"15,0 0-19-15,0 0 160 0,0 0 1 16,0 0-73-16,0 0-122 0,0 0-85 16,0 0-35-16,0 0 4 0,-50 72 24 15,41-54 40-15,-1 2 33 0,3-1-46 0,0 2-21 16,1 1-43-16,2 0-19 0,-2 3-10 15,5 0-2-15,-1 0-13 0,2 2-10 16,0-3-9-16,0 1-43 0,3-3-73 16,4-4-52-1,3-2-59-15,6-4-172 0,1-6-235 0,-1-4-482 0,10-2-302 16</inkml:trace>
  <inkml:trace contextRef="#ctx0" brushRef="#br0" timeOffset="134570.35">26733 2921 2621 0,'0'0'671'0,"0"0"-401"0,0 0 20 0,0 0 65 15,0 0-75-15,0 0-98 16,0 0-112-16,10 67-39 0,-10-55-12 0,0 1-19 16,0-2-34-16,-4 3-74 0,-2-4-124 15,0 2-104-15,-1-3-165 0,1-3-279 16,3-5-702-16</inkml:trace>
  <inkml:trace contextRef="#ctx0" brushRef="#br0" timeOffset="134936.42">27072 2650 2767 0,'0'0'780'0,"0"0"-467"15,0 0-46-15,0 0 38 0,0 0-46 16,0 0-56-16,0 0-59 0,1 71-53 15,-1-53-42-15,0 0-21 0,0 0-12 16,0-3-16-16,0 1-15 0,0-3 11 16,0 0-41-16,0-3-16 0,2-3-74 0,-1 1-67 15,-1-2-60-15,0-3-161 0,1-2-310 16,1 2-609-16,-2-3-190 0</inkml:trace>
  <inkml:trace contextRef="#ctx0" brushRef="#br0" timeOffset="135697.79">26625 2744 228 0,'0'0'2304'0,"0"0"-1751"16,0 0-275-16,0 0 55 0,0 0-9 16,0 0-70-16,0 0-46 0,0 0-23 15,0 0-10-15,0 0 8 0,0 5 4 16,0 3 4-16,-3 4-24 0,0 2-49 15,-1 6-42-15,-2 0-34 0,0 1-31 0,0-2-11 16,3 0-2-16,-1-3-13 16,2 0-27-16,0-3-64 0,2-2-79 0,0-5-70 15,0-2-127-15,6-2-243 0,2-2-408 16,-2 0-247-16,6-8-201 0</inkml:trace>
  <inkml:trace contextRef="#ctx0" brushRef="#br0" timeOffset="136470.04">26952 2651 398 0,'0'0'1152'0,"0"0"-811"0,0 0-104 16,0 0-16-16,0 0-24 0,0 0-17 15,0 0 23-15,0 0 24 0,0 0-51 16,0 0-49-16,0 0 0 0,59-13 16 0,-46 11-14 15,-1 2-26-15,-4 0-15 0,1 0 1 16,-4 0 4-16,0 0 7 0,-2 3 55 16,-2 3-1-16,2 0-40 0,2 3-41 15,-1 2-42-15,-1 1-15 0,0 1-16 0,1 0-11 16,-3 1-1-16,-1 2 9 0,0-3 1 16,0 2-1-16,0-2 1 15,0-1-10-15,0-2 10 0,0-2 1 0,-1-2-1 16,-1 1 2-16,2-3 2 0,-2 1 20 15,-1 1 3-15,0 0 2 0,0-1-2 16,0 2-1-16,-1 0-6 0,-1 0-16 16,1 0 1-16,-3 1 10 0,1 2-1 15,2-3 6-15,-2 1 7 0,0-2-7 0,3-1 4 16,-1 0 8-16,1-4-15 0,3 1-5 16,-1 0-10-16,1-2-21 0,0 1 9 15,0-1 12-15,0 0 1 0,0 0 1 16,0 0 0-16,0 0 0 0,0 0 22 15,1 0 19-15,1 1 15 0,2 0 9 16,0 1 33-16,2-2-27 0,3 2-36 16,2-2-13-16,5 0-6 0,1 0-18 0,5-4-3 15,3-1-21-15,0 0-10 16,1 1-54-16,-3 0-61 0,-1 2-43 0,-5 0-96 16,-1-2-225-1,-3 3-242-15,-6-2-531 0,-4 1-293 0</inkml:trace>
  <inkml:trace contextRef="#ctx0" brushRef="#br0" timeOffset="136735.64">27368 2592 3026 0,'0'0'678'0,"0"0"-473"16,0 0-57-16,0 0-10 0,0 0-29 0,0 0 40 16,0 0 67-16,0 0-53 0,0 0-10 15,71 65-7-15,-51-46-12 0,-4 4-3 16,4 3-9-16,-5 3-65 0,-1 5-30 0,-5-1-27 16,-6 3 0-16,-3 2-45 0,-2-2-116 15,-11-1-131-15,-7-3-285 0,3-6-864 16,-26 6-1418-16</inkml:trace>
  <inkml:trace contextRef="#ctx0" brushRef="#br0" timeOffset="137707.37">27897 2879 1258 0,'0'0'2101'16,"0"0"-1582"-16,0 0-237 0,0 0 79 16,0 0 29-16,0 0-29 0,31 75-140 15,-31-48-118-15,0 1-60 0,-2 2-43 16,-4 0-9-16,-5-3-106 0,-5 3-186 16,0-8-346-16,-17 7-1254 0</inkml:trace>
  <inkml:trace contextRef="#ctx0" brushRef="#br0" timeOffset="139986.38">28266 2425 3454 0,'0'0'791'16,"0"0"-528"-16,0 0-108 0,0 0 72 15,0 0 2-15,-53 86-76 0,40-55-56 16,0 4-46-16,1 5-32 0,5 0-16 16,0 2 24-16,4 0-24 0,3 0 0 0,0-1 12 15,2-4-15-15,5-3-48 0,1-6-13 16,1-3-18-16,4-3-86 0,2-6-52 16,3-4-59-16,1-6-145 0,7-6-148 15,3-2-107-15,-5-4-315 0,12-13-399 16</inkml:trace>
  <inkml:trace contextRef="#ctx0" brushRef="#br0" timeOffset="140552.12">28648 2600 684 0,'0'0'1268'16,"0"0"-837"-16,0 0-137 0,0 0 47 15,0 0-28-15,0 0-72 0,0 0 37 16,0 0-54-16,0 0-65 0,0 0-44 15,68 19-6-15,-62-12 17 0,-4 2 28 0,0 4-3 16,-2 1-41-16,0 3-34 16,-6 3-33-16,-1 2-6 0,-3 1-7 0,1-1-12 15,-2 0-5-15,2-2-11 0,0-2 0 0,2-3-2 16,3-3-1-16,1-1-30 0,2-5 1 16,1 0 5-16,0-3-14 0,0 0 5 15,1-1 34-15,4-1 0 0,1 1 22 16,3-2-22-16,3 0-15 0,2 0-40 15,2-3-37-15,4-4-43 0,3-3-77 16,2-1-176-16,-2-1-346 0,-3 3-720 47,3-1-415-47</inkml:trace>
  <inkml:trace contextRef="#ctx0" brushRef="#br0" timeOffset="140684.29">28958 2846 1132 0,'0'0'1406'0,"0"0"-1154"0,0 0-121 16,0 0 100-16,0 0-55 0,0 0-106 16,-7 68-61-16,7-58-9 0,0-1-41 15,-2 0-154-15,1-1-196 0,0-1-268 16,-4-1-469-16</inkml:trace>
  <inkml:trace contextRef="#ctx0" brushRef="#br0" timeOffset="141017">29249 2549 2496 0,'0'0'771'0,"0"0"-526"16,0 0-48-16,0 0 64 0,0 0-54 15,-20 68-20-15,14-50-32 0,2-2-60 16,1-1-52-16,0-3-30 0,3-1-10 16,0-1 9-16,0-4-10 0,0 1 1 0,4-3-1 15,-1 0-2-15,3-3 2 0,0 3 0 16,1-2 11-16,6 0-10 0,-3 1 7 16,6-3-10-16,0 0-2 0,1 0-10 15,-1 0-22-15,3-4 0 0,-2-1-56 0,2-1-61 16,-1-2-82-1,-2 1-135-15,0-3-203 0,-3 3-249 16,-4-2-382-16</inkml:trace>
  <inkml:trace contextRef="#ctx0" brushRef="#br0" timeOffset="141219.51">29442 2579 2345 0,'0'0'1205'0,"0"0"-851"0,0 0-78 0,0 0-5 16,0 0-55-16,0 0-10 16,-24 75 23-16,18-51-31 0,3 0-31 0,0 1-73 15,3-1-53-15,0-4-41 0,0-1-48 16,0-2-34-16,0-5-100 0,5-2-80 0,0-5-156 16,4-2-292-16,1-3-424 0,-1 0-30 15,9-16-330-15</inkml:trace>
  <inkml:trace contextRef="#ctx0" brushRef="#br0" timeOffset="141432.95">29707 2432 886 0,'0'0'1290'0,"0"0"-921"0,0 0 62 16,0 0 51-16,0 0-131 0,84 67-8 15,-64-45-72-15,3 5-43 0,-1 2-43 0,-2 4-11 16,-3 2-42-16,-5-1-72 0,-8 1-23 16,-4 0-37-16,-7-2-40 0,-10-2-164 15,-9 0-161-15,3-8-657 0,-29 12-953 0</inkml:trace>
  <inkml:trace contextRef="#ctx0" brushRef="#br0" timeOffset="143348.49">30091 2763 726 0,'0'0'469'16,"0"0"-355"-16,0 0-81 0,0 0 45 15,0 0-6-15,0 0 32 0,0 0 39 16,0 0 81-16,0 0 42 0,0 0-69 0,33 78-13 16,-36-62 64-16,-1 3 54 0,-2 0-41 15,-2 0-64-15,-1-1-39 0,0 0-45 16,0-2-60-16,-1-4-53 0,5 0-21 16,0-4-137-16,2-2-298 0,-1-2-913 15</inkml:trace>
  <inkml:trace contextRef="#ctx0" brushRef="#br0" timeOffset="143901.1">30539 2413 2972 0,'0'0'795'16,"0"0"-383"-16,0 0-18 0,0 0-31 15,0 0-113-15,0 0-116 0,-39 67-37 16,22-37-24-16,-3 5-30 0,1-1-4 0,0 2 1 16,2-1-4-16,7-2-33 15,1-3-3-15,5-3-24 0,2-3-1 0,2-5-41 16,0-1-74-16,3-6-36 0,4-5-59 15,5-3-155-15,5-4-268 0,2-4-354 16,0-3-188-16,10-12-378 0</inkml:trace>
  <inkml:trace contextRef="#ctx0" brushRef="#br0" timeOffset="144250.69">30773 2494 447 0,'0'0'1182'0,"0"0"-759"0,0 0-6 0,0 0 9 16,0 0-112-16,0 0-94 0,89-17-33 16,-75 17-29-16,-1 0-39 0,-4 0-15 15,-3 5 22-15,-1 0 42 0,-3 0 25 16,-1 4-5-16,-1 1-35 0,0 3-51 15,-3 2-57-15,-5 0-29 0,-1 5 2 16,-1 0-3-16,-6 0-2 0,3 1-11 16,-3-2 10-16,3-2-9 0,3-2-2 15,2-3-1-15,3-3 0 0,2-3-21 16,2 0-13 0,1-4-3-16,0 0 4 0,0 1 17 0,3-2 4 0,1 0 9 0,2-1-18 15,4 0-65-15,3 0-34 0,4-2-75 16,-1-5-22-16,4-2-175 0,0-1-284 0,-5 2-618 15,1-3-200-15</inkml:trace>
  <inkml:trace contextRef="#ctx0" brushRef="#br0" timeOffset="144435.2">31071 2667 1702 0,'0'0'967'0,"0"0"-700"0,0 0 66 15,0 0 49-15,0 0-77 0,-2 72-85 16,-2-54-77-16,1-1-99 0,-4-2-28 16,4-2-16-16,0-2-56 0,-1-4-219 0,1-2-185 15,0-1-335-15,-3-3-847 0</inkml:trace>
  <inkml:trace contextRef="#ctx0" brushRef="#br0" timeOffset="144846.1">31414 2395 228 0,'0'0'1392'0,"0"0"-899"15,0 0-104-15,0 0-96 0,0 0-84 16,0 0-11-16,0 0-6 0,75 0-53 15,-67 4-25-15,-5 1-13 0,0 0 29 16,-3 3 20-16,0 1 29 0,0 3-79 0,-7 2-38 16,-4 1-40-16,-3 3-10 15,-3 0-12-15,0 0-29 0,-2-1 14 0,3-1 2 16,-1-3-5-16,7 1 2 0,0-6 15 16,6-1-18-16,2-3-27 0,1-2-14 15,1 1 4-15,0-1 16 0,3-2-2 0,5 1-21 16,-1 1 16-16,3 0 25 0,1-1 7 15,0 0 15-15,-1 0-1 0,-1 3 1 16,-1-3-1-16,-2 3 1 0,-1-1 19 16,-1 1 38-16,-4 0 38 0,1 0 23 15,-1 1-27-15,0 0-48 16,0 0-43-16,0 0-10 0,-4 2-46 16,-5-2-87-16,-2 5-112 0,-4 0-160 0,-2 1-221 15,3-4-646-15</inkml:trace>
  <inkml:trace contextRef="#ctx0" brushRef="#br0" timeOffset="145080.1">31699 2265 1000 0,'0'0'1267'0,"0"0"-883"15,0 0 111-15,0 0 42 0,78 58-118 16,-51-33-61-16,5 3-130 0,4 4-74 16,6 4-44-16,1-1-15 0,-4 1-65 15,-4-5-30-15,-9 0-37 0,-12-3-95 16,-11-4-172-16,-3-1-246 0,-10-4-666 0,-25 5-638 0</inkml:trace>
  <inkml:trace contextRef="#ctx0" brushRef="#br0" timeOffset="147542.72">28317 3382 2824 0,'0'0'652'16,"0"0"-493"-16,0 0-93 0,0 0 54 0,0 0-26 15,0 0-40-15,0 0 21 0,0 0 35 16,0 0-29-16,76-11-25 0,-54 10 0 16,-3 0 15-16,-1-1 16 0,-3 2-3 15,-4 0-14-15,-2 0-26 0,-5 0-26 16,-1 2 4-16,0 0 51 0,-3 5 22 0,0 3-12 16,0 1-34-16,-3 4-25 15,-3 3-24-15,2-2-39 0,-3 2-26 16,-2-2-5-16,5-4 15 0,-2 0-1 15,3-3 26-15,0-1 28 16,0-4 2-16,2-2 2 0,1 1-2 0,0-3-16 0,0 0-17 16,0 0-1-16,0 2 0 0,4-2 34 15,3 4 15-15,4-1 25 0,3 1-18 16,-1 1-22-16,0 0 1 0,-2 0 1 16,-2 0 0-16,0 1 1 0,-5 0 15 15,-3 5 28-15,-1-3 40 0,0 3-27 16,-1 1-17-16,-5 1-8 0,-4 1-17 0,0 0-17 15,0-1-27-15,-3-1-53 0,3-1-104 16,-3-1-93-16,6-3-138 0,1-4-188 16,0-1-499-1,6-2-331-15</inkml:trace>
  <inkml:trace contextRef="#ctx0" brushRef="#br0" timeOffset="147717.25">28739 3619 2308 0,'0'0'776'0,"0"0"-403"16,0 0-53-16,0 0 17 0,0 0-119 15,0 0-141-15,6 71-61 0,-6-57-16 16,1-2-15-16,3-1-38 0,-1 1-164 16,3-6-142-16,3 0-302 0,-5-5-551 15,9-1-114-15</inkml:trace>
  <inkml:trace contextRef="#ctx0" brushRef="#br0" timeOffset="147981.06">29023 3423 1808 0,'0'0'1166'0,"0"0"-827"16,0 0-101-16,0 0 25 0,0 0-21 15,-1 70-83-15,-4-48-56 0,-1 1 9 16,2-1-22-16,-2 0-41 0,3-3-12 15,2-3-12-15,-2 1 6 0,3-3-1 16,0-3 4-16,3-3-3 0,1 1 9 16,5-3-22-16,1-2-2 0,4 0 5 15,2-3 10-15,6-1-4 0,1 0-14 0,0-5-10 16,6-3-3-16,-2-3 0 0,2 3-46 16,0-5-80-16,-3 1-65 0,-2-2-122 15,-1 1-196-15,-7 1-252 0,-4 3-450 16,-4-4-161-16</inkml:trace>
  <inkml:trace contextRef="#ctx0" brushRef="#br0" timeOffset="148166.07">29220 3543 2794 0,'0'0'811'15,"0"0"-521"-15,0 0-54 0,0 0 54 16,0 0-117-16,0 0-50 0,-7 73-16 15,7-53-30-15,-4-1-48 0,4 2-29 0,0-3-77 16,0-3-80-16,0-3-86 0,0-1-150 16,3-3-273-16,-1-3-562 0,4-4-264 0</inkml:trace>
  <inkml:trace contextRef="#ctx0" brushRef="#br0" timeOffset="148430.35">29510 3259 209 0,'0'0'2333'16,"0"0"-1831"-16,0 0-306 15,0 0 106-15,0 0 83 0,0 0-106 0,68 65-55 16,-49-35-57-16,-1 4-38 0,-2 3-12 15,0 4-41-15,-6 0-39 0,-4 2-19 16,-5-2-18-16,-1-1-25 0,-8-1-98 16,-11-3-126-16,-7-2-154 0,-8-1-383 15,6-10-540-15,-27 9-554 0</inkml:trace>
  <inkml:trace contextRef="#ctx0" brushRef="#br0" timeOffset="148838.32">28308 3329 2334 0,'0'0'802'0,"0"0"-435"0,0 0-20 0,0 0 5 15,0 0-169-15,0 0-111 0,-63 73-38 16,40-43 9-16,2 8-31 0,0 1-12 16,4 2-1-16,2-2-14 0,5 1 3 15,6-2-1-15,4-3-52 0,1-3-102 16,11-3-52-16,6-1-74 0,9-5-224 16,6-3-138-16,-6-8-541 0,26-1-197 0</inkml:trace>
  <inkml:trace contextRef="#ctx0" brushRef="#br0" timeOffset="149218.18">30111 3667 1425 0,'0'0'2037'0,"0"0"-1711"16,0 0-128-16,0 0 212 0,29 65-83 15,-23-45-124-15,-2 4-72 0,-1 1-52 16,-3-3-51-16,-2 1-10 0,-8 1-18 16,-7-2-91-16,-6 0-163 0,-7 0-277 15,4-7-795-15,-31 7-959 0</inkml:trace>
  <inkml:trace contextRef="#ctx0" brushRef="#br0" timeOffset="151000.01">30621 3273 1960 0,'0'0'1808'0,"0"0"-1212"16,0 0-189-16,0 0-15 0,0 0-9 16,0 0-159-16,-46 71-109 0,23-42-34 15,3 4-26-15,0 0-31 0,1 3-23 16,3 3-1-16,3-2 0 0,3 0 0 16,4-4-30-16,3 0-1 0,3-3-50 0,3-5-58 15,7-2-52-15,3-3-64 0,6-4-120 16,0-4-238-16,1-4-503 0,-3-4-269 15,9-4-424-15</inkml:trace>
  <inkml:trace contextRef="#ctx0" brushRef="#br0" timeOffset="151283.04">30897 3406 2375 0,'0'0'975'16,"0"0"-721"-16,0 0-14 0,0 0 183 16,0 0-45-16,0 0-86 0,0 0-84 15,9 78-102-15,-6-59-63 0,-3 1-31 16,3-1-12-16,0 1 0 0,-3-5-21 15,2 3-46-15,-1-4-80 0,-1-3-98 0,0 0-149 16,0-2-329-16,0-3-698 0,0 0-420 0</inkml:trace>
  <inkml:trace contextRef="#ctx0" brushRef="#br0" timeOffset="151558.49">31127 3607 1076 0,'0'0'1270'0,"0"0"-940"0,0 0-18 15,0 0 135-15,0 0-112 0,-7 77-146 16,1-57-72-16,-1-1-76 0,0 0-40 0,-1-1 1 15,3-3-2-15,0-2-2 0,3-5-74 16,0-1-229-16,2-4-293 0,0 0-485 16,0-3-41-16</inkml:trace>
  <inkml:trace contextRef="#ctx0" brushRef="#br0" timeOffset="151964.44">31394 3440 1235 0,'0'0'826'0,"0"0"-405"0,0 0-31 0,0 0-76 15,0 0 5-15,0 0-60 0,0 0-79 16,0 0-80-16,0 0-37 0,79 6-3 0,-73-1-14 15,-2 0-5-15,0-1 3 0,-2 1 8 16,0 0-11-16,-2 2 2 0,0 3 19 0,-5 2 0 16,-5 3-16-16,-3 0-21 15,-3 2-7-15,0 2-2 0,-1-3-6 16,2-1-10-16,4-2-12 0,2-3 12 16,3-2-16-16,3-1-36 0,2-3-16 15,1-2 12-15,0 0 19 0,1 1 25 16,5 0 10-16,0 1 2 0,3-1-3 0,5 1 3 15,-1 1 0-15,3-2-1 0,-3 1-14 16,1 2 14-16,-5-1-1 0,0-1 2 16,-5 1 0-16,-1-1 2 0,-3 2 29 15,0 0-9-15,0 1 5 0,-4 0-27 16,-5 4-3-16,0-4-170 0,-1-1-109 16,2-2-331-16,0-2-542 0,1-2-590 0</inkml:trace>
  <inkml:trace contextRef="#ctx0" brushRef="#br0" timeOffset="152177.4">31722 3352 2209 0,'0'0'527'0,"0"0"-46"0,0 0-4 16,0 0-80-16,98 50-117 0,-72-31-73 15,0 4-123-15,-3 4-23 0,-7 1-58 16,-5 2-3-16,-9 3-6 0,-6-2-160 16,-14 3-126-16,-12-1-245 0,1-7-641 15,-37 13-783-15</inkml:trace>
  <inkml:trace contextRef="#ctx0" brushRef="#br0" timeOffset="155833.35">32234 3185 2262 0,'0'0'1085'0,"0"0"-679"16,0 0-120-16,0 0 26 0,0 0-30 0,0 0-73 15,0 0-90-15,0 0-70 0,0 0-24 16,0 0-23-16,34 42 1 0,-23-31-1 16,-1-1 0-16,1 1 0 0,-2-1 0 15,-2-1-2-15,1 1-2 0,-3-3 2 16,-1 0 0-16,-4 1 12 0,0 3 19 15,-1 0-7-15,-8 5-22 0,-2 0-2 16,-1 2-2-16,-2 1-16 0,2-2 17 0,2-3-1 16,0-1-20 15,4-1-2-31,5-2 6 0,-2-2 5 0,3 1-2 0,0-5-13 0,0 1 4 0,0-2 6 0,0 3 15 16,6-2-10-16,1 1 13 0,3 1 16 15,0 0 2-15,3 3-6 0,1-2-11 16,1 2 15-16,-1 2-13 0,2-1 15 15,0 2-6-15,-3-1 10 0,0 2-7 16,-6-1 0-16,-3 3 10 0,-2 1 36 16,-2 0 9-16,0 2 6 0,-3 2 0 0,-4-2-31 15,-1 0-23-15,-1-2-21 0,0 0-1 16,-3-2-88-16,1-2-113 16,-1-2-84-16,0-3-196 0,3-4-621 15,-7-3-522-15</inkml:trace>
  <inkml:trace contextRef="#ctx0" brushRef="#br0" timeOffset="167207.16">2647 863 2884 0,'0'0'1148'0,"0"0"-953"16,0 0-99-16,0 0 75 0,0 0 152 16,0 0-35-16,0 0-35 0,0 0-56 15,0 0 21-15,16 79 12 0,4-51-77 0,6 2-17 16,0 2-28-16,0 2 4 0,-3 0-34 15,-3 1-27-15,3 1-41 0,-4 3-10 16,1-3-24-16,0 2 3 16,2-3-30-16,-2-5-49 0,3-3-77 0,0-5-143 15,-4-3-76-15,2-3-115 16,-3-7-126-16,0 0-305 16,-7-8-212-16,3-1-538 15</inkml:trace>
  <inkml:trace contextRef="#ctx0" brushRef="#br0" timeOffset="167447.54">3016 1002 3250 0,'0'0'672'15,"0"0"-362"-15,0 0-158 0,0 0 59 16,0 0 90-16,0 0-154 0,-30 79-74 15,10-39-12-15,-2 9-15 0,-4 4-22 16,0 3-12-16,0 1-9 0,2-5-3 16,3-2-14-16,4-10-89 0,8-5-56 15,5-7-114-15,4-8-204 0,0-4-317 0,0-6-644 16,1-2-496-16</inkml:trace>
  <inkml:trace contextRef="#ctx0" brushRef="#br0" timeOffset="167747.74">3255 1402 1220 0,'0'0'1930'0,"0"0"-1525"16,0 0-165-16,0 0 96 0,0 0-77 15,0 0-71-15,3 65-28 0,-3-50-52 16,1-3-71-16,1-1-37 0,-1-3-9 16,1-2-28-16,-1-2-31 0,1-2-36 15,-1 0-51-15,2-2-93 0,-2 0-257 16,2-1-275-16,-1-4-215 0,2-5-220 0</inkml:trace>
  <inkml:trace contextRef="#ctx0" brushRef="#br0" timeOffset="167962.16">3239 1220 2168 0,'0'0'1294'0,"0"0"-1037"0,0 0-99 0,0 0 99 16,0 0-91-16,0 0-92 15,0 0-43-15,0 0-31 0,0 0-65 0,0 0-72 16,0 0-105-16,9-1-190 0,-2 1-78 16,-1 0-222-16,3 1-630 0</inkml:trace>
  <inkml:trace contextRef="#ctx0" brushRef="#br0" timeOffset="168213.05">3572 1412 620 0,'0'0'1948'0,"0"0"-1655"0,0 0-74 15,0 0 128-15,0 0-42 0,32 83-91 16,-29-62-47-16,0 2 4 0,-3 1-47 15,0 0-43-15,-3 0-23 0,-6 0 4 16,2-1-13-16,-6-1-12 0,3-6-21 16,1-3-16-16,1-6-18 0,0-6-90 15,1-1-145-15,-6-9-157 0,2-10-112 16,0 4-641-16,-6-20-336 0</inkml:trace>
  <inkml:trace contextRef="#ctx0" brushRef="#br0" timeOffset="168386.69">3346 1066 1201 0,'0'0'1754'0,"0"0"-1215"0,0 0-91 16,0 0 65-16,0 0-61 0,0 0-85 16,0 0-88-16,0 0-73 0,0 0-91 15,0 0-85-15,0 0-30 0,4-2-33 16,-4 2-58-16,0 0-82 0,0 2-66 15,3-2-240-15,0 1-660 0,3 3-492 16,-22-9-488-16</inkml:trace>
  <inkml:trace contextRef="#ctx0" brushRef="#br0" timeOffset="168664.96">4072 1120 3761 0,'0'0'611'16,"0"0"-506"-16,0 0 34 0,0 0 12 15,0 0 27-15,0 0-19 0,105 5-80 16,-72-11-79-16,4-4-113 0,-1-1-95 16,0-2-251-16,-9 2-811 0,6-4-1010 0</inkml:trace>
  <inkml:trace contextRef="#ctx0" brushRef="#br0" timeOffset="169637.07">5162 813 3194 0,'0'0'603'0,"0"0"-374"15,0 0-75-15,0 0 178 0,0 0-11 16,0 0-52-16,0 0-71 0,0 0-89 16,0 0-109-16,-20 67-51 0,11-34-4 15,2 7 34-15,4 3-4 0,2 6 16 0,1-3 9 16,0-1 40-16,0-5-13 0,5-3-27 15,4-6 2-15,1-6-2 0,-1-7-36 16,-1-4-31-16,1-3-19 0,-3-7-33 16,-2 0-31-16,-3-4-19 0,1 0-22 0,-2 0-42 15,0-4-49-15,-3-2 15 0,-1-1 144 16,-5-1-160-16,-2-5-60 0,0-2-4 16,1 0 98-16,0-3-10 0,5 0 100 15,-1 1 84-15,3 1 75 0,0 4 39 16,3 4 33-16,0 2 35 0,0 1 52 15,0 4-7-15,0-1-16 0,3 1-43 16,3-1 23-16,1 1-13 0,3 0 13 16,1-3-39-16,5 0-29 0,3-2-32 15,4-3-10 1,0 1-6-16,-3-3-19 0,2 1 17 16,-4 0 0-16,0-1-11 0,-2 2-6 0,-3-3 15 15,1 0-8-15,-2-3 8 0,2 0-31 0,-5 2 6 16,-2 1 10-16,-1 2-7 0,-3 4 26 0,-2 4 10 15,1 1 105-15,-2 1 80 0,1 0 70 0,-1 0 60 16,3 5-14-16,-2 3-90 0,0 3-115 16,2 3-60-16,2 5-15 0,2 5-10 15,-1 2 16-15,4 1 25 0,-2 0 33 16,3 0 31-16,-2-2-19 16,2-3-55-16,-2-2-41 0,-1-5-11 15,2-3-30-15,-4-6-28 0,3-2-28 0,-3-4-117 16,2 0-28-16,-2-7-158 0,1-4-109 15,0-3 128-15,2-5-333 0,-2 2-536 16</inkml:trace>
  <inkml:trace contextRef="#ctx0" brushRef="#br0" timeOffset="170264.07">5613 1085 1669 0,'0'0'549'0,"0"0"-264"15,0 0 69-15,0 0 11 0,-3 72-81 0,6-54-15 16,3-3-15-16,2-2-65 0,1-1-71 15,1-4-38-15,1-4-11 0,1-1-29 16,-2-3 12-16,3 0 28 0,-3-4 10 16,0-2-23-16,2-1-30 0,-5-4-3 15,0 1 3-15,0-2-25 0,-2 1-9 16,-4 0 9-16,-1 1-12 0,0 1-24 16,0-2-1-16,-4 3-9 0,-3 0-6 15,2 0-3-15,1 2-24 0,0-1-16 0,1 2-13 16,-2 0-6-16,1 1-19 0,-3-2-25 15,3 4-9-15,-2 0-23 0,3-1-31 16,1 2-48-16,2 1 24 0,0 0-36 16,0 0-37-16,5 0-118 0,4-1 158 15,0 1 84-15,3 0 32 0,3 0-6 16,-1 0 52-16,4 0-13 0,0 0 61 16,-1 1 53-16,1 3-23 0,-3 0 26 15,0 5 29-15,-2 0 118 0,-2 2 208 16,0 1 70-16,-3 2-107 15,-2 1-66-15,0 0 18 0,-2-2 9 0,0 0-59 0,-1-5-80 16,0 0-99-16,0-3-41 0,0-2-44 16,-2-3 3-16,2 0 22 0,0 0-10 0,1-7-41 15,2-2 0-15,1-2 70 0,2-5 0 16,1-1-26-16,-1-1-18 0,1 2-11 16,-3 0 23-16,-1 3 0 0,1 3 22 15,0 3 8-15,-3 2 2 0,1 3-4 16,2 1 4-16,-1 1 7 0,1 0 57 15,3 1 86-15,2 6 9 16,2-2 3-16,-1 4-39 0,3-1-19 16,-3-2 12-16,0 2 23 0,0-3-14 0,-3 0-60 15,-1-1-34-15,-1-1 13 0,1-3 2 16,-2 0 1-16,-1 0 70 0,1-2 77 16,-3-3-80-16,2 0-59 0,-3-4-12 15,0 0 2-15,0-4-14 0,-3-1-31 16,0-2-18-16,-3 0-13 0,-6-4-85 0,-1 1-111 15,-1-2-92-15,-1 2-276 0,3 5-844 16,1-3-844-16</inkml:trace>
  <inkml:trace contextRef="#ctx0" brushRef="#br0" timeOffset="171048.69">6884 802 3119 0,'0'0'547'0,"0"0"-386"0,0 0 31 16,0 0 37-16,-40 65-105 0,40-50-59 15,0-3-53-15,11 1-12 0,1-1 0 16,1-2 27-16,-1-2 26 0,0-1-7 15,-3-5-12-15,1 0 0 0,-4-2 3 16,-2 0-6-16,-1 0-31 0,3-2-16 16,-2-2 16-16,-1 0 0 0,0-1 0 15,-3-1-13-15,0-1-27 0,0 0 37 0,0-1-22 16,-3-1-3-16,-4 2-9 0,-1 0-3 16,1 0-9-16,0 2-19 0,-3-1 15 15,0 3 0-15,1 1 38 0,3 1-17 0,1 1-14 16,0 0-32-16,4 0-39 0,1 0-15 15,0 0-29-15,0 0-79 0,7 0-95 16,4 0 139-16,3 0 77 0,3 0 39 16,-1-1-68-16,4-1-11 0,1-1 91 15,0 3 55-15,2 0 13 0,0 0 0 16,-3 0 2-16,0 6 58 0,-1 0 127 31,-3 4 94-31,1 0 48 0,-5 0-7 0,0 2-97 16,-3-1-80-16,0 1-14 0,-3-2 14 0,1 0-36 15,-3-1-19-15,-3-2-16 0,1-3-12 0,-2 0-37 16,1-3-25-16,-1-1-19 0,2 0 7 16,-2 0-19-16,0-5-15 0,3 0-4 0,0-3-18 15,4-2 12-15,1 1 28 0,1-3 12 16,0 2 15-16,0 0 0 0,-3 1-14 16,0 5 11-16,-1 1 4 0,-1 1 11 0,0-1 20 15,1 2 38-15,2 1 33 0,0 0 9 16,0 0-12-16,1 1 27 0,3 4 65 15,-1 2 41-15,0 3-46 0,2 1-80 16,-5-1-67-16,2 0-39 0,-1-1-37 16,-2-2-66-16,3 0-144 0,-2-4-222 15,3-2-961-15,3-5-1019 0</inkml:trace>
  <inkml:trace contextRef="#ctx0" brushRef="#br0" timeOffset="173195.88">8324 816 1125 0,'0'0'2031'0,"0"0"-1490"16,0 0-252-16,0 0-56 15,0 0-50-15,0 0-38 0,0 0-15 0,38 71-10 16,-27-53-50-16,-3-2-49 0,0 0-21 16,1-4-19-16,-1-1-17 0,-2-2-57 15,-2-2-94-15,-3-2-142 0,-1-3-399 16,0 1-626-16,-8-3-496 0</inkml:trace>
  <inkml:trace contextRef="#ctx0" brushRef="#br0" timeOffset="173397.02">8236 665 3639 0,'0'0'938'15,"0"0"-753"-15,0 0 82 0,0 0 56 0,0 0-123 0,0 0-94 0,0 0-49 0,0 0-54 16,0 0-3-16,0 0-72 0,0 0-80 15,0-1-51-15,0 0-136 0,0-1-293 16,1 1-801-16,6 1-683 16</inkml:trace>
  <inkml:trace contextRef="#ctx0" brushRef="#br0" timeOffset="173947.76">8674 958 931 0,'0'0'1830'16,"0"0"-1324"-16,0 0-17 0,0 0 22 15,0 0-59-15,0 0-72 0,0 0-79 16,0 0-101-16,0 0-75 0,22 72-68 16,-22-63-42-16,0 2-15 0,0 0-29 15,0-3-104-15,-6 0-155 0,-2 0-268 16,1-3-801-16,-9-3-1247 0</inkml:trace>
  <inkml:trace contextRef="#ctx0" brushRef="#br0" timeOffset="174329.39">8929 788 1987 0,'0'0'740'0,"0"0"-377"16,0 0-98-16,0 0 8 0,0 0 64 15,0 0-32-15,0 0-33 0,0 0-62 16,39 67-8-16,-25-43-61 0,1 2-56 15,0 1-21-15,0 1-3 0,-1 0-15 16,-2 1-22-16,-3-4-12 0,-5-3-10 0,-1-1 13 16,-3-4-14-16,0-2-1 0,-4 0-13 15,-8-3-54-15,-7-2-140 0,-1-3-105 16,-6-5-70-16,-1-2-295 0,4 0-693 0,-9-15-372 0</inkml:trace>
  <inkml:trace contextRef="#ctx0" brushRef="#br0" timeOffset="174530.3">8857 633 3258 0,'0'0'1045'0,"0"0"-773"15,0 0 143-15,0 0-55 0,0 0-145 16,0 0-82-16,0 0-118 0,0 0-15 0,0 0-54 15,0 0-73-15,0 0-68 0,11-3-76 0,-6 3-106 16,-1 0-218-16,1 0-718 16,0 0-458-16</inkml:trace>
  <inkml:trace contextRef="#ctx0" brushRef="#br0" timeOffset="174743.7">9053 608 2692 0,'0'0'414'16,"0"0"-251"-16,0 0 212 0,79 42-25 15,-44-23-112-15,1 3-89 0,1 2-50 16,-1 3-68-16,-3 2-31 16,-5 1-14-16,-8 2-14 15,-7-1-6-15,-10 3-34 0,-3 1-150 16,-16 1-178-16,-3-9-557 0,-24 13-989 0</inkml:trace>
  <inkml:trace contextRef="#ctx0" brushRef="#br0" timeOffset="175222.74">7906 563 3546 0,'0'0'699'0,"0"0"-439"0,0 0 97 16,0 0-27-16,0 0-99 0,0 0-67 0,-19 102-18 16,10-50-59-16,-1 9-50 0,5 6-34 15,3 1-3-15,2 1 0 0,11-6-46 16,10-4-114-16,5-6-80 0,8-7-134 16,6-5-365-16,-8-14-699 15,19 5-599-15</inkml:trace>
  <inkml:trace contextRef="#ctx0" brushRef="#br0" timeOffset="177230.33">2630 2142 4135 0,'0'0'638'0,"0"0"-387"0,0 0-174 16,0 0 60-16,0 0 82 0,0 0-43 15,0 0-73-15,0 0-25 0,0 0-8 16,0 0-16-16,72 96-21 0,-45-58-31 16,6 1 26-16,0 0-6 0,2-1-22 15,0-3-12-15,-2-3 10 0,-3-3-35 16,0-4-41-16,-2-5-37 0,-4-4-30 0,-2-4-52 16,-2-4-144-16,-3-4-246 0,-5-4-404 15,-5 0-313-15,-1-7-260 0</inkml:trace>
  <inkml:trace contextRef="#ctx0" brushRef="#br0" timeOffset="177413.83">2902 2221 3213 0,'0'0'775'0,"0"0"-449"16,0 0-100-16,0 0 60 0,0 0-4 15,0 0-105-15,0 0-65 0,-4 91-42 0,1-57-18 16,0 6-1-16,-3 1-21 0,-2 2-30 15,-1-2-9-15,2-1-45 0,-1-3-52 16,4-4-56-16,0-4-109 16,3-5-245-16,1-7-547 0,0 2-591 15</inkml:trace>
  <inkml:trace contextRef="#ctx0" brushRef="#br0" timeOffset="177619.29">3208 2588 2463 0,'0'0'1047'0,"0"0"-968"16,0 0-47-16,0 0 47 0,0 0-60 16,0 0-19-16,15 72-22 0,-7-63-19 0,-1-5-121 15,2 0-195-15,-1-4-238 0,-4 0-228 16,2 0-423-16</inkml:trace>
  <inkml:trace contextRef="#ctx0" brushRef="#br0" timeOffset="177946.4">3454 2494 29 0,'0'0'1199'0,"0"0"-844"0,0 0 99 0,0 0 45 0,0 0-186 16,0 0-60-16,0 0 44 0,0 0-69 0,0 0-32 15,78 1-20-15,-73 2-47 0,0 2-10 16,1-1 2-16,-5 2-6 0,1 1 17 0,-1 3-18 16,-1 2-12-16,0 3-14 0,0 4-17 15,-4-1-28-15,1 0-7 16,-2-3-11-16,2 2-15 0,2-4-10 0,1-3 0 15,0-1 11-15,0-4-11 16,0-1-43-16,0-1 10 0,0-2 11 0,3 0 10 16,1-1-9-16,1 0 5 0,2 0-11 15,1-4-47-15,3-4-95 0,-1 1-46 16,3-5-56-16,-2-2-333 0,-2 4-755 16,8-8-524-16</inkml:trace>
  <inkml:trace contextRef="#ctx0" brushRef="#br0" timeOffset="178445.59">4201 2338 4047 0,'0'0'729'15,"0"0"-630"-15,0 0-78 0,0 0 74 16,0 0 42-16,92-15 83 0,-49 0-56 16,6-5-152-16,7-3-12 0,5-1-58 15,4-2-112-15,1 3-129 0,3 1-224 0,-17 8-961 16,23-3-1365-16</inkml:trace>
  <inkml:trace contextRef="#ctx0" brushRef="#br0" timeOffset="179005.4">5535 1876 3074 0,'0'0'1301'0,"0"0"-1004"16,0 0-79-16,0 0 39 15,0 0-59-15,0 0-89 0,0 0-86 16,-61 84-23-16,52-50 0 0,3 3-3 15,3 3-9-15,3-1 12 0,0 3 49 0,7-2-16 16,6-5-33-16,0-1-12 16,3-4 9-16,-3-7-28 0,1-6-38 0,-1-4-10 15,-3-5-25-15,-1-2-33 0,-3-4-40 0,-5-2-50 16,0 0-39-16,-1-1-104 0,0-4-94 16,-2-1 153-16,-4-4-6 0,-3 0-137 15,2-3 105-15,-2 0 161 0,2-1 116 16,-3 2 33-16,3 1 39 0,1 3 140 15,0 3 80-15,2 4 26 0,0 1 31 16,2 0 19-16,1 1-18 0,1 1-68 16,0 2-143-16,0-1-67 0,3 0-44 15,5-1 16-15,1 1 2 0,3-3 26 16,5 0 21-16,3-4-20 0,0-4-1 16,5-4-47-16,-1-3-23 0,2-2-77 15,-3-2-109-15,2-5-165 16,-2 3-90-16,1-2-16 0,-9 6-29 0,8-9-96 15</inkml:trace>
  <inkml:trace contextRef="#ctx0" brushRef="#br0" timeOffset="179180.12">5849 1984 1000 0,'0'0'1180'0,"0"0"-624"0,0 0-145 15,0 0-200-15,0 0-116 0,0 0 16 16,0 0-19-16,-14 83-10 0,14-60-3 16,2 0-7-16,3 3 10 0,1-1 6 15,0 2-13-15,-1-3 6 0,4-2-28 16,1-2-21-16,2-4-32 0,0-1-16 15,1-7 0-15,2 0-15 0,1-5 0 16,1-3-103-16,-1-2-137 0,1-7-10 16,1-3-83-16,-4-2-359 0,-1-3-75 15,-4 5-10-15,-1-8-19 0</inkml:trace>
  <inkml:trace contextRef="#ctx0" brushRef="#br0" timeOffset="179763.77">6061 2151 941 0,'0'0'394'0,"0"0"-52"0,0 0-4 0,0 0-34 16,0 0 42-16,0 0 27 0,0 0-213 15,0 0-16-15,0 0-49 0,0 0-22 0,0 0-13 16,13 69-34-16,-6-65-1 16,2-3 32-16,-2-1 22 0,2 0 41 0,1 0-23 15,-2-2-53-15,1-2-32 0,0-1 1 16,1-1 13-16,-3 0 8 0,-1 0-12 16,-3 2-6-16,0-1 9 0,-3 0 18 15,0 2 38-15,-3-2 22 0,-3 0-54 16,-4-1-49-16,-3-1-31 0,0 2-34 15,-6-1-50-15,2 3-38 0,-3 0 8 16,4 2-44-16,1-2-45 0,7 0-62 16,2-2-53-16,6 2-142 0,0-1-34 15,3 0 128-15,7-2 114 0,6 4 98 0,0-2 31 16,4 1-84-16,2-2 92 0,1 3 74 16,0-1 70-16,-1 2 2 0,-1 1 16 15,-1 0 46-15,-1 0 78 0,-3 5 53 16,-1 2 139-16,-2 1 133 15,-2 3 107-15,0 0-90 0,-1-3-138 16,-1 3-113-16,-2-2-97 0,-1-2-26 0,-2 1-29 16,-1-1-6-16,-3 2-3 0,3-4-1 0,-3 0-34 15,1-3-35-15,-1 0-1 0,0-2-18 16,2 0-13-16,-2 0-25 0,3-2-44 16,0-2-32-16,2-1 82 0,2-2 29 15,1 2-13-15,-1-2 6 0,3 2 3 16,-1 1-9-16,1 1 16 0,1 1 18 0,-2 1 0 15,4-1-12-15,0 2 10 16,0 0 3-16,2-1-3 0,3 0 0 0,1-3 3 16,0 1 2-16,-1-2 27 15,-1-1 2-15,-4 0-8 0,-2 1 88 0,-3 2 36 16,-2-1 30-16,0 0 62 0,-3 1 12 16,-2-3-49-16,2 1-20 0,0-5-31 15,0 0-62-15,-2-3-39 0,2-4-50 0,-2-2-23 16,-1 2-38-16,0-1-68 0,0 1-84 15,0 1-148-15,0 2-341 0,0 4-578 16,0-2-460-16</inkml:trace>
  <inkml:trace contextRef="#ctx0" brushRef="#br0" timeOffset="180378.43">7181 1951 2918 0,'0'0'667'0,"0"0"-364"0,0 0 36 0,0 0-75 0,0 0-2 16,0 0-100-16,0 0-67 0,0 0-40 16,-27 77-30-16,24-63-22 0,3-2 8 15,0-4-11-15,0-1-3 0,4-5 0 16,0 0-9-16,2-2 12 0,0 0 5 15,1-2-5-15,2-3-37 0,-1-4-15 16,2-2-9-16,-1 0 15 0,-3-1-6 0,1 1 27 16,-7 0-2-16,0 2 11 0,0 1-2 15,-9 1-10-15,1 3-6 0,-1 0-15 16,2 0-10-16,-2 1 10 0,3-2-53 16,2 1-84-16,3-1-75 0,-1 1-34 15,2-2-38-15,0 1 65 0,0 1 85 16,4 2 93-16,1-1 45 0,1 0 22 15,1 3 8-15,1 0 15 0,1 0 32 16,1 0 23-16,3 3-26 0,0 2 6 16,0 1-12-16,2 3 12 0,-3-1 45 15,0 3 7-15,0 0 5 0,-3 1-5 16,-1 1 104-16,-2 0 2 0,-2-2-29 16,-1 1-89-16,0-3-46 0,1-3-14 0,-4-1-13 15,3-1-2-15,-3-4-28 0,3 0-10 16,0 0-15-16,1-4-89 0,2-5 9 15,4-1 35-15,-2-3-4 0,3-1 13 16,3-3-4-16,-4 2 33 0,3 0 28 0,-2 3 32 16,0 1 21-16,-6 6 52 0,0 3 71 15,0 2 66-15,-2 0 27 0,2 0 20 16,-3 2-9-16,3 3-43 0,1 1-57 16,1-1-31-16,0 2-34 0,0-2-40 15,1 2-43-15,-1-5-17 0,6 3-78 16,-2-4-117-16,5-1-136 0,-4 0-662 0,5-6-1094 15</inkml:trace>
  <inkml:trace contextRef="#ctx0" brushRef="#br0" timeOffset="181095.97">8429 1610 1550 0,'0'0'2409'0,"0"0"-1872"0,0 0-364 15,0 0 2-15,0 0 179 0,0 0 38 16,0 0-77-16,0 0-176 0,0 0-103 15,-17 92-36-15,8-50-1 0,3 5-20 16,2 6 21-16,4 1 0 0,0 0 0 16,0-5-13-16,8-5-5 0,4-7-22 15,4-11-50-15,3-6-55 0,5-6-104 0,5-8-274 16,3-6-555-16,-8 0-127 0,11-16-480 31</inkml:trace>
  <inkml:trace contextRef="#ctx0" brushRef="#br0" timeOffset="181312.97">8853 1735 2880 0,'0'0'787'16,"0"0"-428"-16,0 0-155 0,0 0 20 15,0 0 26-15,37 70-23 0,-25-46-32 16,-2 3-48-16,0 0-93 0,0 1-42 0,-1-1-12 16,2-1-20-16,-2-4-53 0,1-3-119 15,0-4-133-15,-2-4-288 0,0-4-816 16,-2-4-561-16</inkml:trace>
  <inkml:trace contextRef="#ctx0" brushRef="#br0" timeOffset="181578.26">9248 1969 995 0,'0'0'1297'0,"0"0"-832"0,0 0-57 0,0 0-32 16,0 0 28-16,0 0-82 0,0 0-36 15,33 71-74-15,-30-56-89 0,-3 1-65 16,4 1-21-16,-4-3-37 0,1-2-3 16,0-1-40-16,1-4-3 0,1-1-68 15,-3-5-83-15,3-1-69 0,-2 0-201 16,1-4-506-16,1-10-513 0</inkml:trace>
  <inkml:trace contextRef="#ctx0" brushRef="#br0" timeOffset="181927.37">9566 1695 1885 0,'0'0'434'0,"0"0"-85"0,0 0 130 15,0 0-144-15,87-3-114 0,-63 3-63 16,-1 0-55-16,-3 6-27 0,-1 0 28 15,-6 2 45-15,-3 1 68 0,-3 3 27 16,-2 0-11-16,-4 3-74 0,-1 3-53 16,0 3-18-16,-4 1-6 0,-4 1-27 0,0 2-21 15,-2-2-22-15,4-1 9 0,0-4-9 16,3-4 3-16,2 0 0 0,1-4 6 16,0 0 10-16,0-2-1 0,3-4-3 0,0 0-9 15,1-1-16-15,2-2 23 16,4-1-25-16,-2 0-26 0,3 0-28 0,3-5-1 15,0-2-81-15,5-4-95 0,1-3-182 16,-2 2-588-16,10-10-741 16</inkml:trace>
  <inkml:trace contextRef="#ctx0" brushRef="#br0" timeOffset="182163.28">10021 1533 2418 0,'0'0'1215'0,"0"0"-903"0,0 0-67 0,0 0 53 16,0 0-6-16,78 38 21 0,-46-18-6 15,4 3-55-15,0 4-92 0,3 3-57 16,-3 6-28-16,-8 1-11 0,-4 4-31 15,-8 1-33-15,-12 2-15 0,-4 2-97 16,-10 1-154-16,-13 1-296 0,1-12-1026 16,-24 14-1458-16</inkml:trace>
  <inkml:trace contextRef="#ctx0" brushRef="#br0" timeOffset="182987.34">16015 376 1952 0,'0'0'589'16,"0"0"-402"-16,0 0-158 0,0 0 87 15,0 0 106-15,0 0-2 0,0 0-70 16,0 0-84-16,0 0-47 0,0 0 57 15,43-3 41-15,-24 3 94 0,3 1 31 0,2 5-53 16,2 0-40-16,5 4 8 0,-1 3 18 16,3 4-86-16,1 2-58 0,-2 6-25 15,-4 1-6-15,-1 4-25 0,-4 2 4 16,-3 1-43-16,-5-1-16 16,0-2-6-16,-3-1-34 0,1-4-41 15,-2-4-35-15,1-3-89 0,1-5-195 16,-2-1-237-16,0-6-348 0,1 0 58 0</inkml:trace>
  <inkml:trace contextRef="#ctx0" brushRef="#br0" timeOffset="183463.16">16485 764 205 0,'0'0'1004'0,"0"0"-616"0,0 0-96 16,0 0-9-16,0 0 30 0,0 0-93 15,0 0-33-15,0 0-66 0,0 0-60 16,0 0-41-16,75 78 2 0,-61-62 26 16,5 2 99-16,-2 0-52 0,2-1-66 0,0-1 6 15,-2-5-35-15,0-1-6 0,-4-2-17 16,2-1 23-16,-8-4 0 0,-1 0 0 16,-3-2 0-16,-2-1 13 0,-1 0 63 15,2 0 38-15,-2 0 53 0,0 0 34 16,0-4 22-16,0-1-120 0,0-1-54 15,1-4 10-15,0-2-21 0,-1-4-1 16,0 0-10-16,0-1 23 0,0 0 21 16,-2-1 6-16,-1 2 2 0,0 3-5 15,-2 1-35-15,4 3-39 0,-1 0-25 16,2 2-8-16,-1 0-13 0,1 2-31 16,-2 0-83-16,1 0-88 0,-2-1-121 0,-1 1-317 15,-3 0-880-15</inkml:trace>
  <inkml:trace contextRef="#ctx0" brushRef="#br0" timeOffset="184520.68">16689 948 708 0,'0'0'609'0,"0"0"-154"0,0 0-211 16,0 0-244-16,0 0-65 0,0 0 62 0,0 0 6 15,0 0 29-15,0 0 114 0,3 8 84 16,-3-8 51-16,0 0-20 0,0 0-20 16,0 0-34-16,0 2-83 0,0-2-45 15,0 0 7-15,0 0 37 0,0 0 28 16,0 0-6-16,0 2-10 0,0-2-11 0,0 0 0 16,0 0-13-16,0 0 7 0,0 0 17 15,0 0 0-15,0 0 2 0,0 0 1 16,0 0 2-16,0 0-31 0,-4 0-30 15,0 0-64-15,-6 0 12 0,0 0-3 16,-4 0-24-16,-1 0-18 0,0 0 18 16,-2 0 35-16,2 0-35 0,0 0-2 15,3 0-7-15,1 0-4 0,4 0 10 16,4 0-9-16,0 0 9 0,0 0 2 0,3 0-17 16,-2-2-9-16,2 2 15 0,0 0 12 15,0-2 18-15,0 1 12 0,0-1 6 16,0 2-14-16,0 0-20 0,0 0-2 15,0-1 3-15,0 1 9 0,0 0-12 0,0 0 0 16,0 0 12-16,0 0-10 16,0 0 16-16,0 0 15 0,0 0 1 15,0 0 11-15,0 0 61 0,0 0 27 16,0 0-43-16,0 0-45 0,0 1-2 0,0 1-16 16,0-2-16-16,0 1-11 0,0-1-2 15,0 0-16-15,0 0-16 0,0 0-2 16,0 0 6-16,0 0-6 0,0 0-15 0,0 0-22 15,0 0-72-15,0 0-106 16,0 0-342-16,0 0-836 0,0 0-1057 0,0 0 1423 0</inkml:trace>
  <inkml:trace contextRef="#ctx0" brushRef="#br0" timeOffset="187778.57">11229 2254 2448 0,'0'0'473'16,"0"0"-277"-16,0 0-84 0,0 0 85 15,0 0 189-15,0 0 4 0,0 0-73 16,0 0-62-16,0 0-52 0,0-6-8 0,0 6 0 15,0 3-4-15,-9 3 0 16,1 0-43-16,-7 5-61 0,-3 3-41 0,-4 6-34 16,0 7-9-16,1 4-3 15,-1 2-2-15,6 1-1 0,2 2 2 0,5-3-20 16,5-1-4-16,4-2 10 47,3-2 3-47,10-1-3 0,7-2 3 0,6-3 11 0,5-6-11 0,3-6-12 0,5-3-12 15,0-7-13-15,1 0-11 0,-1-10-31 0,-3-6-27 0,0-2-104 0,-4-1-46 16,-2-3-78-16,-3 0-391 0,-7 6-605 0,-2-8-633 16</inkml:trace>
  <inkml:trace contextRef="#ctx0" brushRef="#br0" timeOffset="188276.47">11648 2516 2474 0,'0'0'987'0,"0"0"-743"0,0 0-26 16,0 0-14-16,0 0 5 0,0 0-26 16,0 0-45-16,0 0-58 0,0 0-53 15,0 0-27-15,37 60-18 0,-31-53 5 16,0-2-14-16,-1 1-26 0,1-4-55 15,-1 2-74-15,1-4-95 0,0 0-285 16,-3-4-215-16,-1 0-615 0,0-9 37 0</inkml:trace>
  <inkml:trace contextRef="#ctx0" brushRef="#br0" timeOffset="188479.92">11653 2277 65 0,'0'0'2989'16,"0"0"-2217"-16,0 0-376 0,0 0-95 0,0 0-107 16,0 0-108-16,0 0-86 0,0 0 0 15,0 0-77-15,0 0-31 0,0 0 22 16,11 23-63-16,-5-16-118 16,0-1-206-16,3 1-257 0,-4-1-505 0,4 4-328 15,-55-69 1448-15</inkml:trace>
  <inkml:trace contextRef="#ctx0" brushRef="#br0" timeOffset="188716.24">11970 2515 2062 0,'0'0'531'15,"0"0"-219"-15,0 0-20 0,0 0-56 0,0 0-65 16,0 0-25-16,0 0-36 0,63 69-38 15,-54-57 3-15,-3-1-14 0,-2 1 17 16,-1 1 43-16,-3 1 50 0,0 3-47 16,-4 2-47-16,-7 3-22 15,-4-1-27-15,0-1-28 0,-3-2-13 0,1-6-64 16,3-5-90-16,1-2-66 0,3-5-106 16,-3-5-176-16,6-2-543 0,-3-16-238 0</inkml:trace>
  <inkml:trace contextRef="#ctx0" brushRef="#br0" timeOffset="188929.73">11854 2215 3059 0,'0'0'1116'16,"0"0"-796"-16,0 0 12 0,0 0-26 15,0 0-86-15,0 0-108 0,0 0-112 16,0 0-52-16,0 0-24 0,0 0-27 0,8-7-25 16,-2 6-126-16,2-1-218 15,2 0-328-15,-3 2-696 0,5 0-560 0</inkml:trace>
  <inkml:trace contextRef="#ctx0" brushRef="#br0" timeOffset="189260.67">12290 2326 2455 0,'0'0'963'0,"0"0"-719"16,0 0-36-16,0 0 10 0,0 0-72 15,0 0-56-15,0 0-37 0,88-38-53 16,-63 24-12-16,6 0-81 0,-3 0-208 15,-4 2-351-15,13-5-887 0</inkml:trace>
  <inkml:trace contextRef="#ctx0" brushRef="#br0" timeOffset="189591.6">12862 1917 2130 0,'0'0'1276'0,"0"0"-811"0,0 0-82 16,0 0-8-16,0 0-68 0,0 0-127 15,0 0-79-15,0 0-40 0,-43 69-25 16,31-46-15-16,2 4 1 0,0-1 17 0,6-2 13 15,1-3 8-15,3-2-41 0,0-3-19 16,6-2-19-16,2-4-20 0,5 0-22 16,2-4-15-16,3-1-76 0,2-4-59 15,1-1-55-15,3-6-133 0,0-2-270 16,4-5-132 0,-9 3-438-16,10-9-317 15</inkml:trace>
  <inkml:trace contextRef="#ctx0" brushRef="#br0" timeOffset="189847.61">13075 2009 2002 0,'0'0'972'0,"0"0"-592"16,0 0-47-16,0 0-121 0,0 0-75 0,0 0 2 15,0 0 35-15,0 0-22 0,-10 69-53 16,15-62-41-16,1-3-18 0,2-1 16 16,-2-1-4-16,1-1 34 0,-1-1 6 15,3 0-7-15,2-4-33 0,-4-2-21 16,4-1 5-16,-2 0-11 0,0-1-22 15,-3-1 0-15,-1 1 24 0,-3 0-6 16,-2 1-19-16,0 0 11 0,0 0-4 16,-7-1-9-16,-2 0-58 0,-1 2-30 15,1 0-41-15,-1 1-36 0,3 2-25 16,2-1-39-16,2 3-91 0,2-1-159 0,1-1-127 16,0 1-77-16,0-3-66 0,3 1 45 15,6-4 49-15</inkml:trace>
  <inkml:trace contextRef="#ctx0" brushRef="#br0" timeOffset="190111.86">13277 1838 483 0,'0'0'423'0,"0"0"-45"0,0 0 110 15,0 0 141-15,0 0-10 0,0 0-90 16,0 0-103-16,0 0-110 0,0 0-108 16,0 0-78-16,0 0-38 0,-22 17-55 15,18-9-35-15,0-2 12 0,1 1-14 16,1 1-15-16,2 0-22 0,0-2-3 15,5 2 6-15,1 1 13 0,5-1 2 16,0-1 16-16,5 2 3 0,-1-2 14 0,2 4 11 16,-1-4-13-16,0 2-11 15,-6 0 1-15,0-2 11 0,-3 3 5 0,-3-2 19 16,-1 2-6-16,-3-1-3 0,0 0-25 16,0 0-3-16,-4-1-31 0,-6 2-105 15,0-3-117-15,0-3-122 0,-6 0-111 0,3-4-233 16,0 0-415-16,-2-4 28 0</inkml:trace>
  <inkml:trace contextRef="#ctx0" brushRef="#br0" timeOffset="190330.8">13401 1726 1851 0,'0'0'732'16,"0"0"-268"-16,0 0-100 0,0 0-32 0,0 0-77 15,0 0-92-15,0 0-60 16,0 0-25-16,55 73-28 0,-42-52-13 16,4 0-25-16,-4-1-12 0,3-1-18 0,-3-1 17 15,-2-2-34-15,1-3-95 0,-6-2-218 16,-1-4-253-16,-3-2-518 0,-2 2-308 0</inkml:trace>
  <inkml:trace contextRef="#ctx0" brushRef="#br0" timeOffset="190457.01">13470 1916 2412 0,'0'0'606'0,"0"0"-376"0,0 0 88 15,0 0-68-15,0 0-147 0,0 0-71 16,101-60-32-16,-74 45-41 0,5-1-138 16,1 0-278-16,-6 3-622 0,15-5-938 0</inkml:trace>
  <inkml:trace contextRef="#ctx0" brushRef="#br0" timeOffset="190812.78">14123 1608 2327 0,'0'0'735'16,"0"0"-416"-16,0 0-59 0,0 0 14 15,0 0-44-15,0 0-46 0,0 0 8 16,0 0 20-16,-40 78 27 0,37-63-31 15,0-2-80-15,3-1-73 0,0-3-40 16,6-2-12-16,-1 0 9 0,4-4-10 16,1 0 19-16,2-3-21 0,0 0-1 15,2-3-29-15,3-4 12 0,0-2 6 16,2-1-4-16,-5-3 13 0,2 1-9 16,-7 0-15-16,-3 1-37 0,-2 2-6 15,-4 0 52-15,-2-1 16 0,-6-1-35 16,-4 1-3-16,-2 0-12 0,1 1 3 0,-4 1-18 31,4 2 3-31,-6 5 5 0,3 0-39 0,0 1-41 0,2 0-34 0,-1 0-1 0,7 1-12 16,0 0-103-16,5-1-101 15,3 0-142-15,2 0-221 0,7-1-378 0,3-6 593 16,0 1 195-16</inkml:trace>
  <inkml:trace contextRef="#ctx0" brushRef="#br0" timeOffset="191110.06">14252 1456 160 0,'0'0'512'15,"0"0"-33"-15,0 0-53 0,0 0-20 16,0 0-49-16,0 0-112 0,0 0-61 16,0 0 25-16,0 0 76 0,0 0-53 0,19 15-102 15,-12 1-73-15,1 3-41 0,2 2-1 16,3 4-15-16,0 2-2 0,0-1 1 16,3 1-3-16,-2-2 1 0,-1-4 2 15,-1-1 1-15,-7-4-2 0,1-3-14 16,-3-1 4-16,-2-3-39 0,-1-3-79 15,0-2 16-15,0-2 114 0,0-2 35 16,0 0 22-16,0-2-56 0,0-4 119 16,-1-1-12-16,-2-3-83 0,3-1 41 0,0-3 73 15,0 0 12-15,0 1-38 0,1 0-29 16,4 3-10-16,-2 1-37 0,1 2-36 16,0-2-1-16,-1 3-15 0,-1-2-32 15,-2 3-164-15,0 2-211 0,0 0-569 0,-11 3-592 0</inkml:trace>
  <inkml:trace contextRef="#ctx0" brushRef="#br0" timeOffset="191563.48">13002 2583 904 0,'0'0'1935'0,"0"0"-1353"16,0 0-57-16,0 0-13 15,0 0-35-15,47 66-81 0,-32-42-89 0,-1 3-86 16,-1-1-92-16,3 0-101 0,-6-3-28 16,2-3-34-16,-4-2-38 0,1-5-91 15,-3-2-107-15,1-4-232 0,-3-5-643 0,5-2-730 16</inkml:trace>
  <inkml:trace contextRef="#ctx0" brushRef="#br0" timeOffset="192041.47">13510 2539 1717 0,'0'0'987'0,"0"0"-672"0,0 0-31 15,0 0-32-15,0 0 16 0,0 0-51 0,33 68-63 16,-22-60-33-16,-4 1-40 16,3-4-41-16,-3-1-15 0,2-1 12 0,-3-3 0 15,0 0 15-15,2 0 50 16,-1-1 55-16,0-5-35 0,2 0-36 0,0-2-28 16,-5 0-3-16,2-3-15 15,0-1-10-15,-3 1-27 0,0-2 9 0,-3-1 0 0,0 3-10 16,0-1-2-16,0-1-2 0,-1 1-59 15,-1 2-57-15,-1 1-26 0,0 3-25 16,0 2-49-16,3-1-133 16,-3 4-253-16,3-1-454 0,0-1-297 0</inkml:trace>
  <inkml:trace contextRef="#ctx0" brushRef="#br0" timeOffset="192345.66">13780 2491 718 0,'0'0'646'0,"0"0"-149"0,0 0-66 16,0 0-56-16,0 0-53 0,0 0-15 16,0 0-53-16,0 0-36 0,0 0-41 15,0 0-45-15,0 0-54 0,61 55-56 16,-61-55-21-16,0 0 18 0,0 0 9 16,0-2 40-16,0-3-33 0,0 1-35 15,1-1 18-15,3 0 7 0,-1-4-10 0,3-1-2 16,-2-2-13-16,2 0-1 0,0 1-24 15,2 3 9-15,-2 1 4 0,-2 3-7 16,1 1-2-16,-2 2 21 0,1 1 1 16,1 0 27-16,1 0 0 0,2 0 0 15,-1 0 21-15,4 1 13 0,-2 2-3 16,3 1-13-16,-3-1-46 0,2 1-31 16,-1-3-111-16,1-1-147 0,-2 0-244 15,0 0-667-15,-1-3-119 0</inkml:trace>
  <inkml:trace contextRef="#ctx0" brushRef="#br0" timeOffset="192546.77">14142 2364 1148 0,'0'0'702'0,"0"0"-280"0,0 0-50 15,0 0-44-15,0 0-24 0,0 0-59 16,0 0-77-16,0 0-87 0,0 0-27 15,76 34-54-15,-65-34-50 0,1-7-80 16,1-1-22-16,-1-4-26 0,-1 0-135 16,1-2-54-16,-7-3-60 0,1 4-349 0,0-7-251 0</inkml:trace>
  <inkml:trace contextRef="#ctx0" brushRef="#br0" timeOffset="192826.56">14290 2094 924 0,'0'0'716'0,"0"0"-47"16,0 0-114-16,0 0-113 0,0 0-176 15,0 0-98-15,0 0-86 0,0 0-47 0,0 0-7 16,12 66 6-16,-5-49 35 16,1 2-2-16,0-2-17 0,0-1 0 0,4 0 6 15,-5-4 0-15,-1 0-18 0,0-4-17 16,-2-2-5-16,-4-1-1 16,3-2-15-16,-3-2-1 0,0-1 0 0,0 0-23 15,0 0-29-15,0-1-34 0,0-2-26 16,0-3 18-16,0 1 7 0,0-2-6 15,2-2 50-15,3 0 19 0,1-1 25 0,0 0 21 16,-1 1 42-16,2 1-7 16,-1 0-18-16,0 0-19 0,0 3-19 0,0-2-3 15,1 2-16-15,-3 0 16 0,0 2-51 16,1-1-94-16,-4 0-191 0,1-1-276 16,-2 2-356-16,-2-3-222 0</inkml:trace>
  <inkml:trace contextRef="#ctx0" brushRef="#br0" timeOffset="192996.46">14007 2146 4479 0,'0'0'764'0,"0"0"-621"16,0 0-143-16,0 0-102 0,0 0-48 15,0 0 108-15,0 0-16 0,90-21-132 16,-61 10-307-16,-8 5-681 0,11-4-398 0</inkml:trace>
  <inkml:trace contextRef="#ctx0" brushRef="#br0" timeOffset="193657.19">14913 1926 3116 0,'0'0'995'15,"0"0"-852"-15,0 0-13 0,0 0 13 16,0 0-1-16,0 0-62 0,0 0-22 16,0 0-12-16,-32 72-12 0,32-58-16 15,0-2-17-15,0 0 18 0,3-2 5 16,4-1-6-16,0-1-2 0,0-1-15 16,2-4-1-16,2 0-2 0,1-3-1 0,0 0-22 15,3-2-18-15,-1-2-9 0,0-4 6 16,-4-2 22-16,-1 2-10 0,-4-1-34 15,-3 1 10-15,-2 0 11 0,0 1 47 16,-9-1-15-16,-2 2-53 0,-5-1-44 16,0 0-2-16,-1 3 8 0,1-2 50 15,2 2 40-15,5 0-15 0,1 2-2 16,6-2-1-16,0 1-70 0,2-3-94 0,0 0 46 16,4-1 73-1,4-1 53-15,2 1-3 0,3-2 10 0,-2 1 19 0,5-2 26 16,-1 2-1-16,-1-1-9 0,0-1-3 15,2-1 3-15,-1-1-14 0,-4 3-1 16,1-1 0-16,-5 2 34 0,-3 0 28 16,1 3 48-16,-5 1 50 15,0 4 72-15,0 0 0 0,0 0-47 0,0 0-10 16,0 0-16-16,0 7-68 0,4 1-89 0,-1 2-3 16,0 7-15-16,4 2-1 0,5 6-2 15,0 3-3-15,1 2 21 0,4 1 0 16,1 1-25-16,1-3 7 0,-1-1 5 15,0-3 12-15,-1-3-11 0,-1-3-6 16,0-6 18-16,-6-2-34 0,-4-4-62 16,-2-1 4-16,-3-5-7 0,-1-1 87 15,0 0-4-15,-5 0-27 0,-3-4-41 16,1-4 84-16,-1-1 19 0,2-2-19 16,1-1 0-16,3 0 27 0,0 0 45 0,1 4 2 15,1-1-6-15,0 1-22 0,0 2-9 16,0-2-26-16,0-1-11 0,1 1-13 0,2 0-2 15,0 0-13-15,0-1-27 0,1 4-66 16,2-4-115-16,-3 2-299 0,1 1-667 16,-1 0-307-16</inkml:trace>
  <inkml:trace contextRef="#ctx0" brushRef="#br0" timeOffset="194662.21">14362 2619 1261 0,'0'0'1836'0,"0"0"-1292"0,0 0-128 15,0 0-86-15,0 0-51 0,0 0 0 16,0 0-23-16,0 0-94 0,0 0-114 16,0 0-36-16,-1 69-12 0,1-41-3 15,7 2-15-15,1 6 18 0,4-4 9 0,4 0 0 16,-3-1-9-16,4-5-15 0,-4-3 12 15,0-5-24-15,-4-5 12 0,-4-3-31 16,-2-4-30-16,-1-2-25 0,-2-3-15 16,0-1 9-16,0 0 6 0,0 0-62 15,0-7-7-15,-6 0-40 0,-1-3-38 16,-2-3-44-16,1-2 67 0,0-7 85 16,1 0 22-16,3-3 19 0,0-2 16 0,1 3 28 31,3 3 36-31,0 5-16 15,0 3 9-15,1 3 7 0,5 3 18 0,-2 1-12 0,0 1 13 0,1 2 9 0,1-1 49 16,1 2 19-16,3-3-19 0,0 1-13 16,2-1 3-16,2-1 6 0,-2 1-3 15,2-1 0-15,-4-1 6 0,2 0 16 16,-3 2-15-16,-1-1 24 0,-2 2 16 16,-4 2 3-16,0-1 9 0,-1 3 6 15,1 0-6-15,-2 0-13 0,0 0-32 0,0 0-3 16,0 0-9-16,0 0-4 0,0 0-2 15,0 0 30-15,0 1 52 0,0 1 13 16,0-2-51-16,0 3-67 0,0-1-24 16,0-1-31-16,1 2-24 0,2 0 0 15,-2-1 54-15,1-2-1 0,1 3-29 16,-2-3-3-16,1 0 10 0,-1 0-4 0,0 0-21 16,1 0 18-16,-1 0 31 0,-1-1 3 15,2-1-3-15,-2 2 0 0,1-2 0 16,1 0 2-16,1-1-2 0,0 1-3 0,-3-1 3 15,3 1-1-15,-3-1-1 0,2 0 2 16,0 1 2-16,-2-1 1 0,1 1-1 16,0-1 1-16,2 0-3 0,-1 0-2 15,1 0-1-15,0-2-9 0,0 4-7 16,-3-2 16-16,3 0 0 0,-3 3 3 16,0-1 13-16,0 1 8 0,0 0 16 15,0 0 0-15,0 0-3 0,0 0-10 16,0 0-8-16,0 0-15 0,0 0-1 15,0 0 0-15,0 0 15 0,0 0 13 16,0 0-7-16,0 0 10 0,0 0 12 16,0 0 24-16,0 0 25 0,0 2 72 15,1 4 0-15,0-1-42 0,1 4-49 0,1 1-55 16,4 5-4-16,-1 2-14 0,1 2-12 16,2 0-6-16,0 0 15 0,2-1-13 15,-3-1 14-15,1-2-22 0,0-3-18 0,-5-1-49 16,2-3-64-16,-3-3-43 0,0-1-13 15,1-2-38-15,-3-2-14 0,2 0-103 16,1-2-215-16,2-5-159 0,0-5 207 16,3-4 68-16,-2 4-114 15,0-8-171-15</inkml:trace>
  <inkml:trace contextRef="#ctx0" brushRef="#br0" timeOffset="195075.99">14818 2657 173 0,'0'0'427'0,"0"0"36"16,0 0-30-16,0 0 2 0,0 0-7 15,0 0-101-15,0 0-77 0,0 0-28 0,0 0-56 16,0 0-33-16,0 0-15 0,77 34 8 16,-68-34 6-16,0 0 10 0,0 0 12 15,2 0 2-15,-4-1-7 0,2-3-7 16,-1-1-34-16,-2 1-25 0,0-2-15 16,0 2-31-16,-3-1-19 0,1 0-6 0,1 0-12 15,1 1 0-15,-1-2 0 0,0 0 1 16,1-1 0-16,0 2-1 0,-3 0-12 15,0 0 0-15,-2-1-16 0,-1 3-21 16,0-1 34-16,0-1 15 0,-1 1 18 16,-4 0-15-16,-3-2 0 0,1 0-3 15,-5-1-24-15,1 2-13 0,-1-2 3 16,2 3 9-16,-2 0-5 0,4 1-4 16,2 3 34-16,1 0 13 0,0 0 5 15,1 0 7-15,2 0 21 0,1 0 16 16,1 0-13-16,0 0-15 0,0 0 5 15,0 0-18-15,0 0-21 0,0 0-34 0,0 2-3 16,0-2 4-16,0 0-14 0,0 0-20 16,3 1-19-16,0-1-1 0,5 2-36 15,-2-2-79-15,1 0-137 0,2 0-218 16,-2 0-514-16,3 0 2 0,-63-5-114 0</inkml:trace>
  <inkml:trace contextRef="#ctx0" brushRef="#br0" timeOffset="195509.13">15093 2532 1861 0,'0'0'496'0,"0"0"-386"16,0 0-87-16,0 0-4 0,0 0 39 15,0 0 91-15,0 0 40 0,0 0-19 16,0 0-3-16,0 0 43 0,0 0 78 0,33 34 17 16,-32-30-95-16,2 0-89 0,0-1-71 15,3 3-50-15,-3-4-11 0,2 2-1 16,0-2 9-16,1-1 2 0,-3 1-18 15,2-2-24-15,1 0 12 0,-2 0-10 16,-1-2 10-16,0 1 16 0,-1-2-1 16,-1-1 14-16,2 1 2 0,0-4 0 0,0-1 12 15,2-1-12-15,0-2-3 0,-1 0-37 16,0-1-26-16,-1-1-10 0,-1 2 17 16,-1 1 27-16,-1 3 31 0,0 2 1 15,0 4 25-15,2 1 0 0,-2 0-3 16,0 0-6-16,1 0 19 0,1 1-25 15,2 2 2-15,1 2-12 0,3 1 13 0,-1-2-10 16,2 2 19-16,1-3-19 0,0 1 0 16,-1-2-1-16,2-2 17 15,-2 0 21-15,1 0 7 16,1-3 19-16,-1-3-1 0,1-1 28 0,3-5 15 16,-4-1-6-16,3-2-29 0,-3 0-39 15,-3-1-21-15,-1 2-13 0,-3 0-4 0,-2 0-11 16,-1 0 0-16,-1 2-31 0,-8 2-34 15,-4 1-87-15,-6 4-160 0,5 3-392 16,-16 2-887-16</inkml:trace>
  <inkml:trace contextRef="#ctx0" brushRef="#br0" timeOffset="196091.52">15085 2936 1190 0,'0'0'2087'0,"0"0"-1438"15,0 0-239-15,0 0-45 0,0 0-4 0,0 0 35 16,0 0-75-16,0 0-173 0,0 0-103 15,-21 93-45-15,18-58 0 0,2 0-9 16,1 0 9-16,0-3 0 0,0-4-18 16,5-6-9-16,3 0 6 0,2-8-55 15,-2-1-57-15,3-2-49 0,0-5-76 0,2-2-203 16,3-4-300-16,-5 0-437 0,6-4-269 0</inkml:trace>
  <inkml:trace contextRef="#ctx0" brushRef="#br0" timeOffset="196360.17">15325 3114 179 0,'0'0'1077'0,"0"0"-433"16,0 0 30-16,0 0-38 0,0 0-49 0,0 0-95 15,0 0-167-15,44 77-88 0,-41-61-81 16,0-2-70-16,-3 0-44 0,0-1-42 16,0-1-52-16,-1-3-98 0,-4-1-114 15,0-3-207-15,2-1-678 0,-5-2-748 0</inkml:trace>
  <inkml:trace contextRef="#ctx0" brushRef="#br0" timeOffset="197435.5">15237 3107 26 0,'0'0'1669'0,"0"0"-1042"15,0 0-224-15,0 0-33 0,0 0-39 0,0 0 71 16,0 0-22-16,0 0-193 15,0 0-94-15,9 70-44 0,-9-62-36 0,0 2-13 16,0-4-18-16,0 0-22 0,0-3-118 16,0-2-107-16,1-1-104 0,0 0-168 15,2-2-281-15,-1-3-156 0,-1-4-87 0</inkml:trace>
  <inkml:trace contextRef="#ctx0" brushRef="#br0" timeOffset="197644.67">15205 2903 1315 0,'0'0'1659'16,"0"0"-1250"-16,0 0-174 0,0 0-36 0,0 0-14 0,0 0 41 15,0 0 10-15,0 0-51 0,0 0-99 16,0 0-58-16,12-1-26 0,-11 1 10 0,1 0-12 15,1 0-43-15,-1 0-46 0,4 0-118 16,0 0-277-16,-3 0-802 0,-3 1-608 0,-35-1 1120 16</inkml:trace>
  <inkml:trace contextRef="#ctx0" brushRef="#br0" timeOffset="197976.6">15480 3141 1243 0,'0'0'826'16,"0"0"-215"-16,0 0-110 0,0 0 20 0,0 0-127 16,0 0-83-16,0 0-51 0,50 66-110 15,-46-54-58-15,0 0-40 16,-1-1-39-16,-3-1-13 0,0 1-3 0,0-4-58 16,-2 4-98-16,-6-4-100 0,1 3-231 15,-2-4-727-15,-8 0-809 0</inkml:trace>
  <inkml:trace contextRef="#ctx0" brushRef="#br0" timeOffset="198590.93">15454 2913 1421 0,'0'0'2244'0,"0"0"-1731"0,0 0-134 16,0 0-78-16,0 0-151 0,0 0-73 16,0 0-56-16,0 0-21 0,0 0-27 15,0 0 5-15,8 8 1 0,-5-6-1 16,0-1-69-16,-1-1-106 0,3 0-149 16,2 0-366-16,-1-1-853 0,-1-3-391 0,-44-2 1809 0</inkml:trace>
  <inkml:trace contextRef="#ctx0" brushRef="#br0" timeOffset="198821.3">15532 2808 2760 0,'0'0'777'0,"0"0"-540"0,0 0-133 0,0 0-73 0,0 0-9 0,0 0 88 0,0 0 153 0,0 0-34 15,87-1-78-15,-61 1-31 0,0 4-25 16,1 5 30-16,-1 3 37 0,2 8 3 16,-1 5-71-16,-1 5-24 0,-3 5-40 15,-9 4-30-15,-2 0 0 0,-10-2-131 16,-2 0-182-16,-5-1-169 0,-5-9-721 0,-12 8-535 16</inkml:trace>
  <inkml:trace contextRef="#ctx0" brushRef="#br0" timeOffset="203976.85">20140 440 3216 0,'0'0'769'16,"0"0"-558"-16,0 0-108 0,0 0 11 15,-78 58 75-15,62-39-51 0,2 3-61 16,5-1-37-16,3-1-18 0,3 1-5 15,3-2-17-15,0 0 0 0,6 0 22 16,3-1-3-16,4-2-1 0,-2-1-16 16,2-3-2-16,2-1-13 0,0-3-21 15,0-1-49-15,3-2-61 0,1-1-26 16,3-4-31-16,1 0-62 0,0 0-152 0,5-5-341 16,-10 0-582-1</inkml:trace>
  <inkml:trace contextRef="#ctx0" brushRef="#br0" timeOffset="204209.75">20489 651 215 0,'0'0'1907'16,"0"0"-1412"-16,0 0-183 0,0 0-14 0,0 0 30 15,0 0 16-15,0 0-56 0,18 66-73 16,-15-52-94-16,0 1-75 0,1 1-29 16,-1-2-17-16,0 2-12 0,3-4 0 15,-2 0-50-15,-1-2-136 0,1-3-153 16,1-2-381-16,-1-3-539 0,2-2-150 16</inkml:trace>
  <inkml:trace contextRef="#ctx0" brushRef="#br0" timeOffset="204657.55">20761 536 2040 0,'0'0'685'16,"0"0"-533"-16,0 0-66 0,0 0 90 15,0 0 35-15,0 0-61 0,0 0-36 16,0 0 53-16,0 0-38 0,0 0-44 15,77 3-12-15,-71 2 14 0,2 0 41 16,-5 2 21-16,-2 4 46 0,-1-1-63 0,0 4-40 16,0 1-34-16,-3 2-6 0,-3 1-18 15,2-1-19-15,-2-1-14 0,1-2 0 16,0-1 11-16,2-2 4 0,3-3-13 16,0-2-3-16,0-1-11 0,0-1-14 0,0-1 13 15,0-1 9-15,3 0 3 0,6-2 3 16,-4 2-3-16,3-1-15 0,3-1-28 15,4 1-6-15,1-1-68 0,4 0-98 16,3-4-145-16,-9 0-390 0,14-7-772 0</inkml:trace>
  <inkml:trace contextRef="#ctx0" brushRef="#br0" timeOffset="204942.53">21365 613 3198 0,'0'0'952'0,"0"0"-827"16,0 0-51-16,0 0-6 0,0 0 25 16,0 0-34-16,82-7-34 0,-52 0-25 15,6 2-111-15,-1-1-297 0,-11 1-605 16,13 2-466-16</inkml:trace>
  <inkml:trace contextRef="#ctx0" brushRef="#br0" timeOffset="205309.33">22398 448 342 0,'0'0'2122'0,"0"0"-1427"0,0 0-263 15,0 0-116-15,0 0 1 0,0 0-78 0,0 0-54 16,0 0-40-16,-79 44-32 0,63-27 6 16,4 1 34-16,1 0 18 0,5 0-41 15,0 0-42-15,6 0-15 0,0 0-40 16,0 1-30-16,0-3 12 0,6 1-15 15,1-5-30-15,5-1-37 0,1-3-48 16,2 0-95-16,4-4-46 0,4-4-53 0,3 0-128 16,0-4-308-16,-3-2-518 31,7-8-42-31</inkml:trace>
  <inkml:trace contextRef="#ctx0" brushRef="#br0" timeOffset="205582.58">22588 552 2203 0,'0'0'523'16,"0"0"-343"-16,0 0 35 0,0 0 111 16,0 0-35-16,0 0-52 0,-1 75-47 15,9-61-40-15,2-4-3 0,-1-3-32 16,4 0 1-16,-3-2 1 0,3-1-36 16,2-1-37-16,-1-3-18 0,3 0-10 15,-1 0 3-15,3-7-5 0,-1 0-14 16,-4-3-2-16,-3 3-13 0,-2-1 13 15,-5 1 2-15,-4 3-1 0,0-3 26 16,-1 0-15-16,-8-3-12 0,-7 1-24 0,-5 1-47 16,-4 1-48-16,-3 1 24 0,0 3 0 15,2 2-20-15,7 1-18 0,8 0-19 16,3 0-142-16,7 0-313 0,1 0-508 16,0 0 319-16,14 0-356 0</inkml:trace>
  <inkml:trace contextRef="#ctx0" brushRef="#br0" timeOffset="205858.05">22951 463 248 0,'0'0'694'16,"0"0"-117"-16,0 0-9 0,0 0-34 15,0 0-39-15,0 0-11 0,0 0-50 0,0 0-71 16,0 0-91-16,0 0-79 0,0 0-76 16,9 8-117-16,-13-3-14 0,2 2-19 15,2 2-4-15,0 1-3 0,2 1 9 16,3-3 10-16,4 4 21 0,1-1 2 15,4 1 0-15,0 1 44 0,1-2-37 16,-3 0-9-16,-2-1-15 0,0-1 4 16,-3 0 11-16,-4-1 1 0,0-1 1 15,-3 3-2-15,0-1-12 47,0 1 12-47,-7 1-1 0,-6 1-2 0,-2-2-46 0,-5 1-120 0,1-3-48 0,1-3-158 0,3-2-138 0,4-3-43 0,5 0-474 0,5-4-170 0</inkml:trace>
  <inkml:trace contextRef="#ctx0" brushRef="#br0" timeOffset="206072.02">23337 416 1307 0,'0'0'1008'0,"0"0"-572"0,0 0-28 16,0 0-26-16,0 0 18 0,0 0-52 0,0 0-128 15,5 76-127-15,-2-51-47 16,-2 2-21-16,-1-1-1 0,3 0-10 0,-3 1-14 16,0-4-16-16,0 0-24 0,0-6-95 15,0-2-138-15,0-2-151 0,0-6-554 16,-3 0-348-16</inkml:trace>
  <inkml:trace contextRef="#ctx0" brushRef="#br0" timeOffset="206225.6">23317 617 1425 0,'0'0'1504'16,"0"0"-1142"-16,0 0-162 0,0 0 53 15,0 0-48-15,0 0-79 0,0 0-79 16,94-12-47-16,-67 8-19 0,5-1-138 16,3 0-197-16,1 0-293 15,-9 0-451-15,16 0 46 0</inkml:trace>
  <inkml:trace contextRef="#ctx0" brushRef="#br0" timeOffset="206557.89">24055 540 1482 0,'0'0'1101'0,"0"0"-653"16,0 0-49-16,0 0-133 0,0 0-64 15,0 0 2-15,0 0-45 0,-33 73-66 0,33-61-34 16,0-1-25-16,5-3 13 0,0-2 24 16,2-3 25-16,1 1-7 0,0-3-22 15,1-1-11-15,4 0-11 16,0 0-14-16,6-7-6 0,-2-2-22 0,0-2-3 16,-1 0-3-16,-3-1-28 0,-6 0 3 15,-5 3-2-15,-2-1 2 0,-2 2 26 0,-5-1-19 16,-7 0-65-16,-4 2-25 0,-2-1 12 15,-3 0-6-15,1 5-19 0,1-1-69 16,5 4 13-16,5 0 1 0,3 0-112 16,7 0-204-16,1-1-283 0,3 1-31 15,3-1 135-15,9-1 146 0</inkml:trace>
  <inkml:trace contextRef="#ctx0" brushRef="#br0" timeOffset="206892.83">24429 386 1648 0,'0'0'626'0,"0"0"-222"0,0 0-73 15,0 0-37-15,0 0-103 0,0 0-146 16,0 0-45-16,-29 73-3 0,27-49-10 16,2 6 0-16,0-1-12 0,3 2 22 15,6-1 1-15,-1 0-1 16,1-2-19-16,0-3 19 0,-1-4 1 15,-2-5-40-15,-3-1-40 0,-2-7-43 16,1 0-9-16,-2-4 47 0,0-3 87 0,0-1 3 16,-6 0-3-16,3-2-41 0,-3-5 41 15,1-1 109-15,1-2 41 0,-1-2-44 0,2 0 5 16,2-1 73-16,1 0 40 0,0 1 53 16,0 2-12-16,0 3-86 0,1 2-89 15,5 1-90-15,1-2-12 0,5-1-22 16,1 1 0-16,4 0-31 0,-1 1-106 15,1-1-154-15,3 0-339 0,-7 0-727 16,10 1-471-16</inkml:trace>
  <inkml:trace contextRef="#ctx0" brushRef="#br0" timeOffset="207889.23">25283 383 1691 0,'0'0'1148'0,"0"0"-776"0,0 0-60 16,0 0 42-16,0 0-25 0,0 0-56 15,0 0-47-15,0 0-30 0,0 0-3 16,0 0-4-16,0 0 17 0,0 5-3 16,0-4-27-16,0 2-34 0,0 3-25 15,0 1-11-15,0 4-7 0,0 3-30 16,0 4-48-16,0 1-18 0,0 2-2 16,0-1-1-16,0 2-18 0,0 0-15 0,-1 1-42 15,-1 1-46-15,2 0-59 16,0-3-32-16,0-2-82 0,0-3-208 0,3-1-235 15,0-5-623-15,7-1-296 0</inkml:trace>
  <inkml:trace contextRef="#ctx0" brushRef="#br0" timeOffset="208208.46">25466 691 734 0,'0'0'1514'0,"0"0"-946"0,0 0-74 15,0 0-31-15,0 0-24 0,0 0-85 16,27 78-74-16,-24-59-109 0,0 1-103 16,-3 2-41-16,0-1-24 0,0-1-3 15,-1 0-36-15,-5-5-90 0,-2-1-107 16,-1-4-91-16,0-3-290 0,3-3-643 16,-2-4-494-16</inkml:trace>
  <inkml:trace contextRef="#ctx0" brushRef="#br0" timeOffset="208572.44">25776 542 114 0,'0'0'1593'0,"0"0"-1148"15,0 0-134-15,0 0 72 0,0 0-68 16,0 0-44-16,0 0-65 0,88 2-14 0,-76 3-60 16,-1 1-18-16,-2-1-8 0,-4-1 19 15,-2 3 36-15,-1-1-13 0,-2 1-18 16,0 3 5-16,-3 1-28 0,-4 1-28 16,-1 0 22-16,1 1-1 0,0 0-60 15,1-1-40-15,2-2-1 0,-1-1 1 16,4-1-2-16,0-3-19 0,1-2 18 15,0 0 0-15,0-1 0 0,0-2-13 16,1 0-2-16,5 1-9 0,1-1-16 16,5 0-45-16,3 0-59 0,4-4 0 15,2-1-75-15,0-3-181 0,2-1-313 16,-7 1-650-16,7-6-271 0</inkml:trace>
  <inkml:trace contextRef="#ctx0" brushRef="#br0" timeOffset="208775.42">26149 411 881 0,'0'0'2138'0,"0"0"-1886"15,0 0-165-15,0 0 208 0,0 0 124 16,0 0-27-16,94 70-99 0,-59-47-121 16,5 4-41-16,0 2 0 0,-1 0-39 15,-3 1-89-15,-10-1-1 0,-6-1-2 16,-10-3-12-16,-8 0-34 0,-5-2-82 15,-17-1-169-15,-10-3 29 0,-11-2-394 16,8-5-667-16,-35-3-384 0</inkml:trace>
  <inkml:trace contextRef="#ctx0" brushRef="#br0" timeOffset="209209.64">25100 431 333 0,'0'0'1595'16,"0"0"-866"-16,0 0-110 0,0 0-27 15,0 0-73-15,0 0-90 0,0 0-95 16,0 0-115-16,0 0-73 0,0 0-65 16,-32 93-20-16,25-57 24 0,1 2-1 15,1 1-62-15,3 0-22 0,2-3-54 16,0-3-127-16,7-2-96 0,1-3-294 16,-3-9-1029-16,4 3-1060 0</inkml:trace>
  <inkml:trace contextRef="#ctx0" brushRef="#br0" timeOffset="212890.74">28831 101 1383 0,'0'0'1967'16,"0"0"-1457"-16,0 0-255 0,0 0-50 15,-83 26 95-15,55-8 8 0,-1 6-43 16,-1 2-137-16,-2 6-55 0,2 2-33 16,4 1 5-16,0-1-11 0,5 0-1 15,3-3 61-15,4-2-12 0,5-1-49 16,2-4-21-16,4-2-12 0,3-6-21 16,0 0-22-16,6-2 7 0,4-2-9 15,4-4-58-15,2 2-104 0,6-4-37 0,2-3 67 16,1-2-121-16,4-1-300 15,1-1-429-15,-8-3-172 0,8-2-253 16</inkml:trace>
  <inkml:trace contextRef="#ctx0" brushRef="#br0" timeOffset="213102.11">28879 504 965 0,'0'0'1937'16,"0"0"-1546"-16,0 0-156 0,0 0 175 16,0 0-31-16,0 0-88 0,0 0-100 0,7 71-87 15,-4-57-70-15,-2 2-34 0,2-2-1 16,0-2-24-16,2 1-48 0,0-4-102 16,1-1-150-16,-2-2-334 0,1-3-762 15,-1-3-120-15</inkml:trace>
  <inkml:trace contextRef="#ctx0" brushRef="#br0" timeOffset="213459.81">29276 374 1391 0,'0'0'1158'0,"0"0"-958"16,0 0-71-16,0 0 79 0,0 0-45 0,0 0-54 16,0 0 15-16,0 0-45 15,0 0-25-15,0 0 28 0,0 0 88 0,74 37 116 16,-74-24-28-16,0 3-85 0,0 2-74 16,-4 1-28-16,-2 0-19 0,-4 1-15 15,1-3 6-15,2-1-3 0,-2-2-10 0,4-2-18 16,-1-3-11-16,4-2-1 0,1-2-24 15,1-2-4-15,0 0 13 0,0 0 15 16,3-2 25-16,1-1 11 0,3 0-36 16,-1 0-33-16,1 0-10 0,2 0-15 15,4 0-22-15,0-1-68 0,4-5-100 16,2-1-177-16,-5 1-384 0,14-6-681 0</inkml:trace>
  <inkml:trace contextRef="#ctx0" brushRef="#br0" timeOffset="213655.29">29823 420 962 0,'0'0'1606'16,"0"0"-1287"-16,0 0 14 0,0 0 90 15,0 0-124-15,0 0-97 0,0 0-40 16,79 3-47-16,-66-3-66 0,3 0-49 15,-6 0-10-15,1 0-62 0,-2-2-226 16,-3 2-296-16,-3-1-722 0,-3 1-194 0</inkml:trace>
  <inkml:trace contextRef="#ctx0" brushRef="#br0" timeOffset="213798.91">29840 564 2617 0,'0'0'571'15,"0"0"-357"-15,0 0 62 0,0 0-115 16,0 0-86-16,91-8-42 0,-61 0-33 0,3-1-265 16,5 0-218-16,-11 0-539 15,15 1-250-15</inkml:trace>
  <inkml:trace contextRef="#ctx0" brushRef="#br0" timeOffset="213998.38">30486 358 1752 0,'0'0'1192'16,"0"0"-910"-16,0 0 52 0,0 0 88 0,0 0-62 15,0 0-140-15,0 0-57 0,-13 77-25 16,9-58-24-16,-1-2-56 0,5 2-47 16,-1-1-11-16,1-2-25 0,0-3-39 15,1-2-107-15,5-3-135 0,1-1-249 16,0-6-593-16,-1 2-191 0</inkml:trace>
  <inkml:trace contextRef="#ctx0" brushRef="#br0" timeOffset="214292.64">30777 396 703 0,'0'0'1930'0,"0"0"-1596"0,0 0-205 16,0 0 82-16,0 0 40 0,0 0-11 15,0 0-86-15,7 71-28 0,3-64 5 16,3 0-3-16,1-2-35 0,1-2-28 16,4 0-3-16,-2-3-4 0,3 0-11 15,0-3-11-15,-1-3-2 0,-2 0 9 16,-2-1-3-16,1-2 3 0,-3-2-12 16,1 1-7-16,-2 0-8 15,0-1-4-15,-1-2-9 0,-3 3 15 16,-2 2 1-16,-3 1 20 0,-3 2 32 0,0-1 69 15,-3 3-40-15,-7-1-65 0,-5 1-35 16,-5 1-73-16,-4 2-49 0,-6 0-101 0,-5 0-112 16,0 2-366-16,5 2-703 0,-9 2-755 15</inkml:trace>
  <inkml:trace contextRef="#ctx0" brushRef="#br0" timeOffset="-211557.03">30014 983 2722 0,'0'0'676'0,"0"0"-479"15,0 0-102-15,0 0 27 0,0 0-33 16,0 0-27-16,0 0 7 0,0 0 4 16,92-13-35-16,-64 8-38 0,1 0-3 15,-3 0-10-15,-5 1 10 0,-3 1-16 16,-7 1-3-16,-5 1 4 0,-3 1 2 16,-3 0 15-16,0 0 1 0,-3 0-31 15,-6 1-16-15,-6 4-104 0,-4 0-10 16,-4 2 28-16,-3 0 85 0,0 2 19 15,4 1 29-15,-1 1 22 16,3-3 32-16,0 3 54 0,5-3 43 16,2 3 13-16,2 0-25 0,2-2-18 0,2 2-3 15,0 0 6-15,4-1-12 0,0 2-23 0,3 0-24 16,0 0 2-16,6 2-2 0,2-2 21 16,3 2 12-16,0-3-4 0,5 2-33 15,-3 0-18-15,1 0-16 0,-1 0-25 0,0-1-1 16,-4 0-1-16,-3 0 3 0,-5 0 34 15,2 0 39-15,-3 1-31 0,0 0-8 16,-3-1-22-16,-3 0-15 0,-1 0-30 16,1-1-34-16,-2-4-128 0,2-2-110 15,0-3-102-15,0-2-217 0,2-2-785 16,4-10-224-16</inkml:trace>
  <inkml:trace contextRef="#ctx0" brushRef="#br0" timeOffset="-211354.59">30386 1177 2659 0,'0'0'743'0,"0"0"-322"16,0 0 65-16,0 0-63 0,0 0-98 16,0 0-127-16,0 0-122 0,0 0-76 15,0 0-25-15,0 0-15 0,0 0-2 16,4 0-28-16,-2 0-68 0,1 0-70 15,1 0-57-15,2 0-239 0,0 0-555 16,2-2-357-16,-41 4-148 0</inkml:trace>
  <inkml:trace contextRef="#ctx0" brushRef="#br0" timeOffset="-211158.11">30663 1058 3059 0,'0'0'728'0,"0"0"-473"0,0 0 54 15,0 0 34-15,0 0-100 0,0 0-2 16,0 0-49-16,1 65-113 0,-1-40-40 16,0 1-27-16,0-1-12 0,0 1-11 15,-1-3-22-15,-1-1-61 0,2-5-95 16,0-3-71-16,0-3-96 0,3-4-177 0,3-6-207 16,-3 0-451-16,10-2-142 0</inkml:trace>
  <inkml:trace contextRef="#ctx0" brushRef="#br0" timeOffset="-210875.87">30974 1083 1964 0,'0'0'734'0,"0"0"-259"16,0 0-1-16,0 0-196 0,0 0-127 16,0 0-29-16,-24 71-32 0,22-54-46 15,1-1-16-15,1-2-10 0,1-2-15 16,5-1 34-16,0-3 16 0,5-2 80 15,-2-2 30-15,1-2-80 0,3 0-40 16,0-2 18-16,4 0-3 0,1-7-18 16,0 0-9-16,1-5-1 0,0 0-18 0,-6 0-11 15,0 2 0-15,-6-2-1 0,-3 1-16 16,-4 0 16-16,0 0 3 0,-4 0-3 16,-8 1-43-16,-2-2-48 0,0 3-69 0,-2 0-24 31,1 2-60-31,3 2-191 0,4 1-547 0,-2-1-589 0</inkml:trace>
  <inkml:trace contextRef="#ctx0" brushRef="#br0" timeOffset="-210687.82">31362 1082 2247 0,'0'0'597'0,"0"0"-270"15,0 0 135-15,0 0-97 0,0 0-149 16,0 0-88-16,0 0-72 0,86-19-56 16,-70 17-1-16,0-1-27 0,3 0-34 15,-2 2-188-15,2-1-217 0,-6 1-522 16,7 1-238-16</inkml:trace>
  <inkml:trace contextRef="#ctx0" brushRef="#br0" timeOffset="-210510.27">31456 1199 2511 0,'0'0'962'0,"0"0"-826"15,0 0 35-15,0 0 30 0,0 0-59 16,0 0-14-16,0 0-41 0,0 0-59 16,86 3-28-16,-60-9-112 0,0 0-92 0,3-2-47 15,-1-3-199-15,-7 4-593 0,12-5-314 0</inkml:trace>
  <inkml:trace contextRef="#ctx0" brushRef="#br0" timeOffset="-210058.45">32068 948 1292 0,'0'0'589'0,"0"0"-142"0,0 0 63 0,0 0-142 16,0 0-163-16,0 0-94 0,82-27-48 15,-67 23-15-15,-1 0-4 0,-4 1-16 16,-1 0 4-16,-4 2 6 0,-2 1-7 16,-1 0 4-16,-2 0 15 0,0 0 44 15,0 0 160-15,0 0 16 0,-6 1-97 16,-4 3-38-16,-3 0-135 0,-4 0-3 15,-2 4-34-15,-4-1 16 0,0 4 18 16,0 0 3-16,4 2 40 0,2-1 24 16,4 1 13-16,0 0 14 0,7-1-17 15,0 0-38-15,5-2-34 0,1 1-2 0,0 0 0 16,3 0 2-16,6 1 11 0,2 0-13 16,3 1-15-16,4-3-15 0,-1 4 3 15,3-3 14-15,0 1 10 0,-4 0-15 16,-3-2-7-16,-3 0 4 0,-4 1 6 15,-6-1-7-15,0 2-36 0,-7-1 58 16,-7 1 3-16,-4 2-3 0,-5-1-47 0,-3-3-66 16,4-1-41-16,1-3-85 15,5-2-139-15,4-3-219 0,5-1-445 0,4-3-240 0</inkml:trace>
  <inkml:trace contextRef="#ctx0" brushRef="#br0" timeOffset="-209752.26">32310 1012 1542 0,'0'0'1432'0,"0"0"-1039"0,0 0-234 16,0 0-13-16,0 0-45 0,0 0-45 16,-39 66-24-16,38-48-7 0,1-1 3 15,3-2 19-15,4 1 67 0,3-4 92 16,3-2 14-16,-3-2-50 0,0-3-69 15,0-1-39-15,-1-1-1 0,-2-3 6 0,3 0 1 16,-1 0-7-16,1-4 9 0,3-3-12 16,-6-1-25-16,2-2 4 0,-5 1 8 15,0-3 1-15,-2-1-10 0,-2 1-2 16,0-4 5-16,-4 1-5 0,-5 1-4 16,0 0-30-16,-5 4-24 0,-4 3-155 31,-3-1-65-31,-5 7-47 0,-3 1-165 0,9 0-585 0,-10 1-608 15</inkml:trace>
  <inkml:trace contextRef="#ctx0" brushRef="#br0" timeOffset="-205424.14">25336 15743 1273 0,'0'0'479'0,"0"0"-164"16,0 0-140-16,0 0 71 0,0 0 124 15,0 0 8-15,0 0-88 0,0 0-87 0,0 0-21 16,0 0 17-16,0 0-13 0,0 1-30 16,0 3-36-16,-3 3-27 0,-1 0-72 0,0 5-5 15,-2 1 8-15,3 4-21 0,-3 1-2 16,2-2 12-16,1-2 2 0,-1-1-14 15,1-2-1-15,3-6-19 0,0 1-2 16,0-5-19-16,0-1-22 0,0 0 7 16,0 0-7-16,7-1 62 0,2-5 24 15,-2-3-9-15,3-3 10 0,0-2-4 16,-4-1-20-16,0 0 0 0,-3 1 3 16,-2 3 8-16,-1 3 0 0,0 4 19 15,0-1 25-15,-4 4 14 0,-2 1-21 0,0 0-27 16,0 0-7-16,-2 0-15 0,1 4-31 15,1 0 13-15,-1 2-19 16,0 3 3-16,1 0 10 0,2 1-7 0,-1 2 3 16,2-2-21-16,2-2-22 0,-1-1-47 15,2-3-71-15,0 1-225 0,3-2-359 16,2 1-581-16,-1-1-333 0</inkml:trace>
  <inkml:trace contextRef="#ctx0" brushRef="#br0" timeOffset="-204860.3">25292 16774 1330 0,'0'0'549'16,"0"0"-415"-16,0 0-83 0,0 0 99 16,0 0 50-16,0 0-45 0,0 0-10 15,0 0 58-15,0 0 25 0,0 0-49 16,-6-20-65-16,3 15-6 0,0 4 38 15,0-1 11-15,3 2-34 0,-1 0-45 16,1 0-2-16,-2 2-39 0,-1 4-37 16,2 0-16-16,-2 5 16 0,3-3 0 0,0 4-3 15,3-2-10-15,3 1 10 0,1-2 3 16,0-3-15-16,2-2 2 0,2-2 13 16,0-2 3-16,0 0 16 0,-1 0-18 15,-1-2 15-15,-2 0-13 0,-1-3-1 16,-2 0 1-16,-1-2 28 0,-2 1-12 15,1-2 9-15,-2-2 0 0,0 1 3 16,0 1 13-16,-3 0 5 0,-3 4 16 0,-1-1-9 16,0 0 6-16,0 4-47 0,1 1 38 15,0 0-1-15,-1 0-42 0,4 0-10 16,0 0-40-16,0 1-15 0,2 4-10 16,-2 1-12-16,1-1 24 0,1 2-3 15,-2 0 0-15,3-2-31 0,0-1-95 16,0-1-259-16,0-1-625 0,0 0-670 0</inkml:trace>
  <inkml:trace contextRef="#ctx0" brushRef="#br0" timeOffset="-204355.7">25449 17461 798 0,'0'0'1162'0,"0"0"-845"0,0 0-135 16,0 0 85-16,0 0 45 0,0 0-85 15,0 0-71-15,0 0-10 0,-25 74 6 16,20-59 2-16,0 2 9 0,2-1-2 0,-1-2-9 16,4-2-28-16,0-3-22 15,0-1-37-15,0-4-65 0,0-1-6 16,6-2-22-16,1-1 9 0,3 0 19 15,-1-4 2-15,1-3 13 0,0-5-15 0,-3-1 0 16,-1 0-19-16,-3-1 17 0,-2 2 2 16,-1 1 22-16,0 1 3 0,-3 5 15 0,-1 2 18 15,-2 2 31-15,2 1 12 0,-3 0-36 16,0 1-62-16,1 5-3 0,-2 1-31 16,3 4-18-16,-1-3 9 0,2 1 19 15,-1 0 19-15,1 0-23 0,1-5 1 16,0 4-7-16,3-5-27 0,0-3-72 15,0 0-136-15,2 0-314 0,2-6-618 16,6-9-376-16</inkml:trace>
  <inkml:trace contextRef="#ctx0" brushRef="#br0" timeOffset="-203589.14">27585 15683 2413 0,'0'0'638'0,"0"0"-418"0,0 0-76 16,0 0 94-16,0 0 14 0,0 0-79 15,0 0-39-15,-51 66-6 0,50-54-4 16,-1 0-1-16,2-1-21 15,0-4-31-15,0 1-31 0,6-1-28 0,0-3-11 16,4 0 24-16,-3-3 2 0,3-1-11 16,3 0 5-16,-3-6 1 0,5-5 14 15,-1 0-17-15,-1-5-19 0,0 0 0 16,-6-2-2-16,-1 6 0 0,-3-1-17 16,-3 5 19-16,0 3 32 0,-4 2 32 15,-5 1-41-15,-7 2-23 0,0 2-27 16,-4 8-43-16,-1 5-13 0,0 5 3 0,1 2-12 15,1 2-65-15,5 0-44 0,2-1-121 16,4-2-166-16,5-7-325 0,2 5-651 0</inkml:trace>
  <inkml:trace contextRef="#ctx0" brushRef="#br0" timeOffset="-203122.42">27596 16647 1600 0,'0'0'991'0,"0"0"-762"15,0 0-98-15,0 0 62 0,0 0-34 16,0 0-47-16,0 0-49 0,0 0-28 0,0 0-22 16,0 0-13-16,0 0 2 0,17-3 30 15,-15 3 31-15,-1-2 29 0,2-1 75 16,3-1 22-16,-2-1-49 0,1-2-49 16,-1 0-39-16,0-1-24 0,-1 1-12 15,-3 1-15-15,1 1 1 0,-1 1 13 16,0 3 41-16,0 1 15 0,0 0 25 15,-1 3 42-15,-6 8-12 0,1 5-7 0,-1 0-82 16,1 4-34-16,3-3 19 16,3-1-7-16,0-3-15 0,0-4-1 0,0-4 0 15,6 1 1-15,0-6 17 0,1 0 44 16,3 0 79-16,0-8 18 0,-1-2-79 16,-1-2-79-16,-2-2 0 0,0-1-97 15,-3 3-76-15,-2 2-65 0,1 4-121 16,-2 3-218-16,0 2-197 0,0 1-401 15,-9 1-614-15</inkml:trace>
  <inkml:trace contextRef="#ctx0" brushRef="#br0" timeOffset="-202107.5">25387 15890 1117 0,'0'0'605'15,"0"0"-387"-15,0 0-23 0,0 0 70 16,0 0 10-16,0 0-5 0,0 0 127 0,0 0-143 16,0 0-81-16,89-14-62 0,-67 12-23 15,2 1-3-15,5-1-28 0,1-1-26 16,8-3-13-16,4 0-17 0,7 2-1 16,8-3-3-16,11-2-15 0,10 0 17 15,7-3-12-15,9-1 12 0,4-3 0 16,5-2-2-16,1-2 0 15,4-1-10-15,2-2 11 0,-4-1-17 16,-2-1 1-16,-6 4-2 0,-8-1-18 0,-13 5-40 16,-10 4-7-16,-13 3 6 0,-15 3 13 15,-10 4 3-15,-11 0 28 0,-7 3 35 0,-8 0 0 16,-2 0 120-16,-1 0 88 0,-1 3-72 16,-5 3-108-16,-1 0-16 0,1 0-12 15,3 0-15-15,-1-1-13 0,2 0 1 16,1 1-35-16,-1-3-73 0,2 3-48 0,0-5-68 15,0 1-164-15,-1 0-146 0,1-2-100 16,-3 0-327-16</inkml:trace>
  <inkml:trace contextRef="#ctx0" brushRef="#br0" timeOffset="-201747.43">27227 15409 1261 0,'0'0'810'0,"0"0"-331"0,0 0-105 0,0 0-3 16,0 0-79-16,0 0-49 15,0 0-45-15,0 0-13 0,0 0-66 16,0 0-23-16,0 0 15 0,-11 66 13 0,21-57-17 15,3 0-9-15,1 0 10 0,2-1-20 16,1 0-36-16,0 0-27 0,1-1-7 16,-1 1-3-16,2 1-15 0,0-1-1 15,-2 0 1-15,0 2 1 0,-1-2-1 0,-6 1 0 16,0 2 1-16,-5 1 23 0,-5 3-8 16,0 2-16-16,-9 1-98 46,-4 2-162-46,-6 0-224 0,5-3-757 0,-15 6-540 0</inkml:trace>
  <inkml:trace contextRef="#ctx0" brushRef="#br0" timeOffset="-201107.11">25718 16158 1520 0,'0'0'747'16,"0"0"-385"-16,0 0-137 0,0 0 96 15,0 0 23-15,0 0-38 0,0 0-63 16,0 0-50-16,0 0-28 0,0 0-26 16,0 0-28-16,-4-15 79 0,5 18-21 15,8 0-99-15,7 6-43 0,7 0-11 16,6 5 2-16,11 3-6 0,8 2-11 15,8 1 2-15,10 4 22 0,9 0 2 16,9 0-27-16,5 3 2 16,9 0 16-16,0 2-18 0,2 1-12 15,-1-4-3-15,-4 0-25 0,-1-2-2 0,-6-4-84 16,-8-2 10-16,-9 0-16 0,-9 1-16 0,-9-2-59 16,-11 1 2-16,-9 0 33 0,-8-2-1 15,-5 0-60-15,-7-1-69 0,-3-1-63 16,1-4 24-16,-2-2-1 0,0-7 18 15,2 1 44-15,-2-2 36 0,0-3-3 0,-1-3-102 16,-3-1-208-16</inkml:trace>
  <inkml:trace contextRef="#ctx0" brushRef="#br0" timeOffset="-200706.18">27198 16536 290 0,'0'0'1911'0,"0"0"-1282"0,0 0-250 0,0 0 15 16,0 0-44-16,0 0-130 0,0 0-127 15,0 0-65-15,0 0 3 0,0 0 16 16,28 57-13-16,-7-50 0 0,1 1-21 16,1 0-10-16,3-1-2 0,0 0-1 15,-2 0 0-15,-2 0 0 0,1-2-2 0,-3 0-14 16,-2-1 4-16,-3 0-4 0,-6-1-5 16,-1 0 7-16,-6 2 14 0,-2 2 34 15,-1 2-6-15,-8 4-26 0,-7 3-2 16,-4 5-19-16,-6 1-68 0,-4 3-113 31,-2-2-95-31,-2 1-231 0,8-7-597 16,-13 6-559-16</inkml:trace>
  <inkml:trace contextRef="#ctx0" brushRef="#br0" timeOffset="-200082.71">25667 16814 1439 0,'0'0'628'0,"0"0"-185"0,0 0-63 16,0 0-2-16,0 0-35 0,0 0-27 15,0 0-65-15,0 0-58 0,0 0-10 16,0 0-2-16,97-35-64 0,-64 15-56 15,8-8-27-15,9-6-16 0,8-8-5 16,14-5-13-16,13-6 0 0,7 0-28 16,12-1-6-16,2 3 7 0,3 2-1 15,-4 5-2-15,-3 2-72 0,-8 3-49 16,-9 4 3-16,-6 1-82 16,-8 2-119-16,-6-3-27 15,-4 2 57-15,-4-3 24 0,-5 3 60 0,-6 2 113 0,-3 0 57 16,-11 7 33-16,-8 6 6 15,-11 6-13-15,-8 8 39 0,-5 4 49 0,-3 0-11 0,-9 8-38 16,-5 2-155-16,0 6-72 0,-3 0-117 16,5-2-216-16,-8 7-547 0</inkml:trace>
  <inkml:trace contextRef="#ctx0" brushRef="#br0" timeOffset="-199686.79">27044 16011 1003 0,'0'0'827'0,"0"0"-305"15,0 0-128-15,0 0-76 0,0 0-63 16,0 0-10-16,0 0 20 0,0 0-16 16,0 0-12-16,0 0-39 0,0 0-49 0,58 1 1 15,-40-5-27-15,0 0-44 0,5 2-57 16,-2 1-10-16,0 1 6 0,0 0-7 16,4 0-11-16,-1 1-3 0,3 1 2 15,0 0-1-15,0 1-13 0,-5 3 4 16,-5 0 11-16,-4 4 15 0,-7 5 31 15,-5 2 24-15,-1 7-12 0,-3 4 6 16,-8 3-28 31,-5 0-23-47,0 0-12 0,-1-3-1 0,2-3-98 0,1-5-167 0,2-3-107 0,4-7-294 0,5-3-598 0,0-6-452 0</inkml:trace>
  <inkml:trace contextRef="#ctx0" brushRef="#br0" timeOffset="-197012.34">25707 17758 2387 0,'0'0'654'16,"0"0"-436"-16,0 0-94 0,0 0 13 15,0 0-30-15,0 0 114 0,0 0 16 16,0 0-91-16,105-12-31 0,-66-4-34 15,10-5-19-15,7-7-10 0,9-2-21 0,7-5-3 16,10-1-3-16,6-2-24 0,3 1-1 16,1 1-16-16,-1 0-18 15,-3 4-21-15,-4 1-75 0,-4 3-16 16,-8 2 36-16,-4 2-69 0,-6 3-92 16,-9 0-189-16,-7 1-102 0,-5 1-43 0,-8 0 30 15,-10 7-50-15,1-8-103 16</inkml:trace>
  <inkml:trace contextRef="#ctx0" brushRef="#br0" timeOffset="-196588.82">26988 17062 254 0,'0'0'1338'0,"0"0"-883"0,0 0-86 0,0 0-36 15,0 0-57-15,0 0-4 16,0 0-46-16,79-2-103 0,-53-2-72 0,3 3-16 16,1-2-35-16,2-1-3 15,-3 1-16-15,-3 1 15 0,1 1-8 0,-2 1 10 16,-4 0-18-16,-2 0 20 0,-3 6 25 16,-6 0-22-16,1 1 92 0,-6 6 137 0,-4 4 59 15,-1 3-108-15,0 6-56 0,-7-1-26 16,-6 5-36-1,1 1-38-15,-3-4-26 0,0 2 2 16,1-4-3-16,1-4-95 0,1-4-102 16,4-7-113-16,-1-4-196 0,6-3-537 0,-6-3-332 0</inkml:trace>
  <inkml:trace contextRef="#ctx0" brushRef="#br0" timeOffset="-195705.3">25511 16936 1865 0,'0'0'655'0,"0"0"-294"16,0 0-79-16,0 0 17 0,0 0-61 15,0 0-96-15,0 0-48 0,0 0 10 16,0 0 115-16,0 0-11 0,0 0-57 15,-3 6 6-15,3-5-16 0,0 1-18 16,3 1 2-16,0-1-15 0,1 0-50 16,0 0-49-16,-1 0-9 0,3 1-2 0,0-1 14 15,0 0-14-15,-1 0 0 0,1-1 15 16,-3 0 8-16,0-1-23 0,-2 1 0 16,-1-1 12-16,2 0-10 0,-1 2-2 15,-1-2-11-15,3 0 11 0,0 0 0 0,-1 1-3 16,0-1-3-16,0 0 6 0,0 2 3 15,-2-2-2-15,0 0 1 0,2 0 22 16,-2 0-2-16,0 0-22 0,0 0-2 16,0 0 0-16,0 0-1 0,0 0-31 15,0 0 4-15,0 0 15 0,1 0 13 16,-1 0 1-16,0 0 1 0,2 0 3 16,-2 0 0-16,1 0-1 0,-1 0-2 15,0 0-1-15,0 0-17 0,0 0-22 0,2 0-70 16,1 0-54-16,4 0-29 0,0-3 45 15,4 0-40-15,1-1-91 16,0 2-79-16,-1-1-56 0,-2 1-91 0,-5 2-276 16,5 0-570-1,-96 17 537-15</inkml:trace>
  <inkml:trace contextRef="#ctx0" brushRef="#br0" timeOffset="-190180.59">25586 16942 1886 0,'0'0'399'0,"0"0"-257"0,0 0-42 16,0 0 120-16,0 0 75 0,0 0-103 15,0 0-45-15,0 0-33 0,0 0-12 16,8 6 40-16,-5-4 78 0,0 0-6 16,2 1-37-16,0 1 3 0,2 2-20 0,-1-1-15 15,3 1-32-15,4 1-27 0,3 2-25 16,4-2-28-16,7 2-2 0,6 1-13 15,8-4 0-15,9 0-16 47,8-2-2-47,5-2 22 0,9-2-8 0,7-5-14 0,5-3-27 0,9-4 27 0,7-2 3 0,4 1 9 0,3 2-12 0,-2 1-31 16,-4 3 4-16,-7 5 15 0,-10 0-19 0,-10-1 1 16,-9 3-4-16,-12 0-9 0,-10 0-3 15,-8 0 1-15,-9 0-17 0,-9-1-24 16,-3 1 0-16,-6-1 9 0,-4-1 15 15,-4 2 22-15,0-2-28 0,0 2-47 16,-6-1-74-16,-2-1-98 16,-1 1-57-16,-1-1-26 0,1 0-44 0,-1 1-58 15,0-2-131-15,4 3-189 0,-5-2-3 0</inkml:trace>
  <inkml:trace contextRef="#ctx0" brushRef="#br0" timeOffset="-189854.01">27014 16783 293 0,'0'0'1528'0,"0"0"-951"0,0 0-228 15,0 0-92-15,0 0-142 0,0 0-64 16,0 0 77-16,0 0 101 0,0 0-11 15,0 0-45-15,59 19-15 0,-39-19-24 16,2 0-46-16,5 0-17 0,1 0-3 0,0 0-35 16,1 4-33-16,-4 2-15 15,-4 3 14-15,-2 1 1 0,-3 4 1 0,-4 2 20 16,-4 0 23-16,-1 0 20 16,-4 3-2-16,-3-1 12 0,0-1-10 0,-4 2-30 15,-6 0-34-15,-3 2-19 16,-3-3 0-16,3-3-100 0,-4-3-116 0,-1-3-95 15,3-2-257-15,-13-6-873 0</inkml:trace>
  <inkml:trace contextRef="#ctx0" brushRef="#br0" timeOffset="-189040.38">25558 17573 734 0,'0'0'615'0,"0"0"-331"0,0 0-135 15,0 0 10-15,0 0 49 0,0 0 67 16,0 0 6-16,0 0-30 0,0 0-40 0,0 0-29 16,26 6-29-16,-20-6-27 0,1 0 4 15,-1-2-7-15,5-2-7 0,-2-5 4 0,3-1 20 16,2-7-6-16,2-3-1 15,4-5-38-15,6-5-51 0,4-8-11 16,8-6-11-16,5-10-21 31,12-7-1-31,8-16-3 0,12-7-25 16,10-14 25-16,13-9-68 0,6-6 47 16,7-5-17-16,3 0 1 0,3 2-22 15,-2 6-12-15,-7 10 52 0,-9 12-18 0,-12 13-25 16,-15 15 9-16,-15 13-1 15,-12 10-47-15,-12 10-6 0,-7 6 48 16,-9 6 43-16,-6 7 16 0,-7 4 3 16,-1 3 32-16,-3 1 84 0,-6 4-40 0,-3 5-76 0,-5 2-60 0,1 3 32 0,-3 0-22 15,2 4-13-15,0 0-41 0,-1 0-86 0,2 0-157 16,2-2-102-16,0 0 49 0,2-1-38 0,1-4-82 16,4-3-197-16,1-2 24 0</inkml:trace>
  <inkml:trace contextRef="#ctx0" brushRef="#br0" timeOffset="-188593.45">26943 15846 661 0,'0'0'648'0,"0"0"-355"16,0 0-39-16,0 0 67 0,0 0-10 15,0 0 5-15,0 0 5 0,0 0-47 16,85-48-62-16,-69 41-54 0,4 2-44 15,-2 0-14-15,0 3-34 0,-3 2-15 16,-1 0-13-16,-2 0-7 0,-1 0 9 16,-4 1 19-16,1 5 25 0,-1-1 9 15,1 5-9-15,1-1-26 0,0 2 13 16,2-1 19-16,-2 0 8 0,1 1-21 0,3-2-35 16,-3 2-14-16,0 0-27 0,-1 1 20 15,-5 1 7-15,-1 2-7 31,-2 2-2-31,-1 1-16 0,-1 1-3 16,-5 1-22-16,-2-2-70 0,-1-2-141 0,2-1-146 0,1-6-413 0,-7 4-1022 0</inkml:trace>
  <inkml:trace contextRef="#ctx0" brushRef="#br0" timeOffset="-186840.88">26178 14794 303 0,'0'0'199'0,"0"0"-199"0,0 0-40 15,0 0 40-15,0 0 52 0,0 0 23 16,0 0 23-16,0 0 6 0,0 0 53 0,0 0 84 16,-3-30 42-16,3 28-26 0,0-2-26 15,0 4-40-15,-1-2-3 0,-1 0-4 16,1 0-23-16,-1 1-29 0,1 1-16 16,-1-2 12-16,2 0 0 0,-1 1-29 15,-1-1-6-15,0 2 2 0,2-1-12 16,-3-2-33-16,0 2-9 0,0-3 10 0,0 2 6 15,-3 2 3-15,1-3 12 0,-4 2 10 16,2 1 25-16,-3 0-1 0,-3 0 6 16,3 4-6-16,-5 3 5 0,1 4-70 15,-2 2-8-15,-1 5 14 0,2 4-16 16,1 3-13-16,4 2 16 16,1 1 0-16,2 2 9 0,4-1 6 15,3 1-12-15,0-1-4 0,5-4 10 0,6-5-15 16,2-1-13-16,1-2-5 0,4-6-10 15,2-1-24-15,1-6 7 0,-2-1 17 16,3-3 0-16,-1 0-1 0,-2 0-17 0,0-5 6 16,-5-2 0-16,-1 1 11 0,0 0-24 15,-4-2-12-15,2 0 19 0,-2 0-40 0,-3 3-41 16,0-6-49-16,-1 3-44 0,1-2 77 16,-2-1 6-16,-1 0-14 0,0 1-21 15,0-2-20-15,0 0 40 0,0 1 42 16,1 1 31-16,-3 1 29 0,2-1 20 15,0 3 2-15,-3 2 3 16,2-1 16-16,-1 4 3 0,-1 1 13 16,0 1 32-16,0 0 28 0,0 0 28 0,2 2 25 15,-1 3 53-15,2 0-23 0,0 5-104 16,1 3 35-16,2 2-8 0,3 4-8 16,-2 2-16-16,0-2 0 0,0-1-16 15,0-3-21-15,-1 1-25 0,0-4-15 16,0-1-46-16,-2-3 0 0,3-3-21 0,-1-2-16 15,1-1-41-15,-1-2-71 0,1 0-211 16,0-9-318-16,1 0-310 0,-4-1-39 16,3-3 0-16</inkml:trace>
  <inkml:trace contextRef="#ctx0" brushRef="#br0" timeOffset="-186197.54">26488 14933 202 0,'0'0'730'16,"0"0"-215"-16,0 0-199 0,0 0-44 16,0 0 13-16,0 0-20 0,0 0-20 0,23 69-30 15,-20-59 32-15,0-1-9 16,0-3-54-16,-2 0-36 0,1-4-19 16,-1-2 6-16,-1 1 15 0,0-1-1 0,0 0-4 15,0 0-31-15,0-2-46 0,0-5-67 16,3-4 29-16,0-3-30 0,4-7-2 15,0-2-22-15,2-1-31 0,2 2-10 16,-1 1-22-16,-1 6-30 16,-2 3-4-16,0 6-10 15,-4 2-48-15,3 2-76 0,-3 2-45 0,4 0-29 0,2 0-37 0,1 0-70 16,0 0-41-16,4 0-53 0,-1 0 61 16,-1 0 88-16,2 0 172 0,-3 0 209 15,-2 0 10-15,-3 2 52 0,-3-1 29 16,-1-1 85-16,-1 1 111 0,-1 1 117 15,0-2 29-15,0 0-21 0,0 0-53 0,0 0 2 16,0 0-50-16,0 0-40 16,0 0-42-16,-3 0-56 0,0 1-60 15,-3 4-6-15,-3 2 47 0,0 1-51 16,0 4-32-16,-1 4-18 0,3-1-10 0,1 6-40 16,0-2 16-16,3-1-1 15,2-1-11-15,1-2-7 0,0-4-44 0,4-1-18 16,2-6-24-16,1-1 26 0,2-3 26 0,1 0 17 15,0-3 17-15,-1-7 15 0,2-1-15 16,-2-3 0-16,-2-3-40 0,3-2 39 16,-1 3-31-16,-3 0 29 0,-2 4 3 15,-1 2 0-15,-2 3 31 0,1 4 26 16,-2 1-11-16,0 2-2 0,1 0 2 16,-1 0 7-16,0 0 3 0,3 0-1 15,-2 2-18-15,-1 3-37 0,3 1-27 16,2 0 27-16,-1 1-1 0,0 0-3 0,2 3-20 15,-1-3-13-15,1 0-56 0,2-3-41 16,2-1-65-16,1-1-54 16,4-2-53-16,-2-4-314 0,0-1-467 15,3-7-72-15</inkml:trace>
  <inkml:trace contextRef="#ctx0" brushRef="#br0" timeOffset="-185841.58">27018 14933 82 0,'0'0'1087'0,"0"0"-628"0,0 0-66 15,0 0 2-15,55 78 9 0,-41-56-20 16,-2-1-87-16,-2 0-69 0,0-3-62 16,-4-3-25-16,-3-2-11 0,0-4-40 15,-2-2-40-15,-1-3 3 0,0-2 9 16,0-1 21-16,-6-1 4 0,-1 0-47 0,-4 0-40 16,-1-5 0-16,-4-5-37 0,0-6-22 15,-1-4 0-15,1-7-3 0,-1-8-6 16,5-6 25 31,0-6 5-47,4 2 17 0,5 2-1 0,2 6 3 0,1 6 0 0,1 3-6 0,8 8-15 0,1-3 9 0,3 6 28 15,3 2-13-15,1-1 16 0,2 3 0 0,0 3 1 0,-2 6 0 16,-4 4 27-16,-2 0 78 0,-5 9 37 16,-3 5-68-16,-3 3-38 0,0 4-19 15,0 0-6-15,-4 3-12 0,-4-3-1 0,0 1-36 16,-2-2-87-16,0-1-57 0,0-4-52 15,0 0-98-15,2-8-102 0,2-2-84 16,4-5-75-16,-1-5-159 0,3-15-48 16</inkml:trace>
  <inkml:trace contextRef="#ctx0" brushRef="#br0" timeOffset="-185527.58">27220 14506 466 0,'0'0'519'16,"0"0"83"-16,0 0-34 0,0 0-176 15,0 0-22-15,36 85-37 0,-29-52-50 0,-1 1-23 16,4-1-100-16,-1 1-59 16,-2-3-32-16,4-1-22 0,-2-6-13 0,-2-4-18 15,2-3-16-15,-2-5 0 16,2-3-12-16,-5-5-3 0,2 0 15 0,1-3 9 16,-3-1 10-16,2-5-1 0,0-2 20 15,0-3 39-15,1-1 1 0,0 1-44 16,-1 1-15-16,-2 2-1 0,2 3 4 0,-1 1-22 15,0 2-12-15,1 1 12 0,1 0 28 16,0 0 28-16,2 4 70 0,5 4-15 16,-2-1-35-16,2 1-42 0,1 1-32 15,-1-3-2-15,1 0-1 0,-1-4-30 16,-1 0-30-16,-1-2-105 0,0 0-103 16,-3-2-221-16,0-6-274 0,-4 2-448 15,-5-4-540-15</inkml:trace>
  <inkml:trace contextRef="#ctx0" brushRef="#br0" timeOffset="-185186.47">26343 15430 2719 0,'0'0'790'16,"0"0"-515"-16,0 0-146 0,0 0 29 16,0 0 122-16,0 0-11 0,99-37-115 0,-57 21-43 15,5-3-10-15,8 0-10 0,4-4-14 16,6 0-22-16,5-2-10 0,3 0-30 15,0 0-15-15,0 2-24 0,-6 3-19 16,-8 5-17 31,-10 4-57-47,-9 5-51 0,-8 4-41 0,-9 2-75 0,-6 0-145 0,-5 0-118 0,-5 6-119 0,-6-1-78 0,-1-1-376 0</inkml:trace>
  <inkml:trace contextRef="#ctx0" brushRef="#br0" timeOffset="-184950.81">26472 15505 1960 0,'0'0'753'16,"0"0"-409"-16,0 0-177 0,0 0 1 16,0 0 175-16,0 0 32 0,76 5-27 15,-39-16-28-15,4-2-68 0,3-7-63 0,2 2-52 16,3-6-64-16,-1 2-73 15,0 2-7-15,-2 1-35 0,-1 3-95 0,-2 2-116 16,-4-1-119-16,-3 4-253 16,-7 4-675-16,0 0-789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23T15:22:19.44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17286 6878 443 0,'0'0'483'0,"0"0"-105"0,0 0-10 16,0 0-31-16,0 0-16 0,0 0-43 15,0 0-40-15,0 0-22 0,0 0-15 16,0 0 3-16,0 0-8 16,0 0-13-16,0 0-13 0,0 0-10 0,0 0-17 15,0 0-16-15,0 0 9 0,0 0-3 16,0 1-1-16,0-1-25 0,0 3-15 15,0-1-19-15,0 0 0 0,5 2 22 0,2 1 17 16,0 2-24-16,5 0-52 16,2-2-36-16,-1 2-16 0,4 0 4 0,2-1 9 15,4 2 3-15,3 2-2 16,4 2 2-16,-1 2-15 16,3 0 15-16,-2 1 7 15,0 2-7-15,0-2-18 0,1 2-6 0,-4-1 23 16,-1 0 0-16,-3-3-18 0,-1-1 7 0,-2-1 12 15,-6-4-2-15,0-2-16 0,0 0-3 16,-6-3 19 0,2 2-23-16,-4-4-41 0,-3 2-17 15,0-2-11-15,-3 0-93 0,0 0-49 0,0 0-52 0,0 0-102 0,0-5-140 0,-4 2-168 16,-2-2-561-16,-4 1-31 16</inkml:trace>
  <inkml:trace contextRef="#ctx0" brushRef="#br0" timeOffset="317.14">17629 6855 1933 0,'0'0'660'0,"0"0"-216"16,0 0-51-16,0 0 24 0,0 0-50 0,0 0-140 15,0 0-60-15,0 0-81 16,0 0-36-16,-17 67-7 0,11-45 15 0,-2 2 25 16,-1 0 42-16,0 1-18 0,-2 2-37 0,4 1-15 15,-4-3-16-15,5 2-8 16,1-4-29-16,1-4-2 0,4-1-3 16,0-5-25-16,0-1-30 0,0 0-79 15,0-5-28-15,0 0 9 0,0-2-25 16,0 0-39-16,0-3-113 0,0 0-200 0,0-2-257 15,0 0-374-15,1 0 337 0</inkml:trace>
  <inkml:trace contextRef="#ctx0" brushRef="#br0" timeOffset="847.55">17981 7030 1668 0,'0'0'688'0,"0"0"-307"16,0 0-175-16,0 0 120 16,0 0-1-16,0 0-54 0,0 0-66 0,0 0-77 15,0 0-66-15,26 69-21 0,-22-59-17 16,-1 0-24-16,1-2-3 0,1 0-12 15,-2-4-1-15,1 0-21 0,0 0-106 16,-1-2-97-16,-2-2-113 0,2 0-155 16,0 0-562-16,0-6-12 0</inkml:trace>
  <inkml:trace contextRef="#ctx0" brushRef="#br0" timeOffset="1398.73">18121 6963 912 0,'0'0'589'0,"0"0"-212"0,0 0-52 0,0 0-34 16,0 0-94-16,0 0-52 0,0 0 2 16,0 0 4-16,0 0-74 0,0 0-61 15,85-29-16-15,-79 29 3 0,-2 0 51 16,0 0-3-16,-1 0 3 0,-2 2 10 16,1 0 41-16,1 2 5 0,-3-1 1 15,0 2-13-15,0 2-23 0,0-1-31 0,-3 3-13 16,-3 0-12-16,-1 2 1 0,0 0-5 15,-2 1-14-15,2-2 3 0,-2 0 11 16,3-3 4-16,1 1-4 0,2-4 1 0,3 1-4 16,-2-3-12-16,2 0-13 0,0 0 1 15,0-1-4-15,0 2-3 0,5 0 7 16,-1-1 10-16,3-1 2 0,3 1 1 16,0-2 14-16,3 1 26 15,2-1-26-15,-1 0-15 0,5 3-3 16,-2-2 3-16,-2 1-1 0,-4-1-2 15,0 2 1-15,-2 0-1 0,-1 0 3 0,-6-1 2 16,1 2 20-16,0-3 15 0,-3 1 10 16,1 1 3-16,-1-2 30 0,0 3 26 15,0 2-29-15,-1-1-12 0,-5 2-22 16,1 0-25-16,-6 4-18 0,3-3-29 16,-5-2-147-16,3 0-154 0,1-2-287 15,1-3-807-15,-3-1-620 0</inkml:trace>
  <inkml:trace contextRef="#ctx0" brushRef="#br0" timeOffset="2215.02">17917 6302 2440 0,'0'0'753'0,"0"0"-359"0,0 0-214 16,0 0-66-16,0 0 46 0,32-93 50 15,-8 47-36-15,8-8-69 0,4-8-46 16,3-7 5-16,7-4 10 0,-1-3-19 16,2 0-12-16,-2-2-7 0,3 5-36 15,-6 5-40-15,-6 8-12 0,-8 9-25 16,-5 10-15-16,-8 8-1 15,-5 6-9-15,-4 6-56 0,-3 5-84 0,-3 4-123 0,0 6-16 16,-8 6-197-16,1 0-462 0,-12 11-366 0</inkml:trace>
  <inkml:trace contextRef="#ctx0" brushRef="#br0" timeOffset="2598.59">17868 6034 897 0,'0'0'755'0,"0"0"-359"16,0 0-192-16,0 0-45 0,0 0 3 0,0 0 8 15,0 0-25-15,0 0-7 0,0 0 48 16,0 0 37-16,-36 44-7 0,31-31-40 15,-3 3-3-15,-2 2 12 0,3 3 2 0,0 0-29 16,-1 3-22-16,2 1-20 0,-2 0-42 16,2 3-40-16,1 1-31 0,-4 1 0 15,5-2-1-15,1 0-2 0,2-8 0 32,1-2 12-32,0-4-12 0,5-4-27 0,4-5-19 0,2-1 12 15,5-4 34-15,2 0 46 0,5-2 28 16,1-5 14-16,6-5-5 0,3-7-41 0,3-4-26 15,6-4-14-15,3-7-2 0,-2 2-52 16,5-3-86-16,-3 2-76 0,-2 2-144 16,0 0-193-16,-11 10-452 0,10-7-445 15</inkml:trace>
  <inkml:trace contextRef="#ctx0" brushRef="#br0" timeOffset="4397.6">19004 4591 711 0,'0'0'1083'15,"0"0"-658"-15,0 0-108 0,0 0-11 16,0 0 44-16,0 0-92 0,0 0-71 16,0 0-70-16,0 0-48 0,-50 68-6 0,47-38 19 15,3 6-1-15,0 2-5 0,4 5-14 16,9-1-15-16,2 1 12 0,2-2-21 16,-3-1-26-16,5-3 0 0,-2-7 1 15,-2-4-11-15,-4-5-2 0,2-4-19 16,-6-4 16-16,1-3 0 0,-5-4-16 15,-1-2 1-15,1-1-1 0,-3-1 16 16,0-2-19-16,0 0-12 0,0 0-41 0,0-2 22 16,-8-3-1-16,-1-1 19 15,-1-2 1-15,-5-3 33 0,2-1 1 16,2-1 9-16,1-1 16 0,2 1-3 0,3 3-22 16,2-1-2-16,1 1-13 0,2 2 15 15,0-1 0-15,6 1-2 0,3-3 2 16,3-1-13-16,3 1 0 0,1-1-2 15,4-1-4-15,0 0 0 0,-1 1-6 16,1-2-22 0,-1-3-41-16,-2 0-61 0,1-1-89 0,-2-2-65 15,-1-2 8-15,-2 1-2 0,-1-2 9 16,-2 0 51-16,-3 2 117 0,-1 2 94 0,-2-1 26 16,-1 6 85-16,0 1 106 0,-3 6 65 0,0 1 2 15,1 3-6-15,-1 3-41 0,0 0-16 16,0 0 76-16,0 5 73 0,0 5-77 15,3 4-133-15,-1 8-62 0,1 4-20 0,0 2 4 16,1 1 31-16,2 1-1 0,2-5-24 16,-1-3-35-16,4-3-27 0,-3-2-17 15,5-3-14-15,-1-4-24 0,1-3-1 16,-2-2-37-16,5-3-21 16,-3-2-42-16,0 0-79 0,1-7-58 0,-2 0-37 15,-1-3-34-15,-3-2-81 0,-3 1-24 16,0-1-9-16,-2 0 78 0,-2 2 133 15,-1 1 146-15,0 3 121 0,0 2 93 0,0 2 200 16,0 0 52-16,0 1 0 0,0 1-27 16,0 0-56-16,0 0-59 0,0 1-23 15,0 2 109-15,7 1-104 0,-1 1-48 16,1-1-20-16,2 3 1 0,1 0-5 16,-1-2 25-16,1-1 4 0,3-2-17 0,-2-2 9 15,4 0 9-15,-1-2-11 0,1-4-39 16,-1-2-26-16,-1-3-24 0,-2 0-27 15,-3-2-13-15,-3 1 15 0,-2 0-8 16,-3-1-10-16,0 1 0 0,-3 2 0 16,-5-2 11-16,-7 3-11 0,1 0 0 15,-2 4 14 1,-1 0-14-16,0 5-61 0,2 0-59 0,-1 0 21 16,5 6-9-16,3-3-13 0,1 0-31 0,5-1-46 0,2-1-66 15,0-1-30-15,1 0 4 16,7 0 130-16,5-3 118 0,5-3 39 15,-2 0 3-15,4 1 42 0,0 0-16 0,2-1-7 16,-2 1-3-16,0 0 35 0,0 2-16 16,-3 3-12-16,-1 0 53 0,-2 0 39 15,-3 0 3-15,-1 2-27 0,-2 0 4 16,0 2-22-16,-4 1-32 0,2 1-13 16,-2 0-9-16,1-2 10 0,0 3-1 0,-2 0-12 15,0-3-15-15,1-1-1 0,-1-1-13 16,0-2-6-16,0 0 17 0,0 0-36 15,0 0-22-15,2 0 26 0,0 0 32 16,-2-2-1-16,4 0 0 0,2 0 1 16,2-3 0-16,4 2-10 0,2-3 10 0,2 1 2 15,4-3 2-15,-1-1-2 16,4 1-2-16,-4-1-9 0,0 0 11 16,-2 0 44-16,-6 3 16 0,-1-1-6 0,-4 2-10 15,-3 0 3-15,0 0 6 0,-3 2 7 16,-2-2 34-16,0 0 27 15,-1-2 10-15,0 0-11 0,0-4-24 0,-5-2-34 16,-4-2 14-16,-1-3-14 16,-3 0-4-16,0 0-18 0,-1 2-16 0,0 2-2 15,4 2-19-15,-1 6-2 0,4 1-1 16,-1 2-77-16,5-1-73 0,0 4-75 0,3-1-91 16,0 0-253-16,2 1-604 0,13-5-259 0</inkml:trace>
  <inkml:trace contextRef="#ctx0" brushRef="#br0" timeOffset="5029.46">20714 4227 2164 0,'0'0'720'15,"0"0"-275"-15,0 0-80 16,0 0-13-16,0 0-15 0,0 0-123 16,0 0-54-16,0 0-93 0,0 0-67 0,0 0 0 15,-40 78-18-15,40-63 18 0,2-3 2 16,5-4 10-16,0 0-12 0,2-3 0 16,0-1-24-16,3-2 2 0,2-2-18 15,-2 0 3-15,3-7 16 0,-1-1 9 16,-4-2-7-16,0-1 7 0,-4 2-1 0,-4 2 13 15,-2-2 16-15,0 4-4 0,-2-2-9 16,-4 2 10-16,-4 0-13 0,0 0-65 16,-4 0-31-16,-1 2-37 0,3 0-7 15,0 2-28-15,3 1-3 0,2-2-40 0,7 0-71 16,0-2-185-16,2 1-149 16,7-4 272-16,2-2 254 0,2 0 64 0,2 1 26 31,0 0-1-31,2-1 1 0,0 2 2 0,2 0 76 15,1 2 90-15,3-1 23 0,1 3-6 0,2 2-8 16,-4 1 36-16,0 0 5 0,-5 0-7 0,-2 2-4 16,-4 4 8-16,-3 1-45 0,-2-3-48 15,-1 3-23-15,-1-2-28 0,-1 0-30 16,2-1-23-16,-1 0-18 0,-1-2-1 16,3 0-14-16,-1-2-16 0,0 0-44 15,0 0-23-15,1-3 26 0,2-4 15 0,1-4 23 16,-1 1 21-16,0 1 10 0,-2-2 2 15,3 4 1-15,-4 1 0 0,0 1 53 16,-1 3-9-16,-1 1 25 0,3 1 20 16,-1 0 20-16,1 0 0 0,2 0 49 0,-1 0-10 15,3 1-34-15,0 4-58 16,0-3-32-16,3-1-15 0,0-1-9 16,6 0-119-16,2-1-150 0,5-10-174 15,-3 3-333-15,12-15-1498 0</inkml:trace>
  <inkml:trace contextRef="#ctx0" brushRef="#br0" timeOffset="5571.86">21775 3643 2229 0,'0'0'1207'0,"0"0"-831"0,0 0-143 15,0 0 61-15,0 0 6 0,0 0 1 0,0 0-69 16,0 0-58-16,70 75-65 0,-52-53-70 16,-2-1-39-16,0-2 0 0,-1-3-24 15,-3-1-76-15,0-3-80 16,-1-1-58-16,-2-4-134 0,0-2-245 0,-5-1-590 15,4-3-488-15</inkml:trace>
  <inkml:trace contextRef="#ctx0" brushRef="#br0" timeOffset="5830.16">22205 3821 2734 0,'0'0'660'0,"0"0"-274"0,0 0 10 16,0 0 1-16,0 0-89 15,0 0-103-15,36 72-93 0,-35-55-60 16,1 0-52-16,-2-1 0 0,0 0-85 15,0-2-123-15,-2-2-123 0,-2-3-222 16,-2-2-667-16,-1-4-596 0</inkml:trace>
  <inkml:trace contextRef="#ctx0" brushRef="#br0" timeOffset="6330.04">22487 3388 2235 0,'0'0'614'0,"0"0"-361"16,0 0-45-16,0 0 27 0,0 0-45 16,0 0-74-16,0 0-50 0,0 0 10 15,0 0-26-15,91-24-21 0,-74 20-1 16,-1 3 6-16,-2 1-9 0,-3 0-24 0,-2 0-1 16,-7 0 3-16,0 0 40 0,-2 4-9 15,0 2 19-15,0 2 40 0,-4 4 34 16,-4 1-77-16,-2 6-39 0,0-1-11 0,1 0-21 15,2-4-26-15,1-1-30 0,3-5 12 16,2-4 6-16,1 1 9 16,0-3 16-16,0-1 14 0,1 2 20 0,4-1 16 15,2 0 5-15,2 3 17 16,2-1 18-16,1 3-13 0,1 0-12 0,3 2 0 16,-2 0 34-16,0 3-16 0,-2 0-24 15,-1 0 3-15,-5 0 0 0,0 1-1 16,-5 1 4-16,-1-1-31 0,0-1-15 15,0 0-78-15,-3-3-105 0,-1 0-116 16,1-6-245-16,-1-2-244 0,-2-2-730 0</inkml:trace>
  <inkml:trace contextRef="#ctx0" brushRef="#br0" timeOffset="6545.54">22790 3119 901 0,'0'0'1438'0,"0"0"-961"0,0 0-66 15,95 25 30-15,-56-6-88 0,6 2-165 16,1 2-45-16,-2 4-56 0,-5 4-69 16,-5 2-18-16,-14 5-62 0,-9 2-47 15,-11 4-87-15,-1 1-69 0,-18 3-54 16,5-15-343-16,-28 22-672 0</inkml:trace>
  <inkml:trace contextRef="#ctx0" brushRef="#br0" timeOffset="6917.39">21467 3476 2308 0,'0'0'1331'0,"0"0"-862"0,0 0-247 16,0 0-95-16,0 0-81 15,0 0 25-15,6 93 43 0,7-52 37 16,1 4-23-16,8 4-42 0,2-1-58 16,1-2-28-16,2-3-65 0,2-3-66 0,3-7-69 15,2-4-227-15,-8-8-604 0,23-1-761 0</inkml:trace>
  <inkml:trace contextRef="#ctx0" brushRef="#br0" timeOffset="10921.45">17013 5801 1747 0,'0'0'1380'0,"0"0"-1087"16,0 0-229-16,0 0-48 0,0 0 79 16,-89 22 75-16,71-11-9 0,-2 2-77 15,1 3-11-15,-4 3-1 0,0 4 19 16,4 3 110-16,-1 2 28 0,3 5-45 15,5-2-49-15,6 2-40 0,5-3-16 16,1 0-18-16,3-3-9 0,8-3-28 0,5-1-6 16,3-4-18-16,4-5-24 0,3-2 0 15,1-6-4-15,3-5-21 16,1-1-18-16,2-3-15 0,-2-8-25 16,3-6-28-16,-6 0-96 15,0-2-122-15,-4 1-216 0,-3 0-408 16,-9 4-309-16</inkml:trace>
  <inkml:trace contextRef="#ctx0" brushRef="#br0" timeOffset="11145.93">17165 6072 734 0,'0'0'1287'16,"0"0"-875"-16,0 0-64 0,0 0 43 15,0 0 20-15,0 0-67 0,0 0-112 16,0 0-76-16,0 0-72 0,68 67-53 16,-63-59-31-16,3 0-1 0,-2-3-12 15,-2 0-27-15,0-1-87 0,0 0-54 16,-1-3-109-16,2-1-224 0,-2 0-280 16,0-4-399-16,-2-5 174 0</inkml:trace>
  <inkml:trace contextRef="#ctx0" brushRef="#br0" timeOffset="11593.73">17337 5978 1125 0,'0'0'540'16,"0"0"-173"-16,0 0 6 0,0 0-76 15,0 0-82-15,0 0-45 0,0 0-23 16,0 0-45-16,0 0-19 0,0 0-7 16,0 0 10-16,86-42 22 0,-76 41 14 15,-2 1-15-15,-4 0 3 0,0 0-18 0,-4 0-24 16,1 4-2-16,-1-1-7 0,0 5 0 16,0 1-9-16,0 2 2 0,-1 1-12 15,-3 1-21-15,0 2-16 0,-2-2 19 16,0-1-20-16,1-1-1 0,1-3-1 0,1-1 15 15,1-1-15-15,-1-3-19 0,3-1-15 16,0-2 12-16,0 0-3 0,0 0-24 16,0 0 2-16,0 0 37 0,7 0 10 15,-2 0 34-15,6 0-32 0,0 0-1 16,5 0-2-16,1 0 1 0,-2 5-15 16,2-3 12-16,-4 3 2 0,-1 0-11 15,-4 0 12-15,-2 1 6 16,-3 0 25-16,0 2-6 0,-3 0-3 0,0-1 12 15,0 0-3-15,-6 3-31 0,-1-2-3 16,-5-1-100-16,1-1-80 0,-4-4-108 16,1-2-161-16,4 0-306 0,-6-8-798 0</inkml:trace>
  <inkml:trace contextRef="#ctx0" brushRef="#br0" timeOffset="12042.73">17485 5715 1603 0,'0'0'672'0,"0"0"-284"0,0 0-44 16,0 0-43-16,46-87-72 0,-26 51-90 15,2-5-79-15,0-5-19 0,2-6 0 16,1-3 3-16,0-3 16 0,1-3-20 16,5-2-11-16,-1-7-29 0,4-3-37 15,3 1-45 1,-1-1-81-16,-2 5-110 0,-2 4 15 0,-6 4-346 16,-6 6 516-16,-10 7 27 15,-4 4-396-15,-5 5-372 0,1 12 806 16,-2-5-68-16</inkml:trace>
  <inkml:trace contextRef="#ctx0" brushRef="#br0" timeOffset="12521.83">17400 5404 1296 0,'0'0'764'15,"0"0"-243"-15,0 0-90 0,0 0-79 16,0 0-73-16,0 0-71 0,0 0-70 0,0 0-84 16,0 0-22-16,0 0-13 15,0 0-16-15,1 68 13 0,-1-51-15 0,0 0 17 16,0-3 35-16,0-2-9 0,0-2-43 16,0-4 0-16,2-1-1 0,-1-2 16 15,2 0 9-15,-1-2 3 0,-1 0 15 16,1-1 13-16,1 0 15 0,1 3 53 15,3-1-16-15,3-2-32 0,4 1-11 0,5-1-28 16,3 0-4-16,4-6 3 0,2-2-36 16,3-3-15-1,0-3-13-15,3-3-73 0,-4-1-56 16,0-2-34-16,-1-2-42 16,-3-2-223-16,-7 4-349 0,7-11-857 0</inkml:trace>
  <inkml:trace contextRef="#ctx0" brushRef="#br0" timeOffset="12996.89">18337 3853 2865 0,'0'0'712'0,"0"0"-498"0,0 0-53 15,0 0 174-15,0 0 3 0,0 0-136 16,0 0-33-16,0 0-120 0,-4 75-37 16,4-48 6-16,0 0 25 0,0 0 6 15,0-4-22-15,4-3-2 0,3-5-24 16,0-3-1-16,2-2-34 0,4-5-11 15,-2-3-26-15,8-2-60 0,0-2-26 16,1-10-12-16,0-2-26 0,0-3-112 16,-1-5-172-16,-3 2-178 0,0-1-163 0,-6 4-368 15,3-6 221 1</inkml:trace>
  <inkml:trace contextRef="#ctx0" brushRef="#br0" timeOffset="13231.09">18593 3863 825 0,'0'0'1010'16,"0"0"-540"-16,0 0-127 0,0 0-76 0,0 0 2 0,0 0-77 15,0 0 11-15,0 0 21 16,0 0 5-16,0 0-37 0,0 0-34 0,33 65-21 16,-22-61-26-16,-3-2-7 0,5-2-2 15,-1 0 2-15,0-3-25 0,2-4-8 16,-3-2-44-16,2 1-6 0,-4-3-17 16,0 3 11-16,-5 1-12 0,-2-1 15 15,-2 1 6-15,0 1-2 0,-2-1-10 16,-8 0-12-16,-3 0-43 0,-6 0-36 15,-1 2-49-15,-6 1-32 0,0 4-5 16,-2 0 4-16,3 0 9 0,2 7-94 31,4 0-236-31,2-2-236 0,6-1-338 0,7-4-111 16</inkml:trace>
  <inkml:trace contextRef="#ctx0" brushRef="#br0" timeOffset="13517.59">18781 3584 1330 0,'0'0'540'0,"0"0"-57"16,0 0 52-16,0 0-14 0,0 0-27 16,0 0-81-16,0 0-60 0,0 0-132 0,0 0-129 15,0 0-92-15,0 0-34 0,-3 21-42 16,0-10 20-16,3-1 10 0,0 0-3 16,1 0 15-16,5-1 10 0,1 2 23 15,2-3 1-15,1 3 0 0,2-1 18 16,-1-3 4-16,6 4-22 0,2-4 15 15,0 0 25-15,4 0-37 0,-2-1-3 0,0-1-25 32,-4 2 23-32,-5-2-10 15,-4 1-3-15,-5 1 15 0,-3 0 18 0,0 5 2 0,-8 2-20 0,-6 1-71 0,-1 2-77 16,-3-1-119-16,0-2-194 0,-3-1-158 16,6-5-131-16,-5-2-550 0</inkml:trace>
  <inkml:trace contextRef="#ctx0" brushRef="#br0" timeOffset="13747.04">19023 3442 2085 0,'0'0'721'0,"0"0"-381"15,0 0-85-15,0 0-55 0,0 0-118 16,0 0 19-16,0 0 28 0,28 72 26 15,-16-47-12-15,1 1-40 0,4 1-41 0,-1-3-22 16,2-2-26-16,-1-1-14 0,-4-4-19 16,-2-2-27-16,2-4-100 0,-5 0-52 0,-1-7-91 15,-3 0-235-15,2-4-290 16,-6 0-581-16</inkml:trace>
  <inkml:trace contextRef="#ctx0" brushRef="#br0" timeOffset="13880.04">19069 3642 2024 0,'0'0'1032'0,"0"0"-646"0,0 0-53 16,0 0-73-16,0 0-87 0,0 0-73 15,0 0-91-15,0 0-9 0,89-68-71 0,-63 51-168 16,1-1-205-16,-8 6-546 0,16-11-640 0</inkml:trace>
  <inkml:trace contextRef="#ctx0" brushRef="#br0" timeOffset="14563.67">19733 3213 635 0,'0'0'1722'15,"0"0"-1193"-15,0 0-125 0,0 0-8 16,0 0-87-16,0 0-86 0,0 0-139 15,0 0-19-15,-35 76 15 0,33-56 13 0,-2-5 3 16,4 1-22-16,1-4 6 0,6-2 3 16,0-1-50-16,4-4-33 0,0-2-18 15,0 0-1-15,3-3-5 0,1-3 12 16,0-5-7-16,2-1 18 0,-2-5-14 16,-1 1 3-16,-3-3-28 0,-5 1-7 15,0-1-14-15,-6 5 21 0,-2-1 18 16,-9 2-15-16,-5 1-62 0,-3 4-16 15,-4 2 13-15,1-1 18 16,1 4 59-16,2 0-7 0,6 0-6 16,3 0-9-16,0 1 0 0,7 2-10 15,3-3-25-15,0 0 10 16,0 0-16-16,8 0-11 0,4-4 99 0,4-3 89 0,4-4 0 0,2-2-8 0,0-2-63 16,1-3-18-1,-3-1-15-15,-1 0 15 0,-1 0 2 16,-4 0 32-16,-2 0 4 0,-1 0 3 15,-4 2 22-15,-2-1-23 0,0 2-14 16,-2 3 3-16,-2 4 8 0,-1 4 25 0,0 4 23 0,0 1-33 16,0 0 10-16,0 5 13 0,1 5-75 15,2 6-44-15,3 4 42 0,5 6-16 16,3 5 17-16,0 3-24 0,5-1 22 16,1-1-28-16,0-1 9 0,2-2 0 15,-2-4-24-15,-3-6-1 0,0 0-50 16,-3-5-10-16,-5-3-38 0,-3-2-34 0,-1-2-15 15,-5-3-41-15,0-1 20 0,-5-1 145 16,-1 0 22-16,-2-2 48 0,-1-2 25 16,2-3 36-16,-4-3 35 0,2 2-60 15,0-3 69-15,3 3 105 0,2 2 3 0,0-2 45 16,3 3-47-16,-1 0-68 0,1-3-40 16,1 1-38-16,0-3-34 0,1-2-15 15,6-1-16-15,-1-4-14 16,3 1-32-16,-2-4-51 0,1-1-197 15,2 0-321-15,-4 3-711 0,2-6-661 0</inkml:trace>
  <inkml:trace contextRef="#ctx0" brushRef="#br0" timeOffset="14865.17">20677 2615 3402 0,'0'0'1034'0,"0"0"-842"0,0 0-66 15,0 0 101-15,0 0-1 0,0 0-77 16,0 0-37-16,31 73-48 0,-19-49-64 16,2 0 0-16,-2-2-49 0,3 0-97 15,0-3-91-15,0-5-128 0,-5-2-343 0,5-3-1035 16</inkml:trace>
  <inkml:trace contextRef="#ctx0" brushRef="#br0" timeOffset="15301.87">21510 2324 2262 0,'0'0'771'16,"0"0"-477"-16,0 0-107 0,0 0 32 16,0 0-18-16,0 0-81 0,0 0-35 15,0 0-20-15,0 0-49 0,40 78-13 0,-28-66 15 16,1-3 20-16,0 0 2 0,0-4-12 15,1-3-12-15,1-2-13 0,1 0-3 16,-2-7-19-16,2-4 4 0,0-1 13 16,0-3 0-16,-5-3-20 0,2 1 22 15,-6 0 0-15,-4 2 25 0,-1 2-4 16,-2 0-5-16,-2 0-1 0,-4 2-14 16,-1 0-1-1,-3 2-55 1,0 0-64-16,1 3-34 0,-2-1-111 0,2 2-209 0,5 2-294 15,-2 1-649-15</inkml:trace>
  <inkml:trace contextRef="#ctx0" brushRef="#br0" timeOffset="15612.04">21879 2207 912 0,'0'0'632'0,"0"0"-233"15,0 0-42-15,0 0-2 0,0 0-62 16,0 0-56-16,0 0-52 0,0 0-45 15,0 0-58-15,0 0-44 0,19 13-9 16,-19-13 15-16,1 0 16 0,1 0 25 16,-1 0-6-16,2-4-32 0,3-1-28 0,1-3-4 15,0-1-15-15,2 0 0 0,-2 1-31 16,0 1 12-16,-1 4 6 0,-3 0 13 16,-2 2 12-16,1 1-11 0,-1 0 40 15,2 0 35-15,3 0 5 16,4 0 25-16,2 1 3 0,5 1-35 0,0-1-27 15,5 1-29-15,-1-2-15 16,3 0 19-16,-4 0-19 0,0 0-3 16,-3 0-43-16,-1-5-66 0,-3 1-99 0,-2-1-116 15,-2-4-278-15,-3 3-484 0,-2-4-368 0</inkml:trace>
  <inkml:trace contextRef="#ctx0" brushRef="#br0" timeOffset="15845.2">22284 2036 1873 0,'0'0'577'16,"0"0"-309"-16,0 0 152 0,0 0 26 16,0 0-108-16,0 0-106 0,0 0-82 15,0 0-73-15,0 0-45 0,84 34-32 16,-71-34-28-16,-5-1-31 0,3-6-12 15,0-3-51-15,-1-2-13 0,-3-2-63 16,-1-2-137-16,0-2-157 0,-6-1-208 16,0 3-270-16,0-6-46 0</inkml:trace>
  <inkml:trace contextRef="#ctx0" brushRef="#br0" timeOffset="16044.67">22383 1762 225 0,'0'0'1130'0,"0"0"-616"0,0 0 21 0,0 0 28 0,0 0-87 0,0 0-124 0,0 0-114 16,0 0-133-16,0 0-74 15,0 0 9-15,0 0 38 0,9 44 21 0,5-23 28 16,1 1 0-16,4 2-29 16,-5-3-30-16,3 0-10 0,1-2-18 15,-1 0-28-15,-1-3-12 0,0-2 0 0,-2-2-15 16,-1-5 12-16,-4-2-43 0,-3 0-40 16,-2-4-49-16,-4-1-13 0,0 0 30 15,0 0-19-15,-6 0-102 0,-3-4-323 16,-3-3-400-16,3 3-167 0,-6-5-42 15</inkml:trace>
  <inkml:trace contextRef="#ctx0" brushRef="#br0" timeOffset="16179.31">22444 1896 1372 0,'0'0'650'0,"0"0"-187"0,0 0-85 0,0 0-48 16,0 0-66-16,0 0-70 0,0 0-81 16,0 0-69-16,0 0-42 0,92-70-2 15,-76 61-3-15,-2 0-25 0,-5 2-140 0,-1 0-168 16,-4 2-351-16,-3-2-768 0</inkml:trace>
  <inkml:trace contextRef="#ctx0" brushRef="#br0" timeOffset="16353.8">21967 1874 3742 0,'0'0'1365'0,"0"0"-1216"0,0 0-149 15,0 0-30-15,0 0-89 16,0 0 24-16,0 0 16 0,107-30-142 0,-67 16-343 16,-8 3-1025-16,15-9-954 0</inkml:trace>
  <inkml:trace contextRef="#ctx0" brushRef="#br0" timeOffset="16999.74">23059 1620 2681 0,'0'0'766'15,"0"0"-608"-15,0 0-95 0,0 0 79 0,0 0 66 16,-14 68-32-16,13-48-49 0,1-1-43 16,1-2-62-16,9-3 21 0,0-1-41 15,3-4-2-15,1-4-11 0,-2-2-39 16,4-3 13-16,-2-1 3 0,-1-8-10 15,0 0 10-15,-2-5 9 0,0-1 10 16,-5-2-54-16,-2-1-31 0,-2 1-32 16,-2 0 9-16,-8 3-51 0,-6 1-7 15,-5 2-32-15,-4 4-27 0,-4 4 153 16,-1 3 85-16,3 0-27 0,6 1 28 16,4 2 1-16,7 1 7 0,5-2-7 0,3-1-74 15,0-1 35-15,6 0 39 0,2 0 125 16,5 0 61-16,5 0 13 0,0-5 11 15,2-1-14-15,2-3-45 0,0-2-44 16,0 0-47-16,3-2-35 0,0-3-13 16,4-1-12-16,-1-2 0 0,1-2 0 0,-2-2 20 15,-2 3-20-15,-5-3-21 16,-7 4 9-16,-4 0 11 0,-8 5 1 16,-1 3 104-16,0 3 8 0,0 6 10 0,0 1-8 15,-3 1-37-15,0 3-77 0,2 5-23 16,0 5-54-16,1 6 11 15,0 5 20-15,4 6 44 0,7 3-11 0,2 3 10 16,4-2-53-16,2 2 28 0,4 0 6 16,-1-4 1-16,0-1-29 0,-2-4-51 15,-6-3-62-15,-4-5-87 0,-4-1-99 16,-6-6 87-16,0-2 43 0,-6-4-16 0,-4-2 190 16,0-2 45-16,-2-2 58 0,0-2-35 15,-1-5-22-15,0-2 192 0,1-2 51 16,0-3-39-16,1 1 37 0,5 0 55 15,2 1 18-15,1 1-97 0,0-1-106 0,3 2-19 16,0-3-63-16,2 0-30 0,3 0 0 16,3 1-40-16,3-1 0 0,1 0-3 15,3-2-47-15,0 3-119 0,1-2-127 16,-5 3-376-16,7-6-972 0</inkml:trace>
  <inkml:trace contextRef="#ctx0" brushRef="#br0" timeOffset="17462.47">24134 1132 1922 0,'0'0'1313'15,"0"0"-985"-15,0 0-47 16,0 0 61-16,0 0-6 0,0 0-38 0,0 0-172 16,0 0-71-16,0 0-40 0,-77 58 22 15,62-38 15-15,4 0-19 0,7 1-11 16,-1 2-1-16,5-1-19 0,5 1-2 0,3-1 0 16,5-1-1-16,3-1 2 0,1-2-2 15,3 1-19-15,-1-5 18 0,3-2-26 16,-1-1-17-16,1-4-17 0,0 0-32 15,-1-3-32-15,-2-3-34 16,-3 0-75-16,-6-1-107 0,-6 0-217 0,-4 0-157 16,0 0 89-16,-10 0-561 0</inkml:trace>
  <inkml:trace contextRef="#ctx0" brushRef="#br0" timeOffset="17859.46">24064 1474 453 0,'0'0'629'0,"0"0"-30"0,0 0-95 0,0 0-58 15,0 0-76-15,0 0-111 16,0 0-81-16,0 0-60 0,0 0-49 16,0 0-24-16,0 0-43 0,53-55-1 0,-39 41 0 15,1 1-1-15,2-2 2 0,1-4-2 16,2 0 0-16,0-1 0 0,0-3 0 16,0 0 0-16,-4-1-19 0,1 4 6 15,-3-1-12-15,-2 2-73 0,0 1-74 16,-3-1-42-16,-1 5-49 0,-1-1-56 15,-2 4 54-15,-1 3 123 0,-2 2 112 16,-1 2 30-16,-1 1 78 0,0 2 48 0,0 1-19 16,2 0 3-16,-2 0 48 0,0 0 19 15,0 0 32-15,0 0 21 0,0 4-20 16,0 1-24-16,3 4-25 0,-2 3 9 16,4 1 15-16,1 5 38 0,0 0-25 15,1 0-60-15,1 2 10 0,3-2-17 16,-1 1-33-16,3-3-62 0,-3-3-35 15,3-3-1-15,0-1-9 0,-3-3-52 16,2-2-67-16,2-3-59 0,-1-1-50 0,4-2-51 16,-1-8-116-16,2-4-147 15,-4 1-264-15,-1 0-511 0,-3-6 154 0</inkml:trace>
  <inkml:trace contextRef="#ctx0" brushRef="#br0" timeOffset="18559.66">24627 1130 1535 0,'0'0'811'0,"0"0"-430"15,0 0-114-15,0 0-27 0,0 0-30 0,0 0 35 16,0 0-22-16,0 0-3 0,13 65-120 16,-2-54-44-16,3-2-9 0,-2-3-4 15,0-2 7-15,1-3-13 0,-4-1 12 16,1 0 10-16,-4 0 0 0,-2-3-7 16,-1-3 22-16,2 2 9 0,-5-3-10 0,0-3-18 15,0 3-24-15,0-2-10 0,-6-1 1 16,-3 3 5-16,-7-2-27 0,0 3 0 15,-7 2-12-15,0-1-40 16,1 4-3-16,2-1 21 0,6 2 1 0,5 0 8 16,6 0-61-16,3 0-18 0,0 0-112 15,9 0-58-15,4 0 126 0,0 0 51 16,7 0 47-16,-1-1 12 0,1-4 22 16,3 0 16-16,3-3-1 0,1 0 0 15,2 1-24-15,3-1 13 0,-2 2 11 0,-2-1 1 16,-1 2 0-16,-4 0 0 0,-6 3 79 15,-4 0 47-15,-5 2 3 0,-4 0-1 16,1 0-10-16,-5 0-44 0,2 0 50 0,-2 2 33 16,1 0-65-16,1 1-49 0,2 4 6 15,2 0-27-15,0 0-20 0,2 0 0 16,0 2 0-16,0-1 0 0,1-1-2 16,1 0 1-16,-3 1 0 15,3-1-1-15,-2-3 0 0,0 2-3 16,1-1 1-16,-2-4-10 0,3 1 10 0,-1-2-20 15,0 0 10-15,-1 0 0 0,4-2-4 16,-1-3 13-16,3 0-21 0,1-1 2 16,4-1 4-16,1-1-19 0,3 2-12 15,0-1-35-15,1 0-8 0,-5-1-7 0,-2 1-50 16,-5-1-19-16,-6-1 32 0,-2-1 136 16,-4 2 6-16,0-1 60 0,-3 1-2 15,-1 3 39-15,1 2 40 0,0 0-16 16,2 1-35-16,-1 2-36 0,2 0-16 15,0 0 6-15,0 0 0 0,0 0 22 16,0-1 48-16,0 0 40 0,0-3 15 16,0 3-10-16,-1-4-82 0,-1 1-31 0,2-1 13 15,-3 0-25-15,2-2-9 0,-3 1-25 16,-2 0-2-16,2-3 0 16,-1 1 3-16,-2 1-3 0,1-2-45 0,-4-1-55 15,0-1-49-15,0 1-49 0,-4 1-49 16,-1 2-174-16,-2 4-307 0,7 0-596 15,-10 3-538-15</inkml:trace>
  <inkml:trace contextRef="#ctx0" brushRef="#br0" timeOffset="83279">17860 8675 2644 0,'0'0'692'0,"0"0"-276"0,0 0-127 16,0 0 85-16,0 0-59 15,0 0-60-15,0 0-48 0,0 0-12 0,65 84-86 16,-50-57-36-16,3 4-34 0,2-1-14 16,0 2-22-16,2-3 9 0,-1-2-12 15,-2-2-20-15,1-3 5 0,-4-3-46 0,-1-1-48 16,-7-5-49-16,1-1-56 0,-5-1-104 16,-1-3-146-16,-3-3-265 0,0-1-491 15,-2-2-317-15</inkml:trace>
  <inkml:trace contextRef="#ctx0" brushRef="#br0" timeOffset="83510.39">18171 8696 1015 0,'0'0'1591'0,"0"0"-1026"15,0 0-160-15,0 0-74 0,0 0-73 0,0 0 40 16,0 0-36-16,-53 79-35 15,27-42-68-15,0 1-19 0,-3 4-27 16,2-3-34-16,-4 1-37 0,8-4-27 0,2-4-15 16,6-3-33-16,3-6-58 0,6-5-67 15,1-3-74-15,4-6-93 0,1-4-291 16,6-5-360-16,0 0-272 0,11-3 119 0</inkml:trace>
  <inkml:trace contextRef="#ctx0" brushRef="#br0" timeOffset="83783.19">18252 9031 2594 0,'0'0'713'16,"0"0"-358"-16,0 0-84 0,0 0-23 16,0 0-64-16,0 0-45 0,0 0-68 15,-28 68-57-15,25-57-14 0,2 0-16 16,-1-1-21-16,0-1-40 0,0 0-53 16,2-2-104-16,0-4-239 0,0 1-509 15,0-3-134-15,0-1-260 0</inkml:trace>
  <inkml:trace contextRef="#ctx0" brushRef="#br0" timeOffset="84088.38">18474 9000 36 0,'0'0'1945'0,"0"0"-1524"0,0 0-185 15,0 0-20-15,0 0-14 0,-37 69 3 16,31-56-33-16,1-2-74 16,2 0-47-16,2-2-35 0,-1-1-13 0,2-3 25 15,0 1 26-15,0-2 13 0,0-2-1 16,5 0 3-16,1-1 31 0,-1-1 67 16,1 0-42-16,3 0-57 0,-2 0-28 15,6-1-5-15,0-1 8 0,2-1-15 0,3 0-25 16,5-1-3-16,3 2 0 0,3-2-3 15,1 1-16-15,2 0-68 0,-2 0-77 16,-1-3-97-16,-7 3-184 0,-2-2-338 0,-10 1-427 16,-3 0-186-16</inkml:trace>
  <inkml:trace contextRef="#ctx0" brushRef="#br0" timeOffset="84285.04">18670 8997 3094 0,'0'0'717'16,"0"0"-287"-16,0 0-166 0,-42 75-30 0,28-48 18 15,0 0-93-15,3 0-108 0,1-2-51 16,3-3-43-16,2-3-171 0,2-1-102 16,0-6-304-16,1-1-766 0,-7 3-562 0</inkml:trace>
  <inkml:trace contextRef="#ctx0" brushRef="#br0" timeOffset="84728.03">17734 9584 2138 0,'0'0'1161'0,"0"0"-641"0,0 0-131 16,0 0-44-16,0 0-25 0,0 0-15 15,0 0-125-15,-89 34-47 0,68-10-42 0,-1 4-36 16,2 7-10-16,2 3-12 0,4 4 10 16,4 3 11-16,0 0 34 0,7 1 5 15,3-2-29-15,3-3-10 0,11-6-27 16,5-5-27-16,5-6-16 0,8-5-32 15,3-7-18-15,5-6-40 16,0-6-45-16,2-1-37 16,-3-9-79-16,0-4-57 0,-5-2-220 0,-11 4-606 15,4-7-390-15</inkml:trace>
  <inkml:trace contextRef="#ctx0" brushRef="#br0" timeOffset="85061.64">18054 9881 1114 0,'0'0'1519'0,"0"0"-1063"0,0 0-89 15,0 0 110-15,0 0-98 0,0 0-60 16,2 69-58-16,-2-53-68 0,0 0-78 16,0 3-66-16,0-2-34 0,0 1-15 15,0-3-2-15,-2-1-28 0,1-1-65 16,1-3-97-16,0-2-106 0,0-3-207 0,0 0-256 15,0-4-543-15,4-1-302 0</inkml:trace>
  <inkml:trace contextRef="#ctx0" brushRef="#br0" timeOffset="85385.77">18263 9887 1368 0,'0'0'1354'16,"0"0"-1001"-16,0 0-11 0,0 0 57 15,0 0-91-15,0 0-56 0,-10 71-51 16,3-54-44-16,1 1-55 0,2-4-53 0,1 1-28 16,2-4 7-16,-2-1-27 0,3-4-1 15,0-1-22-15,0 0 20 0,0-2 0 16,1-1 1-16,3-2 1 0,2 0 28 15,3 0-7-15,2 0-20 0,4-4 18 16,4-2 2-16,3-4 0 0,4 2-21 0,5-3-14 16,2 1 11-16,1 1 2 0,0 0-36 15,-3 1-125-15,-3 1-44 16,-5 3-64-16,-4 0-137 0,-9 0-270 16,0 4-557-16,-10-1-201 0</inkml:trace>
  <inkml:trace contextRef="#ctx0" brushRef="#br0" timeOffset="85568.38">18446 9918 919 0,'0'0'2668'0,"0"0"-2085"0,0 0-183 16,0 0-89-16,-21 68-85 0,18-48-19 15,0 2-61-15,1-3-79 0,2-2-67 16,-1-3-121-16,1-2-153 0,0-2-96 0,-3-4-353 15,2-3-817-15,-11 0-680 0</inkml:trace>
  <inkml:trace contextRef="#ctx0" brushRef="#br0" timeOffset="90120.45">10424 3265 1869 0,'0'0'1097'0,"0"0"-874"16,0 0-221-16,0 0 64 0,0 0 169 15,106-63 78-15,-61 38-48 0,7-4-103 0,4-2-41 16,6-1-71-16,0-1-49 0,-2 1-1 16,-2 2-50-16,-9 6-18 0,-9 3-189 0,-11 7-136 15,-14 3-27-15,-8 6-190 0,-4 2-358 16,-5-2-336-16</inkml:trace>
  <inkml:trace contextRef="#ctx0" brushRef="#br0" timeOffset="90462.99">10373 3117 2194 0,'0'0'1056'0,"0"0"-766"15,0 0-135-15,0 0 31 0,0 0-13 16,0 0-29-16,0 0-17 0,0 0 22 15,-50 87-16-15,33-60-41 0,-1-1-15 16,2 1 3-16,-1-2-3 0,1 0-31 16,4-5-13-16,4-3 4 0,2-3-22 0,3-5-15 15,3-2-21-15,0-2 21 0,0-2-1 16,3 1-39-16,6 0 40 0,2 0 28 16,8 0 27-16,4-2-19 0,6 0 7 15,4-2-7-15,1 0-13 16,4-8-23-16,2 1-25 15,2-5 13-15,0 4-21 0,-6-4-120 16,-1 0-92-16,-5 2-119 0,-4 5-181 0,-9 1-440 16,3-2-440-16</inkml:trace>
  <inkml:trace contextRef="#ctx0" brushRef="#br0" timeOffset="91154.71">11605 2694 68 0,'0'0'3124'0,"0"0"-2531"0,0 0-439 16,0 0-60-16,0 0 48 15,0 0 42-15,15 76-39 0,-6-52-62 0,2 1-27 16,-1-3-28-16,1-2-28 0,-1-4-16 16,-1-2 14-16,-3-5-1 0,-1-2-12 15,-3-6 2-15,-1 3 10 0,-1-4 3 16,0 0 1-16,0 0-1 0,-9 0-3 0,-3-8-92 15,-1 0-94-15,-7-5 70 0,0-4 26 16,1-3 17-16,0-5 32 0,2-2 22 16,1-4 22-16,4 0 6 0,1 1 19 15,7 1-22-15,1 6 19 0,3 4-2 16,1 2-20-16,6 3-13 0,6 2 0 16,2 1-12-16,2 1 24 15,3 1-2-15,3 3 3 16,2 0 15-16,1 4-3 15,-1 0 10-15,-1 2 20 0,-4 0 14 0,-5 3 0 0,-4 4 28 16,-4 4-34-16,-4 2 12 0,-3 2 9 0,-2 4-6 16,-6 3-25-16,-9 3-15 0,-2 0-5 15,-3 1-20-15,1-2-15 0,2-4-16 16,3-5-21-16,7-5-19 16,5-4-32-16,1-2 16 0,3-3 22 0,0 0 6 0,0 0 9 15,6 1 8-15,3 0 27 0,5-2 15 0,5 1 26 16,2-1 21-16,4 0-16 0,-2 3-27 15,3-2-2-15,0 2-2 0,-3 2-2 16,-3-1-11-16,-7 2 13 0,-4 1 30 16,-5 1 20-16,-4 1 3 0,-1 2 28 15,-10 4-4-15,-6 2-27 0,-3 1-37 16,-6 0-13-16,0-2-52 16,-1-4-47-16,1-3-57 0,5 0-70 0,3-6-165 15,6-3-139-15,4-2-121 0,2-5-318 0,3-3-275 0</inkml:trace>
  <inkml:trace contextRef="#ctx0" brushRef="#br0" timeOffset="91542.33">12054 2669 2100 0,'0'0'766'16,"0"0"-353"-16,0 0-168 0,0 0-74 15,0 0-83-15,0 0-28 0,-71 80-3 16,66-63-13-16,2-1-23 0,3 0-17 16,0-3-4-16,2-3 0 0,4-2 2 0,-2-3 21 15,1-1-23-15,1-3-16 0,0-1-22 16,2 0 16-16,0-4-6 0,4-4 28 16,2-5-41-16,2 0-41 0,-2-5-3 15,2 2 0-15,-4 1 34 0,-3 2 19 16,-4 6 32-16,1 0 17 0,-5 3 34 15,1 4 66-15,-2 0-44 0,0 0 8 16,0 0-15-16,0 0-19 0,0 2 13 16,3 2 16-16,-2 1-73 0,2-1 50 0,3 1-12 15,0 3 3-15,1-1-13 0,-2-2-10 16,1 0-21-16,2-2-1 16,-4-1-52-1,4-2-84-15,0 0-108 0,-1-1-62 0,3-6-161 0,0-4-37 0,-3 3-243 16,4-13-487-16</inkml:trace>
  <inkml:trace contextRef="#ctx0" brushRef="#br0" timeOffset="91738.29">12259 2446 1608 0,'0'0'762'0,"0"0"-333"16,0 0-140-16,0 0-46 0,0 0-33 15,0 0-24-15,0 0-6 0,15 69-36 16,-10-47-34-16,1 1-19 0,2 0-32 15,-1 1-25-15,3-4-9 0,-2 2-25 16,3-4-3-16,0-3-25 0,-1-2-84 16,0-4-145-16,2-3-8 0,-4-3-128 15,4-3-268-15,-4 0-443 0,7-9-18 0</inkml:trace>
  <inkml:trace contextRef="#ctx0" brushRef="#br0" timeOffset="92117.85">12526 2501 375 0,'0'0'1845'16,"0"0"-1254"-16,0 0-299 0,0 0-87 16,0 0-27-16,0 0-4 0,-22 72-7 15,22-57-38-15,0-1-35 0,0 1-27 16,3-5-14-16,2-2-25 0,-2-4-28 0,2 1-28 16,-2-4-19-16,-2-1-9 15,1 0 1-15,1 0 15 0,0-1 15 0,0-5 9 16,3 0 16-16,1-2 15 0,0-2-15 15,3-2-41-15,-1-1-38 0,2-2-12 16,-2 2 15-16,0-2 16 0,-5 6 60 16,-1-1 16-16,1 6 41 0,-4 0 85 15,0 4-20-15,0 0-12 0,0 0 16 16,0 0 5-16,0 0-10 0,0 2 12 0,0 1-10 16,0 0-80-16,0 0-25 0,0 2 7 15,3 2-10-15,-2 0-15 0,2 4 0 16,0-2 19-16,1-1-19 0,1-1-9 15,1 0-10-15,0-3 16 0,2-3-31 16,1 3-64-16,-1-4-56 16,4 0-48-16,-4-1-23 0,3-6-62 0,0-2-227 15,-2-1-266-15,-1 1-429 0</inkml:trace>
  <inkml:trace contextRef="#ctx0" brushRef="#br0" timeOffset="92467.37">12783 2420 238 0,'0'0'1315'0,"0"0"-905"0,0 0-128 16,0 0 9-16,0 0 12 0,0 0-14 15,39 68-47-15,-31-57-29 0,1 1-71 16,-3-3-41-16,-1-2-10 0,0-1-37 16,0-2-26-16,-3-2-16 0,1-2 7 15,-3 0 23-15,0 0 17 0,0 0 10 16,1 0 6-16,-1-2-4 0,1-3-71 15,-1 0-12-15,2-3-22 0,-2-3 30 16,1-1 1-16,1-2 1 0,1 1-1 0,0-2-22 16,-2 2 0-16,4 4-6 0,-2 2 12 15,-2 3-9-15,3 2-9 0,0 0 6 16,-1 2 9-16,2 0 22 0,0 0 22 16,3 3 21-16,2 3 17 0,-3 1 30 15,5 4 6-15,-1-3-24 0,-2 3-35 0,1-1-34 16,0-1-2-16,-5-3-1 0,3 0-22 15,1-1-55 1,-3-2-100-16,2-2-96 0,0-1-204 16,0 0-256-16,-1-4-424 0,-3-6-105 0</inkml:trace>
  <inkml:trace contextRef="#ctx0" brushRef="#br0" timeOffset="92754.74">13179 2288 1750 0,'0'0'668'0,"0"0"-259"0,0 0-82 15,0 0-56-15,0 0-45 0,0 0-59 16,0 0 2-16,0 0 14 0,0 0 10 16,-49 67-32-16,42-53-35 0,1 2-9 15,1-2-22-15,4 0-21 0,0-2-4 0,1 1-12 16,0-3-24-16,0 1-32 0,1-1-2 15,5-3-6-15,0-1-37 16,2 1-15-16,4-2-31 0,-2-4-3 0,6-1-25 16,0 0-62-16,4-1 3 0,3-10-11 15,-3 1-184 1,2-5-318-16,-6 3-517 0,5-7-177 0</inkml:trace>
  <inkml:trace contextRef="#ctx0" brushRef="#br0" timeOffset="93103.6">13388 2304 836 0,'0'0'1060'15,"0"0"-726"-15,0 0-53 0,0 0-13 0,0 0-50 16,0 0-80-16,0 0-20 0,81-47-6 16,-69 36-20-16,-1 2-19 0,-3-1 3 15,1-1 35-15,-3 2 2 0,-2 0-40 16,-1 3-29-16,-2-1 25 0,-1 2 10 15,0 1 11-15,0 1-24 0,-1-1-13 16,-3 2 15-16,-5 2 22 0,-1 0 9 16,0 0-16-16,-3 6-9 0,-3 1 3 0,1 4-4 15,-2 3-5-15,3 2-13 0,-2 5 30 16,6-2 50-16,0 2-23 16,6-1-45-16,4-1-24 0,0-2-16 0,5 0 25 15,10-1-22-15,6-5-21 0,4-2-9 16,11-4-85-16,3-5-18 15,4-2-31-15,7-10-43 0,3-3-114 16,-12 0-381-16,24-8-905 16</inkml:trace>
  <inkml:trace contextRef="#ctx0" brushRef="#br0" timeOffset="96504.68">6453 6642 1539 0,'0'0'2052'0,"0"0"-1783"0,0 0-269 16,0 0-29-16,0 0 29 15,0 0 117-15,0 0 3 0,0 0-39 0,81 61-25 16,-58-42-28-16,-2 0-25 0,0 1 13 16,-4 0-7-16,-1-3-9 0,-2 2-14 15,-1-1 14-15,-2-5 0 0,-3 0-35 16,-2-2-18-16,-2-5 0 0,-1 0-4 0,-3-2-28 15,0-1 20-15,0 0 36 0,0-2-12 16,-3 1-6-16,-3-2 25 0,-1 0-9 16,-3-5-26-16,-3-2-121 0,0-5 0 15,-4-2 121-15,-3-3 15 0,1-2 42 16,-4-3 24-16,1-2-22 16,2 0 47-16,0 0 8 15,3 4 7-15,2 2 22 0,2 2 18 0,3 2-53 16,0 6-20-16,4-3 17 0,-1 4-19 0,3 0-27 15,1 0 21-15,0 4 18 0,3-1-6 16,0 1-23-16,0-1-12 0,0 0 0 0,-2 0 11 16,2 2 36-16,0 2 16 15,-1 0 13-15,1 0 30 0,-3 2 37 0,-3 8-25 16,-1 0-118-16,-3 9-43 16,-2 4 21-16,4 2 7 0,-4 5 11 0,5 0 2 15,0-2 0-15,0-5 2 16,4-3-1-16,0-5 1 0,3-5-3 0,0-4-22 0,0-1 1 15,0-5 13-15,0 0 11 0,0 0 0 16,0-6-9-16,1-6-52 0,4-6 61 16,5-7 24-16,-5-4-24 0,3-2-12 15,-2-2-7-15,-2 2 4 0,-2 1-1 16,0 1 15-16,1 4-18 0,0 1-9 16,-3 5 27-16,3 6 1 0,-3 2 16 0,3 3-13 15,-3 4 25-15,3 3 25 0,-3 1 34 16,1 0-3-16,2 2-16 0,4 3-12 15,2 6 49-15,4 1-31 16,2 1-25-16,3 0-25 0,2-1-11 16,0 0-13-16,2-2 0 0,1-4 0 15,0-2-16-15,1-2-27 0,-3-2-89 16,-1 0-134-16,0 0-122 0,-6-2-188 0,-3 1-576 16,-5 1-594-16</inkml:trace>
  <inkml:trace contextRef="#ctx0" brushRef="#br0" timeOffset="97170.44">7057 7053 2606 0,'0'0'479'0,"0"0"-358"15,0 0-66-15,0 0 12 0,14 81 31 16,-5-56 17-16,4 0-1 0,3 0-38 0,-3-6-17 15,1 2-24-15,-2-4-3 0,-2-3 2 16,0-2 1-16,-4-5-20 16,-2-2-14-16,-3-3 3 0,1 0 24 0,-2-2 6 15,0 0 4-15,0 0 1 0,0 0 1 16,0-1 10-16,0-3-50 0,0-2-47 16,3-3-57-16,-2 1 73 0,4-3-7 15,3 0 4-15,-1 2 12 0,2 0 11 16,4 1 11-16,-2 4 22 0,3-2 19 15,3 3 0-15,0 1 9 0,-4 1-5 0,0 1-11 16,-3 0 6 0,-4 0 13-16,-3 3-21 0,-3 3-7 0,0-3 21 15,0 7 19-15,-9 1-18 0,-2 3-16 0,-5 4-31 16,-3 0 0-16,-1-2-44 0,0-3-15 16,1-3-15-1,6-4-51-15,1-1-67 0,4-5-75 0,2 0-158 0,3-5-201 0,2-1-387 16,1-5-622-16</inkml:trace>
  <inkml:trace contextRef="#ctx0" brushRef="#br0" timeOffset="97458.77">7440 7132 904 0,'0'0'1295'0,"0"0"-917"0,0 0-175 15,0 0-23-15,0 0 19 0,0 0 5 16,0 0-20-16,38 67-45 0,-28-57-53 15,4-2-42-15,-2-3-25 0,-1-1-1 16,2-4 30-16,-3 0-4 0,1 0-10 16,-3-4-3-16,-2-4 14 0,0-2 15 15,-2-3 11-15,2 0 20 0,-2-6-11 0,2-1-33 16,-3 0-46-16,-2-2-1 0,-1 0-15 16,0 3-1-16,0 1 15 0,0 5-1 15,-4 4-10 1,-2 3 12-16,-4 2 0 0,0 4-41 0,-6 0-102 0,0 3-58 15,-4 5-4-15,1 4-82 0,-1 3-157 16,3 1-161-16,4-2-125 16,4-4-74-16</inkml:trace>
  <inkml:trace contextRef="#ctx0" brushRef="#br0" timeOffset="98119.52">7753 7042 1045 0,'0'0'453'0,"0"0"-144"0,0 0 48 16,0 0 12-16,0 0-21 0,0 0-66 16,0 0-91-16,0 0-32 0,0 0-26 15,0 0-16-15,0 0 9 0,51 42 28 16,-50-42-3-16,-1-3-36 0,4-1-31 0,-1-1-13 15,-2-4 15-15,1-1-24 0,-2-1-43 16,0 3-18-16,0-2 1 16,0 2-2-16,0 3-12 0,0 4-3 15,0 0 13-15,0 1 0 0,0 0-26 0,0 0 0 16,0 0 25-16,0 0-9 0,0 0-4 16,0 0 16-16,0 0 10 0,0 0 11 15,0 0 4-15,0 0 3 0,0 0 12 16,0 0-21-16,0 0-19 0,0 0-15 15,0 0 3-15,0 0 11 0,0 0-1 16,0 0 2-16,0 0 1 0,0 0 14 16,0 0-15-16,0 0 0 0,0 0-12 0,0 0 9 15,0 0 0-15,0 0-10 0,0 0 13 16,0 0 3-16,0 0 10 0,0 0-10 0,0 0-2 16,0-3 1-16,0 3 1 15,0-2 19-15,0 1-10 0,0 1-9 0,0-4-3 16,-2 4 2-16,1-3-1 0,1-1 14 15,-2 4-12-15,1 0-2 0,1 0 0 16,0-4 1-16,0 2 11 16,-3 0-11-16,2-1-1 0,0 0 45 0,-1-1-21 15,1-1-14-15,-2 4-10 0,0-1-1 16,0-1 0-16,3 1 0 0,-3 2 12 16,3-1 0-16,-3 1-9 0,3-3 1 15,-3 3-4-15,2-1 0 0,-2-1-2 16,-1 0-11-16,1 0 13 0,0 1 0 15,1 0 0-15,1 1 0 0,1-1 0 16,0 1-2-16,0 0-16 0,0 0-13 0,-1 0-21 16,1 0-59-16,-3-2-90 0,3 1-85 15,-3-1-222-15,1-2-300 0,1 4-640 0</inkml:trace>
  <inkml:trace contextRef="#ctx0" brushRef="#br0" timeOffset="98450.94">7884 6954 1079 0,'0'0'524'0,"0"0"-283"16,0 0 12-16,0 0 6 0,0 0-42 16,0 0-21-16,0 0-13 0,0 0 3 15,0 0-32-15,0 0-68 0,0 0-70 16,29 38-16-16,-28-38 1 0,1 0 30 0,1-1-2 15,-2-4 35-15,2-1 37 0,0-2-6 16,2-1-13-16,0 0-44 0,-2-1-38 16,0 0 0-16,3 2-4 0,-2 1 1 15,0 2-9-15,3 0-10 0,-1 2 9 0,0 0 12 16,0 2 0-16,0-1 1 0,2 2 25 16,1 0 32-16,-2 0-1 0,0 0-15 15,2 3-6-15,-2 0-17 0,2 0-18 16,-2-2-12-16,3 0-104 0,-1-1-111 15,-1 0-129-15,4-5-221 16,-5-3-405-16,5-4-51 0</inkml:trace>
  <inkml:trace contextRef="#ctx0" brushRef="#br0" timeOffset="98837.59">8168 6681 1000 0,'0'0'1070'0,"0"0"-665"16,0 0-54-16,0 0-97 0,0 0-63 15,-30 66-28-15,30-41-5 0,0 1 1 16,0 0-24-16,1-2-22 0,8-3 13 16,1-5-11-16,0-4-52 0,3-3-42 0,0-6-21 15,-1-3-9-15,2 0-3 0,-2-9-10 16,-1-6-28-16,-1-3-37 0,-3-6-27 16,-2-2-5-16,-2-2-23 0,-3 2-44 15,0-3-11-15,-2 4 31 0,-5 0 13 16,-2-2 50-16,-1 1 45 0,-3 2 58 0,0 1 0 15,0 2 65-15,2 5 76 16,-1 4 47-16,1 2 22 0,5 7-4 16,1 3 14-16,2 0-50 0,2 0-42 0,1 2-7 15,0 5-3-15,0 3-53 0,0 3-64 16,0 4 1-16,6 2 23 0,3 2 21 16,-2 0 19-16,6-1-10 0,-3-3-18 15,3 0-25-15,-2-4-11 0,1-1-1 16,4-3 0-16,-3-2-12 0,1-2-40 0,1-3-59 15,-1-2-50-15,0-2-50 16,2-7-131-16,-4-1-282 0,-2 1-556 0,3-6-282 16</inkml:trace>
  <inkml:trace contextRef="#ctx0" brushRef="#br0" timeOffset="99051.62">8508 6493 1588 0,'0'0'1643'0,"0"0"-1414"16,0 0-152-16,0 0 37 0,-4 67 24 0,13-48 29 16,2 1 25-16,5-2 7 0,0-3-59 15,1 2-54-15,-1-5-24 0,0 2-7 16,-3-3 4-16,-6-1-1 0,0-2-3 16,-2-1-18-16,-4 1-16 0,-1 1-21 15,0-2 0-15,-4 4-48 0,-4-2-125 16,-3 1-166-16,-5-1-310 0,3-1-670 15,-15 4-601-15</inkml:trace>
  <inkml:trace contextRef="#ctx0" brushRef="#br0" timeOffset="103382">4172 10395 1944 0,'0'0'809'0,"0"0"-341"16,0 0-190-16,0 0-63 0,0 0 43 15,0 0 18-15,0 0-44 0,0 0-43 0,0 0-57 16,-81 24-52-16,72-12-7 0,-2 2-15 15,1 5-9-15,-3 5 12 0,3 6 3 16,4 5 9-16,0 2 13 0,5 5 8 16,1-2-12-16,1-2-13 0,8-3-20 15,4-5-7-15,3-6-12 0,0-7-29 16,2-7-1-16,4-4-1 0,2-3 1 16,1-3-1 15,1-7 1-31,3-7 2 0,-2-6 0 0,0-5-2 0,-2-4-3 0,-3-5-9 0,-5 2-6 0,-7-4-12 0,-2 5 4 15,-6 2 26-15,-2 4 0 16,-10 0-3-16,-3 0-25 0,-4 3 25 16,-5 4-18-16,-1 2-12 15,-3 7-4-15,-4 4-42 0,-1 5-30 0,1 0-89 16,3 5-117-16,8 2-120 0,3 1-154 0,9-2-528 0,5 3-425 16</inkml:trace>
  <inkml:trace contextRef="#ctx0" brushRef="#br0" timeOffset="103820.36">4862 10288 346 0,'0'0'2422'15,"0"0"-1807"-15,0 0-307 0,0 0-63 16,0 0-34-16,0 0-30 0,0 0-61 15,-62 71-45-15,42-46-29 0,-3 5-31 16,0 1-14-16,0 0 12 0,0 2 5 16,7-5 32-16,0-2 14 0,7-7 16 15,5-4-6-15,1-4-38 0,3-3-25 16,0 0-11-16,3-6-2 0,4 3 1 16,2-4-15-16,4 1 3 0,1 0 13 15,5-2 15-15,-2 0-15 0,5-4-33 0,-2 3-16 16,2-5-59-1,-2 5-77-15,-2-4-116 0,-2 4-192 0,-1 1-467 0,-7 0-329 16</inkml:trace>
  <inkml:trace contextRef="#ctx0" brushRef="#br0" timeOffset="104001.73">4809 10825 401 0,'0'0'2474'0,"0"0"-1959"15,0 0-311-15,0 0 32 0,0 0-22 16,0 0-41-16,0 0-21 0,0 0-22 16,0 0-108-16,79 15-22 0,-59-18-109 15,3-4-62-15,2-2-105 0,-1 2-267 16,-6 0-679-16,3 0-510 0</inkml:trace>
  <inkml:trace contextRef="#ctx0" brushRef="#br0" timeOffset="105701.34">5783 10297 2831 0,'0'0'751'16,"0"0"-514"-16,0 0-93 0,0 0 64 0,0 0 109 15,0 0-34-15,0 0-111 0,0 0-44 16,37 68-33-16,-15-37-40 0,0 4-31 16,5 2-24-16,2-5-11 0,0 3-1 15,-2-5 9-15,-1 1-25 0,0-3-14 0,-4-3-4 16,1-2-9-16,-6-4-86 0,-1-1-95 15,-3-3-114-15,-3-3-202 0,0-3-234 16,-6-3-493-16,2 0-147 0</inkml:trace>
  <inkml:trace contextRef="#ctx0" brushRef="#br0" timeOffset="105918.76">6080 10384 2711 0,'0'0'698'0,"0"0"-267"0,0 0-129 16,0 0-10-16,0 0 23 0,0 0-82 16,0 0-187-16,-22 72-43 0,12-41 21 15,0 6 7-15,-2 4-19 0,-2 1 12 16,1 4-9-16,-3-2-15 0,3-1-33 16,3-5-7-16,3-5-52 0,3-9-101 0,4-5-78 15,0-2-117-15,0-6-164 0,4-4-446 16,4-2-384-16</inkml:trace>
  <inkml:trace contextRef="#ctx0" brushRef="#br0" timeOffset="106138.49">6371 10703 1914 0,'0'0'1220'15,"0"0"-933"-15,0 0-46 0,0 0 61 16,0 0-10-16,0 84-75 0,0-64-96 16,0 1-57-16,0 0-54 0,0-2-10 15,0-3-19-15,3-1-36 0,0-7-137 16,1 0-113-16,-1-4-174 0,4-3-297 0,-4-1-361 16,3-2-114-16</inkml:trace>
  <inkml:trace contextRef="#ctx0" brushRef="#br0" timeOffset="106550.55">6574 10691 2119 0,'0'0'404'0,"0"0"-220"0,0 0 89 0,0 0-4 0,0 0-116 0,0 0-23 0,0 0-32 15,0 0-41-15,81-35-28 0,-78 34-13 16,0 1 15-16,-2 0 42 0,1 0 33 16,-2 1 18-16,0 5-9 0,0 6 56 15,0 0-59-15,-2 3-50 0,-2 1-22 16,-2 0 12-16,1 1-33 0,0-3-17 0,2-2-2 16,-1-5 0-16,4 2-19 0,0-6-24 15,0 1-31-15,0-3 28 0,0 0 12 0,4 2 12 16,-1-3 22-16,1 2 2 15,2-2-1-15,3 0 1 0,2 0 33 0,5 0-5 16,3 0-29-16,1-2-2 16,0-1-19-16,-1 3-11 0,-3 0 18 15,-5 0-2-15,-2 5 15 0,-2 0 65 16,-4 2 3-16,0 0 3 0,-3 3-3 16,0 1-22-16,0-1-28 0,-3 2-2 0,-1-2-16 15,-2-3-87-15,-3 0-85 0,1-3-21 16,2 0-86-16,0-3-200 0,2-1-549 15,-2 0-427-15</inkml:trace>
  <inkml:trace contextRef="#ctx0" brushRef="#br0" timeOffset="106918.92">7475 10181 2553 0,'0'0'713'0,"0"0"-423"0,0 0 6 16,0 0-41-16,0 0-9 0,-52 73-48 16,35-48-40-16,-2 1-29 0,-1 0-16 15,-1 3 0-15,-2-1-21 0,2-1-10 16,1 2 18-16,1-5-21 0,6-2-33 15,3-5-28-15,7-5 0 0,0-3-18 16,3-3-32-16,0-3-1 0,2 2 17 0,5-4-8 16,6 3-22-16,0-4 46 0,7 0 27 15,2 0-6-15,2 0-18 0,2-5-1 16,3-2 18-16,0 0-20 0,-1 0-39 16,0 1-74-16,-1 0-8 0,-2 1-38 0,-2 2-80 15,-3 2-163-15,-4 1-272 0,-3 0-498 16,-5 7-223-16</inkml:trace>
  <inkml:trace contextRef="#ctx0" brushRef="#br0" timeOffset="107127.9">7420 10722 3179 0,'0'0'770'16,"0"0"-451"-16,0 0 41 0,0 0-32 15,0 0-10-15,0 0-63 0,0 0-89 16,0 0-60-16,0 0-54 0,0 0-28 16,92 21-24-16,-69-21 0 0,1 0-49 15,0 0-69-15,0 0-109 0,1-3-123 0,1 0-279 16,-7 0-782-16,8 0-916 0</inkml:trace>
  <inkml:trace contextRef="#ctx0" brushRef="#br0" timeOffset="107967.03">8625 10216 2594 0,'0'0'990'0,"0"0"-649"16,0 0 0-16,0 0 3 0,0 0 34 0,0 0-70 16,21 66-74-16,-15-35-83 0,0 5-48 15,0-1-46-15,1 5-35 0,0-1-20 16,0 2 10-16,1-3-12 0,-2-2-43 15,2-2-62-15,-1-7-59 0,0-3-45 16,1-3-50-16,-1-4-158 0,0-3-242 16,-4-5-505-16,6-4-568 0</inkml:trace>
  <inkml:trace contextRef="#ctx0" brushRef="#br0" timeOffset="108308">9121 10249 2782 0,'0'0'979'0,"0"0"-737"0,0 0-41 0,0 0-14 15,0 0-14-15,-48 83-16 0,38-51-71 16,3 1-21-16,4 4-7 0,1 0 0 16,2-1 18-16,2-1 37 0,10-6-15 15,2-6-41-15,2-5-32 0,4-6-25 16,3-10-12-16,3-2 8 0,0-2-8 15,3-14 12-15,2-4 0 0,1-10-1 16,0-6-23-16,0-5-6 0,-2-7 8 16,-4 1-8-16,-6 2-16 15,-10 5 27-15,-6 5 19 0,-4 7 27 0,-13 5-2 16,-8 2-23-16,-8 8-2 0,-7 7-67 16,-6 6-28-16,-7 12-79 0,0 10-97 0,-4 9-188 15,5 5-315 1,14-6-666-1,-5 13-459-15</inkml:trace>
  <inkml:trace contextRef="#ctx0" brushRef="#br0" timeOffset="110025.92">4653 12139 1182 0,'0'0'579'0,"0"0"-231"15,0 0-141-15,0 0 10 0,0 0 79 0,0 0-16 16,0 0-47-16,0 0-55 0,0 0-20 15,0 0 66-15,0 0 61 0,32 48-33 16,-18-21 1-16,2 7-38 0,3 9-47 16,0 3-30-16,1 0-20 0,1-1-36 15,-3-3-24-15,2-9-37 0,-4-3-20 16,1-7-1-16,0-5-2 0,-2-5-22 0,-2-4 12 16,-1-5 0-16,0-4-7 0,1 0 8 15,0-10 11 1,3-8 31-16,-3-8-10 0,0-6 9 15,-2-5-11-15,-2-5 2 0,-3 1-21 0,-2 4 1 16,-2-1-2-16,0 3-10 0,0 4-20 0,-1 5-26 16,1 1-38-16,-1 6-23 0,3 1-41 15,2 4-37-15,2 2-77 0,1 1-87 16,2 5-92-16,-1 3-84 0,1 3-42 16,1 0 48-16,-1 3 128 0,1 5 34 15,-2 1 124-15,-1-1 87 0,-1 1 60 0,1-1 22 16,0-2-7-16,-4-1 50 0,4-2 32 15,-6 2 19-15,1-5 72 0,-1 1 147 16,-3 0 166-16,0 1 126 0,0 0 79 0,0-2-44 16,0 4-87-16,-3 4-91 15,-4 3-139-15,-2 6-62 0,1 4-38 16,-1 6-15-16,0 2-7 0,-1 4 6 16,3 3-16-16,1 0-4 0,2-1 1 0,4-3-13 15,0-2-30-15,0-5-21 0,3-5-37 16,4-5-12-16,0-8-33 0,3-1-22 15,-1-5-9-15,3-1 28 0,-1-4 2 16,3-8 10-16,1-4-3 0,-2-6-4 16,-2-3-5-16,1 0-13 0,-5-3 3 15,-1 3 6-15,-3 3 37 0,-3 2 3 16,0 5 16-16,0 4 17 0,0 1-5 0,0 7-4 16,0 0 3-16,0 3-2 0,0 0-1 15,0 0-3-15,0 0 22 0,0 4 3 16,1 3-25-16,4 5-20 0,0 1 29 15,4 6 16-15,-2 1-19 0,2 4-26 16,1-5 0-16,0 0-1 0,2 0-1 16,-1-2-38-16,2-6-7 0,3 1-18 15,-2-6-42-15,2-5-59 0,0-1-49 16,0-4-94-16,0-8-167 0,-2-7-135 16,-2-1-88-16,-5 1-306 0,-3-11-87 15</inkml:trace>
  <inkml:trace contextRef="#ctx0" brushRef="#br0" timeOffset="110414.44">5492 12164 1201 0,'0'0'816'0,"0"0"-343"16,0 0-138-16,0 0 62 0,0 0 23 15,0 0-74-15,0 0-116 0,0 0-38 16,0 0-34-16,0 0-35 0,26 73-12 16,-15-45 5-16,-2 0-15 0,0 3-15 15,1-2-13-15,0 1-32 0,0-1-39 16,-1-4-1-16,2-3-1 0,-2-3-28 15,-1-8-54-15,2-3-16 0,-1-4-24 0,0-4-19 16,-2 0-41-16,3-7 3 16,-3-5-48-16,2-5-3 0,-3-1-25 0,2 1-43 15,-5 1 4-15,0 4 28 0,0 3 89 16,0 3 110-16,-3 0 67 0,1 3 48 0,1 2 23 16,-2 0 6-1,1 1 17-15,1 0 25 0,-2 0 25 0,3 1 79 0,2 3 31 16,-1 2-4-16,4 1-52 0,-1 1-14 15,2 2-7-15,2 1-44 16,-1 0-43-16,-1-1-10 31,2-1-39-31,-2-3-41 0,0 0-46 0,2-5 3 0,-2-1-25 16,2 0-71-16,4-7-29 0,-4-5-37 0,5-4-19 0,-4-1-76 16,2-3-149-16,-2 1-211 15,-2 1-118-15,0 6-33 0,0-6 32 0</inkml:trace>
  <inkml:trace contextRef="#ctx0" brushRef="#br0" timeOffset="110767.5">5976 12232 421 0,'0'0'1046'16,"0"0"-575"-16,0 0-27 0,0 0-21 0,0 0-32 16,0 0-69-16,0 0-95 0,0 0-101 15,0 0-44-15,0 0 15 0,-10 77 38 16,7-55 55-16,3 0 17 0,0 1-31 16,0-3-7-16,0-2-26 0,4-4-33 15,2-1-34-15,1-4-40 0,2-3-36 16,4-3-3-16,-1-3-25 0,2 0 7 15,2-7-6-15,-1-8 8 0,-1-4-5 16,0-4-25-16,-4-3 0 0,-1-4-18 16,-3-3-25 31,-2-1-15-47,-4 1-22 15,0-4-1-15,-10 1 19 0,-2-2 27 0,-2 1 10 0,-2 2-7 0,0 1 21 0,3 8 60 0,3 8 81 0,0 8 55 0,6 4 7 0,1 6-13 0,3 0-1 0,0 0-9 16,0 9-1-16,0 3-12 0,0 5-104 15,0 9 18-15,6 5 4 0,2 5 23 16,4 1 16-16,1 3 6 16,1-2 25-16,-1-5 29 0,3-2-47 15,-3-1-77-15,0-10-37 0,-3-2 4 16,-1-6-25-16,-2-4-72 0,0-4-47 0,-6-3-36 16,1-1-134-16,-2-6-298 0,-3-1-602 0,-16-16-879 15</inkml:trace>
  <inkml:trace contextRef="#ctx0" brushRef="#br0" timeOffset="110925.09">5558 12071 3820 0,'0'0'752'0,"0"0"-598"16,0 0-111-16,0 0 83 0,0 0-126 16,0 0-21-16,0 0-121 0,0 0 1 15,0 0-51-15,0 0-171 0,0 0-357 16,87-5-754-16</inkml:trace>
  <inkml:trace contextRef="#ctx0" brushRef="#br0" timeOffset="112852.31">7312 11773 3231 0,'0'0'508'16,"0"0"-332"-16,0 0-2 0,0 0 143 16,0 0-24-16,-76-11-53 0,61 22-75 15,4 9-65-15,0 3-63 0,2 12-37 16,3 4 0-16,4 7 0 0,2 4-2 15,2 4 2-15,8 0 2 0,0-1 29 16,4-4-4-16,4-6-27 0,0-4-24 0,0-8-4 16,-1-7-2-16,-1-4-4 0,-3-7-8 15,-5-3-16-15,-2-5-28 0,-3-3 0 16,-1-2 40-16,-2 0 22 0,0 0-41 16,0-8-18-16,-3-3 19 0,-3-3-23 0,-3-7 22 15,2 0 22-15,0-4-22 0,4 1-6 16,0 1-10-16,3 1 15 0,0 4 16 15,6 0 19-15,4 4 2 47,1-3 16-47,1 4 10 0,4 0 1 0,0 3 2 0,-2 1 0 0,2 2 28 0,0 3 14 0,0 0 8 0,-1 4-3 16,0 0-26-16,-1 0-3 0,-1 0-18 0,0 2-2 16,2 6 2-16,-1-1 10 0,-3 1 9 15,3 1-18-15,-3 0 12 0,-2 1 11 16,-2-3-20-16,-1 0-3 0,-2-3 1 0,-1-1 18 15,-3-2-20-15,3-1-25 0,-2 0-9 16,2-1-6-16,1-6-4 0,1 0-34 16,1-5 44-16,-1-2-17 0,-1 0 7 15,-2 0-28-15,-1 1-1 0,-1 1 57 0,0 2 16 16,0 1 23-16,0 1-23 0,0 0 0 16,0 1 0-16,0 2-24 0,2-2-7 15,-2 1 19-15,3-2 11 0,0-1 2 16,-2 4 0-16,1-3 47 0,2 1 18 0,-1-2-16 15,0 0-6-15,-2 2 0 0,2 0 13 16,0 4 15-16,-3 1 18 0,0 0 22 16,0 2-3-16,0 0-23 15,0 0-5-15,0 0 8 0,0 0-15 0,0 0-38 16,0 0-8-16,0 0 12 0,0 0 0 16,0 0-28-16,0 0 0 0,0 0 22 15,0 0 9-15,0 0-19 0,0 0 4 16,0 0 17-16,0 0 7 0,0 0-15 15,0 0-16-15,0 0-6 0,0 0-14 16,0 0-1-16,0 0 0 0,0 0 10 16,0 0 12-16,0 0-10 0,0 0 3 0,0 0 0 15,0 0-3-15,0 0-12 0,0 0 3 16,0 0 15-16,0 0 6 0,0 0-21 16,0 0-1-16,0 0 13 0,0 0-12 0,0 0-2 15,0 0-1-15,0 0 1 16,0 0-1-16,0 0-11 0,0 0-4 0,0 0 14 15,0 0-11-15,0 0-25 0,0-1-14 16,0-1-22-16,-3-3 18 16,-1 1-28-16,-2 0 47 0,3 0 36 15,0 0 0-15,0 2 12 0,2-3-10 0,-2 4 16 16,1-1 4-16,1 1 8 0,1 1-2 16,0 0 5-16,0 0 19 0,0 0 18 15,0 4 12-15,0 5-42 0,0 5-19 16,0 5 0-16,0 6-20 0,0 4 11 15,3 3 16-15,0 3 2 0,3-2 24 16,1 3 122-16,3-3-70 0,-2-2-64 16,3-1-30-16,3-5 3 0,-1-3-1 15,0-5-14-15,0-5-18 0,0-3-18 0,3-6-12 16,-3-3-43-16,4 0 0 0,-2-10 12 16,2-4 28-16,-4-5-19 0,1-1 0 0,-4-1-30 15,-1-2-10-15,-1 2-45 0,-2-1-44 16,0 1-26-16,-3 2-10 0,1 3-29 15,-1 4 6-15,1 2 56 0,-2 3 63 16,1 3 46-16,-3 1 40 0,0 1 53 16,1 0 29-16,-1 2 12 0,0 0 7 15,0 0 22-15,0 0 18 0,0 0 29 16,0 0 59-16,3 4-27 0,-2 3-40 16,2 0-6-16,2 5-20 0,1 4 7 15,2 0 28-15,1 0 23 0,-1 3-18 0,4-2-16 16,1-4-15-16,-1-1-22 0,5-2-27 15,-4-3-6-15,4-3-4 0,-2-2-6 16,2-2-23-16,-3-2-2 0,2-8-2 16,0-1-15-16,-3-4-12 0,-2-1 12 15,-3-3 2-15,-3 2-11 0,-5 2-19 16,0 0 13-16,-7 1 18 0,-4-2 0 0,-4 3-16 16,-2 2-15-16,-3 3 19 0,-2 2-28 15,-1 2-65-15,-2 4 22 0,1 0 30 16,4 0 19-16,0 0-16 0,6 4 1 15,5-3 42-15,3 0 4 0,3 0-41 16,3-1-25-16,0 0-40 0,3 0-33 16,6-2 50-16,5-3 98 0,2-1 6 15,2-1 16-15,4 2-15 16,0-2 14-16,2 1 23 0,1 1-35 0,-1-1 19 16,2 0-3-16,-1 5 23 0,1-3 20 15,-2 1-15-15,-1 3-16 0,-3 0 13 16,-1 0 24-16,-4 3-6 0,-4 6 31 0,-1 3 18 15,-3 0-6-15,0 2-38 0,-2-1-17 16,-1 0 11-16,-1-1-3 0,0-2-40 16,0 0 4-16,-2-4 18 0,1 0-15 15,1-3-25-15,0-2-37 0,2-1 31 16,1 0-6-16,1-4 3 0,2-6-25 0,1-2 34 16,0-3-2-16,-1 1-19 0,2-2-25 15,-5 2-3-15,3 1 6 0,-5 1-3 16,4 4 0-16,-3 2 12 0,1-1 9 15,-2 5-12-15,-1 2-9 0,1 0 46 16,1 4 12-16,3 2 56 0,-1 6-28 0,2 0-3 16,0-1-16-16,4 1-18 15,-2-4-1-15,2-1 0 0,2-1 16 16,-3-5-6-16,0-1 31 0,0 0 37 0,2-1-7 16,-2-7-14-16,-1-3-17 0,-1-6 4 15,-1 2 6-15,-5-2 12 0,-1 1 18 16,-3 1 55-16,0 1-4 0,-1-1-33 15,-7-1-48-15,-2 1-35 0,-4-2-17 16,-2-1-1-16,-1 3-45 0,1 0-63 0,-3 3-57 16,3 2-44-16,-1 1-114 0,4 4-318 15,1 0-553-15,4-1-695 0</inkml:trace>
  <inkml:trace contextRef="#ctx0" brushRef="#br0" timeOffset="113614.56">9515 11562 2108 0,'0'0'1395'0,"0"0"-1054"16,0 0-240-16,0 0 9 0,0 0 121 0,0 0 88 15,0 0-64-15,80 50-62 0,-49-26-53 16,4 2-36-16,0 3-37 0,-2 2-19 15,3 3-8-15,-4-1-27 0,-2 0-13 0,-1-4-18 16,-6 1 0-16,-3-5-74 0,-1-3-87 16,-4-3-38-16,-3-4-103 0,-2-2-293 15,-4-4-633-15,-2-3-534 0</inkml:trace>
  <inkml:trace contextRef="#ctx0" brushRef="#br0" timeOffset="113824">9811 11570 1922 0,'0'0'799'16,"0"0"-295"-16,0 0-142 0,0 0 10 15,0 0 16-15,0 0-23 16,0 0-205-16,0 0-81 0,-26 98-18 16,20-54-9-16,-1 5-3 0,3 2-12 0,-2 3 11 15,-1-2-14-15,1-4-34 0,2-6-12 16,2-6-77-16,2-11-60 0,2-7-103 0,5-6-224 15,3-8-295-15,-4-3-546 0,9-8-414 0</inkml:trace>
  <inkml:trace contextRef="#ctx0" brushRef="#br0" timeOffset="114098.33">10131 11864 284 0,'0'0'2596'0,"0"0"-2110"0,0 0-245 15,0 0 112-15,0 0-49 0,0 0-49 16,14 82-120-16,-8-66-70 0,-3 1-34 15,3 0-31-15,-3-4-23 0,1 0-14 16,2-2-64-16,-3-5-135 0,4-1-105 16,-3-5-204-16,-1 0-473 0,0 0-202 15</inkml:trace>
  <inkml:trace contextRef="#ctx0" brushRef="#br0" timeOffset="114516.93">10286 11816 10 0,'0'0'2162'0,"0"0"-1758"0,0 0-201 0,0 0-1 16,0 0-48-16,0 0 35 16,78-27-24-16,-60 25-51 0,-1 0-41 0,-4 2-16 15,-3 0 3-15,-3 0 21 0,-1 2 48 16,-3 4 35-16,-2 0-27 0,1 1-35 15,-2 2-37-15,0-2-22 0,0 4-12 16,0 0-28-16,-3 3 10 0,-3-2 2 16,-2 5-13-16,-1-3 0 0,2 3-1 15,-1-4 2-15,4-3 13 0,-2 2-16 0,3-6-13 16,2-1-2-16,1-3-19 0,0 0-34 16,0-1 9-16,3 2 44 0,7-3 2 15,-1 0 13-15,1 2 13 0,4-2 12 16,1 0-23-16,2 1 1 0,-1 0-1 15,-2 1-1-15,-2-1-1 0,-5 3 0 16,-2-1 0-16,-3 2 71 0,-2 1 40 0,0 4-31 16,0-1-37-16,0 1-15 15,-4 3 0 1,1-5-16-16,-1 2-12 0,-1-3-31 0,1-3-135 0,1-1-103 16,0-1-63-16,-2-2-141 0,0 0-227 0,2 0-475 15,-1 0-273-15</inkml:trace>
  <inkml:trace contextRef="#ctx0" brushRef="#br0" timeOffset="114963.29">10817 11590 1858 0,'0'0'1429'0,"0"0"-1079"15,0 0-126-15,0 0-64 16,0 0-68-16,0 0 85 0,0 0 12 0,0 0-53 16,0 0-28-16,0 0-47 0,0 0-14 15,83 29-8-15,-61-30-17 0,0-5-22 0,1 2 0 16,0 1-1-16,0-1-17 0,-1 4-1 15,-2 0-5-15,-4 0 21 0,1 0 2 16,-6 2-14-16,1 1 12 0,-6 3 3 16,-1-3 17-16,0 4 8 0,-5 0 24 15,0 4 28-15,0 2-13 0,0 5-28 16,-8 1 4-16,3 5 33 16,-8 1 58-16,1 3-12 0,-2 2-46 0,-2 1-19 15,0 0-12-15,-1 1-38 0,2-3 11 16,2-5-6-16,5-6-9 0,2-6-85 15,3-3-73-15,3-8-46 0,0-1-52 0,0 0-150 16,6-1-171-16,3-10-43 0,1-1-5 0,1 2-494 16,4-7-394-16</inkml:trace>
  <inkml:trace contextRef="#ctx0" brushRef="#br0" timeOffset="115118.61">11219 11781 1846 0,'0'0'1531'0,"0"0"-1173"0,0 0-47 16,0 0 42-16,-39 81-109 0,29-56-78 16,-1 0-77-16,2-3-49 0,0 0-40 15,3-4-97-15,5-3-152 0,1-7-176 16,0-2-594-16,0-6-474 0</inkml:trace>
  <inkml:trace contextRef="#ctx0" brushRef="#br0" timeOffset="115602.44">11774 11393 2692 0,'0'0'954'0,"0"0"-629"15,0 0 50-15,0 0-53 0,0 0-77 0,0 0-73 16,-52 68-44-16,38-33-1 0,0 3 28 15,2 7 3-15,0 1 20 0,8 1 7 16,1-1-62-16,3-7-38 0,5-4-49 16,9-7-33-16,1-8-3 0,3-2-1 15,5-7-29-15,0-6-25 0,4-5-26 16,2-8 24-16,3-9 18 0,-1-9-13 16,2-4 4-16,-1-7 12 31,-3-4 2-31,-6 2-8 0,-6 3 12 0,-6 1 18 15,-6 0 9-15,-5 4-15 0,-5 0 5 0,-7 1-5 0,-4 8-12 16,-7 8-31-16,-3 5-54 0,-6 7-164 0,-4 4-85 16,-5 9-136-16,-1 7-235 0,12-2-503 0,-15 9-481 15</inkml:trace>
  <inkml:trace contextRef="#ctx0" brushRef="#br0" timeOffset="117313.89">9881 12719 3224 0,'0'0'750'16,"0"0"-509"-16,0 0-70 0,0 0 68 16,0 0 10-16,0 0-48 0,52 71-57 0,-28-39-65 15,4 4-15-15,3 3-16 0,2-2-20 16,-1 1 11-16,-2 2-12 0,-1-6-24 16,-2-2-3-16,-3-5-33 0,-2-4-12 15,-3-7-80-15,-2-2-58 0,-1-6-71 16,0-5-109-16,-3-3-148 0,-2-3-188 15,-5-9-417-15,-3 2-34 0</inkml:trace>
  <inkml:trace contextRef="#ctx0" brushRef="#br0" timeOffset="117513.58">10118 12726 2013 0,'0'0'1006'15,"0"0"-559"-15,0 0-122 0,0 0 28 16,0 0-67-16,0 0-88 0,-10 94-54 15,4-53-9-15,2 3-22 0,-2 3-27 16,-1 0-28-16,0-1-12 0,-1-1-46 16,1-1-10-16,3-4-54 0,-3-6-30 15,7-5-32-15,0-7-119 0,0-9-195 16,0-2-284-16,4-5-603 0,2-4-576 0</inkml:trace>
  <inkml:trace contextRef="#ctx0" brushRef="#br0" timeOffset="117730.22">10321 13061 2123 0,'0'0'975'0,"0"0"-736"0,0 0-13 15,0 0 64-15,0 0-31 0,19 71-79 16,-15-52-77-16,2 1-16 0,-2 0-42 15,1-3-45-15,2-1-28 0,0-4-28 16,-1-4-86-16,0-1-112 0,-2-5-142 16,4 0-238-16,-3-2-421 0,2-2-183 0</inkml:trace>
  <inkml:trace contextRef="#ctx0" brushRef="#br0" timeOffset="118132.73">10527 13021 2134 0,'0'0'417'0,"0"0"-243"0,0 0 48 0,0 0 41 16,0 0-94-16,0 0-68 0,77-14-15 16,-63 14-13-16,-5 0-32 0,-2 0-12 15,1 0 2-15,-3 1 10 0,-1 5 25 16,-3-2 38-16,1 5 19 0,-2 1-45 15,0 3-16-15,-2 3-15 0,-2-2-20 16,-2 2-26-16,-1-4 0 0,2 1 0 16,2-2-1-16,-2-4-3 0,4 0 1 0,-2-2 0 15,3-2 1-15,0 1-18 16,0-4-27-16,0 0-7 0,0 0-16 0,4 0 69 16,4 0 12-16,0 0 45 0,4 0 14 15,-2-2-36-15,2-1-14 0,0 2-5 16,-2 1-15-16,2 0 1 0,-4 0 20 15,0 6 27-15,-2-2 26 0,-2 4 64 16,0 4 2-16,-3-1-55 0,-1 2-33 0,0 0-32 16,0 1-6-16,-1-1-15 0,-3-1 0 15,0-5-55-15,1 0-98 0,0-3-23 16,-2-3-57-16,1-1-149 0,1 0-283 16,2-5-398-16,-2-5-440 0</inkml:trace>
  <inkml:trace contextRef="#ctx0" brushRef="#br0" timeOffset="118499.77">11258 12686 2659 0,'0'0'664'16,"0"0"-366"-16,0 0 64 0,0 0-24 16,0 0-22-16,-26 82-76 0,14-59-87 15,2 5-44-15,-1-1-32 0,-4 1-32 16,2 1 13-16,1-4 45 0,0 0 16 16,0-6-50-16,2 3-20 0,2-7-7 15,2-1-5-15,3-4-25 0,0-4-12 16,3-1-2-16,0-3-29 0,0 1-32 0,7-3 21 15,5 1 12-15,1 1 30 0,4-2 12 16,2 0-12-16,1-3-1 0,2-2 1 16,-1 0-27-16,1 1-37 0,-3 0-24 15,-1 0-67-15,-2 2-107 0,0 0-193 16,-1 2-329-16,-6 0-522 0,-1 0-564 16</inkml:trace>
  <inkml:trace contextRef="#ctx0" brushRef="#br0" timeOffset="118732.29">11215 13162 2055 0,'0'0'1356'16,"0"0"-917"-16,0 0-152 0,0 0-45 15,0 0-41-15,0 0 33 0,0 0-78 16,0 0-45-16,0 0 10 0,0 0-29 15,93 10-47-15,-71-10-45 0,2-3-12 16,0-4-18-16,-1 3-58 0,0-3-89 0,-1 2-84 16,2-2-211-16,3 1-327 0,-5 1-601 15,9-3-343-15</inkml:trace>
  <inkml:trace contextRef="#ctx0" brushRef="#br0" timeOffset="119066.35">11866 12611 1653 0,'0'0'1691'0,"0"0"-1188"16,0 0-260-16,0 0 12 0,0 0 51 15,0 0-103-15,0 0-83 0,0 0-4 16,13 91 30-16,-6-60 12 16,0 1-42-16,1-1-35 0,-1 1-23 15,-2 1-55-15,0-3-3 0,1-1-27 0,-2-3-49 16,3-7-70-16,-1-3-88 0,3-7-127 15,-2-4-254-15,-1-5-512 0,6-6-344 0</inkml:trace>
  <inkml:trace contextRef="#ctx0" brushRef="#br0" timeOffset="119372.06">12104 12640 2916 0,'0'0'711'0,"0"0"-392"0,0 0-59 15,0 0-76-15,-10 74-17 0,10-45-26 16,2 0-24-16,6 1-16 0,1 0-15 16,2-6 12-16,0-1-4 0,4-5-21 15,-2-5-18-15,3-4-3 0,2-6-13 16,1-3-39-16,3-3 1 0,2-11 13 16,2-5 19-16,0-8 16 0,-1-1-49 15,-5-6 0-15,-1 1-2 0,-8-1-10 0,-2 4 2 16,-8-1 10-16,-1 3 25 15,-5 5-22-15,-7 2-3 0,-3 6 0 16,-6 7-1-16,-7 6-57 0,-6 2-143 0,-7 14-67 16,-6 5-128-16,-2 4-341 0,12-4-679 15,-19 17-942-15</inkml:trace>
  <inkml:trace contextRef="#ctx0" brushRef="#br1" timeOffset="146211.93">25087 5336 1289 0,'0'0'611'0,"0"0"-358"16,0 0-233-16,0 0-4 0,0 0 0 15,0 0 88-15,0 0-88 0,0 0 168 0,0 0 109 16,-27 25-116-16,27-23-90 0,0 1-17 15,0-1 13-15,-2 3 48 0,-3-2 44 16,-1 2 5-16,0 0-32 0,-1 1-60 16,-1 1-25-16,-3 0-22 0,2 2-7 0,-1-1-34 15,-1 3-1-15,1 0-2 16,-1-2 3-16,0 2 3 0,1 1-1 0,-2-3 1 16,1 2 16-16,2 1-6 0,0 1-1 46,-2 0 4-46,1 0-1 0,1 0 10 0,-2 0 6 0,2 3 4 0,0-2-4 0,-2 2-28 0,4-1 16 0,-2 2 2 16,2-1 7-16,-2 2-6 0,1 0 12 16,0 0-3-16,-1-1-6 0,1 1 0 15,0-2-10-15,0 3 13 0,-2-1-10 16,2 1-14-16,0-1 14 0,0 2 1 0,-1-2-1 16,3 0-3-16,-1-1-13 15,4-2 16-15,-1 0-3 0,2-1 7 0,1 3 3 16,-2 0 15-16,3-1-13 0,0 1-5 15,0 0-1-15,0 0 4 0,0-2-7 16,0 2-17-16,0 0 2 0,0-2 13 0,0 0 5 16,0 2-6-16,0 0 1 0,-1-1 5 15,-1 3-6-15,0-3-12 0,0 2-1 16,2 1 10-16,0-3-12 0,0 2-2 16,0-1 2-16,0 1 1 0,0-3-1 15,2 2 0-15,0 0 0 0,0-3 1 16,-1 1 17-16,2 0-3 0,-2 1 10 15,-1 1 11-15,2-1-11 0,-1 0-24 16,1 1 14-16,-1 1 3 0,2-4 1 16,0 3-18-16,0-1-1 0,0-1 15 0,0 1-14 15,-2-1-1-15,2 2-14 0,-1 1 14 16,-1-2 11-16,2 4-11 0,-2-2 0 16,-1 0 0-16,0 1 0 0,1-1-1 15,-1-1-10-15,2 1 10 0,-1-1 1 16,1 1-19-16,-1-5 19 0,2 3-3 15,0-2-12-15,0 2 0 0,2-1 15 16,-1 1 22-16,1-3-22 0,1 5 0 0,-1-5 0 16,0 4 34-16,0 0-31 0,-1-3-1 15,0 3-2-15,2-1 3 0,-2-1-3 16,1 2 0-16,-1 0 0 0,0-3 3 0,1 4 24 16,-1-2-11-16,0 0-15 15,1 0 23-15,0 2-12 0,1-2-12 0,0-1 0 16,2 1 11-16,1-2 13 15,0 0-24-15,2 0-3 0,1-1 3 16,-2-1 0-16,4 5-2 0,-3-3-14 16,1-2 16-16,-3 3 16 0,1-2-16 15,2 1 0-15,-4-2 3 0,1 2-1 16,1-4-2-16,0 4 0 0,-1-1 10 0,-2-3-10 16,4 2 0-16,-2-2-14 0,3-1 14 15,-1 1 0-15,1-1-10 0,1 1-3 16,1 1 12-16,1-1 0 0,0-1-20 15,0 1 6-15,2 1 12 0,3-3 2 0,-2 3-12 16,0 0 13-16,1-2 2 0,0 2-2 16,-5 0-4-16,2-3-14 0,-3 3 6 15,1-1 10-15,-2-1 1 0,4 1-11 16,-2 1 0-16,3-1 11 0,1 0-1 0,-1-1-17 16,3 0-20-16,1 0 36 15,2 0-13-15,1-2 4 0,2-1-9 0,0 0-4 16,0 1 4-16,-2-3 19 15,1 3 1-15,-4-1 0 0,1-1 1 0,-2 0-1 16,0 0 1-16,-1-2 2 0,1 2 8 16,-1-3-10-16,1 2-3 0,2-3-9 15,-2 1 11-15,3-1-1 0,0-1-2 16,3 1 4-16,0 1 0 0,-1-1-3 16,2 1 2-16,2 0 1 0,-2-2-1 15,4 0 1-15,-1 0 0 0,0 0-15 16,3 0-25-16,-3 0 40 0,2-2-1 15,-3 0 1-15,0 2 0 0,-2 0 1 16,-1-1 0-16,-3 1 1 0,-1 0-1 0,-1 0-1 16,2 0 0-16,-2 0 2 0,0 0 0 15,2 0-1-15,2 0 3 0,-2 0-1 0,3 0 12 16,1 0 0-16,2-2 7 0,1 1-7 16,3-2 15-16,2 3-11 15,1-1 2-15,1 1-18 16,-2 0 0-16,1-4 13 15,-3 4-15-15,0-3-1 0,-2-1-2 0,-1 3 1 16,-3-4-2-16,-1 3-10 0,-4-1 13 0,-2 1-2 16,0-1-13-16,-4 1 15 0,0 0 1 0,-3-2 1 15,3 1 10-15,-2-1 16 0,5-1 2 16,0-1-2-16,2 1 2 0,2-2 1 16,3 0-10-16,-2 0 0 0,1-4 13 15,1 1-7-15,3 1-6 0,3-4-8 0,1 0 20 16,3-1 16-16,1 0-36 0,-2-2-13 15,-2 2 0-15,0-3 11 0,-6 5 1 16,-1-4-9-16,-4 2 21 16,-2-1 4-16,-2 3-13 0,-1-2-13 15,3 0 0-15,-4-2 16 0,1 2-15 16,-1 1-2-16,3-5-1 0,-2 2 3 0,2 0-3 0,-1-1 0 16,0 0-1-16,2 0 1 15,-2-2 1-15,0 2-1 0,2-2 0 16,-1-1 0-16,1-1 0 0,-1 3-11 0,-2-1-2 15,2 1 13-15,-3 1 2 0,0-2-2 16,-2 3 0-16,0-3 11 0,-2 0 0 16,0 2-10-16,-1-1-1 0,-1-1 18 15,3 0-3-15,-4-3-14 0,0-2-1 0,-1-1 16 16,2 1-16-16,0 0 0 0,-1 1-15 16,1-1 15-16,-3 5 0 0,0 0 0 15,-1 0 0-15,1 1 12 0,-2 1 0 16,-1-2-12-16,-1 2 0 0,1-1 2 15,-1-1-2-15,0-2-13 0,3 1-2 0,-2-3 15 16,-3 3 2-16,-1-3-1 0,0 1 0 16,0 0 15-16,0 0 5 0,0 2-9 15,-3 0 6-15,1 2 15 0,-1 1-5 16,0-2-25-16,2 2-1 0,-1 0 22 0,-1-1-1 16,2-3-23-16,-2 1-3 0,0-2 3 15,0 1 0-15,0-1 0 0,-1 0-15 16,-2 0 14-16,2-1 0 15,-2 0-20-15,2-1 0 0,-1 3 21 16,-1 0 0-16,1-1-2 0,-2 2 2 0,-1 0 0 16,0 1 23-16,-2-2-23 0,-2 3-15 15,-1-2 15-15,2 1 24 0,-4 0-23 16,1 2 2-16,1-3-1 0,-3 1-1 16,0-1-1-16,-1 1-14 0,-2-3 14 15,0 2 0-15,-1-2-12 0,0-1 0 16,0 1-7-16,0-1 16 0,1 0-9 0,2 2-6 15,-1 0 17-15,1 3 1 16,4 0 1-16,-3 2 1 0,3 3 10 16,2 1 3-16,-1-1-3 0,1 1-12 0,-2 0 0 0,1 1-2 15,-3 2-10-15,0-3-9 16,-2-1 0-16,1 0 21 0,-1 0-3 0,-1-1-18 16,0-2-10-16,-2 0-17 15,2 0 18-15,-2 0 29 0,1 2-15 0,2 2 16 16,-3 0 0-16,2-1-9 15,0 3 9-15,0-2 1 0,0 2-1 16,-1 1-2-16,4-1-1 0,0 3 3 0,0-4 1 16,-2 3 2-16,4-1-2 0,-3 0 0 15,0-2 0-15,-1 0 1 0,1 1-2 16,-5 1 1-16,-1-2 2 0,-3 4-2 16,1-2-1-16,-4 0 0 0,0 0-1 15,-1 2 1-15,0 0-18 0,0-1 18 16,2 1 1-16,-2 0 0 0,3-1-1 0,1 1 15 15,1 1-14-15,0 0-1 0,1 2 0 16,2-4 3-16,3 3 0 0,-1 0 0 0,4 0 0 16,2 0 15-16,-1-1-3 0,2 1-13 15,-2-2 1-15,-2 1-3 0,-1-1 0 16,0 0-1-16,-5-1 1 0,-1 2 0 16,-1 1 0-16,-3 0-12 15,-3 1-6-15,0 0 18 0,-2 1 17 16,-1 1-14-1,4-1-1-15,-1 1 10 0,1 0-12 0,3-1-1 16,0-1-11-16,2 0 12 0,1 0 2 16,1 0 0-16,-1 0-2 0,0 2 0 0,3-1-1 0,-3 0-1 0,0 3-10 15,-3-3 9-15,0 1-18 16,3 1 21-16,-2 1 21 0,1-1 3 0,-1 1-3 16,1 0-18-16,1 0 9 0,1 0 16 15,-1 0-25-15,4 0-2 0,1 1 0 16,-2 0 1-16,2 1-2 0,-3-1-2 15,1 1 2-15,1-1 1 0,-3 4 17 0,2-1 27 16,-3-1-36-16,-2 0-9 0,1 0-27 16,1 1 27-16,2-2 0 0,0-1 2 15,-2 2-2-15,4-1-18 0,-1-2 18 16,0 2 0-16,2 0 15 16,1-1-3-16,1 3 0 0,-2-1 3 15,0 2-5-15,1-1-10 0,-3 1-14 0,4 0 14 16,-4 2 14-16,-3-1-14 0,1 2-3 15,-1 1 3-15,-1 0 16 0,-1 1-16 16,5 0 1-16,-3 2 14 0,0 0-3 16,0 1 6-16,4 1 18 0,2-1-9 15,1-2-5-15,0 1 5 0,3 0-3 16,-1-1-3-16,-2 2 3 0,-3 0-24 16,2 0 1-16,-5 3 2 0,-1 2 29 0,1 2-32 15,-1-1 0-15,2-1 12 0,3-1-12 16,4-3-16-16,4-3-2 0,0-3 3 15,6-1-21-15,1-4-24 0,1 1-31 0,2-4-60 16,0 0-144-16,0 0-206 0,2 0-229 16,2-4-561-16,3-9-720 0</inkml:trace>
  <inkml:trace contextRef="#ctx0" brushRef="#br1" timeOffset="146997.79">26154 4454 2989 0,'0'0'701'0,"0"0"-446"0,0 0-135 16,0 0-20-16,0 0 58 0,0 0-18 15,77-69-57-15,-41 36-24 0,8-5-28 0,2-2-19 16,3-3 7-16,0-2-7 0,0 1 2 15,-3 1-14-15,-6 3-37 0,-4 2-9 16,-6 6-6-16,-8 3-10 0,-2 4 9 16,-8 4-61-16,-1 3-76 0,-3 3-112 15,-4 0-141-15,-1 3-214 0,-3 4-572 16,0 0-279-16</inkml:trace>
  <inkml:trace contextRef="#ctx0" brushRef="#br1" timeOffset="147403.51">26080 4207 2055 0,'0'0'705'15,"0"0"-378"-15,0 0-87 0,0 0 156 16,0 0-62-16,0 0-87 0,0 0-61 16,0 64-26-16,-3-40-9 0,-1 2-16 0,-3-1-1 15,2 0-18-15,0-1-27 16,0-2-13-16,5-3-19 0,0-2-14 0,0-4-22 15,0 0 0-15,8-3 7 16,0-2 5-16,5-1-9 0,3 0 6 0,4-4 13 16,3-2 33-16,4-1-16 0,4-2-12 15,3-7-11-15,5-2-10 16,2-3-15-16,0-4-12 0,1-1-82 16,2-2-54-16,-1-1-45 0,-3 1-175 0,-4 2-329 15,-8 4-713-15,-4-1-1068 0</inkml:trace>
  <inkml:trace contextRef="#ctx0" brushRef="#br1" timeOffset="166728.44">27321 3413 2357 0,'0'0'558'0,"0"0"-314"16,0 0-15-16,0 0 129 16,0 0-11-16,0 0-86 0,0 0-106 0,0 0-59 15,0 0-34-15,0 0 8 0,17 38 23 16,-15-32 29-16,-1 2-3 0,-1 0-24 16,1 3-19-16,1 1 24 0,-1-1 13 15,1-2-46-15,-1-2-35 0,1 0-32 0,-1 1-21 16,-1-1 6-16,2 1-7 0,-1 3-5 15,1-1-22-15,-1 0-26 0,2-2-69 16,-2-2-85-16,3 0-53 0,-2-3-123 16,-1 0-100-16,1-1-66 0,-1-2-46 15,-1 0-177-15,0 0-274 0</inkml:trace>
  <inkml:trace contextRef="#ctx0" brushRef="#br1" timeOffset="167292.04">27501 3409 1056 0,'0'0'674'16,"0"0"-417"-16,0 0-50 0,0 0 110 0,0 0-20 16,0 0-66-16,0 0-58 0,0 0-42 15,0 0-23-15,30 75-35 0,-27-67-7 16,0-1-12-16,-3 1-25 0,3-4-1 15,-3 1-9-15,2-2-6 0,-1-3-10 16,-1 1 19-16,0-1-3 0,0 0 9 16,0 0 4-16,0 0 2 0,0-1 29 0,3-3 53 15,-3-2-37-15,4-2-79 0,-1-4-64 16,0-2 28-16,1-1 14 0,2-1-9 16,1 1-26-16,0 2 17 15,-1-1 11-15,1 6-2 0,1-1-1 0,0 2 10 16,-1 2 20-16,1 2-17 0,-3 0 16 15,1 3 3-15,1 0 32 0,0 0 106 16,-1 3-53-16,0 2-38 0,0 2 4 16,2 0-4-16,1 2 15 0,-3 2 13 0,0 1-1 15,-2 1-24-15,3-1-16 0,-4 3 6 16,-2-3-21-16,1 2-16 0,-1-3-3 16,1 0-1-16,-2-3-49 0,1-2-71 15,-1 1-106-15,0-2-78 0,0-1-56 16,0-1-295-16,0-3-447 0,0 0-45 0</inkml:trace>
  <inkml:trace contextRef="#ctx0" brushRef="#br1" timeOffset="167943.46">27843 3382 430 0,'0'0'1027'15,"0"0"-569"-15,0 0-124 0,0 0-36 16,0 0-60-16,0 0-55 0,0 0-54 16,0 0-33-16,0 0-32 0,0 0-26 15,0 4 10-15,0-1 9 0,1 2 19 16,1 3 54-16,1 4-22 0,1 6-26 16,1 1-26-16,-2 3-12 0,3 1-22 15,0 4-9-15,-2 2 9 0,2 0 9 16,2-1-6-16,-2-1-6 0,-1-3-6 15,-1 0-13-15,-1-6 1 0,0 0 1 16,-2-6-2-16,-1-4 0 0,2-2 2 0,-2-1 11 16,0-4 0-16,0-1 9 0,0 0 3 15,0 0 9-15,-2-3-34 0,-2-6-100 16,0-1-17-16,-2-6 45 0,-2-4-26 16,0-3 42-16,2-6 14 0,2-3 39 0,-2-1 2 15,3-2 1-15,0 2 0 16,3 1 0-16,0 4 0 0,0 4 0 0,0 1 0 15,6 5-11-15,1 0-21 0,4 3 7 16,1 2-10-16,3-1 13 16,-1 6 0-16,-1-1 19 0,1 4-9 0,-2 1 12 15,0 4 28-15,-1 0 48 0,-1 2 76 16,-1 3-51-16,-2 2-29 0,-3 0 0 16,-1 2-2-16,-3 2 8 0,0-2 0 15,0 3-9-15,-7 1-1 0,-6 2-12 0,0-2-29 16,-3-1-27-16,3-4-52 0,-1 3-107 15,4-6-110-15,1-2-154 0,5-1-151 16,1-2-429-16,-1-2-231 0</inkml:trace>
  <inkml:trace contextRef="#ctx0" brushRef="#br1" timeOffset="168257.94">28135 3357 855 0,'0'0'1295'16,"0"0"-1081"-16,0 0-72 0,0 0 93 16,0 0 32-16,0 0-97 0,0 0-84 0,7 72-32 15,-1-66-25-15,0-2 6 0,0-1 38 16,-1-3 57-16,-2 0 44 0,0 0-1 16,0 0-43-16,-2 0-9 0,2-3 13 15,2-1 43-15,-1-1-38 0,2 0-47 16,1-3-43-16,-3 2-15 0,2-3-16 15,-3 1 1-15,0 2-19 0,-3-3 0 16,0 1-43-16,0 1-3 0,0-3-28 0,0 1-31 16,0-2-62-16,0 0-63 0,0 0-115 15,0-1-67-15,0 0-16 0,-3 2-103 16,2 1-117-16,-1 0-137 16,-4-3-246-16</inkml:trace>
  <inkml:trace contextRef="#ctx0" brushRef="#br1" timeOffset="168458.44">28197 3052 222 0,'0'0'1933'16,"0"0"-1354"-16,0 0-290 0,0 0-68 15,0 0-21-15,0 0-57 0,0 0-10 16,0 0 15-16,16 77-16 0,-7-50-3 16,1 1-26-16,0-2-47 0,0 2-22 15,3-4-34-15,-3-1-1 0,0-1-2 16,0-5-9-16,-1 0-1 0,-2-3-43 0,-2 0-65 15,0-6-150-15,-5 0-197 0,0-3-247 16,0-1-359-16,-8-3-71 0</inkml:trace>
  <inkml:trace contextRef="#ctx0" brushRef="#br1" timeOffset="168593.07">28217 3316 1289 0,'0'0'1261'15,"0"0"-865"-15,0 0-146 0,0 0-8 16,0 0-86-16,0 0-80 0,0 0-42 15,0 0-34-15,90-38-1 0,-67 29-78 16,-2 2-216-16,1-3-234 0,-8 4-490 16,5-6-604-16</inkml:trace>
  <inkml:trace contextRef="#ctx0" brushRef="#br1" timeOffset="169043.85">28745 3095 3547 0,'0'0'671'0,"0"0"-550"0,0 0-28 15,0 0 86-15,0 0 21 0,0 0-93 16,85-24-76-16,-55 16-30 0,0-3-1 16,1 1-21-16,-4 0-81 0,0 1-79 15,-4 3-113-15,-4-1-342 0,-6 4-618 16,-4-2-346-16</inkml:trace>
  <inkml:trace contextRef="#ctx0" brushRef="#br1" timeOffset="169203.43">28925 3203 4080 0,'0'0'676'0,"0"0"-578"15,0 0 55-15,0 0-6 0,0 0 32 0,0 0-45 16,91-7-91-16,-57 0-43 0,1-3-131 15,2-3-110-15,-1-1-61 0,-3-1-242 0,-7 1-980 16,3-7-1016-16</inkml:trace>
  <inkml:trace contextRef="#ctx0" brushRef="#br1" timeOffset="170039.31">29543 2858 3094 0,'0'0'708'16,"0"0"-472"-16,0 0 14 0,0 0 128 16,0 0-84-16,0 0-107 0,0 0-108 15,0 0-49-15,0 0 4 0,0 0-7 16,-59 66-6-16,56-54-9 0,3-2-12 0,0 1 0 16,0 1 1-16,6-4 17 0,4-2-18 15,0 1-18-15,0-3-13 0,3-2 4 16,2 0-1-16,-1-2-20 0,2-2-16 15,1-3-28-15,-2-3 7 0,-1-1 17 16,-4 1 16-16,-4-1 18 0,1-2 22 16,-4 1-6-16,-3 0 18 0,0 0 17 0,-2 1 1 15,-5-2-2-15,0 4-14 16,-3 1-2-16,0 0 2 0,0 0 19 0,3 2 4 16,-1 2-10-16,5 0-14 0,-1 0-1 15,3 1-33-15,1 1-44 0,0-2 15 16,0 1 13-1,0 1 12-15,0-1 19 0,0 1-4 0,0-2-9 0,5 1-34 16,1 0-83-16,3-2-67 0,4 2 137 0,4-1-23 16,2 0-82-16,-3 0-69 0,1 2 29 15,-4-1 44-15,1 1 64 0,-2 0 60 16,-3 0 39-16,-3 0 16 0,-1 0 1 16,1 0 2-16,-3 0 19 0,-2 0 23 15,2 0 35-15,-1 0 13 0,-1 0 12 16,2 0 16-16,-1 1 0 0,-1 1-17 15,-1-2 4-15,3 0 11 0,-3 2 16 0,1-2 4 16,2 2-46-16,-2-1-27 16,1 2-7-16,1 1-16 0,0 0-9 0,0 0-6 15,1-1-6-15,0 3 2 0,2-2-2 16,1 2-19-16,0 0-1 0,-1 0 1 16,0-3-1-16,0 0 0 0,1-1-1 15,-1 2 0-15,-2-4 18 0,2 0-4 16,-2 0 10-16,-1 0 15 0,3 0 68 15,-2 0 100-15,0 0-76 0,-1-4-62 0,0 1-18 16,0-1 3-16,1 0-16 0,1-3-2 16,-1-1-10-16,-3-2 3 0,2 3-15 15,-3-4-15-15,0 4-39 0,0-3-34 16,0 2-37-16,-3-2-60 0,0 3-29 16,-2-2-63-16,2 0-163 0,3-2-171 15,0 3-168-15,0-1-313 0,0 0 276 0</inkml:trace>
  <inkml:trace contextRef="#ctx0" brushRef="#br1" timeOffset="170774.72">29941 2657 1400 0,'0'0'560'0,"0"0"-217"15,0 0 19-15,0 0 14 0,0 0-107 16,0 0-85-16,0 0-19 0,0 0 30 16,0 0-16-16,0 0-81 0,0 0-32 15,0 25 40-15,3-12-10 0,1 2-28 0,5 2-43 16,-2 0-25-16,2-2-2 0,1 0-1 15,-2-1-10-15,0-3-12 0,-1 0-46 16,1-4-53-16,-5 0-51 0,0-2-74 16,0-2-35-16,-3-3-53 0,0 0 3 15,0 0 112-15,0 0 51 0,-3 0-68 16,0-3-238-16,0-2 126 0,-1-2 145 16,0 3 57-16,4-2 149 0,-3 1 74 0,3-1 180 15,0 4-81-15,0-3-49 0,0-1-59 16,3 3 26-16,5-1 22 0,-2-1 43 15,3 0 32-15,-2 2-30 0,3-3-51 16,0 1-26-16,-1-1 22 0,1 1-4 0,-1 0-28 16,-1 1-26-16,-2-1-22 0,2 1-7 15,-2 1 6-15,0 0-20 16,0 0-2-16,-3 2-1 0,3 1-2 16,-1-1-16-16,-2 1-1 15,2 0 19-15,-1 0-1 0,2 0-1 0,1 0 1 0,0 2 2 16,0 3 12-16,1 1 81 0,-1 1 22 15,1 5-32-15,1 1-10 0,1 1 13 16,1 7-42-16,1 0-9 0,1 1-9 16,3 0-14-16,-3 0-10 0,1 1 1 15,-2-4 9-15,-1 2-9 0,-1-6-1 16,-1 1 1-16,-3-4 41 0,-2-3 16 16,-1-3-6-16,0-2 31 0,-3-1 56 0,0-2 39 15,0-1-43-15,0 0-41 0,-6 0-6 16,1-4-47-16,-3-5-43 0,-2-3-3 0,-1-2-18 15,-1-7-10-15,-1 0-10 16,0-5 21-16,-1-2 20 16,-1-3 3-16,4-1 12 0,2 0 4 15,1 5-4-15,3 2 1 0,4 4-16 0,1 4-15 16,0 2-9-16,4 4-20 0,7 1-24 0,1 3 15 16,5 1 22-16,-1 3 3 0,3 2 0 15,-3 1 6-15,3 0 9 0,-2 0 13 16,0 4 27-1,-4 3 33-15,0 1 24 0,-6 0-19 0,-1-1-40 16,-4 1 6-16,-2 0 3 0,0 1 6 0,-5 2 0 16,-5 1 10-16,-3 0-7 0,-3 3-15 15,-1-2-17-15,1-3-11 0,0-1-37 0,6-3-111 16,1-3-101-16,4-1-105 0,2-2-136 16,3 0-112-16,0-5-425 0,3-2 1 15,8-4 335-15</inkml:trace>
  <inkml:trace contextRef="#ctx0" brushRef="#br1" timeOffset="171040.07">30434 2699 157 0,'0'0'404'0,"0"0"-36"16,0 0-29-16,0 0 104 0,0 0 73 15,0 0-45-15,0 0-175 0,0 0-43 16,0 0-62-16,0 0-32 0,0 0-20 16,56 71-32-16,-50-64-57 0,0-1-37 15,2 0-12-15,-2-1 2 0,0-4 10 16,0-1 12-16,-2 0 28 0,3 0 45 15,-3 0 42-15,2-3-15 0,-3-1-29 0,3-2-3 16,-3 1 21-16,0-1-4 0,1-2-51 16,-3 2-26-16,1 0-33 0,-1-1-16 15,-1 1-61-15,0 0-58 0,3-1-35 16,-3-1-41-16,3-2-96 0,1-1-116 16,2 0-103-16,0-3-86 0,2 0-92 15,-3 5-19-15,1-7-53 16</inkml:trace>
  <inkml:trace contextRef="#ctx0" brushRef="#br1" timeOffset="171244.09">30676 2405 2342 0,'0'0'536'16,"0"0"-456"-16,0 0 90 0,0 0 94 15,0 0-136-15,0 0-5 0,0 0 7 16,17 70-8-16,-7-47 1 0,2 0 9 15,2 1-1-15,1-2-41 0,-1 2-50 16,1-3-40-16,-1-4 0 0,-1-1-12 16,-3-2-28-16,3-4-60 0,-6-2-129 15,-4-4-139-15,-1-2-234 0,-2 0-213 16,-5-2-224-16</inkml:trace>
  <inkml:trace contextRef="#ctx0" brushRef="#br1" timeOffset="171364.77">30764 2571 2493 0,'0'0'614'16,"0"0"-444"-16,0 0 106 0,0 0-108 0,0 0-86 16,92-44-82-16,-72 34-3 15,-4-1-123-15,0-1-588 0,-9 1-505 0,-7-2-504 16</inkml:trace>
  <inkml:trace contextRef="#ctx0" brushRef="#br1" timeOffset="177342.1">23745 6039 186 0,'0'0'2420'0,"0"0"-1871"15,0 0-354-15,0 0-115 0,0 0 37 16,0 0 126-16,0 0-60 0,0 0-63 0,0 0-76 16,79-21-29-16,-64 19-13 0,-1-3 1 15,-1 1 13-15,-1-1-15 0,-1 2-1 16,-2-1-13-16,-3 3-11 0,0-1-30 15,-1-1-53-15,-2 0-53 0,-1 1-96 16,-1-1-139-16,-1 0-80 0,0-2-62 16,0 3-213-16,-8-3-536 0</inkml:trace>
  <inkml:trace contextRef="#ctx0" brushRef="#br1" timeOffset="177771.83">23761 6006 1421 0,'0'0'828'0,"0"0"-350"0,0 0-134 16,0 0-6-16,0 0-17 0,0 0-51 16,0 0-57-16,0 0-48 0,0 0-19 15,0 0-4-15,-59 72-10 0,52-61 12 16,4 0-22-16,0-1-33 0,2 0-22 0,1-1-25 16,0-2-17-16,0-1-13 0,0-2-12 15,0 0 3-15,0-1 0 0,0 0 12 16,3-2-12-16,-2 3 9 0,4 0-10 15,0 0-2-15,-1 1 1 0,2 2-1 16,3-2 0-16,1 1-1 0,2 0-2 16,2 0-12-16,3-1-6 0,2-1-16 15,-2 0 1-15,3 0 11 0,-2-2 13 16,-1 1 9-16,-1 0-12 0,1 0 3 16,-2 1 12-16,0 1-1 0,-1-1-11 0,-2 1 11 15,0-1-2-15,-5 2 3 16,0 0 0-16,-1-1 27 0,-3 2 25 0,-2-3 15 15,1 3 9-15,-2 1-22 0,0 2 16 16,0 0 12-16,-5 3 18 0,-2-1-9 16,-1 2-4-16,-1-2-32 0,-3 0-31 15,-2 0-21-15,0-1-3 0,-2-4-16 16,-2-1-44-16,1 0-49 0,1-4-82 0,4-2-113 16,1-2-231-16,4-4-666 0,4-6-941 0</inkml:trace>
  <inkml:trace contextRef="#ctx0" brushRef="#br1" timeOffset="178959.87">24175 7863 2402 0,'0'0'1004'0,"0"0"-709"16,0 0-96-16,0 0 27 0,0 0 8 15,0 0 28-15,0 0-126 0,0 0-105 16,0 0-19-16,0 71 3 0,0-49 10 15,0 1 18-15,0 1 9 0,0 1 0 0,1 2 30 16,2-3 4-16,0 1-28 16,2-3-31-16,1-1-17 0,0-5-10 0,0-3-15 15,3-1 0-15,-2-5-4 0,4-2 7 16,-2-2-15-16,0 0 2 0,2-3 7 16,-1 0 3-16,2 0 12 0,1 0-9 15,0-7 11-15,4 1-12 0,1-4-2 16,0 1-3-16,-1-1-7 15,-2 0-11 1,-5 3 11-16,0 0 4 0,-4 2-4 0,-3 1 7 0,-2 1 18 16,-1-1 18-16,0 4 31 0,0-6-6 0,0 1-22 0,0 1-8 15,-4-1-1-15,-2 0-9 16,-4-1 18-16,-1 1-8 0,-3 3-13 0,-4 2 0 16,-4 0 0-16,2 0 15 0,-2 5 21 15,1 0 4-15,2 3-6 0,0-2-13 16,5 0-21-16,2 0-2 0,2-2-1 15,7-1-22-15,2 3-26 0,1-5-87 0,0 1-82 16,7 0-188-16,5-2-392 0,-1 0-631 16,5-4-518-16</inkml:trace>
  <inkml:trace contextRef="#ctx0" brushRef="#br1" timeOffset="182341.43">29179 7193 2594 0,'0'0'968'0,"0"0"-747"0,0 0-108 16,0 0 51-16,0 0 151 0,0 0-55 16,0 0-79-16,0 0-61 0,4 81-35 15,-4-61-39-15,-2 2-15 0,-2-2-4 16,0 2-5-16,0-1-22 0,-1 0 0 15,2-5-31-15,0-1-54 0,0-4-71 16,2-3-60-16,1-2-114 0,0-3-254 0,0-2-440 16,0-1-163-16,4 0-285 0</inkml:trace>
  <inkml:trace contextRef="#ctx0" brushRef="#br1" timeOffset="182522.95">29346 7261 1558 0,'0'0'1352'0,"0"0"-930"0,0 0-158 16,0 0-34-16,0 0 69 0,4 68-47 15,-4-46-94-15,0-1-81 0,0 1-54 16,0-3-23-16,0 0-34 0,2-4-158 16,0-2-217-16,0-6-280 0,1 0-752 0</inkml:trace>
  <inkml:trace contextRef="#ctx0" brushRef="#br1" timeOffset="198621.29">27233 6173 2236 0,'0'0'974'16,"0"0"-612"-16,0 0-106 0,0 0-13 15,0 0-9-15,0 0-24 0,0 0-49 16,0 0-47-16,0 0-10 0,79-46 12 16,-43 20-21-16,9-8-1 0,10-8-42 15,7-5-27-15,8-8-25 0,4-1-1 16,2 0 1-16,2 2 0 0,0 3 0 0,1 1-34 15,-1 3 10-15,-5 4-1 16,-3 2-11-16,-7 7-19 16,-10 6 18-16,-12 4-6 15,-14 8-54-15,-10 8-54 0,-9 4-74 0,-8 3 37 0,0 1-37 0,-9 0-133 0,-4 4-598 16,-19 12-424-16</inkml:trace>
  <inkml:trace contextRef="#ctx0" brushRef="#br1" timeOffset="199059.47">27204 6053 1015 0,'0'0'752'0,"0"0"-366"0,0 0-104 0,0 0 31 0,0 0-56 16,0 0-49-16,0 0-55 0,0 0-16 16,0 0 21-16,0 0 34 15,-45 35 17-15,38-26-16 0,-1 0-13 0,1 0-13 16,1 3-7-16,1-3-13 0,1 2-15 15,1-1-28-15,-1 5-25 0,1-1-15 16,0 0 6-16,2 3 15 0,1-3 3 16,0 0-16-16,0-2-8 0,1-3-13 15,5 0-14-15,1-2 5 0,-1-1 6 16,1 0 16-16,2-1-10 16,-1 0-17-16,4 0-1 0,1-3-15 0,4-2-21 0,6 0-33 15,7-5-22-15,6-9-72 0,8-6-81 16,3-5-105-16,6-1-301 15,-14 3-735-15,16-8-858 0</inkml:trace>
  <inkml:trace contextRef="#ctx0" brushRef="#br1" timeOffset="199906.23">28997 4953 2556 0,'0'0'1120'15,"0"0"-742"-15,0 0-191 0,0 0 6 16,0 0 85-16,0 0-21 0,0 0-113 16,0 0-59-16,0 0-11 0,20 89 2 15,-10-58-19-15,-3 0-8 0,2 3-16 16,-3-3 7-16,1-2-4 0,2-7-21 16,-2-1-15-16,-3-3 1 0,-1-6-1 15,2-4-1-15,-4 1-14 0,3-6 14 0,-4 0 1 16,0-3 0-16,1 0 1 15,-1 0 17-15,0 0-3 0,2 0-15 0,-2 0 0 16,0-4-39-16,3-2-10 0,-2-2-29 16,2-2 5-16,3-3 45 0,3-2 13 15,2 1-6-15,-1 0-7 0,4 2-2 16,0 0 3-16,2 5-16 0,2 1 25 16,2 0-10-16,2 4-2 0,4 1 8 15,0 1 20-15,-3 0 2 0,-4 3 12 0,-2 4 1 16,-7 0 11-16,-3-2-9 0,-4 0 31 15,-3 2 27-15,0 2 6 0,-3 3-6 16,-8 3-18-16,-4-1-13 0,-2 5-8 0,-6-2-16 16,3-3-17-16,-2-1 11 0,2-3-12 15,4-1-11-15,6-5-35 16,0-2-51-16,6 0-55 0,2-2-52 0,1 0-47 16,-1-3-23-16,2-1-58 0,0-1-184 15,0-1-227-15,5-1-654 0,5-4 105 16</inkml:trace>
  <inkml:trace contextRef="#ctx0" brushRef="#br1" timeOffset="201139.34">29598 4784 2752 0,'0'0'726'0,"0"0"-403"16,0 0-24-16,0 0 108 0,0 0-28 15,0 0-46-15,0 0-78 0,0 0-103 16,0 0-43-16,0 0-7 0,0 0-26 15,-20 73-25-15,10-39-14 0,-1 6-7 0,0 1 12 16,5 0-24-16,2-3-17 0,4-3-1 16,0-2-24-16,4-5-3 0,8-3-3 15,1-5-55-15,5-3-90 0,1-4-71 16,4-4-61-16,3-5-139 0,-1-4-278 0,-6 0-534 31,8-9-278-31</inkml:trace>
  <inkml:trace contextRef="#ctx0" brushRef="#br1" timeOffset="201649.09">29918 4846 2538 0,'0'0'1080'0,"0"0"-746"15,0 0-24-15,0 0 6 0,0 0-149 16,0 0-72-16,0 0-31 0,0 0-18 15,0 0-15-15,-87 71-4 0,73-56 22 16,5-2-11-16,3-4-38 0,4-3-49 16,2 1 0-16,0-2 15 0,0 1 4 15,4-3 2-15,2 1 19 0,1 1 9 16,6-1 0-16,0 1 0 0,7-1-1 0,2 0-14 16,2 0-1-16,4-1-2 0,-1 1-10 15,-4-1 27 16,-1 2-1-31,-5 0-19 0,-4 0 20 0,-3 1 1 0,-6-1 3 16,-1 0 27-16,0 2 13 0,-3 0 0 0,0 0-6 0,0 4-3 0,-6-3 2 0,-5 3 1 16,-1 0-12-16,-4 1-1 15,-4-2-3-15,-3 4 7 0,-1-3 5 16,2 0 19-16,-1-2 67 0,3-4-10 16,4 2-60-16,3-2-22 0,7-3 0 0,2-1-27 15,2-1-20-15,2 0-4 0,0 0-13 16,0-3-2-16,0-2-13 0,5-4-36 15,1-2-34-15,2-5 86 0,2-2 17 16,2-1 8-16,1-2 10 0,-2 2 0 16,1-1-11-16,-1 0-3 0,0 3-13 15,-3 1-12-15,2 1-39 0,-1 1-47 16,-2 0-61-16,-1 0-70 0,1 0-51 0,-3 2-89 16,-1 1-103-16,0 2-78 0,0 0-112 15,0 2-117-15</inkml:trace>
  <inkml:trace contextRef="#ctx0" brushRef="#br1" timeOffset="201874.01">30176 4734 1375 0,'0'0'1385'0,"0"0"-949"0,0 0-194 15,0 0-61-15,0 0-14 0,29 69-25 0,-12-41-10 16,9 2 12-16,1 6 24 0,2-2-84 16,0-1-53-16,-3 2-18 0,-6-3-13 15,-4-2-53-15,-9 1-142 0,-7-3-185 16,0-1-222-16,-7-7-555 0,-19 8-498 0</inkml:trace>
  <inkml:trace contextRef="#ctx0" brushRef="#br1" timeOffset="204072.45">30656 4831 2383 0,'0'0'1186'15,"0"0"-861"-15,0 0-168 0,0 0 35 16,0 0 6-16,0 0-49 0,0 0-8 16,0 0-33-16,85-21-22 0,-55 14-28 15,3-4-31-15,-1 3-27 0,1-3-2 0,-3-1-19 16,-1 4-47-16,0-3-122 0,-6 4-47 15,0 0-180-15,-7 2-326 0,-2 0-554 16,-5 3-226-16</inkml:trace>
  <inkml:trace contextRef="#ctx0" brushRef="#br1" timeOffset="204270.94">30856 4971 1451 0,'0'0'1418'0,"0"0"-1094"0,0 0-63 16,0 0 65-16,0 0-46 0,0 0-74 16,0 0-26-16,0 0-84 0,89-11-96 15,-63 1-34-15,4-1-56 0,2-2-24 16,0 0-45-16,1 0-108 0,-1 1-144 16,-2 0-184-16,2 0-148 0,-12 3-281 0</inkml:trace>
  <inkml:trace contextRef="#ctx0" brushRef="#br1" timeOffset="204651.03">31568 4528 23 0,'0'0'2516'15,"0"0"-1879"-15,0 0-274 0,0 0 34 16,0 0 26-16,0 0-96 0,0 0-158 15,0 0-40-15,0 0-28 0,0 0-7 16,-68 75 7-16,59-54 14 0,3 3-9 16,1 0-21-16,5 2-33 0,0-1-13 15,0-3-3-15,6 0-2 0,5-1-13 0,4-3-3 16,2-2-18-16,3-4-11 0,3-3-10 16,3-2-19-16,0-4 4 0,1-3-9 15,1 0 5 1,-2-7 22-16,0-4 18 0,0-1 2 15,-3-7 16-15,-2 0-6 0,-2-3-12 16,0-2 0-16,-6-2-18 0,1-3 15 16,-4-2 1-1,-2 0-1-15,-4 0 3 0,-4 4 15 0,0 2 10 16,-6 3 17-16,-8 6-6 0,-9 1-24 16,-8 7-12-16,-8 3-51 0,-8 5-55 15,-9 0-34-15,-1 11-30 0</inkml:trace>
  <inkml:trace contextRef="#ctx0" brushRef="#br1" timeOffset="-205901.15">9494 4563 2428 0,'0'0'570'0,"0"0"-256"0,0 0-60 16,0 0 33-16,0 0 34 0,0 0-88 16,0 0-84-16,-75 44-26 0,53-23-15 0,1 3-32 15,2 4-21-15,-1 3-3 16,4 3 28-16,2 2 5 0,6 2-5 0,7-4-19 15,1-2-13-15,9-6-2 0,8-2-7 16,2-6 1-16,7-4-13 0,-1-3 3 16,4-7 1-16,1-4-29 15,2 0 13-15,0-9 3 16,3-5-17-16,-2-6 1 0,-3-6 22 0,2-2-24 16,-6-4-12-16,-6 2 3 15,-4-1 9-15,-5 0 13 0,-10 2-13 0,-1 1 0 16,-6 2 18-16,-9 2-18 0,-4 6-27 0,-3 5 12 15,-3 7-21-15,-4 5-83 0,-2 1-78 0,0 6-32 16,1 6-109-16,1 1-287 0,9-1-738 16,-2 1-737-16</inkml:trace>
  <inkml:trace contextRef="#ctx0" brushRef="#br2" timeOffset="-187203.56">30807 8211 1486 0,'0'0'293'0,"0"0"-280"0,0 0 6 16,0 0-6-16,0 0 68 0,0 0 130 15,0 0 74-15,0 0-62 0,0 0-4 16,0 0-33-16,-30-4-22 0,21 4-53 15,-1 4-21-15,-4 3-17 0,-2-1 28 16,-3 0-22-16,0 2 4 0,-4 1-17 16,3 0 3-16,-3-2 16 0,1 4-32 15,1-3-2-15,-2 3-49 0,-2 0 17 16,2 3 9-16,0 0-27 0,-1 1 27 0,1 1-9 16,2-1 22-1,4 0-35-15,1 2-5 16,-1-1-1-16,4 2 40 0,-3 1-5 15,3 0 14-15,-1 2-5 0,-1 1 30 0,1 2-27 0,-2 2-7 0,-1-2 15 16,2 3-21 0,1-2 0-16,2 2-31 15,2-4 19-15,-1 5-4 0,2-2-18 0,-1 2-24 16,-1 1 24-16,2 0 21 0,0 2-19 16,1 0 51-16,1 1-38 0,-1 2 22 0,4-2-3 0,-2-1-7 0,-1 3-11 15,3-3-1-15,-1 3-13 0,-1 1 22 16,2 2-2-16,-2 0-1 0,2 2 10 15,1 0 15-15,2 0 3 0,1 3-1 16,0-3 26-16,0 4-38 0,8-2-15 16,-2-1 19-16,4-1 18 0,3-1-28 0,0-1-3 15,2-1 13-15,3-1 12 0,4-1 26 16,0-2-17-16,2-1-13 16,2-4-20-16,1-2-28 0,-1-3-97 15,-3-2 82-15,-1-1 13 0,-2 0 2 0,0 2-25 0,1 0 25 16,-1-2 3-16,1 3-3 0,-2-5-15 15,0 2 15-15,0-2-1 16,2-3 1-16,2 1-3 0,2-2 3 0,2-1 2 16,2-3-2-16,4 0-9 15,3-3 9-15,0 1 18 0,2-1-18 0,1-1-1 16,-1 0 1-16,1 2-1 0,-4-3-2 16,-2 2-9-16,0 1 12 0,-2-1-1 15,-1 2-14-15,-3-1 12 0,2 1-12 16,0 1 13-16,0-2-10 0,-1 0-4 15,1 1 14-15,0-4 0 0,1 2 2 16,3-1-1-16,2-5 1 0,1 3 3 0,3-3 13 16,4 0-1-16,-1 0-12 0,0 0 9 15,1-2-12-15,-3 1 0 0,-1-1-21 16,0-2 18-16,-6 1-13 0,0 1-2 0,-2 1 3 16,-4-3 12-16,-2 1-18 0,1-1 3 15,-2-1 3-15,2-1 15 0,-2-2 13 16,0 0-10-16,2-1 9 0,0 2 3 15,-1-4 3-15,3 2-15 0,-1-1 0 16,5 0 21-16,1-1-11 0,3 1-11 16,3-1 1-16,3-2 8 0,-2 1-11 15,-1-4-1-15,1 2 1 0,-4-2-2 16,0-3 1-16,-1 2-1 0,0-4-1 16,-1-1 3-16,0 2 1 0,-3-3 2 15,0-1 9-15,-4 1 6 0,0 0 0 16,-2-1-6-16,-1-1-11 0,-2 0-1 15,1 0 0-15,-3-1-1 0,-1 0-10 16,-2 2 11-16,0 0 2 0,-1-3 0 16,0-1 1-16,-3 2 9 0,-3-2-10 0,1-1-1 15,-2 2 12-15,-3-2-10 0,0 2 0 16,-1 0-3-16,-2 0-1 0,2 2 1 0,-4 0 1 16,2 1 2-16,-3-1-2 0,1 0 1 15,1 0-1-15,-2-1-1 0,0 1-2 16,0-2 2-16,0-1 10 0,0 2-10 15,-3-4-1-15,-1 1 0 0,-1 0 0 16,-3-1 1-16,2-1-2 0,-4 2 2 16,1 0-1-16,-4 1 1 0,0 1-3 15,-4 2 3-15,1 1 11 0,-4 0-11 16,0 0 0-16,1 2 2 16,-1 1 10-16,0-2-2 15,1-1-10-15,-1 1-9 0,4 2 6 0,-3-1 3 16,2-1-18-16,1 4 17 0,-1-2-1 0,1 0-26 15,-1 1-8-15,-1-1 24 0,-2 2-15 16,-1-2-10-16,-1 2 35 0,-4 0-10 0,-3 3 9 16,-1-2-6-16,0 1-3 0,-2 2 12 15,2-1 18-15,1 1-18 0,0 0 0 16,2-1 1-16,1 0 11 0,4 1-12 16,-1-1-2-16,0 2 2 0,0 2 1 0,0-1-1 0,-3 0-15 15,-3 3 15-15,-4-1-21 16,0 2-37-16,-6 0 13 0,0 0 45 15,-4 3 4-15,-5 2-4 0,-1 0 0 16,-6 2 33-16,-1 2-33 0,0 0-11 0,-1-2 10 16,-1 2 2-16,0 0-4 15,-1 0-19-15,0 2-26 0,1 1-37 16,-1 1-83-16,6-1-237 0,2-3-20 16,7 0 1-16,3 0-42 0,8 0 5 0,4 0-9 15,2 3-49-15,7 1-207 0,-15 8-69 16</inkml:trace>
  <inkml:trace contextRef="#ctx0" brushRef="#br2" timeOffset="-184628.44">31254 10857 1781 0,'0'0'503'0,"0"0"-183"0,0 0-11 15,0 0 78-15,0 0-15 0,0 0-98 16,0 0-79-16,0 0-36 0,0 0-11 16,0 0 13-16,0 0 18 0,-2-1 14 15,2 3-35-15,-3 4-26 0,-1 1-38 16,0 9-61-16,0 4-18 0,-1 9-13 15,2 4 14-15,2 4-4 0,-2 3 0 16,3 1-11-16,0-3 11 16,0-2-10-16,0-3-2 0,0-6-1 15,0-4 1-15,1-3 0 0,1-3-3 0,1-5-9 16,-2-5 12-16,-1-2-1 0,2-1-14 0,-1-4 13 16,-1 0 2-16,0 0 18 0,0 0-16 15,0 0-2-15,2-4 2 0,-1-1-2 16,-1-2 0-16,3-5-27 0,1-5 14 15,2 1 13-15,1-1-21 0,-1 0-3 0,4 4 9 16,0 2-7-16,-1 3 1 16,1 4-9-16,1-1 18 0,1 4-1 15,2 1-4-15,-1 0 17 0,6 8 40 16,-5 2-4-16,1 1-21 0,-4 3-2 16,-2-3 5-16,-4 2 9 0,-3-1-9 15,-2 1-6-15,0-1 22 0,0 1 2 0,-4-2-21 16,-5 1 1-16,-4-2 11 0,-1 1-21 15,-5-3-6-15,-1-1-30 0,-3-2 5 0,1-1-23 16,3-4-46-16,4 0-55 16,0-4-7-16,6-2-9 0,3 0-69 0,3-2-106 15,3 0-114-15,0 1-183 0,4 1-138 16,4-1-286-16,7 2-23 0</inkml:trace>
  <inkml:trace contextRef="#ctx0" brushRef="#br2" timeOffset="-184246.59">31574 11272 196 0,'0'0'1873'0,"0"0"-1271"16,0 0-281-16,0 0-129 0,0 0-4 0,0 0 16 15,0 0-8-15,0 0-45 16,0 0-48-16,0 0-27 0,0 0-23 0,0 54-9 15,0-46-25-15,0-1-19 0,1-1-3 16,1 0-9-16,-2-2 0 0,1-2-20 16,-1-2-74-16,0 0-89 0,0 0-86 0,0 0-184 15,0-6-111-15,2 4-192 16,-2-3-338-16</inkml:trace>
  <inkml:trace contextRef="#ctx0" brushRef="#br2" timeOffset="-182779.75">31758 11243 718 0,'0'0'499'0,"0"0"-193"15,0 0 16-15,0 0 25 0,0 0-101 0,0 0-78 16,0 0-26-16,0 0-17 0,0 0-19 16,0 0-16-16,84-35-4 0,-71 30 20 15,1 1-14-15,-1 2-25 0,-3-1-29 16,-1 1 0-16,-5 2-9 0,-1 0-1 16,-3 0 39-16,0 0 91 0,0 4 18 15,0 1-40-15,-4 3-21 0,-5 3-56 16,-1 1-31-16,-1 0-26 0,0 0-2 15,-1 0 2-15,3-5-2 0,3 2-14 16,0-2-2-16,2-4 13 0,4 1-22 16,0-2-12-16,0 1 3 0,0-1 34 0,2-1 10 15,3 2 18-15,1 0 22 0,3-1-6 16,1 1-13-16,1 1-16 0,1-1-13 16,1 1 11-16,-2 0-10 0,-2 0-2 15,1 0 0-15,-3-1-1 0,-4-1 2 0,0 0 0 16,0-1 1-16,-3 4 22 0,0-1 12 15,-3-1-37-15,-6 4-16 0,-2-2-145 16,-1 1-58-16,-1-2-121 0,0-4-277 16,6 0-619-16,-3-4-349 0</inkml:trace>
  <inkml:trace contextRef="#ctx0" brushRef="#br2" timeOffset="-182560.87">32022 11142 2024 0,'0'0'506'15,"0"0"-290"-15,0 0 102 0,0 0 87 16,0 0-51-16,49 64-131 0,-39-47-106 16,0 2-80-16,-1 1-37 0,-1-3-1 0,-2 0-2 15,-4-1-28-15,-2 1-44 0,0 0-121 16,-8-3-126-16,-7 0-213 0,3-4-463 15,-14 6-270-15</inkml:trace>
  <inkml:trace contextRef="#ctx0" brushRef="#br2" timeOffset="-182128.92">31523 11041 1489 0,'0'0'767'0,"0"0"-263"0,0 0-68 16,0 0-51-16,0 0-76 0,0 0-57 15,0 0-56-15,0 0-47 0,0 0-38 0,-76 66-43 16,64-41 2-16,1 4 26 0,-1 2 20 15,5 3-3-15,1 2-18 0,2-2-4 16,4 1-27-16,10-2-64 0,5-2-12 16,6-5-49-16,5-3-79 0,3-5-77 0,1-5-146 15,-8-5-318-15,15-4-816 16</inkml:trace>
  <inkml:trace contextRef="#ctx0" brushRef="#br2" timeOffset="-181698.53">32456 11079 2168 0,'0'0'1223'0,"0"0"-962"0,0 0-186 15,0 0 61-15,0 0 5 0,0 0 88 16,0 0-49-16,0 0-78 0,0 0-58 16,90 3-32-16,-69-3-12 0,-1-3-1 15,0 0-45-15,-4 2-72 0,1-2-109 16,-5 2-115-16,-1-1-277 0,-5 2-589 15,-3 0-204-15</inkml:trace>
  <inkml:trace contextRef="#ctx0" brushRef="#br2" timeOffset="-181529.98">32484 11305 965 0,'0'0'1851'0,"0"0"-1424"0,0 0-134 16,0 0 145-16,0 0-97 0,0 0-118 15,0 0-118-15,91 17-105 0,-66-24-46 16,-2-2-106-16,3 0-102 16,-3-2-180-16,-7 1-545 0,3 2-531 15</inkml:trace>
  <inkml:trace contextRef="#ctx0" brushRef="#br2" timeOffset="-180325.44">33211 10990 3443 0,'0'0'751'0,"0"0"-487"15,0 0-94-15,0 0 146 0,0 0 26 16,0 0-78-16,0 0-104 0,0 0-75 0,0 0-64 16,16 70-18-16,-9-35 24 0,0 3-2 15,3 1-25-15,-1-2-1 0,0 0 1 16,-1-5-12-16,1-5-19 0,-3-4-50 16,-2-4-43-16,0-2-58 0,-2-9-49 15,-1 2-109-15,-1-5-184 0,0-5-188 16,0 0-398-16,2-5-390 0</inkml:trace>
  <inkml:trace contextRef="#ctx0" brushRef="#br2" timeOffset="-179883.99">33152 10984 251 0,'0'0'2420'0,"0"0"-1939"0,0 0-327 15,0 0 27-15,0 0 119 0,0 0 0 16,0 0-85-16,0 0-60 0,0 0-10 16,0 0-3-16,0 0 11 0,-9-10 3 15,9 10-22-15,0 0-24 0,0 0-10 16,0 0-21-16,0 0-21 0,0 0-31 16,3 0-12-16,2 0-14 0,3 0-1 15,1-5 33-15,1 3-14 0,4-3-16 0,-1 5-2 16,3-4 1-16,0 2-1 0,3 2-1 15,2 0-2-15,1 0-10 16,4 1-4-16,0 7-8 31,1 2 24-31,2 6 9 0,-5 2 22 16,0 2-1-16,-6 4 3 0,-3 2-3 0,-4 2 1 0,-8-2-10 0,-3 2 12 0,0 0 3 16,-13-2 31-16,-3 2 14 0,-5-2 10 0,-5-2-37 15,-4 1-24-15,-1-2-12 0,1 0-17 16,4-6 1-16,3-2-2 0,1-3 0 15,9-2-2-15,2-6-16 0,2-1-24 0,2-2-36 16,1-1-34-16,-2 0-18 0,3 0-64 16,1-1-3-16,1-5-86 0,1 2-143 15,2-1-582-15,0 2-240 0,0-3-542 0</inkml:trace>
  <inkml:trace contextRef="#ctx0" brushRef="#br2" timeOffset="-177779.98">33649 11339 414 0,'0'0'1080'15,"0"0"-479"-15,0 0-80 16,0 0-7-16,0 0-27 0,0 0-49 0,0 0-70 16,0 0-57-16,0 0-44 0,0 0-29 15,0 0-25-15,7 12-10 0,-7 1-25 16,0 4-78-16,-3 2-36 0,-1 4-22 15,-3-1-23-15,3 1-19 0,-2-2-24 16,0-2-82-16,0-1-199 0,3-4-227 16,-1-3-790-16,-3 2-1139 0</inkml:trace>
  <inkml:trace contextRef="#ctx0" brushRef="#br2" timeOffset="-176630.57">31362 14361 676 0,'0'0'2559'0,"0"0"-2063"0,0 0-370 16,0 0 24-16,0 0 160 0,0 0-37 0,0 0-113 16,0 0-50-16,-7 82-30 15,13-55-22-15,2 4-24 0,-1 2-16 0,2 2 6 16,0-2-3-16,-1 0-21 0,-2-4-9 16,0-2 9-16,-2-3 3 0,-1-6-3 15,0-4-2-15,-1-3 0 0,-1-4-1 16,-1-4-25-16,0-1 12 0,0-2 16 15,0 0 0-15,0 0-79 0,0-5-16 16,0-2 43-16,0-2 12 0,0-5 9 16,0-1 7-16,0-1 12 0,0 2 10 0,4 3-17 15,0 0 7-15,2 4-7 16,3 0 1-16,2 2-13 0,1 3 0 16,4 0 6-16,4 2 10 0,1 0 12 15,0 5 3-15,-3 3 37 16,-2 0 28-16,-3 3 12 15,-4-2 9-15,-2 2-13 0,-6 0-27 0,-1-3-9 16,0 3 3-16,-8 1 3 0,-4 0-13 0,-3-1-24 0,-3 1-6 16,-2-4-24-16,1-1-56 0,-1-5-54 0,3-2-39 15,4 0-43-15,3 0-85 0,1-1-251 16,5 0-418-16,1-2-385 0</inkml:trace>
  <inkml:trace contextRef="#ctx0" brushRef="#br2" timeOffset="-176216.42">32009 14333 1117 0,'0'0'1707'15,"0"0"-1147"-15,0 0-151 0,0 0 49 0,0 0-59 16,0 0-190-16,0 0-71 0,-34 64-25 15,19-36-9-15,-1 5-19 0,0 0-3 16,2 4 0-16,-1 0-12 0,1 2-7 16,4 0-17-16,1-5-7 0,5-3-33 15,0-4-6-15,4-6-30 0,4-5-43 16,3-4-84-16,5-5-50 0,2-4-34 0,-1-3-122 16,3 0-177-16,0-4-228 0,-6 0-492 15,7-5-248-15</inkml:trace>
  <inkml:trace contextRef="#ctx0" brushRef="#br2" timeOffset="-175948.46">32156 14474 111 0,'0'0'1975'0,"0"0"-1315"0,0 0-243 16,0 0-3-16,0 0-17 0,0 0-31 16,0 0-97-16,0 0-90 0,0 0-93 15,0 0-22-15,0 67-21 0,-6-48-28 0,2 0-15 16,-2 2 1-16,-1-2-1 16,1 1-2-16,2-2-32 0,-1-1-45 15,1-1-50-15,3-4-84 0,-1-3-147 0,2-4-267 16,0-1-408-16,0-3-227 0,3-1 6 15</inkml:trace>
  <inkml:trace contextRef="#ctx0" brushRef="#br2" timeOffset="-175583.45">32333 14475 26 0,'0'0'1983'0,"0"0"-1403"16,0 0-261-16,0 0 23 0,0 0-65 15,0 0-71-15,0 0-39 0,0 0-10 16,0 0-47-16,-21 73-26 0,15-56-13 16,-1 1 10-16,1-2-16 0,-1-1-12 15,1 0-16-15,3-3-10 0,0-1 7 16,3-2-33-16,0-4-1 0,0-3-18 15,0 1-7-15,0-2 12 0,3 0 13 0,3-1 25 16,1 1-23-16,4-1-1 0,1 0-1 16,2 0 0-16,1-1-13 0,-1-1-11 15,1-3-17-15,-5 0-20 0,3 1-11 16,-5 1-11-16,1-4-14 16,-2 5-22-16,-1-2-73 0,0-1-123 0,-2 0-150 15,2 0-143-15,-3 1-203 0,1-2-321 0</inkml:trace>
  <inkml:trace contextRef="#ctx0" brushRef="#br2" timeOffset="-175380.47">32402 14541 1099 0,'0'0'1624'0,"0"0"-1034"15,0 0-212-15,0 0-20 0,0 0-52 16,0 0-86-16,-27 67-69 0,20-45-19 15,-2 3-12-15,-1 1-16 0,3-2-37 16,1-2-46-16,0-3-21 0,5-6-85 16,-1-2-105-16,2-4-68 0,0-4-157 15,3-3-271-15,2 0-411 0,5-3-112 0</inkml:trace>
  <inkml:trace contextRef="#ctx0" brushRef="#br2" timeOffset="-175165.35">32551 14397 2449 0,'0'0'627'0,"0"0"-365"16,0 0 49-16,0 0 20 0,0 0-64 16,50 75-87-16,-41-51-75 0,-2 2-37 15,-1 4-10-15,-4 2 16 0,-2 3-12 16,-2 1-25-16,-8-1-22 0,-3 0-15 15,-3-2-15-15,-4-4-84 0,1-2-181 16,-2-4-116-16,6-6-376 0,-2-3-806 0</inkml:trace>
  <inkml:trace contextRef="#ctx0" brushRef="#br2" timeOffset="-174886.44">32829 14506 2555 0,'0'0'563'0,"0"0"-285"0,0 0 77 15,0 0-73-15,0 0-128 0,0 0-82 16,0 0-50-16,0 0-22 0,85-29-94 16,-78 24-110-16,-1 1-101 0,-3 4-204 0,-2-2-475 15,-1 2-357-15</inkml:trace>
  <inkml:trace contextRef="#ctx0" brushRef="#br2" timeOffset="-174724.47">32806 14702 2077 0,'0'0'1403'0,"0"0"-1039"16,0 0-179-16,0 0 10 0,0 0-27 15,0 0-35-15,0 0-133 0,0 0 0 16,0 0-140-16,79-30-140 0,-66 19-253 16,0 4-573-16,3-4-334 0</inkml:trace>
  <inkml:trace contextRef="#ctx0" brushRef="#br2" timeOffset="-174228.49">33231 14362 1888 0,'0'0'1183'0,"0"0"-768"0,0 0-99 16,0 0-20-16,0 0-199 0,0 0-66 15,-1 68-6-15,-1-40 22 0,2 3 15 16,0-2-16-16,0 5-18 0,0-7 22 0,0-2-13 16,0-5-34-16,0-3-3 0,0-4-3 15,2-6-16-15,-1-4-9 0,-1-1 7 16,0-2 8-16,0 0-46 0,0-7-174 16,0-3-85-16,-3-3-122 0,-1-5-78 15,1-1 31-15,0-4-64 0,-4-1 57 16,4-4 54-1,-3 0 143-15,2-2 278 0,-2 3 19 16,0-1 270-16,2 4-9 0,1 5-27 16,2 4-35-16,1 2 48 0,0 4 39 0,0 1-63 0,0 3-38 15,3 2 2-15,4 2 73 0,0-1 61 16,3 2-19-16,4 0-72 0,1 0-38 16,4 2-31-16,1 0-12 0,3 3-28 0,1-2-34 15,1 4-28-15,1 3-13 0,-4 1 0 16,-2 3-15-16,-7 4 3 0,-2 1 30 0,-5 3-11 15,-6 0-10-15,0 1-13 0,-6 0 10 16,-7 0-19-16,-3-2-8 0,-1 1-12 16,-3-2 1-16,-2 0-2 15,-1-5-27-15,2 1-65 0,2-7-129 16,0-2-82-16,3-4-70 0,5-3-192 16,2 0-159-16,5 0-479 0,1-6-271 0</inkml:trace>
  <inkml:trace contextRef="#ctx0" brushRef="#br2" timeOffset="-173833.92">33488 14607 453 0,'0'0'1539'0,"0"0"-1043"0,0 0-161 15,0 0-37-15,0 0-58 0,0 0-69 16,0 0-16-16,0 0-38 0,0 0-44 16,0 0-29-16,0 0 12 0,79-16 36 15,-73 20 54-15,-2 1-12 0,-1 2-22 16,-3 1-29-16,1 1-9 0,-1 4-27 16,0 0-4-16,-4 3-6 0,-3 2-10 15,-5 2-15-15,-1 1-8 0,0 0 54 16,-1-2-3-16,4-2 22 0,1-3 45 15,3-4-34-15,1-2-39 0,2-4-34 16,3 0-15-16,0-2 1 0,0-1 2 16,0 3-2-16,0-4 0 0,0 3 18 0,4-3 5 15,3 1 9-15,-1-1-14 0,3 0-7 16,0 0-11-16,0-1-1 0,0-2-21 16,0-2-28-16,-1 3-43 0,-2-4-69 15,0 4-72-15,-2-2-174 0,2 0-352 0,-2 2-773 16,3-4-501-16</inkml:trace>
  <inkml:trace contextRef="#ctx0" brushRef="#br2" timeOffset="-168285.88">31545 7556 2775 0,'0'0'401'0,"0"0"-258"0,0 0-106 15,0 0-35-15,0 0 60 0,0 0 33 0,0 0 23 16,-16 78-55-16,17-56-38 0,4 0 4 15,2-3 59-15,-2-1 47 0,-1-2-6 16,0-3-48-16,-1-2-25 0,-2-3 4 16,-1-2-5-16,0-3-27 0,0-1-25 15,0-2 13-15,0 0-4 0,2 0 4 0,-2 0 6 16,0 0 2-16,0-2 16 0,0-7 16 16,0 1-34-16,0-8-22 0,-3-3-28 15,-2-4-55-15,0-4 39 0,2-4-6 16,0-2 1 15,-1-2 9-31,1 2 12 0,1-1 12 0,1 4-12 0,1 0-3 0,0 5 18 0,3 2-12 0,4 2-3 16,2 2-19-16,5 2-10 0,2 2 7 15,3 2 15-15,2 1 17 0,0 1-1 16,3 4 16-16,2 1 2 0,0 2 1 16,-2 2 12-16,-3 2-12 0,-4 0 3 0,-7 10-3 15,-7 3 41-15,-3 5 73 0,-6 6-11 16,-10 5-56-16,-5 1-7 0,-4 1 4 0,-1-1-23 15,0-5-17-15,3-1-1 16,2-5 12-16,2-3-15 16,6-2-1-16,4-7-1 0,2 0-17 15,4-5 1-15,3-1-23 0,0-1-5 0,0 0 2 0,0 0-9 16,2 0-20-16,5 2 51 0,0-2 21 16,6 0-2-16,1 0-16 15,4 0-15-15,2 0 15 0,1 0-16 16,0-3-28-16,0-1-40 0,-1 1-119 0,-1 1-80 15,-3 0-102-15,-4 2-64 16,-4 0 11-16,-1 0 129 0,-2 0 152 0,-4 0 127 16,2 4 49-16,-3-1 42 0,0 2 89 0,1 0 67 15,1-3-13-15,-1 2-97 0,1-2-88 16,2-1-5-16,3 1 5 0,-1-2 46 16,3 0 35-16,-1 0-3 0,2 0 12 15,-1 0 17-15,0 0 13 0,-2 0-10 0,0 0-4 16,-1-2-16-16,1 1-19 0,2 1-17 15,2-1 20-15,-1-2-13 0,2 0-35 16,2-1-13 0,-2-3 44-16,1 0-28 0,-3 3 25 0,-3-4-22 15,3 1 32-15,-4 0 12 0,0-2-9 0,-2 3-26 16,-1-3-15-16,0 1 2 0,-3 1-6 16,0 0 4-16,0 0 12 0,-3-1 3 15,-3 1-16-15,-1 1-12 0,-3 3 9 16,0-1 31-16,-2 3 1 0,-2 1 74 15,-1 0-27-15,0 5-51 0,0 2-31 16,1 6 6-16,4-1 28 0,1 6-16 16,1 2-9-16,3 3 0 0,4-2 16 0,1 1 2 15,0-1-12-15,4-2-21 0,6 0 5 16,0-7-6-16,2 2-9 0,2-5-3 16,-1-1-28-16,4-4-16 0,-2-4-52 15,5 0-16-15,0-5 13 0,0-7-62 0,2-2-91 16,1-5-90-16,0-2-112 0,-4-1-175 15,-1 0-101-15,-6 5-13 16,2-7-7-16</inkml:trace>
  <inkml:trace contextRef="#ctx0" brushRef="#br2" timeOffset="-167645.41">32191 7264 1603 0,'0'0'607'16,"0"0"-225"-16,0 0-202 0,0 0-35 15,0 0 32-15,0 0 14 0,-11 77-19 16,11-52-35-16,5 5-42 0,2-2 18 16,-1-1 19-16,1 1-19 0,0-2-62 15,-1-3-32-15,-2-1-4 0,1-5-15 0,-4-3-3 16,-1-3 1-16,0-4-1 16,0-2 1-16,0-2 2 0,0 0 2 0,-4-3-2 15,-2 0-28-15,0 0 0 0,0-3-17 16,0-5-59-16,1-3 16 0,-1-2-31 15,5-5 49-15,-2 5-22 0,3-3 7 16,0 5 11-16,4 0-18 0,5 4-26 16,2-1-29-16,1 3-4 0,5-2 22 15,-1 2 42 1,4-2 29-16,-1 0 39 0,0 1 19 0,2-2 14 16,-2 0 2-16,0 2-13 0,-5-1 26 15,-1 2-9-15,-6 0 2 0,-2 3-19 0,-4 2 46 16,-1 0 73-16,0 0 29 0,0 0 6 0,0 0-36 15,0 0-64-15,0 0-31 0,-1 6-14 16,-5-1-12-16,0 2-3 0,-1 1 3 16,-3 3 45-16,1 2 18 0,2 2 36 0,1-2 24 15,-1 1 9-15,3 2-34 0,2-4-42 16,2 0-21-16,0-1-12 0,3-4-9 16,4-1-14-16,0-1-38 0,2-4-28 15,-1-1 25-15,3 0 3 0,-1-4 26 16,2-4-23-16,2-3 7 0,-1-3 12 15,1 0-3-15,-4-3-3 0,-1 2-2 16,0 2 24-16,-5 1 19 0,-1 4 6 16,0 2 0-16,-3 2 26 0,0 2 5 0,0 1 4 15,0 1-1-15,0 0 49 0,0 0 4 16,0 0-3-16,0 3-38 0,0 2-37 16,0 1-32-16,0 1 14 0,1 1 8 15,2 0 4-15,0 1-3 0,0-2-13 16,0-1 4-16,4 2-13 0,-1-2-3 15,1 1-21-15,0-4-7 0,5 0-55 16,-1-2-72-16,-1-1-35 0,3 0-2 16,-1-5-143-16,1-4-290 0,-6 3-415 0,0-7-218 15</inkml:trace>
  <inkml:trace contextRef="#ctx0" brushRef="#br2" timeOffset="-167436.41">32633 7413 1634 0,'0'0'1250'16,"0"0"-974"-16,0 0-212 0,0 0 54 16,0 0 139-16,0 0 39 0,0 0-63 15,0 0-65-15,13 66-74 0,-10-54-57 16,3-1-34-16,-2-3-3 0,3 1-25 16,-1-2-18-16,-2-5-60 0,2 1-68 15,-1-3-88-15,1 0-50 0,0-3-83 16,3-4-164-16,-3-1-180 0,1-6-392 0</inkml:trace>
  <inkml:trace contextRef="#ctx0" brushRef="#br2" timeOffset="-167197.99">32865 7136 2338 0,'0'0'532'0,"0"0"-455"15,0 0 48-15,0 0 147 0,0 0 61 16,0 73-112-16,3-51-54 0,0 3-42 16,0 0-16-16,-3 2-7 0,4 0 0 0,-4 1-25 15,1-3-46-15,1-2-31 0,-1-3-11 16,2-4-14-16,-1-3-30 0,1-1-51 16,-2-5-46-16,2-1-61 0,-3-5-82 15,1-1-197-15,-1 0-166 0,0 0-142 16,0-1-325-16</inkml:trace>
  <inkml:trace contextRef="#ctx0" brushRef="#br2" timeOffset="-166994.53">32614 7182 3536 0,'0'0'940'0,"0"0"-647"0,0 0-198 0,0 0-27 16,0 0-68-16,0 0-43 0,0 0-92 15,0 0-41-15,0 0-25 0,0 0-281 16,0 0-621-16,71-15-638 0</inkml:trace>
  <inkml:trace contextRef="#ctx0" brushRef="#br2" timeOffset="-166765.08">33257 7110 3562 0,'0'0'592'0,"0"0"-470"15,0 0 2-15,0 0 169 0,0 0 57 16,33 90-152-16,-26-62-107 0,1 3-54 15,2 2-37-15,-3-1 0 0,-1 1-24 16,-2 1-13-16,-1-1-48 0,1-1-49 0,-4 0-114 16,0 1-162-16,0-12-528 0,-13 12-855 15</inkml:trace>
  <inkml:trace contextRef="#ctx0" brushRef="#br2" timeOffset="-165818.98">31274 13108 1725 0,'0'0'493'0,"0"0"-176"0,0 0-56 16,0 0 31-16,0 0-4 0,0 0 51 15,0 0-50-15,0 0-66 0,0 0-62 16,36 85-37-16,-32-59-19 0,-1 2-18 0,0 2-32 16,-1 1-15-16,-1-2-3 0,-1-2-10 15,0-4-5-15,0-1-4 0,-1-4-15 16,-1-6 13-16,-1-5-4 0,3-2-11 16,-1-4-1-16,-1-1-3 0,2 0-31 15,0-8-52-15,-1-3-21 0,-2-6 48 16,-4-8 38-16,1-2 5 0,0-9 1 15,2-3-22-15,-2-9 6 0,5 0 3 16,1-2 6-16,0 3 19 0,1 3-15 0,8 8 2 16,-2 10 4-1,4 8-7-15,1 5-21 0,-2 2-7 16,3 6 26-16,0 3 20 0,3 1 1 0,0 1 49 16,1 1 10-16,-1 6 3 0,4 4-12 0,-5 1-10 0,-3 0-9 15,-4 0 9 1,-4 5-19-16,-4-2-19 0,0 4-2 0,-10 1-15 15,-4 1 3-15,-2 1-7 0,-3 1 17 0,0-4 2 16,2-1 3-16,1-1 16 16,0-3-17-16,5 0 0 0,1-1 16 15,3-3-18-15,4 0-1 0,3-1-33 0,0 0 6 16,7-2 7-16,3 0 19 0,3 0 2 16,0-2-2-16,3-1-11 0,-2-2-45 15,3-1-41-15,-2-1-38 0,1 0-70 16,-3-1-205-16,1-1-53 0,-7-2-197 0,3 2-585 15</inkml:trace>
  <inkml:trace contextRef="#ctx0" brushRef="#br2" timeOffset="-165499.77">31657 13279 1193 0,'0'0'1353'0,"0"0"-1041"15,0 0-71-15,0 0 122 0,0 0-176 16,0 0-70-16,0 0-54 0,0 0-48 15,77-64-15-15,-63 49-1 0,-2-2-1 16,-4 2-14-16,-2-1 16 0,-3 3 28 16,-3-1 7-16,0 3 50 0,-2 1 32 15,-2 5 116-15,-3 3 15 0,0 2-57 16,-2 0-38-16,2 3-36 0,-6 6-53 0,3 3-31 16,-3 6-30-16,3 1 13 0,-2 3-4 15,1 3-10-15,2-1 16 16,2 0 19-16,2 0-7 0,3-4-28 15,0-2-2-15,2-2 0 0,2-4-24 0,5-5-22 0,3-2 0 16,3-2-64-16,0-3-110 0,6-3-2 16,1-7-44-16,3-4-66 0,1-3-33 15,1-7-449-15,-6 6 15 16,5-13-659-16</inkml:trace>
  <inkml:trace contextRef="#ctx0" brushRef="#br2" timeOffset="-164913">31908 12958 1941 0,'0'0'628'0,"0"0"-209"15,0 0-77-15,0 0-63 0,0 0-92 16,0 0-127-16,0 0-29 0,-16 88-15 16,18-59 3-16,2 4 40 0,2-2 10 0,0 0 35 15,-1 1 5-15,4-4-22 16,-5-3-19-16,1-8-24 0,-3-2-42 0,0-6-2 16,1-3 0-16,-3-5 0 15,0 1 31-15,0-2 12 0,0 0-6 0,0-2-3 16,0-1-34-16,0-3-14 0,-3-4-33 0,1 2-64 15,2-7 40-15,0 1 24 0,2-4 19 16,5 0 7-16,6 0-8 0,-3 4-5 16,5 0 3-1,-1 2-16-15,2 2-28 16,1 1-23-16,0 2 7 16,2-2 28-16,1 5 31 0,-2-2 7 15,-1 6 25-15,-5-4 58 0,-4 4-55 0,-4 0 10 0,-2 0 9 0,-2 1 91 0,0 3 29 16,0 2-33-16,-5 0-87 0,-1 3-22 15,-2 1-2-15,1 3 1 0,-2 3-1 16,-1-2 0-16,3 1 1 0,0 1-1 16,1-3 2-16,-1-3-2 0,4-1-16 15,3-5 2-15,0-1-9 0,0-1 3 16,0-2 7-16,0 0-4 0,0 0 19 0,0 0 2 16,3 0 1-16,2 0 25 0,3-2-28 15,1 2 0-15,2-6-25 0,-1 0-9 0,3 2-17 16,0-3-2-16,-3-1 2 0,-1 2 26 15,2-2 22-15,-5 1 2 0,0 0 0 16,-2 2 1-16,1-1 19 0,-2 2 25 16,0 0 12-16,-1 3-24 0,1-2-19 15,-3 2-10-15,0 1 63 0,1 0 59 16,1 0 21-16,-2 0 2 0,1 4-37 16,2 1-25-16,0-1-46 0,0 0-15 15,0 2-4-15,3-1-18 0,2 0 9 16,1 0-11-16,1-2-2 0,3 0 1 15,-3-2-25-15,3-1-104 0,1 0-65 16,1-1-42-16,4-5-74 0,-1 0-301 0,-3 1-432 16,6-5-296-16</inkml:trace>
  <inkml:trace contextRef="#ctx0" brushRef="#br2" timeOffset="-164720">32466 13127 1554 0,'0'0'1142'0,"0"0"-814"0,0 0-56 16,0 0 17-16,0 0-17 0,0 0-36 16,0 0-71-16,0 0-62 0,0 0-51 15,0 0-30-15,21 56-22 0,-16-55-38 16,-2-1-93-16,0 0-65 0,1 0-56 0,0-5-106 16,2-4-201-16,-2 1-206 0,5-7-332 0</inkml:trace>
  <inkml:trace contextRef="#ctx0" brushRef="#br2" timeOffset="-164528.12">32709 12843 2183 0,'0'0'1161'0,"0"0"-828"0,0 0-144 0,0 0 19 16,0 0-39-16,-14 68-11 0,14-45 0 15,-3-2-20-15,3 2-45 0,-3-1-20 16,3-1-24-16,-1-2-32 0,1-2-17 15,0-2-2-15,-1-3-66 0,-1-5-125 0,-1 1-107 16,0-3-60-16,0-1-170 0,2-3-154 16,-2-1-355-16,-3 0-238 0</inkml:trace>
  <inkml:trace contextRef="#ctx0" brushRef="#br2" timeOffset="-164299.6">32430 12886 3845 0,'0'0'764'0,"0"0"-438"16,0 0-97-16,0 0-28 15,0 0-119-15,0 0-82 0,0 0-42 16,0 0-22-16,0 0-18 0,0 0-107 0,0 0-92 15,43 0-214-15,-33 0-554 0,0 0-591 0</inkml:trace>
  <inkml:trace contextRef="#ctx0" brushRef="#br2" timeOffset="-163435.45">32986 12894 2165 0,'0'0'578'0,"0"0"-311"0,0 0 62 15,0 0-78-15,0 0-86 0,0 0-39 16,0 0-35-16,0 0-13 0,0 0 39 16,0 0 69-16,0 0 12 0,3 0-34 0,-3 0-41 15,2 0-31-15,-2 0-37 0,1 2-46 16,-1-1-9-16,1 0-1 0,1 2 0 15,-1-1-14-15,1-2 2 0,-2 0 13 16,0 0 3-16,0 0 19 0,0 0 5 16,0 2 13-16,0-2-3 0,0 0-7 15,0 0-8-15,0 0-7 0,0 0-14 0,0 0-1 16,0 0-2-16,0 0 2 0,0 0 2 16,0 0-1-16,0 0 1 0,0 0 10 15,0 0-1-15,0 0-11 0,2 0-18 16,1 0 0-16,0 0-13 0,3 0-15 15,3-2 44-15,1-3 0 0,0 3-10 16,0-3-6-16,1 3 2 0,-2-1 14 16,0 1 1-16,0 1-17 0,-1 1 6 15,-2 0 11-15,-2 0 1 0,2 6-12 0,-3-1-1 16,0 6-8-16,-3 0-13 0,0 2-24 16,0 1 9-16,-6 2 18 0,-3 2 7 15,0-1-1-15,-2 1 25 0,0 0 10 16,-2-1 1-16,4 0-11 15,0-3 0-15,3-2 0 0,2-2 0 0,0-1 0 16,4-2-3-16,-3 2 3 0,3-2 2 0,0-4-2 16,0 1 0-16,0-2 24 0,3 1 16 15,2-1 31-15,3-1 48 0,1-1-52 16,1 0 3-16,3 0 19 0,-2-1 2 16,5-5-24-16,-3 1-25 0,1-2-40 15,1 2-2-15,-1 0-27 16,-2 1-76-16,1-2-65 0,0 1-95 0,-2-1-180 15,-2-1-231-15,1 3-568 0,-9-1-438 16</inkml:trace>
  <inkml:trace contextRef="#ctx0" brushRef="#br2" timeOffset="-142752.09">31898 10506 1292 0,'0'0'546'0,"0"0"-244"0,0 0-108 16,0 0 7-16,0 0 25 0,0 0-24 15,0 0-64-15,0 0-68 0,0 0-35 16,7-13 1-16,-7 13 34 0,0 0 44 15,0 0 26-15,0 0-20 0,0 0-3 0,0 0 18 16,0 0-8-16,0 0-27 0,-4 0-29 16,-2 0-30-16,-5 1-10 0,-1 4 9 15,-5-4-21-15,1 5-18 0,-1 1 0 16,-1 2-1-16,1 0 0 0,1 2 28 16,2-2-10-16,2-1 4 15,5 2-3-15,1-4 61 16,5-1-21-16,1 0-35 0,0-1-11 0,0 1-13 0,3-2-2 15,4 1-45-15,0 1-17 0,5 1 60 16,2-3 2-16,2 3-1 0,1-1-9 0,2 1 11 16,0-1-2-16,-1 1 0 0,-2-3-8 15,0 1 11-15,-4-1 0 0,-4 3-2 16,-1-3 2-16,-4 2 2 0,0-3 36 16,-3 3 14-16,0-1 13 0,0 2-4 0,-1 1-11 15,-6-1-20-15,-2 0-8 0,-1 3 12 16,-1-2-10-16,-3 0-22 0,1 0 0 15,-2 0 23-15,3-2-10 0,-1-1-14 16,6-2 0-16,0 0 2 0,2-2 9 16,2 0-12-16,2 0-36 0,-3 0-78 15,4 0-61-15,-2-2-48 0,2 0-79 0,0-2-298 16,0 0-490-16,0-1-268 0</inkml:trace>
  <inkml:trace contextRef="#ctx0" brushRef="#br2" timeOffset="-142448.68">32046 10626 1106 0,'0'0'567'0,"0"0"-269"0,0 0-48 15,0 0-7-15,0 0-11 0,0 0 29 16,0 0-50-16,0 0-42 0,0 0-6 16,0 0-11-16,0 0-4 0,21 67-13 0,-20-59-15 15,1-2-32-15,-1 0-51 0,1-2-37 16,-1 0 0-16,3-1-19 0,-3-1-9 16,2-2-47-16,0 0-92 0,2 0-101 15,2 0-133-15,-1 0-76 0,2-5-95 0,1-2-94 16,-3 0-41-16,1-3-89 0</inkml:trace>
  <inkml:trace contextRef="#ctx0" brushRef="#br2" timeOffset="-142069.7">32189 10590 1061 0,'0'0'686'0,"0"0"-335"0,0 0-111 0,0 0-27 0,0 0 29 16,0 0-56-16,0 0-51 0,0 0-27 15,9 67 14-15,-5-56-20 0,-3 0-1 16,1-2 0-16,-1 0 10 0,1-3-1 16,-2 1-19-16,0-3-47 0,0-1-25 0,1-3 0 15,-1 0 13-15,0 0 2 0,0 0 16 16,2 0-34-16,-1-3-16 0,1-4-53 0,1 1 34 16,1-2 19-16,-1-4 1 0,4 0 0 15,-3-2-1-15,2 0-1 0,0 1-1 16,-2 1-10-16,2 3-1 0,-1 2 10 15,0 1-29-15,-2 4 7 0,0 0 6 16,-2 2 7-16,2 0 12 0,0 0 47 16,3 4 92-16,-2 3-8 0,6-1-41 15,-4 5-13-15,1-3-18 0,3 3-19 16,-4 1-18-16,1-2-20 0,-1-1 1 16,0-1-3-16,-2-1 0 0,0-2-59 15,1 0-34-15,-1-3-28 0,-1-1-72 16,1-1-74-16,2 0-163 0,4-6-146 15,-3-5-125-15,2 1-315 0</inkml:trace>
  <inkml:trace contextRef="#ctx0" brushRef="#br2" timeOffset="-141564.89">32509 10462 127 0,'0'0'1563'0,"0"0"-1050"16,0 0-235-16,0 0 3 0,0 0-21 15,0 0-27-15,0 0-89 0,0 0-42 16,0 0-42-16,0 0-3 0,13 77 0 16,-10-59-7-16,-3-1-6 0,3-2-3 15,-3-1-9-15,3-2-18 0,-2-2-14 16,2-3-16-16,-3-1 15 0,3-1-1 16,-3-5 0-16,1 1 2 0,-1-1 0 15,0 0 22-15,0 0-19 0,0-1 47 0,3-1-31 16,-3-3-19-16,3-2 0 0,0-3 53 15,1-1 4-15,2-1 0 0,-1-6-35 16,3 3-19-16,-1 1-2 0,0-3-1 16,2 3-25-16,4 2 3 0,-3 0 10 0,2 0 9 15,-1 4-26-15,-2-2 4 0,-2 3 24 16,0 6-2-16,-4-4-25 0,0 4-7 16,0 1-31-16,-3-1-60 0,1 1-92 15,1 0-126-15,-2 0-92 0,0 0-36 16,0 1-27-16,0 6 226 0,-5 0 64 15,1 3 72-15,-3-1 137 0,3 3 7 16,-1 0 185-16,1-1 42 0,1 2-3 16,2-1-33-16,-1 1 39 0,2 0 31 15,0-4-10-15,0 2-10 0,0 0-28 0,2-4-51 16,2-1-48-16,-1 0-39 16,3-4-19-16,-2 1 10 0,4-2 3 0,0-1-40 15,-1 0-36-15,0 0-66 0,3-1-88 16,-1-4-68-16,0-1-81 0,2 0-105 15,-2 0-271-15,2-3-490 0</inkml:trace>
  <inkml:trace contextRef="#ctx0" brushRef="#br2" timeOffset="-141241.56">32943 10301 1848 0,'0'0'651'0,"0"0"-306"0,0 0 2 0,0 0 53 16,0 0-12-16,0 0-115 0,0 0-192 16,0 0-57-16,0 0-5 0,-68 73 0 15,54-54 12-15,-1 1-13 0,4-2-18 16,4-2-2-16,2 0-19 0,2-3-1 16,3-2 0-16,0 1 0 0,5-7 1 15,2 3 21-15,3-2 43 0,4 0-3 16,1-2-9-16,-1-1-3 0,2 1-3 15,3 0-6-15,-6-1-7 0,1 2 0 16,-5-1 7-16,-2-2-4 0,-4 3 7 0,1-2 46 16,-4 2 15-16,0 1-19 0,-7 4-64 15,-5 1-49-15,-6 2-160 0,-1-1-189 0,0-5-349 16,-14 5-809-16</inkml:trace>
  <inkml:trace contextRef="#ctx0" brushRef="#br2" timeOffset="-138120.46">15603 8969 1026 0,'0'0'2220'0,"0"0"-1883"0,0 0-110 16,0 0-29-16,0 0 69 0,0 0 18 16,-10 80 4-16,8-55-41 0,0 5-59 15,-3 4-16-15,-2 3-58 0,0 1-48 16,-3 3-16-16,0 1-8 0,-5 0 2 0,1-1-15 15,-3 1-9-15,-2-4-21 16,-1-2-6-16,-5-2-51 0,2-5-67 16,0-5-43-16,0-5-12 0,3-8-71 15,2-7-155-15,3-4-211 0,3-5-383 0,5-3-105 16,-3-16-93-16</inkml:trace>
  <inkml:trace contextRef="#ctx0" brushRef="#br2" timeOffset="-137686.95">15443 8833 1820 0,'0'0'1303'0,"0"0"-1028"0,0 0-158 15,0 0-72-15,0 0 24 0,0 0 39 0,0 0 65 16,-82 82 22-16,62-60-42 0,-2 2-72 15,-1 3-22-15,-2 0 0 0,0 1 9 16,-1-2 24-16,3-2 47 0,5-7-35 16,4-3-42-16,7-7-56 15,4-5-6-15,3-2-37 0,0 0-55 0,0-4-19 16,6-3 56-16,5-6 54 0,2-3-2 16,6-3-13-16,0-5 15 0,2-1-17 15,2 1-13-15,0 1 0 31,5-1 29-31,-5 5-1 0,3 2-19 0,-5 2 9 0,-1 3 13 16,1 0 0-16,-4 4-16 0,-4 1 16 0,0 5 16 0,-3 1 15 16,-2 1 12-16,-2 1 46 0,-1 6 68 0,-1 6-31 15,1 4-41-15,-2 2-14 0,2 5 23 16,-2 0 37-16,3-1-18 0,-2 1-41 16,3-5-26-16,2-2-46 0,-2-4-12 0,3-3-25 15,0-4-48-15,2-5-79 0,-2-1-77 16,3 0-108-16,-2-5-295 0,-2-2-637 15,-2-9-640-15</inkml:trace>
  <inkml:trace contextRef="#ctx0" brushRef="#br2" timeOffset="-137054.79">14747 10240 2443 0,'0'0'612'15,"0"0"-229"-15,0 0-129 0,0 0-34 0,0 0-21 16,-85 56-50-16,69-39-49 0,2 4-42 16,5 0-31-16,3-2-27 0,5 0-15 15,1-2-13-15,5-1 6 0,9-4-6 16,1 1 4-16,3-1 24 0,3-1 0 15,2-3 21-15,2 3-2 0,-4-4-7 16,4 2 19-16,-2 0-6 0,-4-2-9 0,-2 2 11 16,-5-3 17-16,-3 3 5 0,-4 0 34 15,-2 1 77-15,-3 0-40 0,-3 2-56 16,-8 4-36-16,-3-2-26 16,-3 3 1-16,-2-3-3 0,-2-2-30 15,1-1-25-15,1-2-40 0,2-5-37 16,4-1-50-16,0-3-44 0,6 0-103 0,4-7-192 15,3-4-179-15,0 1-431 0,7-9-108 0</inkml:trace>
  <inkml:trace contextRef="#ctx0" brushRef="#br2" timeOffset="-136785.52">15006 10415 1846 0,'0'0'622'0,"0"0"-139"0,0 0-76 16,0 0-18-16,-5 82-61 0,5-60-94 15,0 1-64-15,0 0-49 0,1-4-47 16,5-2-22-16,4-3 0 0,-2-4 22 16,3-3-10-16,0-2-27 0,1-5-3 15,-1 0-4-15,1-6-17 0,-2-6 5 16,-1 0 19-16,-3-5-1 0,-1 2-2 16,-5-2-4-16,0 1 4 0,0-2-10 15,-9 1-22-15,2 3-2 0,-3 0 0 16,1 3-3-16,-2 0-85 0,2 4-47 15,0 1-36-15,1 0-44 16,4 2-138-16,1 2-137 0,1-1-189 16,2 2-481-16,0-1 62 0</inkml:trace>
  <inkml:trace contextRef="#ctx0" brushRef="#br2" timeOffset="-136502.33">15194 10414 303 0,'0'0'499'0,"0"0"-118"0,0 0 10 15,0 0-27-15,0 0 28 0,77 5 2 16,-66 2-63-16,-4-1-27 0,1 5-47 15,-3-1-36-15,-2 2-55 0,-1 4-46 16,1 2-45-16,-1-2-22 0,1-1 6 16,0-2-13-16,4-2-46 0,-3-2-3 15,5-2-43-15,-2-5 46 0,1-2 12 16,0 0-12-16,-2-1 2 0,-2-5 39 16,2-5 5-16,-2 0 1 0,2-4-1 0,-1-4 0 15,0 0-24-15,-1-2-22 16,1 2 1-16,-3-3 10 15,1 3 8-15,1 0-19 0,-2 1-2 0,1 1 2 0,-3 5 0 16,0 1-12-16,0 4-59 0,0 3-31 16,0 2-31-16,0 2-10 0,0 0-24 15,0 0-94-15,0 1-107 0,0 4-286 16,0-1-553-16,4 1-56 0</inkml:trace>
  <inkml:trace contextRef="#ctx0" brushRef="#br2" timeOffset="-136053.6">15594 10414 427 0,'0'0'996'0,"0"0"-612"16,0 0-27-16,0 0-30 0,0 0-47 15,0 0-77-15,0 0-24 0,0 0 3 16,0 0 12-16,0 0 6 0,0 0-2 0,25 47 0 16,-25-47 1-16,0 0 15 0,0 0-11 15,0-4-70-15,-2-2-84 0,-1 0-49 16,1-5-34-16,-1-2 3 0,1-1 13 15,2-5 5-15,0-1 1 0,2 1-9 16,3-2-13-16,3 1-15 0,3 1-25 16,2 1-34-16,3 0-19 0,0 0-31 15,1 4-78-15,2-1-135 16,1 2-33-16,0 1 29 0,-2 3-34 0,0 0-48 16,-3 3-89-16,-1 2 22 0,-5 1 110 0,-2 3 198 15,-3 0 216-15,-2 0 137 0,-2 1 343 16,0 5 50-16,0-1-97 0,0 1-31 15,-5 2-72-15,3 3-24 0,-4-3-40 16,3 4-27-16,-5 1-24 0,2 1-22 0,-2 3-11 16,0 4-3-16,-1 1 5 15,-1 3-20-15,3 0-7 0,1 2-22 16,3-3-27-16,1-1-41 0,2-3-36 0,0-2-31 16,8-6-28-16,0-5-91 0,7-6-62 15,-1-1-54-15,3-1-57 0,2-10-79 16,1-3-184-16,-5 2-245 0,9-11-614 0</inkml:trace>
  <inkml:trace contextRef="#ctx0" brushRef="#br2" timeOffset="-135728.92">16048 10238 1785 0,'0'0'710'0,"0"0"-368"0,0 0-92 16,0 0-1-16,0 0-55 0,0 0-10 15,0 0-58-15,78-26-44 0,-66 18-35 0,-4 1-22 16,1-3 9-16,-3 2 20 0,-2-3-10 16,-1 0-3-16,-2-2-16 0,-1 0 0 15,0 0-4-15,-1 2-5 0,-5 0 40 16,-1 2 28-16,-3 3 49 0,1 1-47 16,-1 5-40-16,-1 0 4 0,0 0 20 15,3 7-14-15,-4 4-10 0,4 2 9 16,-1 6-15-16,0 1-37 0,4 3 30 15,-1 7 41 1,3-3 75-16,1 0 12 0,2 1-52 0,2-4-15 0,7-5-39 0,2-4-55 16,4-4-11-16,3-5-4 0,1-3-52 15,5-3-76-15,4-5-63 0,5-8-20 16,5-4-127-16,-11-1-850 16,22-13-975-16</inkml:trace>
  <inkml:trace contextRef="#ctx0" brushRef="#br2" timeOffset="-126645.1">12496 8157 2666 0,'0'0'498'0,"0"0"-221"16,0 0-197-16,0 0-4 0,0 0 44 15,0 0-48-15,16 68-12 0,-6-36-19 16,0 4 3-16,0 0-19 0,0 3 0 16,0-6 10-16,-1 1 13 0,0-5-23 0,0-3-24 15,-1-3 11-15,-2-5 1 16,-2-4-1-16,-1-2-12 0,1-3 2 16,-4-6 1-16,1 2 13 0,1-4-3 0,-2-1 2 15,0 0-15-15,0 0-1 0,0-6-30 16,0-2-57-16,3-4 69 0,0-7 3 15,2-2 3-15,0 0 10 0,2 2 2 16,0 1-14-16,2 3-7 0,-2 4 0 16,6 4 12-16,-2 2 10 15,7-1 25-15,1 5 4 0,2 1 11 0,0 0 11 0,0 2-7 16,-2 8 15-16,-8 1 54 0,-2 4 26 16,-2 3-15-1,-4 2-38-15,-3 1-27 0,0 1-22 16,-5-2-19-16,-3-2 0 0,-1 0-5 0,1 0-13 0,-5-6-11 15,0-1-62-15,1-3-41 0,-2-3-44 16,1-1-34-16,-2-4-78 0,4 0-96 0,1-4-63 16,0-3-191-1,5-1-399-15,-1-5-64 0</inkml:trace>
  <inkml:trace contextRef="#ctx0" brushRef="#br2" timeOffset="-126368.9">12927 8166 1725 0,'0'0'661'0,"0"0"-238"16,0 0-109-16,0 0 50 0,0 0 68 16,0 0 0-16,0 0-98 0,0 0-189 15,0 0-66-15,1 72-5 0,-2-42 2 16,-2 3 3-16,3 1 16 0,0 1-4 15,0 0-45-15,0-4-46 0,1 0-2 0,5-7-10 16,3-1-1-16,-1-4-35 0,4-2-40 16,1-4-7-16,3-4-39 15,0-2-44-15,4-6-90 0,0-1-98 0,0-2-217 16,2-8-180-16,-6-1-451 16,7-4-392-16</inkml:trace>
  <inkml:trace contextRef="#ctx0" brushRef="#br2" timeOffset="-125786.43">13115 8230 2413 0,'0'0'971'0,"0"0"-597"16,0 0-129-16,0 0-22 0,0 0 19 0,0 0-17 16,0 0-56-16,16 81-43 0,-7-60-59 15,0 1-36-15,-2-1-31 0,2-3-3 16,-1-1-25-16,-1-3-3 0,1-5-45 15,-3-1-74-15,4-2-75 0,-5-2-75 16,1-2-225-16,-3-1-476 0,0-1-502 0</inkml:trace>
  <inkml:trace contextRef="#ctx0" brushRef="#br2" timeOffset="-125539.55">13212 8131 1284 0,'0'0'1415'0,"0"0"-1016"0,0 0-217 0,0 0-16 16,0 0 112-16,0 0 53 0,0 0-63 16,0 0-60-16,95 35-66 0,-67-18-62 15,-4 7-19-15,2 4-9 0,-7 5 13 16,-1 0-16-16,-4 4-34 15,-3 0-15-15,-5 1-2 0,-3-2-35 0,-3-2-21 0,0-3-148 16,0-2-115-16,-6-4-180 0,0-8-302 16,-10 4-741-16</inkml:trace>
  <inkml:trace contextRef="#ctx0" brushRef="#br2" timeOffset="-125014.05">13620 8193 2711 0,'0'0'803'16,"0"0"-421"-16,0 0-149 0,0 0-21 15,0 0 23-15,0 0 11 0,0 0-71 16,0 0-68-16,83-27-67 0,-61 15-37 15,0-1-3-15,1 1-13 0,-3 1-20 16,-3 3-16-16,0 2-43 0,-3 1-73 16,0 2-79-16,-5 3-125 0,-4 0-238 15,0 3-474-15,-5 8-424 0</inkml:trace>
  <inkml:trace contextRef="#ctx0" brushRef="#br2" timeOffset="-124824.58">13721 8381 2504 0,'0'0'569'0,"0"0"-355"0,0 0 25 16,0 0 146-16,0 0 16 0,0 0-76 0,0 0-95 15,0 0-92-15,83 25-68 16,-63-25-54-16,3-6-16 0,1-5-40 16,-1-2-40-16,3 0-100 0,-2-4-110 15,2-1-212-15,-9 6-602 16,9-5-811-16</inkml:trace>
  <inkml:trace contextRef="#ctx0" brushRef="#br2" timeOffset="-117173.89">12966 14623 2005 0,'0'0'356'0,"0"0"-175"15,0 0-177-15,0 0 73 0,0 0 171 16,0 0 117-16,0 0-24 0,0 0-95 16,0 0-67-16,0 0-47 0,-38-51-13 0,38 51 21 15,0 0-1-15,0 4-59 0,0 3-46 16,6 6 18-16,3 7 71 0,2 7-21 15,1 7-32-15,1 5-9 0,-1 3 0 0,2 5-9 16,-3-1-16 0,1-1-8-16,-2-4-1 15,1-5-27-15,-1-5-1 0,1-6-11 0,0-7-9 16,-2-6-7-16,-2-3-8 16,-4-5-16-16,2-3 18 0,-3-1 16 0,-2 0 18 0,0-3 34 0,0-5-1 15,-4-7-5-15,-1-1-28 0,4-6-16 16,-1 0-5-16,2 1-22 0,2 0 1 15,8 6 2-15,3 1 6 0,1 5 16 16,5 2 3-16,4 3 15 0,0 3 0 16,2 1 15-16,-1 0-3 0,-2 7 13 15,-2 6-4-15,-4 3 31 0,-5 3-6 16,-2 4 15-16,-6 1-9 0,-3 1-22 16,0 0-15-16,-10-2 3 0,0-3-18 0,-4-2-18 15,-1-4-67-15,-1-3-34 0,-4-7-40 16,4-4-10-16,-3 0-127 0,3-12-170 0,5-2-138 15,3-6-120-15,3 6-328 0,1-12-103 16</inkml:trace>
  <inkml:trace contextRef="#ctx0" brushRef="#br2" timeOffset="-116884.98">13444 14556 1979 0,'0'0'563'0,"0"0"-298"0,0 0-127 16,0 0 236-16,0 0 64 0,0 0-136 15,0 0-111-15,0 0-58 0,0 0-15 16,0 0 6-16,3 87 75 0,-3-56 10 16,1 6-29-16,1 1-56 0,1 3-32 15,1 1 8-15,2-2-22 0,3 1-48 0,0-9-30 16,5-4-12-16,0-4-31 0,2-9-63 15,2-4-67-15,1-5 5 0,3-6-9 16,1-2-105-16,-4-9-183 0,-2-3-246 47,-4 0-571-47,1-8-393 0</inkml:trace>
  <inkml:trace contextRef="#ctx0" brushRef="#br2" timeOffset="-116554.72">13675 14729 2579 0,'0'0'547'15,"0"0"-525"-15,0 0 64 0,0 0 134 16,0 0 24-16,0 0 11 0,0 0-51 16,87-48-76-16,-73 46-44 0,-3 2-22 0,1 0-25 15,-5 1 28-15,3 6 21 0,-3 3-6 16,-3 4-30-16,-1 2-10 0,-3 4 0 15,0 4-1-15,0-1-14 0,-6 1-13 0,2-1-12 16,0 0 0-16,4-4-1 0,0-5-29 16,0 1 15-16,0-5 15 0,3-1 1 15,1-3-1-15,3 0 0 0,1-6-3 16,1 0-21-16,2 0 24 0,-1-10 5 16,3-1-5-16,0-2-43 0,-1-1-65 15,2-2-52-15,-3 1-45 0,2 0-98 16,-1 2-145-1,-2-1-203-15,0 6-538 0,-6-7-339 0</inkml:trace>
  <inkml:trace contextRef="#ctx0" brushRef="#br2" timeOffset="-116355.27">13979 14494 2730 0,'0'0'972'0,"0"0"-811"16,0 0-111-16,0 0 220 0,0 0-6 15,0 0-66-15,89 16-47 0,-69 1-53 16,3 2-28-16,-1 7-9 0,-2 2-12 16,-4 3-27-16,-2 4-22 0,-5-2-1 15,-3 2-18-15,-3-1-42 0,-3 2-92 16,0-7-43-16,-6-2-48 0,-1-4-172 16,0-6-305-16,-5-3-766 0</inkml:trace>
  <inkml:trace contextRef="#ctx0" brushRef="#br2" timeOffset="-115141.93">14382 7672 1997 0,'0'0'715'0,"0"0"-358"16,0 0-136-16,0 0 17 0,0 0 21 16,0 0-14-16,0 0-91 0,0 0-41 15,0 0-36-15,0 0-21 0,-88 72 21 16,71-53 53-16,0 3 42 0,0-3-22 16,2-1-37-16,2-2-9 0,3-1-9 15,3-1-29-15,2-1-20 0,4-3-19 16,1 2-11-16,1-3-14 0,8-1-2 15,1 1 0-15,5-3 0 0,1 1-13 16,1-5 11-16,1 2 1 0,1-2 0 0,3 1 1 16,-2 1-3-16,-1 1-24 0,1 0 15 15,-3 3 11-15,0 0-17 0,-3 2 18 16,0-1 3-16,-2 3 9 0,-4-3-12 16,-2 3 12-16,-2-2 18 0,-2 1 13 0,-2 1 2 15,0-3 1-15,0 1-4 0,-6 4-18 16,-6-3-20-16,1 2-1 0,-2-1 17 15,-2-1-20-15,2-1-37 0,1-1-78 16,-2-3-49-16,3-2-46 0,1 1-32 16,3-3-127-16,1 1-215 0,-1-1-429 15,1-2-476-15</inkml:trace>
  <inkml:trace contextRef="#ctx0" brushRef="#br2" timeOffset="-114907.53">14660 7994 1785 0,'0'0'1357'0,"0"0"-823"0,0 0-18 15,0 0-27-15,0 0-124 0,34 80-82 16,-29-57-76-16,4 1-80 0,-3 0-88 15,-2-2-39-15,0-1-17 0,1-3-140 16,-2-5-162-16,-3-1-196 0,1-5-760 16,-2 5-1295-16</inkml:trace>
  <inkml:trace contextRef="#ctx0" brushRef="#br2" timeOffset="-113978.95">14326 14418 1956 0,'0'0'677'0,"0"0"-413"15,0 0-120-15,0 0 207 16,0 0 89-16,0 0-44 0,0 0-61 0,0 0-61 15,89-52-100-15,-74 45-64 0,-5 2-34 16,-1 0-21-16,-1 1-30 0,4 0-25 16,-4-2 0-16,3 1-22 0,0-3-33 15,-2 2-63-15,-1 1-57 0,2-1-49 0,-2 5-119 16,-4-1-196-16,-1 2-214 0,0 0-374 16,-3 10-279-16</inkml:trace>
  <inkml:trace contextRef="#ctx0" brushRef="#br2" timeOffset="-113793.65">14486 14577 2345 0,'0'0'757'0,"0"0"-479"0,0 0-91 16,0 0 145-16,0 0-12 0,0 0-60 16,0 0-124-16,0 0-62 15,91-40-52-15,-74 28-22 0,-1 1-40 16,1-1 6-16,2 1-87 0,-3-3-127 15,4-2-121-15,-1-2-249 0,-3 7-577 16,4-13-696-16</inkml:trace>
  <inkml:trace contextRef="#ctx0" brushRef="#br2" timeOffset="-113426.77">15025 13869 2081 0,'0'0'1150'0,"0"0"-841"0,0 0-135 16,0 0 81-16,0 0 64 0,0 0-37 15,0 0-134-15,0 0-41 0,0 0-73 16,0 0-12-16,0 0-7 0,-76 72 34 16,57-44 12-16,-1 5 13 0,-2 0 26 15,5 2-12-15,3-6-24 0,5-3-18 16,3-7-19-16,6-3-27 0,1-7-40 0,10-1-3 15,6-3 43-15,6-3 6 16,2-2 25-16,2 0-7 0,5 0-23 16,-1-2 11-16,1 0-9 15,1 1-3-15,-4 1-3 0,-3 0 2 0,-6 0 1 16,-5 1-3-16,-4 3 0 0,-4 1 3 0,-4 2 23 16,-2 2 14-16,-1 2-16 0,-1 2-9 15,-6 4-12-15,-5 1-61 0,2-3-39 16,-2 0-12-16,0-4-41 0,2-2-40 0,-2-2-124 15,4-5-237-15,0 1-405 0,-1-3-328 0</inkml:trace>
  <inkml:trace contextRef="#ctx0" brushRef="#br2" timeOffset="-113043.81">15273 14191 1608 0,'0'0'565'16,"0"0"-164"-16,0 0 91 0,0 0-43 15,0 0-117-15,0 0-86 0,0 0-59 16,0 0-38-16,0 0-22 0,76-38-4 16,-69 38-9-16,1 0-7 0,-3 2-15 15,3 1-31-15,0 0-33 0,-1 0 2 0,-1 1-18 16,0 2-9-16,-2 2 34 0,-1 3 21 15,1 5 21-15,-2 0 36 0,-2 4-27 0,0-1-21 16,0 0-15-16,-2 0-25 0,-2-3-6 16,3-1 3-1,-1-5-9-15,2 0-15 0,0-4 0 16,0 0 16-16,0-3-14 0,0 2-2 0,5-1 0 16,5-1 16-16,-3 0 11 0,5-3-12 15,2 0-14-15,-2-2-1 0,2-2-1 16,-1-4-47-16,0 1-46 0,0-2-58 0,-2-1-54 15,4 2-105-15,-1-3-259 0,-1 5-618 16,2 0-1040-16</inkml:trace>
  <inkml:trace contextRef="#ctx0" brushRef="#br2" timeOffset="-110407.42">13404 17093 2267 0,'0'0'584'0,"0"0"-376"0,0 0-121 16,0 0 47-16,0 0 44 0,0 0-3 16,0 0-36-16,0 0-76 0,0 0-38 15,0 0-6-15,-72 15 3 0,57-4 7 16,1 4-28-16,1 3-1 0,-2 3 1 16,4-1 30-16,0 4-12 0,2-1-3 15,3-1 6-15,3-1 20 0,3-5-5 16,0-2-28-16,6-2-9 0,6 0-2 0,2-5 2 15,5 1 2-15,5 0 23 0,1 0 0 16,2 3-9-16,-1-4-4 16,-4 3-11-16,2-1 3 0,-2 1 20 15,-6 2-5-15,-1-1 15 0,-5 1 7 16,-1-2 21-16,-3 2 22 0,-6-1 21 0,0 4-7 0,-2-1-39 16,-9 3-13-16,-1 1-25 0,-5-1-18 15,0-2 0-15,-5-2-3 16,1-3-26-16,2-6-42 0,0-1-46 0,3-3-28 15,2 0-25-15,5-5-68 0,5-4-178 16,2-3-215-16,2-7-181 0,5 5-352 16</inkml:trace>
  <inkml:trace contextRef="#ctx0" brushRef="#br2" timeOffset="-110157.59">13725 17339 1850 0,'0'0'761'0,"0"0"-355"0,0 0-202 16,0 0 105-16,0 0-12 0,22 70-70 16,-14-59-55-16,1-4-66 15,0-3-66-15,3-2 6 0,-1-2-5 0,0-2 33 16,4-4 19-16,-5-4-23 0,0-3-2 16,1-2-10-16,-3 2-12 0,-4-3-12 15,-1 2-6-15,0 0 8 0,-3 0-7 16,0 2-29-16,0 2-15 0,-2-1-7 15,-2 2-82-15,0 2-74 0,1 2-57 16,0 2-107-16,0 2-226 0,0 1-569 16,3 0-605-16</inkml:trace>
  <inkml:trace contextRef="#ctx0" brushRef="#br2" timeOffset="-109757.66">14041 17287 2066 0,'0'0'659'0,"0"0"-325"15,0 0-75-15,0 0 90 0,34 65-46 16,-23-44-115-16,3-1-82 0,-3 4-16 16,4-1-21-16,-2-1-38 0,-2 2-10 15,2-4 7-15,-3 1 6 0,-2-3-32 16,-1-4 17-16,-5-2 5 0,0-4 4 16,-2-3-6-16,0-4 2 0,0-1 25 15,-3 0-49-15,-5-2-71 0,-3-7-6 16,0-4-22-16,-3-6 31 0,0-6 9 15,-1-8-10-15,-1-3 22 0,2-3 7 16,3-2-41-16,4 6 17 16,4 3 49-16,3 1 12 0,0 3-25 0,6 2-6 15,6 0 31-15,2 0-26 0,0 2 4 0,5 1 25 16,0 4 13-16,0 7-12 16,-2 5 1-16,-4 3 18 0,-2 4 61 15,-1 4 61-15,-2 8-42 0,-6 5-44 0,1 4 9 0,-3 4-6 16,0 2-9-16,-5 4-13 0,-7-1-3 15,-2-2-4-15,1-1-30 0,-3-3-11 16,3-5-14-16,0-3-61 0,3-5-91 16,2-10-19-16,3-1-22 0,-1 0-88 15,3-8-249-15,2-3-267 0,1 1-354 16,0-8 165-16</inkml:trace>
  <inkml:trace contextRef="#ctx0" brushRef="#br2" timeOffset="-109375.52">14410 17266 1663 0,'0'0'523'0,"0"0"-245"0,0 0 54 16,36 77 78-16,-28-53-132 0,1 0-139 16,-3-1-12-16,-1-3-5 0,-2-2 32 15,-3-2-50-15,0-5-35 0,0-4-19 0,0-6 0 16,0-1 12-16,-1 0-5 15,-3-8-57-15,-5-4-127 0,-2-7 49 0,-4-6 47 16,-1-6-6-16,2-6-10 0,-5-6 6 16,2-2-10-16,1-3-11 0,4 1 11 62,4 1 17-62,6 3 15 0,2 2-22 0,9 5-13 0,2 0-2 0,5 5 18 0,-1 4 19 0,2 5 19 0,-4 5 3 0,-1 6 25 0,-4 5 20 0,-2 6 11 0,-3 2 130 16,0 9 37-16,0 7-98 0,-3 6-72 15,0 7-25-15,-2 3 0 0,-5 3-19 16,0 4-11-16,-6-4-1 0,3-2-37 16,-1-5-78-16,2-5-62 0,0-6-81 15,4-7-103-15,2-8-258 0,2-3-438 0,0-6-308 16</inkml:trace>
  <inkml:trace contextRef="#ctx0" brushRef="#br2" timeOffset="-109155.64">14535 16864 1823 0,'0'0'613'0,"0"0"-307"0,0 0 38 16,16 75 55-16,-9-46-89 0,-1 1-75 16,1-2-46-16,-1 0-59 0,4-7-71 15,-4-2-57-15,1-4-2 0,2-5-28 16,-1-3-65-16,1-6-47 0,-2-1-36 15,0-1-35-15,5-8-26 0,-5-3-18 0,2-2-1 16,-1-3-94-16,1-2-197 0,-3 6-60 16,2-8-556-16</inkml:trace>
  <inkml:trace contextRef="#ctx0" brushRef="#br2" timeOffset="-108756.11">14780 16942 1107 0,'0'0'726'0,"0"0"-324"15,0 0-49-15,0 0-22 0,0 0-39 16,12 78-63-16,-5-62-51 0,-2-4-39 15,3-5-7-15,0-2-132 0,4-4-41 16,-2-1-25-16,2-5 65 0,-1-3 0 16,1-10-42-16,2-1-27 0,-1-7 20 15,2 2 25-15,-1-1 24 0,-3 5-23 16,1 3 24-16,-7 5 3 0,0 6 0 16,-2 5 39-16,-2 0 2 0,1 1 44 15,1 0 4-15,0 2 58 0,1 5 20 16,3 5-48-16,2 5-60 0,4 3-60 0,2 6-1 15,5 3 36-15,1 3 87 16,3 4-82-16,1 2-41 16,-2 2 35-16,-4 2 11 0,-1-2-4 15,-5 1-3-15,-1-4 6 0,-7-4-16 16,-5-2-30-16,0-6-3 0,-1-2 3 0,-7-6-13 16,0-8-5-16,3-8 16 0,-1-4-38 0,0-11-40 0,-1-13-44 15,1-6 56-15,2-12 53 16,-2-8 12-16,3-1-41 0,3-3 13 0,0 5 29 15,0 5 1-15,6 4 0 0,4 5-17 16,3 1 5-16,0 1 10 0,4 2-37 16,1 3-20-16,0 2-30 0,0 2-244 15,-4 9-438-15,6-4-894 16</inkml:trace>
  <inkml:trace contextRef="#ctx0" brushRef="#br2" timeOffset="-107990.14">13875 18317 3820 0,'0'0'675'0,"0"0"-527"0,0 0-53 0,0 0 80 16,7 84-31-16,3-54-101 0,4-3-43 15,1 0-43-15,1-3 19 0,-5-4-22 16,0-4-12-16,-2-5-25 0,-3-3-9 16,-3-2 3-16,-1-5-16 0,-2-1-16 15,0-2-99-15,-3-11-132 0,-9-1 46 16,2-7 77-16,-4-5 31 0,-3 0-30 0,-2-5-65 15,3 1 116-15,-1 1 132 0,1 2 45 16,-1 1 61 0,5 5 55-16,2 3 39 0,1 4 48 15,4 7 5-15,3 3-4 0,2 3-3 0,0 1-8 0,0 0-20 16,4 0-48-16,11 1-52 0,4 1 99 16,6 5-11-16,10 3-96 15,7 4-16-15,0 3-5 16,0 5-1-16,1 4-22 15,-4 3 29-15,-9 4 51 0,-4 1-3 0,-7 2-64 16,-7-5-31-16,-4 0 31 0,-7-2-13 0,-1-6-21 0,-4 0-58 0,-5-4-6 16,-4-5 8-16,0-3-60 0,-4-5-14 15,-1-5-34-15,-2-1-84 0,-1-5-155 16,2-5-86-16,-1-3-172 0,7 3-433 16,-1-7-202-16</inkml:trace>
  <inkml:trace contextRef="#ctx0" brushRef="#br2" timeOffset="-107694.33">14337 18545 1846 0,'0'0'558'16,"0"0"-255"-16,0 0-20 0,0 0-11 16,0 0-100-16,0 0-93 0,44-81-53 15,-38 54-16-15,-1-2-10 0,0 0-22 16,-1 4-10-16,-4 0 32 0,0 4 10 15,-4 5 53-15,-3 4 10 0,1 5 31 16,-3 2 54-16,2 5-45 0,-2 0-34 16,1 5-14-16,0 5-15 0,0 5-50 15,3 4-35-15,4 1-9 0,1 3 23 16,1 3-14-16,9 0-7 0,2-1-2 16,7-4-18-16,-2 1-39 0,6-6 7 15,0-4-30-15,3-6-152 0,-1-3-259 16,1-3-163-16,-9 0-509 0</inkml:trace>
  <inkml:trace contextRef="#ctx0" brushRef="#br2" timeOffset="-107238.59">14697 18295 977 0,'0'0'1365'16,"0"0"-1052"-16,0 0-187 0,0 0 153 15,0 0 15-15,41 70-90 0,-31-56-37 16,-1 2-3-16,0-3-13 0,1-2-16 15,-6-1-51-15,0-5-47 0,1-2-37 16,-2-3-65-16,-2 0 0 0,2-4 30 16,1-6 24-16,0-5 11 0,1-2 19 15,-1-4-19-15,1-4 0 0,0 3-25 0,4 0 3 16,-3 4 1-16,-1 3 21 0,3 6 2 16,-4 4-2-16,0 5 0 0,2 0 19 15,0 0 77-15,0 8 51 0,1 1-36 16,6 3-33-16,-3 0-26 0,2 2-9 0,2 1-24 15,-3-2-7 1,2-1-12-16,-3-1-2 0,1-1-23 0,-2-3 22 0,-1-5-37 16,-2-1-3-16,-1-1-12 0,4-3 20 15,-3-7 20-15,-1-5 15 0,4-3 0 16,1-5 0-16,0-1-2 0,0 1-17 16,2 3 17-16,-4 3 2 15,3 6 2-15,-5 3-1 0,2 4 30 0,-2 0 44 16,1 4 11-16,0 0-9 0,2 1 37 15,1 9 109-15,-1 2-82 0,2 0-71 16,1 4-21-16,-5-3-19 0,2 2-21 16,-2-4-9-16,-2 0-39 0,0-6-65 0,-1 1-110 15,1-5-53-15,0-1-135 0,4-4-207 16,0-6-95-16,-2 0-348 0,7-9-335 16</inkml:trace>
  <inkml:trace contextRef="#ctx0" brushRef="#br2" timeOffset="-106851.74">15436 18118 2066 0,'0'0'1038'0,"0"0"-741"15,0 0-27-15,0 0 110 0,0 0-92 16,-30 63-152-16,27-45-28 0,3-3-6 16,0 1-40-16,0-2-41 0,5-4-21 15,2-5-15-15,2-1-31 0,0-4 3 16,0 0 2-16,2-7 17 0,1-1 11 15,-4-4-14-15,4-1 6 0,-4-1 20 16,1 2-1-16,-1-2-44 0,1 4 18 0,-1-1 28 16,-1 3 0-16,1 0-19 0,0 3 19 15,-4 0 0-15,2 2 22 0,0 1-22 16,-1 2 1-16,1 0 41 0,1 0 26 16,-1 0-15-16,1 0 2 0,3 0 31 15,-1 0-21-15,0 3-44 0,2-1-2 31,-2 0 20-31,1 2 7 0,3-3-27 0,-3 1 8 0,2-1 19 0,-1-1 0 0,2 0-31 16,0 0-13-16,0 0 22 0,-1 0 2 16,2 0-26-16,-6-1-28 0,4-1 26 15,-3 0-16-15,1-2-28 0,0-2-119 16,1-1-31-16,2-5-39 0,4 1-119 0,2-2-166 16,4 1-140-16,-4 0 92 15,11-4-831-15</inkml:trace>
  <inkml:trace contextRef="#ctx0" brushRef="#br2" timeOffset="-106509.58">16093 17959 916 0,'0'0'1181'16,"0"0"-734"-16,0 0-23 0,0 0 14 0,0 0-48 15,0 0-126-15,0 0-54 0,-49 70-24 16,47-56-57-16,1 1-51 0,1-3-17 16,0-1-12-16,1-3-24 0,4-2-25 15,4-5-15-15,0-1 3 0,2 0-12 16,0-10 11-16,2-6 13 0,-1-5 16 0,0-4-16 15,-1-7-53-15,-1-6-36 0,0-3 12 16,-2-5-7 0,0-4-18-16,-5-5-32 0,0-1-48 15,-3-1-88-15,-3 3 42 0,-9 6 117 0,-4 1 111 16,-1 9 13-16,0 9 66 16,2 10 95-16,4 11 66 0,4 8 67 0,1 8 6 0,3 11-103 15,0 10-103-15,3 9-18 0,3 9 15 16,7 4 49-16,7 6-16 15,2 3-46-15,3 1-46 0,3-6-32 16,1-5-13-16,2-7-27 0,-1-9-22 16,1-9-27-16,-1-11-70 0,-4-7-138 15,-4-7-283-15,-6 0-488 0,-3-23-759 0</inkml:trace>
  <inkml:trace contextRef="#ctx0" brushRef="#br2" timeOffset="-95728.08">27451 322 1918 0,'0'0'1544'0,"0"0"-1227"0,0 0-182 15,0 0 89-15,0 0 105 16,0 0-76-16,0 0-90 0,0 0-56 16,0 0-40-16,0 0-42 0,-5 12-22 0,2-8-3 15,1 2-10-15,-3-2 7 0,2 1 3 16,2 0 1-16,-1 0 15 0,1-4 5 15,1 0-6-15,0 1-12 0,0-2-1 16,0 0-1-16,0 0-1 0,0 0 0 16,0 0-33-16,0-2-10 0,1 1-3 15,-1 0 16-15,2 0 14 0,-2-1 16 16,0 0 22-16,1 2 2 0,-1 0 1 16,0-2 14-16,0 2 16 0,0 0 0 0,0 0-12 15,0 0-1-15,0 0 19 0,0 0 21 16,0 0 19-16,0 2-20 15,0 2-8-15,-1-2-22 0,-1 1-26 0,1-1-22 16,-1 2-3-16,-2 0-6 0,3 0-37 16,0-1-2-16,-1 1-4 0,2-3-54 15,0-1-67-15,0 0-67 0,0 0-134 16,3 0-249-16,1 0-572 0,0 3-365 0</inkml:trace>
  <inkml:trace contextRef="#ctx0" brushRef="#br2" timeOffset="-95180.79">27410 1223 924 0,'0'0'1441'0,"0"0"-1112"0,0 0-178 0,0 0 154 15,0 0 4-15,0 0-87 0,0 0-67 16,0 0-11-16,0 0-36 0,0 0-30 16,-3 1-10-16,2 2 10 0,-2 0 6 15,3 0-13-15,0 0-43 0,-1-1 6 16,1-1-19-16,0-1-15 0,0 0-11 15,0 0 11-15,4 0 15 0,2 0-15 16,0-2 0-16,-1-2 0 0,2 0 44 0,-1-1 11 16,-1 0 22-16,-1-1 37 0,-3 0 30 15,1 2-16-15,-1 2-34 0,-1-1 16 16,0 3 18-16,0 0-25 0,-1 0-12 16,-5 0 9-16,-3 5-28 0,-2 3-63 15,-2 2-9-15,-3 1-54 0,3 1-64 16,1 0-55-16,3-1-85 0,4-1-244 15,5-3-780-15,3-3-1174 0</inkml:trace>
  <inkml:trace contextRef="#ctx0" brushRef="#br2" timeOffset="-94508.17">28784 272 1383 0,'0'0'1706'0,"0"0"-1307"0,0 0-231 15,0 0 128-15,0 0 27 0,0 0-94 16,0 0-93-16,0 0-59 0,0 0-16 16,0 0 1-16,0 0-1 0,-48 66 0 0,48-57 4 15,0-1 2-15,3 0-12 16,3-2-38-16,1-2-16 0,0 0-1 0,-1 0 0 16,1-2-3-16,2-1 3 0,-2-1 0 15,-1 0 18-15,1 0-6 0,-1 0-10 16,1 0 1-16,-3-1 13 15,-2-1-16-15,-1 1 0 0,-1-2-2 0,0 2-29 16,0-1-24-16,0 2-30 0,0-1-25 16,0 1-59-16,0 0-115 0,0 0-149 0,-7 3-211 15,0 1-909-15,-8 10-58 0</inkml:trace>
  <inkml:trace contextRef="#ctx0" brushRef="#br2" timeOffset="-93958.83">28782 1121 2244 0,'0'0'687'16,"0"0"-319"-16,0 0 35 0,0 0 10 16,0 0-99-16,0 0-79 0,0 0-91 15,0 0-83-15,0 0-40 0,0 0-21 16,0 23-3-16,0-15 3 0,0-2 0 0,0-1 1 16,3-2 17-16,1 0 10 0,-1-3-10 15,0 1-17-15,0-1 1 0,-3 0 1 16,3 0 25-16,-3 0-16 15,3-1-12-15,0-2-43 0,4-2 43 0,-1-2 16 16,-2-1-12-16,2 2 20 0,-5 1-9 16,1 2 1-16,-2-1 5 0,0 4 28 15,0 0 9-15,0 0-28 0,-2 0-30 16,-2 5-91-16,0-2 8 0,-1 1-8 16,-1 0-69-16,1 1-80 0,1 0-158 15,2 2-280-15,-1-1-632 0,3 9-566 0</inkml:trace>
  <inkml:trace contextRef="#ctx0" brushRef="#br2" timeOffset="-93495.72">28677 2224 1516 0,'0'0'786'0,"0"0"-440"16,0 0-134-16,0 0 42 0,0 0-31 0,0 0-13 16,0 0-67-16,0 0-43 0,0 0-24 15,0 0-16-15,0 0 12 0,73 50 48 16,-67-51 33-16,0-3 2 0,-3-1-13 16,1-2 18-16,-1 0 9 0,0-1-31 15,0-2-25-15,-3-1 8 0,0 1-26 16,0-3-31-16,0 2-31 0,-6 0 3 15,2 1-8-15,-2 2-25 0,2 2 12 0,-1 0 6 16,-2 2-21-16,2 0-33 0,-3 1-46 16,1 0-91-16,1-2-59 0,-2 2-74 15,2-2-251-15,0-1-397 0,3-1-351 16,0-5-468-16</inkml:trace>
  <inkml:trace contextRef="#ctx0" brushRef="#br2" timeOffset="-92635.63">27681 392 2350 0,'0'0'323'16,"0"0"-323"-16,0 0-13 0,0 0 13 16,0 0 67-16,113 12-9 0,-66-12-9 15,9 0-37-15,6-3-12 0,3-3 0 16,7 0-1-16,6 0-15 0,0 0 14 0,7 5 2 15,-2-1-26 1,-2 2 14 0,-3 0-66-16,-9 0-119 0,-7 3-149 0,-8 1-186 15,-8-1-191-15,-3 1 68 0,-14 0 397 16</inkml:trace>
  <inkml:trace contextRef="#ctx0" brushRef="#br2" timeOffset="-92259.59">27897 483 2119 0,'0'0'385'16,"0"0"-314"-16,0 0-55 0,0 0 97 16,0 0 102-16,0 0 6 0,59 73-70 15,-33-54-43-15,7 2-6 0,5 0 37 0,1 4-25 16,5 2-36-16,0-1-43 0,1 3-13 15,2 1-3-15,-2-1-19 0,5-1-19 16,1-4-50-16,-1-1-83 0,2-4-69 16,-2-2-150-16,-3-3-82 0,-14-5-201 31,3 1-454-31</inkml:trace>
  <inkml:trace contextRef="#ctx0" brushRef="#br2" timeOffset="-91704.44">27518 1239 893 0,'0'0'1378'0,"0"0"-1139"0,0 0-100 16,0 0 115-16,97-56-13 16,-57 30-107-16,12-5-77 0,3-4-41 15,11-4-16-15,5-1-48 0,5-6-3 16,6-3-16-16,3 1-22 0,3-1-59 16,-4 0-19-16,-3 6-81 0,-12 4-192 15,-10 7-100-15,-22 6-235 0,-1 3 110 16</inkml:trace>
  <inkml:trace contextRef="#ctx0" brushRef="#br2" timeOffset="-91291.2">27596 1382 1319 0,'0'0'728'16,"0"0"-388"-16,0 0-97 0,0 0 43 16,0 0-30-16,0 0-102 0,0 0-79 15,0 0-74-15,0 0 1 0,0 0 49 16,0 0-3-16,108-4-10 0,-63-5-13 16,5-3-25-16,5 0 0 0,7 0-11 0,6-1-5 15,5 3 14-15,5-2-21 0,4 3 1 16,5 0-29-16,-2 2-124 15,-3 0-155-15,-3 1-121 0,-8 1-206 16,-21 1-475-16,8 1 437 0</inkml:trace>
  <inkml:trace contextRef="#ctx0" brushRef="#br2" timeOffset="-90715.43">27651 594 1497 0,'0'0'484'0,"0"0"-412"0,0 0-40 16,0 0 85-16,0 0 67 0,43 80 84 15,-23-49-52-15,5 6-14 0,5 9-42 16,3 10 38-16,6 8-33 0,6 11-33 15,8 11-59-15,5 9-38 0,5 6-26 32,5 1-9-32,2 0-16 0,-2-4-85 0,-6-2-95 15,-7-5-180-15,-12-4-134 0,-8-9-306 0,-9-6 116 16,-6-9 166-16,-4-7 491 0,0-8 43 16,1-8 258-16,3-8-27 0,3-8-231 0,-1-5-127 0,-5-9-192 15,9-7-255-15</inkml:trace>
  <inkml:trace contextRef="#ctx0" brushRef="#br2" timeOffset="-89456.65">27458 1292 121 0,'0'0'619'0,"0"0"-238"0,0 0-117 16,0 0-10-16,0 0 6 16,0 0 9-16,0 0 10 0,0 0-28 0,0 0 3 15,0 0-4-15,42 66-68 0,-26-44-14 16,5 3 3-16,5 6 12 0,4 3-55 15,5 3-14-15,4 4-36 0,7 3-3 16,0 2-20-16,7 1-2 0,-1 3-53 16,4 2-18-16,-2-2-4 31,1 0-9-31,1-3-81 0,1-4-95 16,5-4-54-16,0-9-18 0,3-5-161 15,-3-6-120-15,-13-7-176 0,6-1-530 0</inkml:trace>
  <inkml:trace contextRef="#ctx0" brushRef="#br2" timeOffset="-76895.05">22108 5571 1812 0,'0'0'716'16,"0"0"-287"-16,0 0-112 0,0 0-31 15,0 0 80-15,0 0-96 0,0 0-112 0,0 0-58 16,0 0-42-16,0 24-8 0,9-33 49 16,5 1 27-16,2-9-28 0,6-3-22 15,2-4-30-15,2-7-33 0,3-4-13 16,2-1-12-16,0-3 10 0,3 1-53 15,-2 3-6-15,-6 3-34 0,0 4-78 16,-7 5-93-16,-4 6-168 16,-6 3-101-16,-6 7-176 0,-3 1-527 0</inkml:trace>
  <inkml:trace contextRef="#ctx0" brushRef="#br2" timeOffset="-76579.37">22055 5550 2782 0,'0'0'494'0,"0"0"-357"0,0 0-58 15,0 0 70-15,0 0 59 0,0 0 10 16,0 0-40-16,0 0-32 0,0 0-23 16,30 76-36-16,-24-60-1 0,-3 3-6 15,1 0-3-15,-4 1 6 0,1 2-4 16,-1-3-21-16,0-3-30 0,0-1-25 15,0-3 11-15,2-4-14 0,-1 0-3 16,2-3-18-16,0-3 21 0,3 1 9 0,1-2-9 16,3-1-22-16,5 0 21 0,2-6-1 15,5-6-28-15,2-4 5 0,2-5-24 63,0-1-46-63,-3-1-67 0,-3 4-91 0,-1 0-181 0,-4 2-264 0,-6 5-618 0,3-4-621 0</inkml:trace>
  <inkml:trace contextRef="#ctx0" brushRef="#br2" timeOffset="-76009.67">22470 4628 3691 0,'0'0'419'0,"0"0"-329"15,0 0-62-15,0 0 34 0,1 85 50 16,10-60-7-16,-3 2-55 0,5-1-23 16,-3-2-14-16,2-3-10 0,-1 0-3 15,-4-4 1-15,1-3 0 0,-4-1-1 16,2-4 0-16,-3-2-2 0,-2-3 2 0,0-3 1 15,-1-1 19-15,0 0-20 0,2 0-111 16,-1-6 0-16,2-4-20 0,3-3 72 16,3-3 34-16,2-2 22 0,-1-2 0 15,5 5-19-15,-5 2-12 0,2 5 9 16,2 2-9-16,0 4 4 0,3 2 17 0,1 0 13 16,0 0 38-16,3 4 0 0,-5 4-7 15,-2 2 44-15,-4 4 18 0,-6-2 38 16,-4 4-23-16,0 1-15 0,-10 0-19 15,-3 1-22-15,-3 0-31 0,-1 0-2 16,0-4-19-16,-2 0-62 16,5-4-52-16,-2-4-34 15,1-2-26-15,6-4-89 0,-2 0-133 0,4-5-209 0,3-1-458 16,-2-7-658-16</inkml:trace>
  <inkml:trace contextRef="#ctx0" brushRef="#br2" timeOffset="-75500.58">22980 4418 108 0,'0'0'2398'0,"0"0"-1704"0,0 0-233 0,0 0-87 16,0 0 4-16,0 0-1 15,0 0-99-15,0 0-83 0,0 0-70 0,-3 71-7 16,0-36-2-16,3 4-13 0,0 2-40 15,0-1-24-15,0 0-39 0,3-4 0 16,3-3-33-16,0-6-18 0,4-4-67 16,-3-4-55-16,5-6-58 0,1-2-117 15,-5-4-220-15,6-4-215 0,-5-3-495 16,6-3-495-16</inkml:trace>
  <inkml:trace contextRef="#ctx0" brushRef="#br2" timeOffset="-75082.05">23180 4519 3054 0,'0'0'488'0,"0"0"-415"0,0 0-35 15,0 0 3-15,0 0 41 0,0 0 31 16,0 0-6-16,0 0-28 0,0 0-51 15,80-4-15-15,-72 8 12 0,-1 1 43 16,-2 0 16-16,-2 2 28 0,-2 3 9 16,-1 1-29-16,0 1-30 0,-3 1-25 15,-4 3-16-15,-3-3-8 0,3 2-13 16,-2-2-1-16,3-4-2 0,2 2-19 16,0-6-15-16,3-1-21 0,1-2-16 15,0-1 12-15,0 0 6 0,2 2 47 16,5-2 9-16,-1 1 25 0,3 0 9 0,2 0-7 15,-1 0 7-15,2 0-9 16,1 2-24-16,-1-2-1 0,-5 3 3 0,1-3-2 16,-3 1 0-16,-1 1 27 0,-3-1 40 15,-1 2 24-15,0 1-37 0,0 0-30 0,-1 0-25 16,-5 1-28-16,-2-2-107 0,2 0-13 31,-3-3-25-31,3-2-73 0,-2 0-157 0,2-6-214 0,3-1-88 0,2-1-679 16</inkml:trace>
  <inkml:trace contextRef="#ctx0" brushRef="#br2" timeOffset="-74829.73">23362 4357 1277 0,'0'0'1622'0,"0"0"-1346"0,0 0-136 15,0 0 143-15,0 0 45 16,0 0-24-16,0 0-87 0,85 64-25 0,-62-41-69 16,-1 3-46-16,-3 1-13 15,-2 3-12-15,-7 0-12 0,-2-1-22 0,-5-2-17 16,-3 0-1-16,0-4-15 0,-1-2-74 16,-5-3-27-16,2-4-115 0,-2-4-173 15,0-2-286-15,-4-4-766 0</inkml:trace>
  <inkml:trace contextRef="#ctx0" brushRef="#br2" timeOffset="-74611.76">23732 4376 1273 0,'0'0'1758'0,"0"0"-1480"0,0 0-154 16,0 0 6-16,0 0-51 0,0 0-79 15,0 0-27-15,84-48-30 0,-67 43-188 16,-5 2-174-16,-2 0-217 0,-3 3-578 0</inkml:trace>
  <inkml:trace contextRef="#ctx0" brushRef="#br2" timeOffset="-74445.69">23709 4578 2711 0,'0'0'597'0,"0"0"-286"0,0 0 20 16,0 0-80-16,0 0-74 0,95-47-96 0,-69 27-49 16,0 0-32-16,-1-1-93 0,1 0-131 15,-2 2-122-15,-1 0-119 0,-5 3-237 16,6-4-825-16</inkml:trace>
  <inkml:trace contextRef="#ctx0" brushRef="#br2" timeOffset="-74127.77">24228 4085 3395 0,'0'0'670'0,"0"0"-433"0,0 0-82 16,0 0 73-16,0 0-59 0,0 0-74 15,-56 69-31-15,50-47-9 0,5-2-30 16,1-1-14-16,1-2-11 0,9-1-2 16,4-5-1-16,1 1-11 0,5-4 14 15,2-1 12-15,4-3-12 0,1-4-3 16,2 0-34-16,4-5 7 0,-1-6 5 16,0-3-18-16,-2-1 7 0,-3-2-10 0,-4 2 15 15,-7-2 19 1,-3 5 12-16,-7-3 67 0,-6 3 28 0,0 1-12 15,-6-1-19-15,-8 1-13 0,-5 1 4 0,-7 1-46 16,-6 1-9-16,-4 4-30 0,-4 4-31 16,1 0-67-16,2 0-31 0,-1 9-66 0,4 0-109 15,7 2-306-15,7-3-800 0,0 5-793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23T15:28:56.27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24920 3008 3186 0,'0'0'1105'0,"0"0"-1009"0,0 0-96 16,0 0 4-16,0 0-1 0,0 0 15 15,0 0-18-15,0 0 3 0,0 0 7 16,0 0 14-16,14 93-5 0,-8-59 6 16,1 6 12-16,-2 1-12 0,-2 3 21 15,-2 3 12-15,-1-2 7 0,0-3 21 16,0-4-21-16,0-4-23 0,0-7-11 0,-3-5-19 16,2-8-11-16,-1-4 12 0,2-3-11 15,0-7 0-15,0 0 25 16,0 0 19-16,0 0 27 0,-1-8 37 0,-1-7-50 15,-2-7-60-15,-2-12-49 0,3-7-6 16,0-8 52-16,3-1-18 16,0 0 20-16,2 4 1 15,2 3 0-15,2 7-12 16,0 5 12-16,-2 6 27 0,1 7-26 16,0 7 2-16,-4 4 15 0,1 5 2 0,-2 2-20 0,1 0-46 15,2 5-3-15,3 3 25 0,6 9 24 0,5 4 70 0,3 8-9 16,2 4-34-16,1 3-14 0,0 1-10 15,-3 0 11-15,3-2-14 16,-3-3 0-16,-2-2 1 16,-1-6 11-16,-4 0-10 0,1-7 13 0,-4-4-12 0,-4-4-2 15,1-4 1-15,-4-4 10 0,-3 1 19 16,2-2 14-16,-1 0 34 0,0-6 115 0,4-5-34 16,-1-8-60-16,5-9-45 15,2-11-13-15,-2-10-30 0,1-2-12 0,2-3-24 16,-4 4-6-16,1 5-31 15,1 6-36-15,-3 8-57 0,0 4-6 16,2 5-80-16,1 8-172 0,2 3-237 0,-2 5-308 16,-2 6-231-16,-5 8-404 0</inkml:trace>
  <inkml:trace contextRef="#ctx0" brushRef="#br0" timeOffset="340.74">25456 3467 3007 0,'0'0'409'16,"0"0"-352"-16,0 0-16 0,0 0 156 16,0 0 39-16,0 0-16 0,0 0-15 0,0 0-103 15,0 0-65-15,92-69-35 0,-74 47 17 16,-3 1 6-16,-3 0 2 0,-5 0-2 16,-4-1 21-16,-3 1-24 0,0 1-10 15,-3 4 16-15,-5 2 24 0,-1 5 22 16,-1 5-1-16,0 0 13 0,1 4 55 15,-2 0-87-15,0 4-54 0,0 5-24 16,-2 7 22-16,0 4 2 0,0 5 17 0,4 0 11 16,2 1 14-16,6-2-8 15,1-3-16-15,0 0-15 0,6-6 14 16,5-1-17-16,3-2-18 0,4-4-37 0,0-3-21 16,5-4-40-16,0-1-55 0,1-6-35 15,2-5-35-15,1-5-135 0,-3-4-230 16,-6 3-473-16,2-10-556 0</inkml:trace>
  <inkml:trace contextRef="#ctx0" brushRef="#br0" timeOffset="559.92">25871 2944 2899 0,'0'0'1104'16,"0"0"-906"-16,0 0-158 0,0 0 32 0,0 0 102 15,0 0 94-15,-9 96-90 0,6-58-50 16,2 4-33-16,1 3-43 15,0 1-16-15,0 0 7 0,4 1 5 0,1-5-2 16,1-3-46-16,1-6-15 0,0-6-19 16,0-5-78-16,-4-5-56 0,1-5-28 15,-2-6-65-15,-2-4-64 0,0-2-42 0,-6 0 48 16,-4-8-277-16,-3-3-204 16,1-6-186-16,1 5 406 0,-1-12-20 0</inkml:trace>
  <inkml:trace contextRef="#ctx0" brushRef="#br0" timeOffset="1014.98">25818 3363 245 0,'0'0'753'0,"0"0"-307"15,0 0-209-15,0 0 4 0,0 0 28 16,0 0 9-16,0 0 0 0,0 0 8 16,80-47-50-16,-65 43-45 0,2-1-32 0,-1 2-39 15,3-1-32-15,-2 2-25 0,0-1 3 16,-1 0-13-16,-3 3-34 0,0 0 0 16,-6 2 26-16,1 4 64 0,-1 1 43 15,-1 3-9-15,-1 2-1 0,1 3 2 16,-2 1-36-16,-1 2-32 0,0 3-14 15,0-2-23-15,0 2-23 16,1 0 2-16,2-4-18 0,-2-1 0 16,1-3-11-16,-1-3-23 0,2-3 7 0,-2-3-84 15,3-4-48-15,-1 0 2 16,1-6 67-16,1-5 90 0,1-6 0 0,0-1-9 0,0-3-31 16,-2-1 29-16,3-1 11 15,-3 3 0-15,-1 1-17 0,2 3 14 0,-3 4-8 16,-1 5 10-16,-1 3-1 0,-3 1-29 15,2 3-18-15,-1 0 21 0,1 1 25 16,2 6-3-16,0 2 6 0,2 5 71 16,4-2 22-16,-3 5-37 0,1-3-10 0,1 2-34 15,0-2-9-15,0-3-2 16,0-2-1-16,1-4-20 0,-2-1 20 0,1-4 34 16,2 0 34-16,-2-4 12 0,1-5 6 15,0-5-13-15,0-3-21 0,-1-4-3 16,-2-2 6-16,0-2-6 0,-4-2-39 15,-3 0-9-15,0 2-2 0,0 0-19 16,0 7-2-16,0 5-66 0,0 4-10 0,0 4-96 16,0 4-102-16,0 1-245 0,0 0-589 15,0 6-658-15</inkml:trace>
  <inkml:trace contextRef="#ctx0" brushRef="#br0" timeOffset="1323.48">26675 3300 3424 0,'0'0'689'0,"0"0"-471"0,0 0 60 16,0 0-41-16,0 0-99 0,0 0-74 15,0 0-64-15,0 0-16 0,0 0 5 16,0 0 11-16,0 0 25 0,-36 73 18 16,44-64-25-16,-1-3-6 0,3 0 0 0,0-4 13 15,0-2-22-15,4 0 18 0,1 0 19 16,2-6 15-16,3-5-4 0,-2 1-11 15,0-4-10-15,-3 1 1 0,-4 2-16 16,-4 1 12-16,-2-1 12 0,-4 1-2 16,-1-2-1-16,-3 2 4 0,-4 1-40 15,-6-1-14-15,-3 1-58 0,-4 1-59 16,-3 4-45-16,1 0 5 0,2 4-52 16,3 0-70-16,4 0-142 0,4 0-164 15,5 0-211-15,2 5-461 0,2 1 111 0</inkml:trace>
  <inkml:trace contextRef="#ctx0" brushRef="#br0" timeOffset="1540.9">26675 3300 72 0,'123'-31'1077'0,"-113"35"-713"0,4 2 26 16,2 3 54-16,4 1-17 0,0 1-84 15,-2 1 20-15,2 1-81 0,-1-2-59 0,-3 1-59 16,-1-2-36-16,-2-1-26 0,-4-3 1 16,-1 1-29-16,-3-2 12 0,-2-4-6 15,-3-1 18-15,0 0 43 0,0 0 0 16,0 0-28-16,0-4 33 0,0-3 18 15,0-7-107-15,1-5-57 0,1-8-27 16,2-2-25-16,3-4-14 63,3-2-10-63,5 3-43 0,2 0-27 0,2 3-35 0,2 1-86 0,2 4-114 0,-1 0-114 0,3 4-109 0,-2 2-103 0,-5 3-297 0,1 0-50 0</inkml:trace>
  <inkml:trace contextRef="#ctx0" brushRef="#br0" timeOffset="1909.83">27279 2950 1041 0,'0'0'788'0,"0"0"-315"15,0 0-127-15,0 0-47 0,0 0-46 16,0 0-55-16,0 0-30 0,0 0 60 16,0 0-9-16,0 0-8 0,16 86-6 0,-13-58-44 15,-1 4-26-15,-1 1-37 0,-1 1 7 16,0-1-23-16,0-2-48 0,0-5-19 16,0-2-13-16,0-6-2 0,0-4-15 15,0-6-3-15,0-4-4 0,0-2 19 16,0-2 3-16,2 0 11 0,3-7 23 15,-1-4 3-15,5-6-37 0,4-4-10 16,1-2 7-16,3-4-15 0,1 5-6 0,-1 0 2 16,-1 2 7-1,1 4-10-15,-4 2 1 0,-1 4 3 16,-4 3 8-16,-3 3 11 16,-4 1 2-16,-1 3-1 0,0 0 1 0,0 0-18 0,0 2 16 0,0 4 2 15,-1 3 6-15,-2 4 37 0,0 2-3 16,-1 2-7-16,-2 1-8 0,6-1-7 15,-3 3 16-15,3-2 24 0,0-1-4 16,0-1 29-16,3-2-35 0,4-1-29 0,0-5-19 16,2 0-46-16,4-2-58 0,0-5-33 15,6-1-68-15,4 0-93 0,7-10-216 16,-5-1-699-16,18-14-1064 0</inkml:trace>
  <inkml:trace contextRef="#ctx0" brushRef="#br0" timeOffset="2331.67">28457 2907 3536 0,'0'0'692'0,"0"0"-475"0,0 0 129 16,0 0 51-16,0 0-144 0,0 0-135 15,0 0-89-15,0 0-28 0,-67 71 1 0,56-40 50 16,5 1 2-16,5-2 1 0,1 0-4 16,3-5-2-16,8-3-19 0,-1-4-30 15,3-2 0-15,3-4-15 0,-3-5-7 16,1-1 7-16,1-6 15 0,2 0 9 15,3-3 10-15,0-6-1 0,2-7 0 16,1-2-9-16,-4-4-9 16,-4 0-12-1,-3-1-3-15,-6-4-9 0,-6 2 20 0,0 2-38 16,-12-1-15-16,-1 2-4 0,-7 6 10 0,-1 3-7 0,-4 2-42 16,3 5-21-16,-1 0-22 0,2 6-43 15,3 0-96-15,4 0-135 0,7 0-151 16,1 5-141-16,5-2-365 0,1 2-214 0</inkml:trace>
  <inkml:trace contextRef="#ctx0" brushRef="#br0" timeOffset="2738.12">28680 2920 1425 0,'0'0'420'16,"0"0"-102"-16,0 0 80 0,0 0-63 16,0 0-40-16,0 0-12 0,50 85-36 15,-41-61-45-15,2 4-35 0,-2 2 7 16,1 0-40-16,-2 2-10 0,0-1 18 15,-1 2 5-15,-2-5-82 0,-2 0-41 16,-2-6-12-16,-1-1 7 0,0-4-7 16,-3-4 3-16,0-3 16 0,0-5-1 15,0-3 35-15,0-2 50 0,2 0 28 16,-3-2-21-16,-2-7-73 0,0-3-34 0,-1-3-15 16,-2-8 0-16,1-1-28 0,2-4 4 15,2-2 21 1,2 1-9-16,2-1-12 15,0-1 5-15,9 3 1 0,2 0-64 0,4 0 0 16,2 6 18-16,-1 2 21 0,4 3 1 16,-1 3 8-16,1 3 13 15,0 4 21-15,-1 1-2 0,0 3-32 0,-2 2-3 0,-4 1 7 16,-6 1 5-16,-1 7 10 0,-3 0 15 0,-3 7 55 0,-1 2 12 16,-8 2 4-16,-6 1-29 0,-2 2-33 15,-6-3-9-15,3-1-48 16,-2-4-53-16,5-2-46 0,4-3-69 15,6-6-190-15,4-3-318 0,3 0-580 0,0-15-576 0</inkml:trace>
  <inkml:trace contextRef="#ctx0" brushRef="#br0" timeOffset="2925.13">29075 2787 391 0,'0'0'2129'16,"0"0"-1730"-16,0 0-232 0,0 0 31 15,0 0 60-15,0 0-2 0,-6 79-83 0,6-50-47 16,0 3-39-16,0 1-34 0,0 1 10 16,3-2 2-16,1-1-65 0,2-6-6 15,1-3-53-15,-1-5-100 0,-2-6-83 16,-1-2-87-16,-3-6-152 0,0-3-117 16,0 0-15-16,0-6-625 0</inkml:trace>
  <inkml:trace contextRef="#ctx0" brushRef="#br0" timeOffset="3173.38">29082 3021 170 0,'0'0'1406'15,"0"0"-954"-15,0 0-102 16,0 0 11-16,0 0-97 0,0 0-146 0,0 0-99 16,0 0-3-16,0 0 61 0,0 0-13 15,69-33-13-15,-50 31 16 0,1 2 15 16,-1 0-43-16,1 0 17 0,0 0-18 16,-2 2 4-16,-1 0-14 0,-4 3 38 15,-2-2 13-15,-5 3 28 0,-2-1 47 16,-1 2 36-16,0 1 0 0,-1 1-58 0,-1 4-36 15,-1 0-26-15,2 3-27 0,-1-2-18 16,-1-1-25-16,3 1-3 0,1-4-9 31,0-1-25-31,-1-3-89 0,3-3-59 0,1-3-32 0,3 0 8 0,-1-3 10 16,3-9-117-16,3-3-165 0,-4 3-189 0,9-13-717 16</inkml:trace>
  <inkml:trace contextRef="#ctx0" brushRef="#br0" timeOffset="3624.1">29611 2931 2093 0,'0'0'1020'16,"0"0"-960"-16,0 0 43 0,0 0 186 15,-16 82-5-15,15-60-41 0,1-1-6 16,0-2-30-16,0 0-50 0,1-6-74 0,1-1-61 16,-1-6-1-16,2-2 7 15,0-3-28-15,-2-1-21 0,2 0-6 0,-1-4 15 16,3-2 8-16,1-7 2 0,3-4-16 15,5-4-43-15,-1-3-47 0,6-1-13 16,-3 0 16-16,1 3 24 0,-4 6 31 16,-3 5 25-16,-3 4 10 0,-4 6 15 0,0 1 3 15,-3 0 84-15,0 0 50 0,0 3-54 16,1 4-52-16,2 2 52 0,0 3 19 16,2 1-28-16,-1 3-31 0,3-1-6 15,-1 0-23-15,1-1-14 16,0-2-3-16,2-2-10 0,-2-3 13 15,3-3 0-15,-1-3-12 0,1-1 11 0,0 0 0 16,3-5-1-16,1-3-32 0,4-7 16 16,3 0-7-16,1-1-8 0,-1-1-4 15,0 3 3-15,-3 2 9 0,-5 7-6 16,-3 0-12-16,-4 4 0 0,-3 1 43 0,0 0 31 16,-2 6 132-16,1 1-12 15,1 2-47-15,-2 1-19 0,2 3-14 0,-1-1-35 16,-1-1-15-16,2-1-21 0,-3 0 0 15,3-3-12-15,-3-2-61 0,0-2-104 0,0-3-84 16,0 0-54-16,-6 0-95 0,0 0-197 16,-10-7-1486-16</inkml:trace>
  <inkml:trace contextRef="#ctx0" brushRef="#br0" timeOffset="3771.7">29592 2821 4512 0,'0'0'617'0,"0"0"-617"16,0 0-52-16,0 0-55 0,0 0-61 0,0 0-134 15,0 0 7-15,77-1-410 0,-37 0-971 0</inkml:trace>
  <inkml:trace contextRef="#ctx0" brushRef="#br0" timeOffset="3991.12">30307 2963 3168 0,'0'0'1233'0,"0"0"-1233"0,0 0 0 16,0 0 56-16,0 0 52 0,0 0 6 16,12 69-76-16,-7-56-38 0,0-2-68 15,-1-3-68-15,3-2-56 0,-1-5 15 0,1-1 13 16,3 0-53-16,2-7-55 0,2-5-40 15,4-5 36-15,3-4-130 16,2-2-105-16,-5 3-172 0,15-12-420 0</inkml:trace>
  <inkml:trace contextRef="#ctx0" brushRef="#br0" timeOffset="4206.54">30741 2720 1785 0,'0'0'1084'0,"0"0"-684"0,0 0 139 15,0 0-130-15,0 0-201 0,0 0-54 0,0 0-92 16,0 0-28-16,0 0-19 0,-51 69 19 15,51-45 18-15,0-2 19 0,5 3-22 16,3-1 18-16,4 0 25 0,2-1-13 16,-2-3-18-16,-3-2 34 0,-1-8-47 15,-4-1-14-15,-1-2 2 0,-3-4-2 16,0-1-1-16,0 0 13 0,-7-2-4 0,-7 3 0 16,-5-1-42-16,-10-2-150 0,-3 0-109 15,-6-7-129-15,-3-3-243 0,11-1-661 16,-22-6-607-16</inkml:trace>
  <inkml:trace contextRef="#ctx0" brushRef="#br0" timeOffset="4329.25">30203 2832 2737 0,'0'0'765'0,"0"0"-610"0,0 0-117 0,0 0 21 16,0 0-59-16,0 0-25 0,84-26-48 15,-52 21-124-15,3-1-272 0,3 5-312 16,-9-3-486-16</inkml:trace>
  <inkml:trace contextRef="#ctx0" brushRef="#br0" timeOffset="4658.92">30942 2819 2775 0,'0'0'764'0,"0"0"-433"16,0 0 11-16,0 0-16 0,0 0-113 0,0 0-54 15,0 0-39-15,-27 72-11 0,23-53-14 16,2-2-55-16,2 0-40 0,0-4-13 15,0-1-32-15,6-4-35 0,0-2-20 16,-2-3 14-16,2-3 6 0,-3 0-2 0,4 0-1 16,-1-7 36-16,1-1-27 0,0-3 16 15,3-1-10-15,-2-3-25 0,-1 2-16 16,-1 1 28-16,-2 2 59 0,1 4 22 16,-3 3 28-16,-1 2 50 0,-1 1 71 15,0 0 34-15,0 0 4 0,0 1-61 16,0 2-52-16,0 0-32 0,0 0-20 15,2 3 27-15,2 4 30 0,2 0 12 0,0 2-27 16,2 0-36-16,1-3-28 0,1 3-6 16,4-5-40-16,1-2-103 0,1-3-96 15,1-2-25-15,2-1-170 16,1-10-310-16,-3 2-500 0,9-15-504 0</inkml:trace>
  <inkml:trace contextRef="#ctx0" brushRef="#br0" timeOffset="5078.81">31369 2627 2719 0,'0'0'707'0,"0"0"-583"0,0 0-7 15,0 0 79-15,-20 82 87 0,17-50 12 16,0 3-60-16,2 2-81 0,1-2-23 16,0-3 4-16,4-2-59 0,2-4-64 15,-2-5-12-15,2-4-39 0,-3-3-22 0,1-7-34 16,-4-4-21-16,0-3 5 0,0 0 28 15,0 0-25-15,0-6 22 0,0-4-156 16,0-2-6-16,0-3 34 0,0-2-77 16,6-2-53-16,4 0 78 0,4 2 82 15,-1 4 94-15,2 3 45 0,-1 1 45 47,1 4 0-47,-1 1 6 0,-2 3 143 0,2-1 101 0,-2 2-83 0,-1 0-84 0,2 0 61 0,0 0-4 0,0 2-23 0,-3 1 3 16,0 1-4-16,0 0 73 0,-3 1 5 15,-1 1-23-15,-3 0 24 0,0 2 11 16,0 0-13-16,1 3-43 16,-1 1-47-16,-2 3-24 0,1 0-27 0,-1-3-31 15,-1 0-21-15,3-3-2 0,0-1-25 16,0-1-52-16,3-3-83 0,1-4-30 16,1 0-1-16,4-2-8 0,4-7-74 0,3-4-89 15,4-5-186-15,1-1-236 0,-5 4-620 16</inkml:trace>
  <inkml:trace contextRef="#ctx0" brushRef="#br0" timeOffset="5605.05">31924 2788 620 0,'0'0'1526'0,"0"0"-1045"0,0 0-85 15,0 0 19-15,0 0-79 0,0 0-160 0,0 0-15 16,0 0 29-16,-23 72-1 16,23-52-57-16,0 0-21 0,7-1 6 0,2-2-4 15,5-2 0-15,-1-2-3 0,1-4-58 16,1-3 3-16,-1-3-28 0,-2-2-2 15,-2-1-1-15,1-2-3 0,-2-6-21 16,0-5 0-16,-1-3-30 0,-5-2-13 0,-1-5-48 16,-2 0-49-16,-10-1-7 0,-5 0-49 15,-6-2 32 1,-5 2-43-16,-6 5 23 0,2 2-1 16,0 4-41-16,6 5 122 0,7 3 104 15,10 2 85-15,4 0-85 0,3 2-95 0,3 0-63 0,7 1-11 16,9 0 169-16,5-2 26 0,8 2 79 15,4-1-29-15,4 0 0 0,6 1-3 16,2 0 18-16,4 0 7 0,0 5-26 0,3 3 39 16,1 3 200-16,-6 2-209 15,-2 1-46-15,-7 1 3 0,-9 0-57 16,-7-1 93-16,-8-3-76 0,-7 0 36 16,-3-2 37-16,-7-1 95 0,0-1-19 0,-4 0-50 15,0 0-27-15,-2-3-3 0,0 0-36 0,3-2-43 16,2-2-9-16,1 0-88 0,0 0-106 15,4-2 17-15,5-4 24 16,8-5 55-16,2-1 49 0,7-3 28 16,4 1-1-16,-3 3 19 0,-2 3 3 15,-5 3 21-15,-5 4-2 0,-7 1 48 0,2 0 19 16,-4 2-6-16,4 3-1 0,-1 4-18 16,5 0-12-16,2 2-10 0,4 0-17 15,3 0-8-15,2 0-14 0,-2-2-18 16,3-2-10-16,-5-1-100 0,-3-5-279 15,-4-1-528-15,-5 0-219 0,-9-1-673 0</inkml:trace>
  <inkml:trace contextRef="#ctx0" brushRef="#br0" timeOffset="6055.46">27306 4044 3970 0,'0'0'564'0,"0"0"-564"16,0 0 43-16,0 0 50 0,104 1 186 15,-33-8 11-15,21-6-77 0,26-5-98 16,25-8 9-16,24-5 52 0,25-4-71 15,24-4-47-15,22-3-58 16,17 0-12-16,13 1-6 0,3 3-4 16,-9 4-8-16,-11 7-51 15,-22 2-71-15,-20 3 10 0,-25 1-67 0,-22 2-240 16,-28 0-199-16,-23 5-126 0,-25-2 87 0,-25 3-105 16,-25 4-393-16,-26 2 373 0</inkml:trace>
  <inkml:trace contextRef="#ctx0" brushRef="#br0" timeOffset="6370.33">27011 4413 2741 0,'0'0'1377'16,"0"0"-1377"-16,0 0-83 0,0 0-7 16,0 0 90-16,0 0 220 15,0 0 66-15,0 0 13 0,0 0-60 0,118 34-44 16,-53-40-9-16,17-12-4 0,16-4-49 16,22-11-39-16,18-3-40 0,21-7-8 78,20-4-40-78,21 0-6 0,17-2-3 0,14 4-40 0,10 0 10 0,5 2-142 0,-5 3-117 0,-12 2-328 0,-62 10-754 0,29-13-1054 0</inkml:trace>
  <inkml:trace contextRef="#ctx0" brushRef="#br0" timeOffset="24203.46">12983 4313 881 0,'0'0'1446'16,"0"0"-1142"-16,0 0-124 16,0 0 221-16,0 0-38 0,0 0-54 0,0 0-73 15,0 0-49-15,0 0 17 0,-29 16-65 16,21-7-16-16,-1 1 3 0,1 1-7 16,3 0-3-16,2 1-33 0,-1-2-22 15,4 2 12-15,0-2-28 0,0 1-14 16,5-2-10-16,1-1 0 0,1-1-12 0,1 0-9 15,0-3-11-15,1 0 10 0,-3-2 1 16,1-2-2-16,-1 1 2 0,1-1 3 16,-2 0-1-16,3 0 13 0,-2-3 3 15,-1-2 10-15,4-1-28 0,-5-1-14 16,1-1 14-16,-4 2 6 0,0-1 6 0,-1 0-11 16,0 0 1-16,0-1 1 0,0 0-3 15,-1 2 0-15,0 1-1 0,-2 1 1 16,1 2 0-16,1 0 0 0,-1 2 0 15,1 0 18-15,1 0 0 0,-2 0-18 16,-1 4 3-16,-1 1 35 0,-1 2-38 16,-1 0-25-16,0 3 5 0,2-1 20 15,-1 2 2-15,4-2-2 0,1-1-12 16,0-5 10-16,0 2-22 0,0-2-16 16,3-1 4-16,0-1 15 0,4-1 18 15,-1 0 1-15,1-1-17 0,3-5-8 16,-3-1 3-16,-1-3 21 0,0 3 1 0,-2-1 2 15,-1 0 15-15,-3 2 24 0,0 0-5 16,-4 0-10-16,-2 1-9 0,-1 3 10 16,-2 0-4-16,-2 2-9 0,0 0-11 15,3 0 11-15,-1 0-12 0,5 3-1 0,-2-2-26 16,5 1 5-16,-2 1-5 0,0 1-28 16,1-2-27-16,1-1-42 0,1-1-78 15,0 0-268-15,0-1-465 0,3-5-431 16,4-5-521-16</inkml:trace>
  <inkml:trace contextRef="#ctx0" brushRef="#br0" timeOffset="24909.06">12764 3737 2058 0,'0'0'1229'16,"0"0"-854"-16,0 0-179 0,0 0-21 15,0 0 42-15,0 0-90 0,0 0-65 16,0 0 6-16,7 84-25 0,2-55-9 16,1-2 3-16,3-1 19 0,-3-2-7 15,-1-3-46-15,2-2 13 0,-4-4-4 16,-1-2-12-16,-2-1-1 0,1-3 1 15,-1-4 10-15,-3 0-8 0,1-3-2 0,-2-2 1 16,0 0 0-16,0 0-1 0,0 0-27 16,0 0 27-16,0 0 6 0,-3-7-6 15,-7-1-3-15,0-2 2 0,-4-4 1 16,0-4 23-16,1 0-22 0,1-4 21 0,0-2-22 16,4-2 0-16,2-1-19 31,3 2-15-31,0 0 19 15,3 3-10-15,0 3 1 0,1-2-7 16,5 4 16-16,1 1 12 0,2-2 3 0,-2 3 3 0,2-1 12 16,2 4 4-16,1 0-16 0,5 0 0 0,-1 2 12 15,5 1-14-15,4 2-1 0,4 1 0 0,1 3-3 0,2 3 3 16,-4 0 9-16,-1 0 7 0,-4 6 8 16,-6 0-2-16,-6 2 42 0,-3 2 7 15,-5 0 2-15,-3 3 31 0,0 2 33 16,-9 1-3-16,-4 2-30 0,-6 1-56 0,-4 3-20 15,-3-2-9-15,-1 1-19 0,-2-2-31 16,3-5-5-16,4-2-31 16,8-2-27-16,1-4-31 0,6-5 0 0,1-1 3 15,3 0-102-15,2 0-132 0,1-1-154 0,0-3-220 16,0 2-536-16,7-3-406 0</inkml:trace>
  <inkml:trace contextRef="#ctx0" brushRef="#br0" timeOffset="25355.19">13261 3657 3179 0,'0'0'682'0,"0"0"-480"0,0 0-46 16,0 0 101-16,0 0 70 0,0 0-51 15,14 70-103-15,-9-45-33 0,-1 0-37 16,2 1-45-16,-2 0-25 0,0-2-21 0,1 1-12 16,-1-5-2-16,1-1-49 15,-1-4-22-15,3-2-45 0,-1-4-50 0,-3-1-61 16,1-4-109-16,2-3-214 0,-3-1-406 15,1 0-343-15,3-5-292 0</inkml:trace>
  <inkml:trace contextRef="#ctx0" brushRef="#br0" timeOffset="25838.96">13434 3825 2532 0,'0'0'614'15,"0"0"-391"-15,0 0-48 0,0 0 24 16,0 0-23-16,0 0-40 0,0 0-20 15,-4 71-23-15,4-62-37 0,1-4-25 0,1-1-6 16,1-1-23-16,-1-1-1 0,0-1-1 16,2-1-2-16,0 0-13 0,2-3-10 15,1-4-6-15,4-2-16 0,0-3-12 16,1 1-16-16,-5-1 9 0,3 3 6 16,-4-2 16-16,-4 4 34 0,3 2 10 15,-2 1 21-15,-3 3-2 0,1 1 6 16,-1 0 45-16,2 0 18 0,-2 1-1 0,0 3-12 15,3-1-44-15,1 2 3 0,1 1-19 16,0 0 16-16,1 3-6 0,-1-3-3 16,0-1-19-16,2 2 15 0,-1-4-18 15,-2 1-2-15,2-1-10 0,0-3 9 16,-1 0-25-16,2 0-50 0,1-3 16 16,-1-1 10-16,3-2 11 0,-1-1-15 15,-2 1 0-15,2 0 25 16,-3 0 9-16,0-1 20 15,-1 3 0-15,1 0 2 0,-2 1 3 0,-1 2 25 0,2-1 12 16,0 2 13-16,-2 0 22 0,0 0 12 0,1 0 9 16,2 2 19-16,4 1 48 0,-5-1-25 15,4 1-37-15,-2 0-30 0,5-2-13 16,-4 3-25-16,1-3-5 0,-1 1-7 16,1-2-3-16,-1 0-18 0,-2 0-12 0,1 0-3 15,3 0-52-15,-3 0-74 0,2-2-117 16,2-3-72-16,-1-2-209 0,-3 2-491 15,6-9-528-15</inkml:trace>
  <inkml:trace contextRef="#ctx0" brushRef="#br0" timeOffset="26025.01">13953 3641 2737 0,'0'0'1075'15,"0"0"-825"-15,0 0-113 0,0 0 21 16,0 0 62-16,0 0-10 0,0 0-57 15,0 0-52-15,24 85-28 0,-19-66-28 0,0 0-45 16,0-1-18-16,2-2-59 0,-4-1-48 16,1-5-96-16,-3 1-75 0,1-3-98 15,-2-4-240-15,0 0-579 16,0-4-363-16</inkml:trace>
  <inkml:trace contextRef="#ctx0" brushRef="#br0" timeOffset="26186.58">13971 3794 183 0,'0'0'2341'0,"0"0"-1736"0,0 0-258 0,0 0-37 0,0 0-109 0,0 0-62 16,0 0 48-16,0 0-38 0,0 0-75 15,0 0-52-15,81-42-22 0,-61 32-13 16,2 0-33-16,-2-1-81 0,2 0-53 16,1-1-125-16,-4 2-227 0,-2 0-435 15,3-4-356-15</inkml:trace>
  <inkml:trace contextRef="#ctx0" brushRef="#br0" timeOffset="26358.2">14408 3574 2786 0,'0'0'758'16,"0"0"-430"-16,0 0 33 0,0 0 76 0,0 0-26 0,0 0-95 16,30 78-76-16,-22-56-77 0,-1 2-81 15,3-2-48-15,-4-2-34 0,-1 0-88 16,3-3-81-16,-2 0-65 0,-2-2-262 15,-3-4-716-15,-1 3-1194 0</inkml:trace>
  <inkml:trace contextRef="#ctx0" brushRef="#br0" timeOffset="27331.62">13812 4447 3086 0,'0'0'605'0,"0"0"-357"0,0 0-28 16,0 0-39-16,0 0 8 0,0 0-69 0,0 0-120 15,0 0 34-15,0 0-19 0,96-15 99 16,-34 0 21-16,13-7-3 0,11-2-29 15,10-5-30-15,5-2 3 0,9-2-42 16,8-3 8 31,6-1-42-47,6-2-2 0,0 2-20 0,0 0 20 0,-3 4-45 0,-8 2-16 0,-6 4 20 0,-15 0-24 0,-13 4-49 0,-16 6-43 0,-17 2-16 16,-16 6-16-16,-16 3-95 0,-13 3-122 15,-7 3 32-15,-13 3 153 0,-1 3-365 16,-31 10-828-16</inkml:trace>
  <inkml:trace contextRef="#ctx0" brushRef="#br0" timeOffset="27680.75">13985 4551 320 0,'0'0'2212'0,"0"0"-1547"16,0 0-362-16,0 0-94 16,0 0-2-16,0 0 57 0,0 0-24 0,0 0-27 15,0 0 72-15,0 0-55 0,69 28-75 16,-29-17 0-16,11 1 30 0,13-3-37 15,16 3-72-15,10-1-16 0,11-3-15 16,10 3-2-16,6 0-43 0,7 1-3 16,3 0-19-16,1 1 4 15,2-3-42-15,-3 2-7 0,-6-3-35 0,-9-2-13 16,-13-1-61-16,-12 2-52 0,-16-5-68 0,-15 1-86 16,-13-3-172-16,-11-1-117 0,-12 0-134 15,-7 0-525-15</inkml:trace>
  <inkml:trace contextRef="#ctx0" brushRef="#br0" timeOffset="28368.32">15944 3801 1876 0,'0'0'600'0,"0"0"-178"0,0 0-99 16,0 0-77-16,0 0 1 0,0 0-43 15,0 0-94-15,0 0-15 0,0 0 2 0,0 0 18 16,-28 70 9-16,28-57-22 0,7-1-31 16,2-3-47-16,2-1-24 0,2-4-1 15,1-1 1-15,1-3 21 0,0 0 0 16,2-3-21-16,-2-2-2 0,-3-4 2 15,0-1 0-15,-4 1 13 0,-4 1 5 16,-2 1 22-16,-2 2 40 0,0 0 0 16,0-1-22-16,-3 3-22 0,-2-1 1 15,-1 4-19-15,0 0 13 0,-3 0-14 16,2 0-16-16,-3 5 0 0,1 1-1 16,2 0-26-16,-1 0-8 0,3-1-12 15,4-1-15-15,1-1-21 0,0 0-11 0,0-3-20 16,6 0-17-16,5 0-18 15,0-3-30-15,5-7-41 0,2-2-121 0,0-5-198 16,-3 5-478-16,2-8-449 0</inkml:trace>
  <inkml:trace contextRef="#ctx0" brushRef="#br0" timeOffset="29070.91">16560 3617 1823 0,'0'0'1412'0,"0"0"-1052"15,0 0-212-15,0 0-12 0,0 0 81 16,0 0 51-16,0 0-61 0,0 0-62 16,0 0-31-16,7 72-26 0,-6-57-17 15,2-1-31-15,0 0-13 0,-1-4 7 16,1-1-16-16,-2-3-17 0,1-2 0 15,-1-2-1-15,2-2-3 0,-3 0-12 0,0 0-16 16,0 0-27-16,0-4 31 0,1-3-13 16,-1-3-12-16,1-4-43 0,2 0-10 15,-1-2 25-15,2 0-3 0,-1 1 49 16,0 3 15-16,-1 3 17 0,-1 3 2 16,0 4 28-16,-1 0 0 0,2 2-13 15,-2 0 4-15,0 0 11 0,3 4-30 16,2 1 19-16,1 2-1 0,1 1 41 15,4 2-7-15,-2-1-9 0,2 1-15 0,-1-1-7 16,3-1-18-16,-5-1-3 16,4-4 0-16,-1 1 2 0,0-3 1 31,-4-1-2-31,3 0-1 0,-3-1 0 0,2-5-3 0,0 1-53 16,2-6-14-16,-2 2 2 0,1-3-19 0,0 1 4 0,-2-1 6 0,0 0 30 15,0 1 47-15,-1 0 0 0,1 4 1 16,-5 1 1-16,1 0 1 0,-3 6 25 15,-1 0 22-15,0 0 64 0,0 0 13 16,2 3-66-16,-1 2-24 0,5 2 68 16,-3 1-11-16,1 3-26 0,0 0-29 15,2 2-36-15,0-5-3 0,2 3-14 16,0-1-16-16,1-3-32 0,-1 0-75 16,4-2-48-16,-4-3-56 0,3-2-137 15,-2 0-215-15,0 0-445 0,1-3-384 0</inkml:trace>
  <inkml:trace contextRef="#ctx0" brushRef="#br0" timeOffset="29372.44">17123 3645 1193 0,'0'0'1466'0,"0"0"-1231"0,0 0-146 16,0 0 164-16,0 0 72 0,0 0-3 15,0 0-89-15,0 0-74 0,0 0-44 16,0 0-38-16,84 61-18 0,-73-61 18 15,0 0 3-15,-2 0-25 0,-1-4-33 16,-1 0-7-16,-2-3 4 0,0 1 11 16,-2-2 1-16,-2 1-6 0,1-3-4 0,-2 2-19 15,0-1 13-15,-2 2 19 16,-5-1-9-16,-1 1-7 0,-3 3-18 16,-3-1-15-16,0 0-13 0,-6 5-15 0,2-2 16 15,-3 2-68-15,-2 2-4 0,4 3-12 16,-1 0-19-1,6 2 22-15,5-2-76 0,6 1-127 0,3-1-199 0,3-3-237 16,6 1 2-16,8-2 143 0,-3-1-27 16,11 0 18-16</inkml:trace>
  <inkml:trace contextRef="#ctx0" brushRef="#br0" timeOffset="29735.17">17426 3610 1282 0,'0'0'563'0,"0"0"-138"16,0 0-24-16,0 0 48 0,0 0-35 15,0 0-136-15,0 0-58 0,0 0-13 16,0 0-5-16,0 0-23 0,-36 74-6 0,34-64-29 16,2-2-59-16,0 0-39 0,2-2-46 15,2-1-3-15,1-1-12 16,0-3-16-16,3-1-2 0,0 0 8 16,1-5-5-16,3-2-19 0,-3-5-3 0,3 0 2 15,-5-4 1-15,3 1-21 0,-6-4 5 16,2-2 0-16,-1 0-15 0,-2-1-10 15,1-3 0-15,-1 1 40 0,0 0 0 16,-1 5 22-16,0 0 6 0,-2 5 22 0,0 6 59 16,0 4 69-16,0 4 46 0,0 0 23 15,0 0-22-15,0 0-68 0,0 5-67 16,-4 2-28-16,2 3-12 0,1 4 31 16,-1 4-4-16,1 5 16 0,1 0-6 15,0 1-7-15,1-3-30 0,8 0-12 16,0-3-46-16,1-3-46 0,3-1-58 15,-5-4-63-15,3-2-118 0,-2-5-279 16,-1 1-563-16,-1-4-609 0</inkml:trace>
  <inkml:trace contextRef="#ctx0" brushRef="#br0" timeOffset="30029.37">17645 3677 1410 0,'0'0'1444'15,"0"0"-1104"-15,0 0-69 0,0 0-37 16,0 0-26-16,0 0 50 0,0 0-44 0,0 0-62 15,0 0-75-15,98-22-55 0,-75 13-4 16,0-3-18-16,-3-1-2 0,-1-1-47 16,-3 2-7-16,-5-1 22 0,-3-2-18 15,-5 5 15-15,-2-2 37 0,-1 5 19 16,-1-1 15-16,-5 5-9 0,0 3 18 16,-2 0 13-16,-1 0-19 0,1 5 0 15,0 2-37-15,-2 4-20 0,3 2 20 0,-2 1 37 16,3 0 15-16,3 0-2 0,1 0 5 15,2-2-49-15,0-2-6 0,2-3-77 16,4 0-21 0,4-2-72-16,2-3-19 15,3-2-51-15,5-2-59 0,4-6-183 0,2-6-257 0,-5 3-431 16,11-12-173-16</inkml:trace>
  <inkml:trace contextRef="#ctx0" brushRef="#br0" timeOffset="30179.96">18154 3430 2108 0,'0'0'1213'15,"0"0"-759"-15,0 0-105 0,0 0-91 16,0 0 14-16,0 0-1 0,-19 68-45 16,17-45-38-16,1 2-75 0,1 0-37 15,0 0-22-15,6-2-54 0,3 0-63 0,-2-3-65 16,1 0-48-16,1-4-99 0,-6-1-261 16,0-7-704-16,-12 1-1313 0</inkml:trace>
  <inkml:trace contextRef="#ctx0" brushRef="#br0" timeOffset="31187.21">18706 3619 2496 0,'0'0'810'0,"0"0"-420"15,0 0-98-15,0 0 25 0,0 0 48 16,0 0-58-16,0 0-112 0,0 0-79 16,0 0 30-16,0 0 8 0,4 70-42 15,2-46-24-15,-2 0-46 0,0 2-42 16,2-1-21-16,-1 0-42 0,-2 0-95 0,-3 1-63 16,0-2-169-16,0-5-394 0,-12 3-974 0</inkml:trace>
  <inkml:trace contextRef="#ctx0" brushRef="#br0" timeOffset="32118.79">16162 4695 1106 0,'0'0'2144'16,"0"0"-1646"-16,0 0-224 0,0 0 11 16,0 0-53-16,0 0-50 0,0 0-87 15,0 0-43-15,0 0-9 0,-63 73-15 16,57-56 30-16,2-1 18 0,4-2-12 0,0-2-24 16,7-5-16-16,0 2-8 0,2-4-14 15,2 0 0-15,1-5 12 0,-1 0-14 16,4 0-3-16,-2-6-25 0,-1-3 1 0,2-2 3 15,-1-2-4-15,-4 0-11 0,2-2-4 16,-5 2 15-16,-5 1 25 0,0 4 3 16,-1-3 12-16,-1 4 4 0,-6 1 20 15,-2 0-20 17,-2 3 14-32,-1 3-27 0,0 0 52 0,-3 0-34 0,2 3-19 0,-2 4 11 0,5 1 2 0,0 2 0 15,3-2-3-15,4 2-12 0,2-3-15 16,1 0-3-16,0 1-16 0,9-4 7 15,5 1-37-15,6-4-77 0,3-1-95 16,4-3-107-16,-5-3-286 0,10-8-821 0</inkml:trace>
  <inkml:trace contextRef="#ctx0" brushRef="#br0" timeOffset="33115.86">17033 4653 2764 0,'0'0'965'0,"0"0"-670"16,0 0-75-16,0 0-31 0,0 0 24 15,0 0-32-15,0 0-61 0,0 0 5 16,0 0 13-16,1 79-26 0,2-58-2 15,1-2-13-15,2-3-25 0,-3-3-44 16,0-4-28-16,-2-3 0 0,0 0 0 16,1-5 2-16,-2-1 10 0,0 0 3 15,0 0-15-15,1-1-26 0,-1-5-44 16,0 0-24-16,2-5 12 0,-1-3-18 16,2-3 14-16,2-3 7 0,-2 0 15 15,1 1 0-15,1 0 12 16,1 7 37-16,-1 2 14 0,-1 3-15 0,0 5-8 0,-1 0-10 15,3 2 17-15,-3 0 17 0,2 0 27 16,3 4 38-16,1 6 8 0,2 1-9 16,0 2-18-16,4 3 12 0,-2-1-12 15,-1 3-7-15,2-1-5 0,-4-1-7 16,3-2-9-16,-2-2-16 0,1-4-2 0,-1 0-1 16,0-4-11-16,2-3-3 0,-2-1-61 15,4 0-3-15,-1-8-40 0,0-2 24 16,3-4 6-16,0-1 6 0,0-2 12 15,-1-1 19-15,-2 2 18 16,-2-1 34-16,-1 3 9 0,-2 1 16 0,-2 6-10 16,-3 2-13-16,1 2 29 0,-4 3 3 15,2 0 31-15,-3 0 42 0,0 1 9 0,1 3-30 16,2 2-37-16,1 4 18 0,4 1-9 16,-2 3-10-1,1 2-20-15,3-1-27 0,-2 1 14 0,3-3-15 16,0-2-40-16,1-4-72 0,2-2-53 0,0-3-46 15,2-2-190-15,2-1-162 0,0-7-176 16,-5 3-485-16,7-9-227 0</inkml:trace>
  <inkml:trace contextRef="#ctx0" brushRef="#br0" timeOffset="33406.31">17796 4676 1159 0,'0'0'1451'0,"0"0"-927"0,0 0-145 0,0 0-56 16,0 0-71-16,0 0-6 0,0 0-20 15,0 0-35-15,-18 77-62 0,18-64-44 16,0 0-33-16,6-1-27 0,3-5-11 16,2 1-13-16,-1-4 0 0,4-1 1 15,-1-3-2-15,1 0-11 0,1-4 8 16,-1-4-12-16,-2-1 2 0,0-3-2 16,-4 0-19-16,-2 1 19 0,-5 1 13 15,-1-2 0-15,0 0-19 0,-7 2-25 16,-3-1-6-16,-3 1-7 0,0 2-5 15,-1 0-10-15,0 2-16 0,3 2 44 16,2 1 9-16,5 1-28 0,3 2-28 0,1 0-164 16,0 0-184-16,4 0-65 0,6 0 146 15,6 3-24-15,1-3-161 0,-3 2-255 16,12-2-210-16</inkml:trace>
  <inkml:trace contextRef="#ctx0" brushRef="#br0" timeOffset="33755.01">18178 4624 1061 0,'0'0'1439'0,"0"0"-901"16,0 0-91-16,0 0-90 0,0 0-71 16,0 0-71-16,0 0-51 0,0 0-43 15,-73 71-14-15,73-57-21 0,0-3-9 16,1 1-31-16,6-3-22 0,6-2-24 16,-1-2-29-16,1-2-2 0,0-3-2 15,0 0 11-15,3-2 1 0,-3-5 8 16,2-5-36-16,1-2-3 0,1-4-19 0,0-3-3 15,-3-2-46-15,-1-4-54 0,-3 0-26 16,-2-2 5-16,-3-4 0 0,-2 3 84 16,-3 1 73-16,0 2 38 0,-2 8 57 15,-5 6 116-15,-3 6 73 0,1 6-21 0,-1 1 39 16,-2 3-94-16,0 7-38 0,2 2-64 16,-5 7-35-16,7 4-5 0,-3 0 24 15,5 4 9-15,3-4-27 0,3 1-15 16,0-3-19-16,4-2-70 0,4-4-56 15,4 1-61-15,0-7-54 0,3 0-100 16,0-6-224-16,4 0-185 0,-8-1 26 16,6-2-731-16</inkml:trace>
  <inkml:trace contextRef="#ctx0" brushRef="#br0" timeOffset="34030.93">18477 4697 1007 0,'0'0'508'0,"0"0"-257"0,0 0 278 16,0 0-93-16,0 0-122 15,0 0-48-15,0 0-59 0,0 0-46 0,0 0-35 0,0 0-47 16,0 0-10-16,64-49 3 16,-64 41-11-16,0 2-24 0,0-2 16 0,-4-1 6 15,0 5 4-15,-5 1 85 0,3 2 59 16,1 1-35-16,-3 0-58 0,1 1-74 16,-3 5-16-16,1 1 16 0,1 4-28 15,-4 2 25-15,5 0 12 0,1 0 18 16,3 0-7-16,3-1-23 0,0-1-24 15,8-4-13-15,0 0-24 0,7 0-7 16,2-2-8-16,5-2-53 0,2-3-30 16,3 0 18-16,5-3-43 0,0-4-87 15,1-1-139-15,-3-3-118 0,1 3-200 16,-11 1-400-16,0-3-288 0</inkml:trace>
  <inkml:trace contextRef="#ctx0" brushRef="#br0" timeOffset="34353.9">18848 4296 2887 0,'0'0'740'16,"0"0"-327"-16,0 0-191 0,0 0-60 15,0 0 29-15,0 0 55 0,-23 82-71 16,19-49-41-16,1 3-24 0,2 1-34 16,-1-4 24-16,2 0 15 0,0-4-63 15,2-3-52-15,1-3-34 0,2-6-75 16,1-2-43-16,3-3-85 0,-2-2-168 15,3-7-251-15,-2 0-541 0,6-3-541 0</inkml:trace>
  <inkml:trace contextRef="#ctx0" brushRef="#br0" timeOffset="34703.54">19170 4509 2531 0,'0'0'1289'16,"0"0"-1126"-16,0 0-163 0,0 0 2 16,0 0 20-16,0 0 92 0,86-45-55 0,-57 38-59 15,0 3-2-15,-2-1 2 16,-1 3 1-16,-1 0 52 0,-6 2 16 0,-2 0 5 16,-4 2-9-16,-2 5 28 15,-7-1 46-15,-2 2 14 0,-2 4-6 0,-3 4-49 16,-10 0-43-16,2 4-6 0,-5-1-12 15,0 0-19-15,0 0 3 0,5-2 19 16,2 0 2-16,3-4-11 16,2 0-7-16,4-2 19 0,0-4 2 0,0 0-15 0,7-2-2 15,2-1 8-15,1-2-10 0,7-2-26 16,3 0-45-16,6 0-16 0,2-2-39 16,2-2-49-16,2-2-43 0,-2 1-173 15,-1 1-310-15,-6 1-594 0,-3 2-982 0</inkml:trace>
  <inkml:trace contextRef="#ctx0" brushRef="#br0" timeOffset="44599.84">19432 3721 450 0,'0'0'411'16,"0"0"-212"-16,0 0-63 0,0 0 11 15,0 0 87-15,0 0 13 0,0 0-52 16,0 0-33-16,0 0-32 0,0 0-1 16,0 0 20-16,-12 2 12 0,12-2-23 15,-1 2-41-15,1-2-20 0,-3 0-7 16,3 0-9-16,-1 0-13 0,1 0-23 15,-2 0-22-15,2 0-3 0,0 1-3 0,0-1 2 16,0 0 1-16,0 0 2 16,0 0 0-16,0 0 2 0,0 0 18 0,0 0 3 15,0 0-6-15,0 0 10 0,0 0 22 16,0 0 0-16,0 0 0 0,0 0-4 16,0 0 1-16,0 0-4 0,0 0-12 15,0 0-13-15,0 0 9 0,0 0-9 16,0 0-18-16,0 0 0 0,0 0 12 15,0 0-12-15,0 0-1 0,0 0 0 0,0 0 1 16,0 0 10-16,0 0-11 0,0 0 0 16,0 0 13-16,0 0-1 0,0 0-9 15,0 0 0-15,0 0 25 0,0 0-6 16,0 0-20-16,0 0 17 0,0 0 12 16,0 0 7-16,0 0-13 0,0 0 0 15,0 0 10-15,0 0-3 0,0 0-16 16,0 0-13-16,0 0 22 0,0 0-15 0,0 0-10 15,0 0-11-15,0 0 11 0,0 0 2 16,0 0-2-16,0 0 0 0,0 0 11 16,0 0 5-16,0 0-14 0,0 0 1 15,0 0 19-15,0 0-7 0,0 0-2 16,0 0-11-16,0 0 0 16,0 0 0-16,0 0 1 0,0 0-1 0,0 0 1 15,0 0 0-15,0 0-1 0,0 0 1 16,0 0 12-16,0 0 7 0,0 0 3 15,0 0 3-15,0 0-9 0,0 0-7 0,0 0 0 16,0 0 1-16,0 0-10 0,0 0 9 16,0 0-9-16,0 0 10 0,0 0-13 15,0 0 1-15,0 0 2 0,0 0 13 16,0 0-14-16,0 0 10 0,0 0 0 16,0 0-9-16,0 0 10 0,0 0-13 15,0 0 0-15,0 0-13 0,0 0 1 16,0 0 0-16,0 0-7 0,0 0-6 0,0 0-3 15,0 0-9-15,3 0-22 0,3 0-10 16,1 0 69-16,5 0 41 0,5 0 12 16,6 0-13-16,0 0-2 0,8 0-14 15,2 0-24 1,5 0 13-16,1 0 12 0,8 1-25 0,0 2 0 0,3-1 0 16,4 0 0-16,1 1 18 0,1-1-16 15,1 1-2-15,1 3 0 0,-2-2 0 16,4 1-15-16,0-1-4 0,2-2-9 0,1-2 28 15,2 0-3-15,-3 0-37 0,-3 0 40 16,-1 0-1-16,-5 0-1 0,-6 0 2 16,-5 0 21-16,-5 0-20 0,-9 0 27 15,-3 3-25-15,-5 1 16 0,-6-1 21 16,-5 0 22-16,1 0-40 0,-4 0-1 0,-2 0 7 16,1 0-25-16,-4 0-3 0,1-2 0 15,-2-1 16-15,1 2-13 0,-1 0-1 16,1-2-1-16,-1 0 2 0,2 2 9 15,-2-2-12-15,1 1 1 0,-1-1 15 0,0 0-4 16,0 2 1-16,0-2 14 0,0 0 19 16,0 0-6-16,0 0 0 0,0 0 9 15,0 0 10-15,0 0-7 0,0 0-28 16,0 0-3-16,0 0-2 0,0 0-19 16,0 0-15-16,0 0-12 0,0 0-16 15,0 0-86-15,0 0-64 0,-3 0-67 16,-2 0-187-16,-3 0-750 0,-10-5-909 15,52 10 1485-15</inkml:trace>
  <inkml:trace contextRef="#ctx0" brushRef="#br0" timeOffset="45806.94">21100 3702 1421 0,'0'0'653'0,"0"0"-390"0,0 0-225 15,0 0 21-15,0 0 34 0,0 0 4 0,0 0-55 16,0 0-13-16,-21 64-3 16,24-55-13-16,1 0 35 0,1-1 49 0,1-2-17 15,1-1 16-15,1-2-32 0,2 1 32 16,2-3 44-16,4-1-47 0,0 0 11 16,2-1 20-16,1-6-14 0,1 0-25 15,-1-1-47-15,0-3-10 0,-3 1 19 16,-2 0-25-16,-1-2-6 0,-6 4 22 31,-1-2 13-31,-1 1 11 16,-4 0-3-16,-1 2 13 0,0 0 8 0,0 1-27 0,-4 1-25 0,-2-2-13 0,-2 3-15 15,-3 2-8-15,-2-2 8 0,-4 4 1 16,1 0-1-16,-4 0-15 0,2 6 3 16,-2 0 12-16,4 3 2 0,2-1 11 0,1 3-11 15,2-1 13-15,3 0-14 0,2 1-1 16,4-1 10-16,2-2-10 0,0 0-13 0,0 1 1 15,2 0 11-15,4-3 1 0,0 0 2 16,5-1-1-16,3-1 0 0,1-4 2 16,1 0 22-16,6 0 24 0,-2 0-20 15,3-7-29-15,-3 0-12 16,-2-2-16-16,-3-1 6 16,-1 1 10-16,-3-3 9 0,-2 1-22 0,-5-2 13 0,-3 1 12 15,-1 1 20-15,0 0-17 0,-8 2 18 16,-5 3-11-16,-3 1-8 0,-4 4-4 15,-2 1-33-15,-4 0-11 0,0 3 27 16,3 6 19-16,6-1 1 0,2 0 2 16,5 3 13-16,4-4-4 0,1 0-2 15,4 2-10-15,1-3-13 0,0-2 10 16,0 2 1-16,5-2 2 0,1-2 25 0,1 1 6 16,3-3 6-16,5 0 12 0,1 0 10 15,5-5-19-15,1-2-19 0,-2-4-17 16,3 0-4-16,-4 1-13 0,-5-2 10 0,-5 2 3 15,-4 7 40-15,-3 0 40 0,-2 2 37 16,-3 1-1-16,-7 0-61 0,-5 2-55 16,-5 4-49-16,-3 4-31 0,0 1 13 15,-1 1 9-15,5-2 15 16,5 0-3-16,2-3-31 0,9 1-56 0,2-5-168 16,1 1-239-16,6-1-196 0,4-2-513 15,6-1-370-15</inkml:trace>
  <inkml:trace contextRef="#ctx0" brushRef="#br0" timeOffset="48170.8">21837 3635 453 0,'0'0'776'16,"0"0"-389"-16,0 0-208 0,0 0-65 16,0 0 6-16,0 0 10 0,0 0-20 15,0 0-46-15,0 0-22 0,0 0 10 16,0-4 35-16,0 4 43 0,0-2 15 16,0 2-14-16,0 0-15 0,0-1-33 0,0 0-22 15,2 1-10-15,-2 0-19 0,0 0-13 16,0 0-3-16,0 0-14 0,0 0-1 15,0 0 0-15,0 0 14 0,0 0-15 16,0 0-2-16,0 0 2 0,0 0 13 16,0 0 9-16,0 0 0 0,0 0 1 15,0 0-4-15,0 0-7 0,0 0-8 16,0 0 12-16,0 0-13 0,0 0-3 16,0 0-2-16,0 0 2 0,0 0 2 15,0 0 10-15,0 0-11 0,0 0 2 16,0 0 9-16,0 0-12 0,0 0-3 0,0 0-6 15,0 0 9-15,0 0 35 0,0 0 3 16,0 0 6-16,0-1 3 0,0 1 14 16,0 0 5-16,0 0-6 0,0 0-13 15,0 0-22-15,0 0 0 0,0 0-3 0,0 0 0 16,0 0-9-16,0 0-11 0,0 0 1 16,0 0 22-16,0 0 0 0,0 1 7 15,0 1 15-15,0 1-47 0,0 1-6 16,0 2-22-16,0 4 28 0,1 4 22 15,2-1 6-15,0 3-3 0,-3-1-11 16,3 1-13-16,0-2 2 0,-3-2 0 16,0-1-1-16,0-4 15 0,0-1-17 15,0-3-12-15,0-2 12 0,0 1 22 0,0-2 15 16,0 0 16-16,0 0-6 16,0-3 8-16,-3-3-55 0,-3-4-52 15,-1-4-13-15,0-3 43 0,-3-2-9 0,4-6 2 16,3-1 29-16,3 2-21 0,0-1 8 15,1 3-18-15,5 4 12 0,6 2 18 16,-4 5 1-16,3 0-3 0,3 3 3 16,0 1 3-16,3 1-1 0,4 1-2 15,-1 2-23-15,1 0-25 0,1 3-30 0,-3 0-41 16,1 1-109-16,-4 5-278 0,-5-1-544 16,0 7-588-16</inkml:trace>
  <inkml:trace contextRef="#ctx0" brushRef="#br0" timeOffset="48517.41">22149 3773 2058 0,'0'0'382'0,"0"0"-266"16,0 0 39-16,0 0 26 0,0 0-34 0,0 0-44 15,0 0-87-15,83-82-16 16,-71 64-24-16,-4 0 24 0,-3 1 51 15,-5 2 35-15,0 1-15 0,-5 3 8 0,-3 1 26 16,-2 4 9-16,-2 1 63 0,-4 4 11 16,3 1-96-16,-3 0-73 0,2 8-16 15,-2 0 22-15,5 7-13 0,-4-1 1 16,5 5 12-16,3 0 25 0,2 0 12 16,2 1 6-1,3-2-12-15,0-2-31 0,5 0-24 0,2-1-1 0,5-5-13 16,2-1-5-16,2-3-7 0,3-2-37 15,2-4 3-15,6 0-22 0,0-7-22 0,3-7-74 16,0-3-65-16,1-5-174 0,-3-1-217 16,-8 4-189-16,-2-9-421 15</inkml:trace>
  <inkml:trace contextRef="#ctx0" brushRef="#br0" timeOffset="49070.52">22381 3532 658 0,'0'0'1037'0,"0"0"-696"15,0 0-55-15,0 0-73 0,0 0 0 0,0 0-1 16,0 0-20-16,0 0-13 0,-37 82-64 15,37-60-23-15,2 1-23 0,4-3 4 16,1-1 31-16,0-1-6 0,2-2-39 16,-2-3-34-16,-1-2-25 0,-2-4-1 15,-1-3 1-15,-1-1-11 0,-1-3 11 16,1 0 28-16,-2 0 16 0,0 0 1 16,0 0-2-16,0-2-42 0,1-3-2 15,0-2-23-15,3-5-43 0,1-2-5 0,1 0 15 16,2-1 4-16,1 0-1 0,2 2 1 15,1 2-4-15,2 1 9 0,-2 3 10 16,4 0 4-16,0-2 18 16,2 3 3-16,0 0 11 0,-1 2 2 0,-1 0 10 0,-2 2 37 15,-4 2 19-15,-2 0-12 16,-1 0-19-16,-5 0-4 0,-2 0 7 16,0 0 25-16,0 0 41 0,0 3 22 0,-1 3-42 15,-4 2-3-15,0 3-40 0,-1 0-16 16,1 2-13-16,0-2-10 0,-1 1-2 15,2-3 1-15,1 1 1 0,3-2-2 16,0-1-15-16,0-2-10 0,0 1 0 16,2-3-6-16,2-1 12 0,0 0 19 15,1-2 0-15,0 0 0 0,4 0 0 0,1-2-1 16,0-4 0-16,3 0-21 0,0-1-6 16,0-2 25-16,0 1 3 0,-3 1-12 15,0 2 10-15,-4 0-14 0,0 3 14 16,-3 1-11-16,-2 1 13 0,-1 0 27 15,0 0 33-15,0 0-4 0,0 0-3 16,2 2-16-16,0 2 0 0,1-2 19 16,0 2-28-16,2-1 6 0,-1 1-13 0,2-1-5 15,-2 1-16-15,0 1-16 0,2-3-8 16,1 2 20-16,3-1-36 16,0-3-90-16,2 1-66 0,1-1-68 0,2 0-102 15,-3-4-251-15,-3 0-421 0,-2-3-238 16</inkml:trace>
  <inkml:trace contextRef="#ctx0" brushRef="#br0" timeOffset="49319.01">22887 3570 440 0,'0'0'1099'0,"0"0"-1004"16,0 0-76-16,0 0 153 0,0 0 95 15,0 0 34-15,0 0-56 0,4 71-52 0,0-57 0 16,0 1 73-16,-1-1-15 16,0-2-33-16,1 1-51 0,-2-2-76 0,1-4-53 15,0 3-38-15,-2-5-1 0,2-3-37 16,-3-1-22-16,3-1-78 0,0 0-77 0,0 0-87 16,1-1-101-1,0-5 39-15,-1 0-109 0,5-10-571 0</inkml:trace>
  <inkml:trace contextRef="#ctx0" brushRef="#br0" timeOffset="49548.99">23032 3384 2421 0,'0'0'602'0,"0"0"-519"0,0 0-57 0,0 0 178 15,0 0 133-15,0 0-73 0,6 82-81 0,-5-55-55 16,-1 3-26-16,0 0-43 0,0 1-31 16,0-2-25-16,0-4-3 0,0-1-28 0,0-4-24 15,0-1-73-15,0-6-56 16,0 0-87-16,0-3-172 0,0-5-301 16,0-2-614-16</inkml:trace>
  <inkml:trace contextRef="#ctx0" brushRef="#br0" timeOffset="49934.04">23133 3659 320 0,'0'0'1875'15,"0"0"-1820"-15,0 0-3 0,0 0 94 16,0 0-7-16,0 0-14 0,0 0-38 15,0 0-51-15,82-36-14 0,-75 29 1 0,-1 0 9 16,-1-1 61-16,-5 0-7 0,0-1-18 16,0-1-14-16,0 0-3 0,-5-1 48 15,-1 3 31-15,-1 1 6 0,-3 1-34 16,3 3-8-16,-2 3 29 0,2 0 28 16,-2 0-76-16,2 6-48 0,1 5-27 15,-1 2 0-15,1 4 45 0,1 0 45 16,3 3 0-16,2-1-28 0,0-1-22 15,3-1-3-15,8-2-12 0,1-2-25 16,4-1-1-16,1-5-24 0,5-3-49 16,1-4-32-16,1 0 16 0,-2-5-44 15,4-6-23-15,-3-3-76 0,0-4-207 16,-4 0-153-16,-2-2 79 0,-7 2-89 16,-1-1-146-16,-4 1 178 0</inkml:trace>
  <inkml:trace contextRef="#ctx0" brushRef="#br0" timeOffset="50158.99">23422 3511 212 0,'0'0'496'0,"0"0"12"0,0 0-56 0,0 0-98 15,0 0-75-15,0 0-56 0,0 0-55 16,0 0 70-16,0 0 15 0,0 0-23 16,0 54-11-16,3-42-24 0,0 0-22 15,2-3 3-15,-2 0-39 0,-1-3-28 16,1-2-38-16,-1-2-34 0,-1 0-3 16,1-2 24-16,-1 0 16 0,-1 0 25 15,2 0 26-15,-1-2-21 0,2-1-55 16,1-3-33-16,0-2 14 0,2-2-30 15,2-3 0-15,-1-2-49 0,1-3-12 16,0 4-12-16,-1-2-22 0,-1 2-68 16,3 0-31-1,0 1-70-15,1 1-179 0,2-2-212 0,-3 5-391 0,5-2-161 16</inkml:trace>
  <inkml:trace contextRef="#ctx0" brushRef="#br0" timeOffset="50391.27">23761 3292 127 0,'0'0'792'15,"0"0"-176"-15,0 0-77 0,0 0 24 16,0 0-14-16,0 0-50 0,0 0-52 16,0 0-142-16,0 0-83 0,0 0 0 15,0 0 53-15,-7 48-44 0,4-28-43 0,2 4-24 16,-1 1-37-16,2 1-58 0,0 0-50 15,0-2-19-15,0 1-18 0,0-5-9 16,3 1-9-16,-3-5-91 0,2-1-103 16,-2-4-129-16,0-4-561 0,-6-6-851 0</inkml:trace>
  <inkml:trace contextRef="#ctx0" brushRef="#br0" timeOffset="51447.77">20278 4670 1155 0,'0'0'394'16,"0"0"-137"-16,0 0-59 0,0 0 26 16,0 0 47-16,0 0-29 0,0 0-71 15,0 0-62-15,0 0-45 0,0 0 16 16,0 0 45-16,-14 0 50 0,14 0-11 15,0 0-25-15,3 0-38 0,2 0-32 0,10 0-44 16,6 0 74-16,11-3 25 0,13 0-61 16,8-2-7-16,10-2-56 0,7-3-11 15,3-1 9-15,8-3-32 16,-1 6-16-16,-2-6-62 0,-2 4-96 0,-6-1-89 16,-10 4-135-16,-12 3-176 0,-16 1-147 0,-11 3-476 15</inkml:trace>
  <inkml:trace contextRef="#ctx0" brushRef="#br0" timeOffset="51864.16">21322 4448 2413 0,'0'0'660'0,"0"0"-426"0,0 0-139 16,0 0 10-16,0 0 145 0,0 0 4 15,0 0-106-15,0 0-88 16,0 0-45-16,0 0-15 0,-74 74 34 0,74-57 44 16,0 1 31-16,0 2-10 0,1 0-41 15,5-3-8-15,3-2 2 0,2 1-37 16,2-6-14-16,2-1-2 0,-1-3-16 15,0-4-20-15,1-2 9 0,1 0 13 0,-5-1-7 16,2-6 1-16,-1 0 21 0,-4-3 12 16,0-1 22-16,-7-2 3 0,1 0-3 15,-2 1-4-15,-2-2-2 0,-2 0 0 16,-3 4-10-16,-1 1 13 0,-2 1-6 16,2 4-25-16,0 1-52 0,1 3-6 15,-3 0 24-15,6 0-9 0,-1 0-46 16,3 2-38-16,2 2-53 0,0 2-124 15,7 1-109-15,6-1-187 0,-3 0-440 16,11-4-350-16</inkml:trace>
  <inkml:trace contextRef="#ctx0" brushRef="#br0" timeOffset="52349.7">21860 4464 2282 0,'0'0'455'16,"0"0"-317"-16,0 0-68 0,0 0-69 15,0 0-1-15,0 0 93 0,0 0 16 16,0 0-32-16,18 79-23 0,-7-62 13 16,-2-1 54-16,-2-2 44 0,3-1-30 0,-4-3-59 15,-2-1-32-15,-1-2-3 0,0-2 3 16,-1-3 12-16,-2 1 11 0,0-2-11 15,0-1-6-15,0 0 3 0,0 0 31 16,0-4-19-16,0-3-65 0,0-1-37 16,0-8-53-16,-5-3 24 0,4-4 16 15,1-4 16-15,0-2 32 16,0 0-9-16,4 2 10 0,3 4 1 0,3 1 0 16,0 4-29-16,4 1-31 0,-2 5 0 15,4 1 10-15,0 3 0 0,-1 2-1 16,2 1-27-16,-1 5-30 0,-1 0-193 15,-1 0-257-15,-3 3-446 0,-1 5-399 0</inkml:trace>
  <inkml:trace contextRef="#ctx0" brushRef="#br0" timeOffset="52669.39">22124 4640 2771 0,'0'0'424'0,"0"0"-360"0,0 0-61 16,0 0 86-16,0 0 64 0,0 0 65 15,0 0-95-15,0 0-54 0,87-48-69 16,-72 30-42-16,-3-1-21 0,-6 0 63 16,-3 2 1-16,-3 1-1 0,-2-1 1 15,-5 4 25-15,-2 4 40 0,-2 2-4 0,2 3-27 16,0 2 47-16,2 2-7 0,-1 0-3 16,2 5-72-16,0 5-36 0,0 3 13 15,2 5 23-15,1 0 40 0,0 3 10 16,3 0 0-16,0-2-31 15,9-2-18-15,1 0 20 16,4-3-21-16,2-3-46 0,4-4-41 16,2-1-7-16,3-6-38 0,2-1-41 0,2-10 15 0,0-3-83 15,-2-4-200-15,-1-4-152 0,-9 6-228 16,3-14-232-16</inkml:trace>
  <inkml:trace contextRef="#ctx0" brushRef="#br0" timeOffset="53200.99">22516 4278 703 0,'0'0'753'15,"0"0"-159"-15,0 0-131 0,0 0-108 16,0 0-153-16,0 0 3 0,0 0-24 0,-26 89-38 16,23-61-48-16,2 3-13 15,1 0-13-15,0-3 28 0,0 1 7 0,0-4-9 16,0-1-39-16,0-5-28 0,0-3-9 16,0-3-16-16,0-2-3 0,0-5-2 15,0-2-2-15,0-1 3 0,0-3-11 16,1 0-19-16,1 0-94 0,-1-6 5 15,5 0 4-15,4-4 75 0,0-3-7 0,4-2-15 16,1-1-13-16,4 2 10 0,-3 2 31 16,2 3 6-16,1-1-9 15,4 1 29-15,2 1 7 0,0 1 2 16,0-1-10-16,-2 0 10 16,-3 1 22-16,-1 2-4 0,-8 0-18 15,-3 5-1-15,-7 0 1 0,1 0 124 0,-2 0 53 0,0 5-48 16,-3 1-16-16,-3 2-59 0,-1 4-38 15,-2 3-16-15,2-1 25 0,1-2 12 0,0 3 1 16,0-2 5-16,4-4 7 0,0 1 6 16,0-3-12-16,2 0-20 0,0-3-11 15,0-1-13-15,4-1-30 0,-2-2-4 16,4 0 12-16,0 0 0 0,1-2-21 0,2-3 32 16,0 0 11-16,-1-2 13 15,-2-1-13-15,4 0 0 0,-3 1-1 16,-1 1 0-16,-1 2-30 0,-1 2-4 15,-3 1 22-15,1 1 13 0,-2 0 1 0,2 0 33 16,-2 0 13-16,2 3 12 0,-1 1 12 16,4 1-18-16,-1 1-6 0,2 0-10 15,-2 0-22-15,5-2-15 0,-2 1-14 16,0-1 11-16,3-3-41 0,3-1-67 16,3 0-79-16,3-3-30 0,2-4-13 0,1 0-20 15,0-2-278-15,-5 1-253 0,3-5-491 0</inkml:trace>
  <inkml:trace contextRef="#ctx0" brushRef="#br0" timeOffset="53751.67">23120 4457 1018 0,'0'0'677'0,"0"0"-258"16,0 0-114-16,0 0-18 0,0 0-20 15,0 0-62-15,0 0-55 16,0 0-45-16,0 0-23 0,0 0 29 0,0 0 63 16,0 2 46-16,0-2-35 0,0 0-36 15,0 0-37-15,0 0-35 0,0 1-15 16,0-1-13-16,0 0-12 0,0 0-15 15,0 0-4-15,0 0-5 0,0 0-13 16,0 0-4-16,0 0-14 0,0 0 15 0,0 0 0 16,0 0-12-16,0 0 15 0,0 0 12 15,0 0-9-15,0 0-1 0,0 0 1 16,0 0 12-16,0 0-15 0,0 0 0 16,0 0-2-16,0 0 2 0,0 0 3 15,0 0 0-15,0 0 16 16,0 0 2-16,0 0-2 0,0 0-16 0,0 0 12 15,0 0 10-15,0 0 2 0,0 0-8 16,0 0 2-16,0 0 7 0,0 0-7 0,0 0-19 16,0 0 1-16,0 0 16 0,0 0-9 15,0 0-10-15,0 0-15 0,0 0 12 16,0 4-28-16,0 0-16 0,0 6 47 16,0 1 40-16,1 3-19 0,-1 0-21 15,3 1-21-15,-3-1 9 0,3-3-10 16,2 1-51-1,-3-3-44-15,3-2-19 0,-1-4-49 0,5-1-80 0,-1-2-81 0,1-2-47 16,4-5-16-16,-1-7-77 0,-4 4-162 16,4-11-458-16</inkml:trace>
  <inkml:trace contextRef="#ctx0" brushRef="#br0" timeOffset="53935.18">23320 4261 817 0,'0'0'574'0,"0"0"-223"0,0 0-59 16,0 0 87-16,0 0 44 15,0 0 35-15,0 0-122 0,0 0-96 0,0 0-64 16,-4 67-50-16,0-41-48 0,-1 2-10 16,2 0 4-16,0-2-23 0,2-1-48 15,-2-1-1-15,3-5-1 0,0 0-33 16,3-6-50-16,3-1-90 0,3-3-119 16,-2-2-73-16,1-4-171 0,1-1-458 15,-2-2-357-15</inkml:trace>
  <inkml:trace contextRef="#ctx0" brushRef="#br0" timeOffset="54431.6">23467 4554 147 0,'0'0'1585'0,"0"0"-1231"15,0 0-108-15,0 0 19 0,0 0-42 16,0 0-34-16,0 0-70 0,0 0-68 16,82-66-22-16,-71 51-13 0,-6-1-4 15,1 0-8-15,-4-2 24 0,-2 2-5 16,0 1 24-16,-2 3 7 0,-4 3 23 15,1 5 56-15,-1 3 142 0,0 1-64 16,-3 0-68-16,2 5-143 0,-2 4-12 16,-2 1 12-16,1 4 10 0,1 2 34 15,2 0 21-15,1 1 6 0,4 0-9 16,2-3 18-16,0 0-24 0,4-1-41 16,7-2-15-16,1-1-55 0,3-4-35 15,3-1-15-15,1-3-13 0,2-2-22 0,1 0-18 16,2-7 39-16,-1-2-175 0,0-1-98 15,-2-2-9-15,-4-2 10 0,-3 1-76 16,-1 0-7-16,-4 0 57 0,0 1 202 0,1 2 215 16,-6 3 23-16,-1 3 153 0,-2 1 87 15,-1 3 27-15,0 0 58 0,0 5 74 16,0 4-25-16,-1 1-66 16,-2 2-43-16,0 1-50 0,3 0-33 0,-1 0-3 15,1-3 17-15,0-2-4 0,0-2-45 16,0-1-22-16,0-3-10 0,0-2-28 15,0 0-9-15,0 0 15 0,0 0 0 16,1-2-52-16,3-3-55 0,2-3-6 16,4-4 8-16,3-1-11 0,2-5-39 15,-1 0-50-15,-1 2-23 0,-1-3-29 16,2 5-52-16,-1-1-44 0,6 2-129 0,1 1-146 16,0 5-147-16,-3 0-604 0,6 2-467 0</inkml:trace>
  <inkml:trace contextRef="#ctx0" brushRef="#br0" timeOffset="54716.96">24338 4241 3358 0,'0'0'959'0,"0"0"-860"0,0 0-46 15,0 0 89-15,-21 75 169 0,13-47-55 16,2 4-70-16,5-1-74 0,1 1-70 16,0-1-42-16,1-4-55 0,2 0-67 15,2-3-88-15,-3-5-194 0,2-5-607 16,-4 0-746-16</inkml:trace>
  <inkml:trace contextRef="#ctx0" brushRef="#br0" timeOffset="56256.79">19544 3713 2232 0,'0'0'446'0,"0"0"-80"16,0 0-110-16,0 0-100 0,0 0-26 16,0 0 25-16,0 0 25 0,86-73-58 15,-30 34-74-15,16-7-14 0,10-11 7 16,15-7 43-16,13-6-13 0,10-3 25 15,11-5 0 17,13-5-55-17,13-3-41-15,9-6-10 0,8-2-42 0,4 2-13 0,-5 3 31 0,-9 4-31 0,-15 4-32 0,-16 2-53 0,-17 5-92 0,-23 4 103 0,-13 5-16 16,-18 8 155-16,-15 10 19 16,-15 10 41-16,-13 7 60 0,-6 9 50 0,-11 9-85 15,-2 2 29-15,0 6 20 0,-1 3-103 16,-2 1-31-16,-1 0-53 0,-2 0-81 15,5 6-65-15,-4 4-21 0,2 5 96 0,1 2-41 16,-1 0-161-16,1 0-208 0,1-4-156 16,-1 1-381-16</inkml:trace>
  <inkml:trace contextRef="#ctx0" brushRef="#br0" timeOffset="56735.07">22383 2030 1964 0,'0'0'599'0,"0"0"-312"16,0 0-101-16,0 0 57 0,0 0 68 16,0 0-64-16,0 0-109 0,0 0-138 15,0 0-25-15,0 0-16 0,0 0 41 16,-1 41 66-16,1-20-13 0,4 1 14 16,1 1-45-16,-1-3 28 0,1-3-31 15,-4-2-19-15,2-3-1 0,-1-5 1 16,-2-1 0-16,0-4 32 0,0-1 39 15,0-1 50-15,0 0 31 0,0 0-26 16,0-3-101-16,0-4-25 0,-5-4-68 0,-1-1-40 16,3-5-16-16,0-1-15 0,3-3 26 15,0 0 17-15,0-3-18 0,5 3 35 16,2 0 16-16,3 1 29 0,1 3-14 16,1 1-27-16,5 2-11 0,0 3 16 15,1-1 23-15,2 3 28 0,-1 0-13 0,2 2-38 16,1-2-77-16,-2 2-167 0,0-1-8 15,-3 2-135-15,-5 2-514 16,0 0-145-16</inkml:trace>
  <inkml:trace contextRef="#ctx0" brushRef="#br0" timeOffset="57068.48">22592 2102 729 0,'0'0'684'0,"0"0"-589"16,0 0-66-16,0 0 192 0,0 0 123 15,0 0 48-15,0 0-156 0,81-36-174 16,-55 19-60-16,-3 0 9 0,2 1 24 0,-11-1 4 16,2 0-20-16,-7 4-16 0,-7 1 39 15,0 1-17-15,-2 3 33 0,0 2-6 0,-3 1-36 16,-4 5-13-16,-3-1 16 16,-2 1-19-16,1 0-26 0,-7 6-41 0,1 4 67 15,0 3 58-15,1 3 50 0,4 1 33 16,2 2 50-16,7 1-36 0,3-2-54 15,0 0-51-15,8 1 10 0,3-5-22 16,6 0-38-16,2-3-19 0,3-2-3 16,1-4 22-16,4-2-1 0,2-3-20 15,3 0-14-15,2-6-37 0,2-5-10 16,2-1-54-16,1-5-62 0,1-2-118 16,-4-2-183-16,-6 5-210 0,7-15-481 15</inkml:trace>
  <inkml:trace contextRef="#ctx0" brushRef="#br0" timeOffset="57752.1">23215 1667 202 0,'0'0'1024'0,"0"0"-1024"0,0 0-36 16,0 0 36-16,0 0 260 0,0 0-3 16,0 0 13-16,-26 75-56 0,23-51-13 15,2 4-8-15,1-2 20 0,0 0-59 16,0 1-44-16,4-4 11 0,1-2-54 15,0 0 10-15,0-7 5 0,-1-2-80 16,-3-5 13-16,1-1-12 0,-2-3 22 16,0-1 13-16,0-2 26 0,0 0 18 0,0 0-9 15,3 0-33-15,-2 0-40 0,0-2-79 16,2-1 60-16,0-1 19 0,0-3 12 16,3-1-12-16,2-4-35 0,1 0-22 15,6-2-19-15,0-1-22 0,3 1-26 16,1 0 28-16,-2 6 64 0,0 0 0 15,0 3-16-15,2 1 38 16,1 0 10-16,2 1 16 0,0 2 16 0,2-2-19 0,1 0 3 16,-3 2 22-16,-1-1-2 0,-1 0 2 15,-3 2-16-15,-5-1-20 0,-5 1 37 16,-1 0-20-16,-5 0-19 0,-1 0 22 16,0 0 42-16,0 0 22 0,0 0 2 15,0 0-9-15,-1 0 7 0,-2 1-11 16,0 1-19-16,-1 1-56 0,-1 1 0 0,2 2 9 15,-2 1 32-15,-2 1 9 0,1 4 30 16,-1-2 1-16,-1 3-3 0,2-1-19 16,-1-1-47-16,3 0-12 0,3-2-37 0,1 0 3 15,0-2 31-15,0-1 3 0,5 0 0 16,2-4 0 0,1 1-35-16,0-1-15 0,3-2 15 0,1 0 33 0,0-3 2 15,2-1-60-15,1-5 6 0,-2-1-8 16,-2-2-11-16,1 0-24 15,1-1-42-15,-3 1-26 0,0 0 53 0,0 3 55 16,-4 2 35-16,0 1 22 0,-2 2 0 16,-3 2 41-16,1 1 4 0,-2 1 18 15,0 0 52-15,0 0-14 0,0 0-47 0,0 3-35 16,0 0 6-16,0 4 54 0,0 0 18 16,3 2-28-16,-2 1 16 0,3 2-18 15,2-2-67-15,0 1-40 0,1-2 2 16,3-4 3-16,-1 2-18 0,1-3-48 15,3-3-6-15,-3-1-29 0,0 0-60 16,3-1-124-16,-3-6-172 16,-1-1-233-16,5-7-571 0</inkml:trace>
  <inkml:trace contextRef="#ctx0" brushRef="#br0" timeOffset="57918.86">23901 1857 82 0,'0'0'1596'0,"0"0"-1265"16,0 0-172-16,0 0 81 15,0 0 18-15,0 0-100 0,0 0-94 0,0 0-3 16,0 0-61 0,0 0-35-16,0 0-33 0,33 60 39 0,-24-60 13 0,-1 0-51 15,0-1-43-15,0-5-35 0,2-2-143 16,0-2-137-16,-2 1-193 0,2-8-145 0</inkml:trace>
  <inkml:trace contextRef="#ctx0" brushRef="#br0" timeOffset="58120.07">24143 1619 1102 0,'0'0'1624'0,"0"0"-1347"0,0 0-232 15,0 0-13-15,0 0 38 0,0 0 13 0,0 0-13 16,0 0 159-16,0 0 12 0,-3 69-31 0,0-44 41 16,2 3-46-16,1 2-44 15,0 1-23-15,0 0-73 0,0-1-34 16,4-4-31-16,2-1-13 15,0-5-54-15,0-3-19 0,-1-3-41 0,1-5-28 16,-3-2-65-16,-2-4-120 0,-1-3-195 0,0 0-207 16,-4-7-489-16</inkml:trace>
  <inkml:trace contextRef="#ctx0" brushRef="#br0" timeOffset="58299.11">23930 1705 3867 0,'0'0'557'16,"0"0"-486"-16,0 0-59 0,0 0-12 15,0 0-31-15,0 0-133 0,0 0-162 0,0 0-87 16,0 0-122-16,0 0-436 0,0 0-499 0</inkml:trace>
  <inkml:trace contextRef="#ctx0" brushRef="#br0" timeOffset="58630.28">24306 1921 2493 0,'0'0'65'16,"0"0"-65"-16,0 0-46 0,0 0 46 15,0 0 68-15,88-44-68 0,-64 30-16 0,-2 2-39 16,-3-2 55-16,-3 1 26 0,-8 2 61 15,-3 0 45-15,-4 4-26 0,-1 0 7 16,0-1-14-16,-3 1-12 0,-4 3-4 16,-2-1-13-16,-2 1 29 0,-2 2-99 15,-3 2-4-15,3 0 4 0,-3 0 42 0,0 2 31 16,2 7 47-16,2-2 25 0,2 4 0 16,3-2 0-16,3 3-29 0,2 0-60 15,2 1-22-15,3-2 0 0,6 2-34 16,1-3-6-16,5 0-41 15,-1 0 1-15,3-3-32 0,3-2-39 0,2-2-8 16,2-3-68-16,0 0-111 0,1-6-201 16,-5 1-235-16,5-9-676 0</inkml:trace>
  <inkml:trace contextRef="#ctx0" brushRef="#br0" timeOffset="58883.06">24678 1833 1865 0,'0'0'348'0,"0"0"-161"15,0 0 120-15,0 0 27 0,0 0 5 0,0 0-57 16,0 0-90-16,0 0-66 0,20 63-63 16,-16-58-15-16,1-3-14 0,-4-2 10 15,1 0 24-15,-1 0 81 0,-1 0 37 16,3-1-17-16,0-5-24 0,1-2-23 16,3-4-85-16,2-1-37 0,2-1-18 15,0-2-10-15,0 2-6 0,3 0-33 16,-2-1-10-16,2 3-24 0,-1 3-28 15,-1 0-32-15,5 3-50 0,-2 3-125 16,3-2-78 0,2 1-129-16,-5 2-151 0,9-3-608 0</inkml:trace>
  <inkml:trace contextRef="#ctx0" brushRef="#br0" timeOffset="59281.91">25302 1670 2191 0,'0'0'739'0,"0"0"-633"15,0 0-106-15,0 0 86 0,0 0 36 16,78-5 15-16,-57 4 34 0,-5 1-79 0,1 0-76 16,-5 0 13-16,1 5 8 0,-6-1 55 15,-1 1 15-15,-2 3-29 0,-1 0-31 16,-3 3 32-16,0 3 65 0,0 0 14 15,-3 2-16-15,-4 2-28 0,-3 2-49 16,-1-1-16-16,-1 0-3 0,2 0 3 16,0-5-12-16,1 1-13 0,3-4 10 15,0 1 21-15,2-5-12 0,0 0-10 16,4-2-5-16,0-3-4 16,0 0 13-16,0-2-1 0,2 0-15 0,3 0-20 15,-1 0 12-15,4 0 5 0,2 0 0 16,1 0 6-16,2 0 1 0,4 0-23 0,1-2 22 15,2 0 0-15,3 0-24 0,-1-1-17 16,2 0-16-16,2 1-1 0,0 0-20 0,0 2-59 16,0 0-70-16,0 0-72 0,0 4-178 15,-3 0-321-15,-9 0-739 0,-1 0-555 16</inkml:trace>
  <inkml:trace contextRef="#ctx0" brushRef="#br0" timeOffset="74416.98">26697 13171 1926 0,'0'0'528'16,"0"0"-276"-16,0 0-197 0,0 0 150 15,0 0 125-15,0 0 67 0,0 0-98 16,0 0-86-16,0 0-48 0,0 0-32 16,37-39 0-16,-37 39 11 0,0 0 1 15,0 1-8-15,0 2-15 0,0 2-9 16,-1 4-10-16,-5-1-39 0,2 5-37 0,-3 2-26 15,2 0 11-15,3 2-12 0,0-1-11 16,2 0-7-16,0-2 15 0,0-1-18 0,3-4-7 16,1 0-8-16,2-2 15 15,0-6-10-15,1 3-20 0,0-4 5 16,3 0 34-16,0-4 12 0,-2-1-2 0,0-2 0 16,-1 0 0-16,-1 0 0 0,-3-2-14 15,-2 0-2-15,-1-2 18 0,0 4 20 16,0-2-4-16,-1 1 5 0,-5 3 22 15,0 2 5-15,1-1-14 16,-1 4 2-16,0 0 34 0,0 0-9 0,-1 6-28 16,0 1-6-16,3 2-12 15,-1 3-15-15,2-3-23 0,2 0-22 0,1-2-16 16,0-2-106-16,1-3-95 0,5 0-297 16,-3 1-444-16,3-3-578 0</inkml:trace>
  <inkml:trace contextRef="#ctx0" brushRef="#br0" timeOffset="75033.62">26721 14913 2564 0,'0'0'604'0,"0"0"-470"0,0 0-64 15,0 0 165-15,0 0 90 0,0 0-83 16,0 0-80-16,0 0-88 0,0 0-58 15,0 0 2-15,-24 13 16 0,19-1 0 16,1 2-6-16,0 0 9 0,1 3 28 16,2-3 52-16,1-2 21 0,0-1-49 15,0-4-56-15,7-1-30 0,0-2 19 0,2-2 27 16,1-2-31-16,1 0-15 0,-1-4 18 16,-1-2 16-16,2-3-7 0,-2-3-8 15,0-3-7-15,-2-2 9 0,-3-1-8 16,-1 3-15-16,-3-1 2 0,0 3 27 0,0 3-9 15,-6 3-5-15,-2 3 5 0,2 1 9 16,-4 3-15-16,-1 0-15 0,0 1-51 16,1 5-13-16,-3 1-34 0,3-1-54 15,1-1-47-15,1 1-50 0,2-3-173 16,0-1-319-16,2-2-561 0,1 0-513 0</inkml:trace>
  <inkml:trace contextRef="#ctx0" brushRef="#br0" timeOffset="75748.96">25600 13403 2032 0,'0'0'660'0,"0"0"-281"16,0 0-206-16,0 0-8 15,0 0 99-15,0 0-44 0,-6 67-75 0,6-46-44 16,0 0-23-16,0 1-16 0,5-3 3 16,-2 0 13-16,0-2-1 0,-2-4 0 15,3-6-12-15,-4-1-25 0,0-3-40 16,0-2 1-16,0-1 10 0,0 0 23 16,0-5-15-16,0-7-19 0,0-6-39 15,-4-4-11-15,3-4 1 0,-1-5 0 16,2-4 9-1,0-2 12-15,0-2 12 16,7 2-2-16,2-1 16 0,1 5-11 0,4 0 12 16,2 7-11-16,3 2 11 15,-2 5-15-15,1 5 16 0,-4 6-14 0,0 4 14 16,-5 4 53-16,-2 0 18 0,0 4 12 0,-4 8 28 0,-3 3-7 0,0 4-6 16,-1 3-24-16,-8 3-22 0,-1 0-3 0,0 2-22 15,-4-1-27-15,1-1-1 16,-2 0-2-16,4-5-12 0,-1-1-31 15,2-6-64-15,4-2-43 0,2-6-57 0,1-4-56 16,3-1-100-16,-1-1-178 0,1-4-176 16,0-1-450-16,1 0 18 0</inkml:trace>
  <inkml:trace contextRef="#ctx0" brushRef="#br0" timeOffset="75961.92">25930 13505 2050 0,'0'0'596'0,"0"0"-294"0,0 0 12 16,0 0 99-16,0 0-92 16,0 0-142-16,10 73-104 0,-7-60-75 0,0-2-6 15,1 1-38-15,-2-1-110 0,1-3-208 0,-2-4-313 16,1 3-741-16</inkml:trace>
  <inkml:trace contextRef="#ctx0" brushRef="#br0" timeOffset="76462.23">25698 15297 881 0,'0'0'1958'16,"0"0"-1417"-16,0 0-316 16,0 0 6-16,0 0 83 0,0 0-74 0,0 0-89 15,12 89-67-15,-8-60-41 0,0 0-13 16,2 0-17-16,-1 0-13 0,0-5-19 16,1-5 1-16,-2-2-75 0,1-6-83 15,-1-4-82-15,0-7-132 0,-1 0-195 16,1-3-158-16,-4-15-469 0</inkml:trace>
  <inkml:trace contextRef="#ctx0" brushRef="#br0" timeOffset="76724.21">25659 15147 1907 0,'0'0'567'0,"0"0"-329"0,0 0 42 0,0 0 53 15,0 0-63-15,0 0-97 0,0 0-59 16,88-77-20-16,-59 65-28 0,0-2-6 15,-3 5 12-15,-2 4 43 16,-8 4 22-16,0 1-20 0,-9 5 13 0,-1 7-1 16,-5 0 3-16,-1 5-50 0,0 4-30 15,-4-1-6-15,-5 3-25 0,-5 1-9 16,-2 3-12-16,-4-2 0 0,-3 3-16 16,0-3-45-1,3 0-24-15,1-3-4 0,3-6-28 0,5-4-49 0,5-4-19 16,3-7-51-16,3-1-145 0,0 0-234 0,3-6-193 15,3-1-9-15,8-2-324 0</inkml:trace>
  <inkml:trace contextRef="#ctx0" brushRef="#br0" timeOffset="77064.2">25939 15436 1550 0,'0'0'773'0,"0"0"-370"15,0 0-59-15,0 0-37 0,0 0-123 16,0 0-54-16,0 0 21 0,0 0 18 16,0 0-8-16,0 0-37 0,0 0-21 15,43-6 5-15,-39 6 16 0,1 0 8 16,-1 0-12-16,-1 3-22 0,1 1-10 0,-1 0-14 16,1 4-4-16,-1 3-19 0,0 1-5 15,0 0 6-15,0 6-7 0,-2-5-5 16,1 5-1-16,-1-6 10 0,1 2-1 15,-1-4-11-15,2 0-10 16,0-5 0-16,3 1-9 0,-2-3-3 0,0 0 1 16,2 0 2-16,3 0 3 0,-1-3-20 15,1 2-1-15,0-2-3 0,1 0-46 0,0 0-54 16,-1 0-12-16,1-4-40 0,-2 2-9 16,2-3-74-16,-1-2-122 0,5-2-288 15,-5 3-485-15,10-6-369 0</inkml:trace>
  <inkml:trace contextRef="#ctx0" brushRef="#br0" timeOffset="78633.37">31888 13041 101 0,'0'0'1722'0,"0"0"-1410"0,0 0-231 16,0 0 45-16,7 67 123 0,-1-48 79 15,1-2-62-15,-1 1-71 0,2-1-11 0,-2-2-7 16,-1-1-26-16,-3-2-10 0,0-3-2 16,-2-1-2-16,0-4 9 0,0-1-1 15,0-1-16-15,0-2 12 0,0 0 3 0,0-5 15 16,0-2-43-16,0-7-92 0,-4-6-24 16,-1-9-18-16,4-3 6 0,-1-4-4 31,2-3 14-31,0 0-10 0,6 3 10 0,4 0-10 0,3 5-3 15,3 0-16-15,1 8-24 0,4 1-85 16,2 7-41-16,1 3-50 0,2 7-78 16,1 5-184-16,-2 5-200 0,-8 3-425 15,8 12-307-15</inkml:trace>
  <inkml:trace contextRef="#ctx0" brushRef="#br0" timeOffset="79081.62">32297 13260 1375 0,'0'0'1344'15,"0"0"-904"-15,0 0-84 0,0 0 149 16,0 0-96-16,0 0-141 0,0 0-96 16,0 0-67-16,7 74-63 0,-7-56-42 15,0-1-29-15,0 1-149 0,0-1-130 16,0 1-229-16,0-5-695 0,-4 6-1054 0</inkml:trace>
  <inkml:trace contextRef="#ctx0" brushRef="#br0" timeOffset="79765.6">32101 14529 714 0,'0'0'2057'0,"0"0"-1672"0,0 0-317 16,0 0 88-16,-5 81 155 0,5-55-28 0,0 2-94 15,0-3-52-15,0-2-10 0,0-1-10 16,0-2 1-16,0-3 17 0,0-2-9 15,0-7-53-15,0-1-42 0,0-4-13 16,0-3 3-16,0 0 22 0,-2-6-43 16,2-5-15-16,-3-8-10 0,0-3-2 15,0-6 2-15,2-4 22 0,-2 0-33 16,3-4-1 0,0 1 26-16,0-3 10 15,3 1 1-15,4 0-31 0,2 5 3 16,2 1 16-16,4 6 0 0,-1 4-25 15,4 4 0-15,0 5 25 0,3 1 0 0,1 3-4 16,3 5-5-16,2 0-13 0,1 3-65 0,-1 0-68 0,-1 6-75 16,0 2-117-16,-3 1-205 0,-7 0-424 0,1 6-347 0</inkml:trace>
  <inkml:trace contextRef="#ctx0" brushRef="#br0" timeOffset="80081">32398 14756 2433 0,'0'0'640'0,"0"0"-438"16,0 0 33-16,0 0 24 0,0 0-111 16,0 0-69-16,0 0-39 0,0 0-20 15,88-24-17-15,-70 19 26 0,-3 3 11 16,-2-1 7-16,-3 3-19 0,-4 0 25 0,-2 0 56 15,-1 7 89-15,-3-1-29 16,0 5-46-16,0 1-52 0,0 1-35 0,0 3-34 16,-1-1-2-16,1 1-3 0,0-2-12 15,0 1 12-15,1-1 0 0,2-1 0 16,3-1-25-16,1-3 7 0,-1-2-44 16,1-4-76-16,-1-1-16 15,5-2-32-15,-2 0-159 0,4-5-245 0,-3-2-555 16,6-9-514-16</inkml:trace>
  <inkml:trace contextRef="#ctx0" brushRef="#br0" timeOffset="80682.7">31914 16074 2699 0,'0'0'788'0,"0"0"-513"16,0 0-202-16,0 0 204 0,8 86 114 15,-5-60-114-15,3-2-135 0,0-3-60 16,-2 2-9-16,2-8-5 0,0-3-35 16,-2-1-18-16,-1-5 1 0,0-2-16 15,-2-4-16-15,-1 0 15 0,0 0 0 16,0-9-11-16,-3-3 10 0,-4-7-1 0,-1-5 3 16,-1-5-12-16,0-7-37 0,3-4-12 15,1-1 18 1,2-2 19-16,3 0 5 0,4 5 7 15,8 1 0-15,2 2 9 0,6 3-34 16,2 2-9-16,1 2 34 0,4 5-3 16,2 2-7-16,3 5-21 15,-2 3-40-15,1 5-74 0,-1 6-42 16,-3 2-53-16,-1 0-189 0,-2 7-239 0,-6 0-663 16</inkml:trace>
  <inkml:trace contextRef="#ctx0" brushRef="#br0" timeOffset="81112.1">32424 16167 1747 0,'0'0'445'15,"0"0"-215"-15,0 0 189 0,0 0-9 16,0 0-95-16,0 0-69 0,0 0-38 15,0 0-32-15,0 0-33 0,0 0-47 0,85 14-16 16,-70-14-15-16,-4 0-9 16,2 0-22-16,-6 0-19 0,-1 0-14 0,-3 0 11 15,-3 0-12-15,0 0 1 0,0 0 21 16,0 6 15-16,0 3 3 0,-6 4-37 16,0 2-3-16,-2 3 0 0,-4-1-25 15,2 1-5-15,1-2 17 0,1 0 13 31,4-1-1-31,1-2-11 0,3-1 10 0,0-3-20 0,0 1-8 0,7-4-4 0,1-1 21 16,4-3 13-16,5-2 34 0,-1 0 9 16,3 0 4-16,-2 0-1 0,-1 0-10 15,-1 0-11-15,-4 2-3 0,-2 2 57 16,-4 5 114-16,0 0-26 0,-4 3-6 16,-1 1-37-16,0 3-36 0,-1-1-33 15,-5 1-28-15,0-2-12 0,-3 1-15 0,-2-2-35 16,1-1-83-16,-2 0-73 0,-2-6-31 15,1-1-75-15,-3-4-273 16,4-1-597-16,-9-1-709 0</inkml:trace>
  <inkml:trace contextRef="#ctx0" brushRef="#br0" timeOffset="82518.27">29099 13135 638 0,'0'0'785'0,"0"0"-579"15,0 0-206-15,0 0-71 0,0 0 71 16,0 0 71-16,0 0 46 0,0 0-13 15,0 0 7-15,0 0 22 0,-65-20 55 16,54 20-14-16,1 0 56 0,-3 1-50 16,-3 4-42-16,0 1-61 0,-4 0-40 15,-3 2-37-15,-4 3-13 0,-2 1 12 0,-4 3 1 16,-2 0 0-16,-1 3 0 0,0 4 23 16,-2 0-23-16,-2 5 12 15,4-1 46-15,-1 5 6 0,2 2-4 16,0 3-60-16,4 2 0 0,0 5 0 15,1 1 0-15,4 1-2 16,2 2-9-16,1 0 11 0,2 3 19 0,1 4 25 0,3 3 33 16,1 5 34-16,-1 4-54 0,5 2-10 0,-1 3 1 15,5 0-1-15,1 3-12 0,4-1-10 16,3 2 13-16,0-3-13 0,8 2-4 16,8-4-20-16,0 1-1 0,6-1 0 15,-1-5-31-15,1 2-29 0,1-4 51 16,1 0 9-16,-1-2 0 0,-1-2 41 15,0 0-10-15,-1-4-12 0,1 0-1 16,1-6-17-16,4-3-1 0,4-2 0 16,3-4-25-16,1-3-35 0,5-3 22 15,2-5 23-15,3-2-1 0,2-7-3 16,3-1 19-16,1-3-22 0,2-2-10 0,1 0 13 16,-2-2-3-16,0-2-19 0,-2-1-95 15,-7 0 18-15,0-3 83 0,-5-2 19 16,-5-2-13-16,0-2-28 0,-1 0-17 15,1-2 4-15,0-5-4 0,6-5 74 0,1 0 0 16,4-9-19-16,2-2 16 16,0-5-54-16,4-4 56 0,0-4-30 15,1 0-17-15,0-1 48 0,-2 2 15 0,-2 1-12 16,-2 0-3-16,-6 2-32 16,-2 1 29-16,-5 1-1 0,-3-5-54 0,-6 0-19 15,0-2-33-15,-2-6 110 0,0 0 10 16,-4-6 113-16,3-2-11 0,-4-3 1 15,4-3-7-15,0-2-1 0,1-1-31 0,0 0-39 16,4 0-3-16,-2-1-16 16,0 2 21-16,0 4-36 0,-3 1-2 0,-4 3 2 15,-2 7 18-15,-4 0 32 0,-2 1 13 16,-4 1 15-16,-1-1-6 0,-3-4 0 0,0-3-13 16,1-2-29-16,2-2-10 0,-3-3-20 15,1 2-2-15,1 1-1 0,-2 0-11 16,0 4 1-16,-3 2 10 0,-7 2-1 15,0 2-10-15,-4 2 13 0,-4-4-16 16,-5 2 16-16,-1-5-15 16,-5-3 15-16,-1-4-32 0,-2-4-19 15,2-3 16-15,0 0-9 0,-1-1 43 16,5 3 0-16,-4 7-27 0,-2 7 12 16,-5 9 3-16,-2 7-12 0,-5 3-4 15,-6 7-12-15,-4 5-23 0,-7 3-10 0,-2 4 72 16,-7 2-35-16,-2 7 18 0,-7 0-3 0,-2 0 22 15,-2 11 0-15,-5 6 0 0,0 8-2 16,0 7-14-16,-3 9-35 0,3 9-119 16,-1 7-304-16,-3 10-51 0,23-15-236 15,-37 41-60-15</inkml:trace>
  <inkml:trace contextRef="#ctx0" brushRef="#br0" timeOffset="88576.76">32812 13109 134 0,'0'0'179'0,"0"0"-75"0,0 0-104 15,0 0-29-15,0 0-56 0,0 0 4 16,0 0 64-16,0 0 17 0,0 0 2 15,0 0 95-15,11 7 31 0,-11-3 28 16,0-3-6-16,0 0-20 0,0 2-16 16,-1 0-26-16,-1 1-32 0,1-1-56 15,-1 1-74-15,1 1 41 0,1-2 7 16,0 2 13-16,0-1 10 0,0-2-23 16,0 2 26-16,3 0 0 0,3-1-23 0,1-1-169 15,-1 1-66-15,2-2-169 0</inkml:trace>
  <inkml:trace contextRef="#ctx0" brushRef="#br0" timeOffset="89573.27">32787 13165 440 0,'0'0'447'16,"0"0"-226"-16,0 0-97 0,0 0 29 15,0 0 72-15,0 0 25 0,0 0-20 16,0 0 13-16,0 0-3 0,0 0 4 16,0 0 4-16,0-4 11 0,2 4 1 15,-2 0-20-15,0 0-20 0,1 0-23 16,-1 0 11-16,1 3 15 0,1 2-17 16,1 4-84-16,3 2-55 0,0 3-15 15,2 2-21-15,-1-1 5 0,0-1 7 0,1-2-16 16,0-1-11-16,-2-3-13 0,1-1 18 15,-1-3 6-15,1-3-5 0,5-1 17 16,1-2 10-16,7-13 14 0,3-8-17 31,2-9-25-31,2-10-21 0,2-7-18 16,-2-7-55-16,2-2 6 0,-2-4-3 16,2-3-21-16,-3 0-28 0,1 4-30 0,-3 6-38 0,-1 2-112 0,-3 11-179 15,-6 9-217-15,-1 10-413 16,-9 4-155-16</inkml:trace>
  <inkml:trace contextRef="#ctx0" brushRef="#br0" timeOffset="90186.56">32950 14721 2289 0,'0'0'636'0,"0"0"-425"16,0 0-26-16,0 0 187 0,0 0 0 0,0 0-58 16,0 0-76-16,0 0-44 0,82 68-53 15,-69-59-43-15,0-1-16 16,0-3 4-16,-1 0 8 0,-1-3 3 0,-1-2-12 15,3 0-24-15,3-7-31 0,0-6-27 16,6-10-3-16,1-6 0 0,1-9-21 16,2-8-9-16,3-8-19 0,1-6-54 15,2-1-49-15,0-3-40 16,-2 6-50-16,-1 7-184 0,-5 8-286 16,-5 13-548-16,-3 7-344 15</inkml:trace>
  <inkml:trace contextRef="#ctx0" brushRef="#br0" timeOffset="90691.31">32875 16172 2202 0,'0'0'494'16,"0"0"-339"-16,0 0-27 0,0 0 173 15,0 0 55-15,23 82-47 0,-15-65-108 16,0-2-52-16,2-2 0 0,2-4 9 15,1-2 2-15,0-5 3 0,4-2 2 16,-1-4-28-16,7-10-70 0,1-11-31 16,5-7-2-16,4-14-3 0,5-9-31 0,1-9-36 15,4-7 8-15,-1-4-17 16,-2 0-98-16,2-1-41 16,-5 4-9-16,-2 10-84 0,-8 4-229 15,-5 20-528-15,-8-2-370 0</inkml:trace>
  <inkml:trace contextRef="#ctx0" brushRef="#br0" timeOffset="94063.38">27837 17379 421 0,'0'0'505'0,"0"0"-108"0,0 0-22 16,0 0 73-16,0 0 17 0,0 0-37 15,0 0-105-15,0 0-44 0,0 0 5 16,0 0 8-16,-2 19-103 0,1-6-81 16,-2 5 19-16,0 4 14 0,3 3-3 15,0 1-24-15,0 3-29 0,0-1-33 16,3-1-25-16,1-2-5 0,-1-2-22 16,2-5-10-16,-1-4-9 0,-1-4 7 15,0-3-9-15,-2-4-16 0,2-3-42 16,-2 0-28-16,2-3-4 0,3-7 62 15,-3-5 37-15,3-4 12 0,-5-6 0 0,1 0-16 16,-2-3-27-16,0-2 6 0,0 0-7 16,0 1-11-1,0-1-4-15,0 5 10 0,0 1 15 16,1 6-4-16,5 4-2 0,-1 5 15 0,1 2 1 0,2 5-17 16,0 2 29-16,2 2 12 0,3 9 56 0,-1 7-1 15,4 4 14-15,-2 2-29 0,-1 4-9 16,0 0-16-16,0 0-13 0,-3-3 20 15,0-5-13-15,-3-3-9 16,2-4-14-16,-3-3 13 16,0-6-1-16,0 0-48 0,2-4 13 0,-1 0 3 0,5-10 12 15,1-4-2-15,1-4 11 16,2-6 10-16,0-3-16 0,1-3-8 0,-2 1 5 16,0 1 21-16,-3 5 1 0,-3 5 3 15,-1 5 34-15,-4 6 19 0,-1 3-19 0,0 4-9 16,0 2 83-16,3 6 68 0,1 9-74 15,0 2-75-15,2 7-14 0,-2 2 14 16,0 1 7-16,-1 2 3 0,0-5-19 16,-2 0-3-16,2-5-6 0,-3-2-12 15,0-5-13-15,1-3-5 0,-3-5-55 16,1-4-99-16,1-2-78 0,1 0-135 16,-1-10-208-16,4-3 96 0,-1-2-177 0,1 2-558 15</inkml:trace>
  <inkml:trace contextRef="#ctx0" brushRef="#br0" timeOffset="94263.53">28494 17398 2028 0,'0'0'540'0,"0"0"-395"16,0 0-45-16,0 0 93 0,-6 71 25 15,6-49-50-15,0-1-53 0,0 2-1 16,5-4-22-16,-1-5-45 0,3 1-28 15,0-9-19-15,-1-3-93 0,3-3-147 16,1 0-111-16,0-9 78 0,0-6 12 16,4-3-196-16,-2-2-137 0,-3 2-103 15,5-11-79-15</inkml:trace>
  <inkml:trace contextRef="#ctx0" brushRef="#br0" timeOffset="94539.88">28700 17313 1292 0,'0'0'654'0,"0"0"-327"0,0 0-75 0,0 0 19 15,10 66 18-15,-7-44-8 0,0 0-27 16,3 0-46-16,-2-2-44 16,0-1 9-16,-1-3-55 0,0-2-34 15,-3-5-7-15,3-2-44 0,-3-6-33 16,2-1 0-16,-1 0-12 0,5-2 6 16,-1-9 6-16,4-3 16 0,1-6-3 0,3-3-13 15,0-1-15-15,-1 1-6 0,-1 2-4 16,-1 7 19-16,-2 2 6 0,-3 5 52 15,-2 3-18-15,0 4 0 0,-2 0 46 16,2 4 114-16,3 4-16 0,0 3-105 16,1 3-39-16,0 4-7 0,-1 0-27 0,0 1-22 15,-2 0-39-15,2-5-135 0,-1-2-143 16,1-1-247-16,-3-7-716 16,6-4-616-16</inkml:trace>
  <inkml:trace contextRef="#ctx0" brushRef="#br0" timeOffset="94929.98">29657 17265 2229 0,'0'0'1055'0,"0"0"-873"15,0 0-37-15,0 0 177 0,-39 68 1 16,29-45-93-16,1 1-64 0,2 2-37 15,4-1-9-15,3 0-40 0,0 0-22 16,0-2 6-16,6-3-9 0,4-2-55 16,2-4-9-16,1-3-43 0,4-5-61 15,0-5-114-15,2-1-72 0,0-1-15 16,4-10-174-16,-8 0-493 0,7-9-447 0</inkml:trace>
  <inkml:trace contextRef="#ctx0" brushRef="#br0" timeOffset="95199.9">29873 17481 1838 0,'0'0'1143'15,"0"0"-871"-15,0 0-77 0,0 0 71 0,0 0-58 16,0 0-80-16,0 0-30 0,0 0-5 16,0 0-30-16,0 0-35 0,91 17-10 15,-76-29-4-15,-1 0-14 0,-4-2-16 16,0 2 16-16,-6 0 19 0,-1 1-16 15,-3 1 37-15,0 1 1 0,-6 1-10 16,-4-1-28-16,-1 1-1 0,-5 2-1 0,0 1 13 16,-4 3-14-16,1 2-22 0,-1 0-18 15,0 6-19-15,4 1-34 0,-1 3-13 16,5-2-29 0,1 2-28-16,5-5-55 0,6-1-112 0,0-2-227 0,13-2-28 15,4-5-129-15,-1 0 124 0,13-9-29 16</inkml:trace>
  <inkml:trace contextRef="#ctx0" brushRef="#br0" timeOffset="95459.59">30235 17127 509 0,'0'0'746'15,"0"0"-5"-15,0 0-32 0,0 0-167 16,0 0-104-16,0 0-79 0,0 0-93 16,0 0-86-16,0 0-54 0,0 0-18 15,0 0-25-15,-78 65-18 0,75-45-38 0,3-2-24 16,0 0 0-16,3 0-1 0,7-1-2 15,0-2-3-15,2-1 1 0,2-1 2 16,-1-1 12-16,3 2 10 0,-3-2-1 16,-1 4 1-16,-1-3 2 0,-4 1 7 15,-1 0-10-15,-3 0 7 0,-3 0 2 16,0 0-2 0,-4 0-16-16,-5-2-1 0,0 1-11 0,-5-2-58 15,1 0-83-15,-3-3-92 0,2-2-44 0,-2-5-65 0,6-1-213 16,1-1-248-16,1-10-611 0</inkml:trace>
  <inkml:trace contextRef="#ctx0" brushRef="#br0" timeOffset="95667.55">30353 17134 2206 0,'0'0'742'0,"0"0"-498"0,0 0-85 16,0 0 60-16,0 0 116 0,0 0-137 15,0 0-79-15,23 97-20 0,-16-58-9 16,-2 0 3-16,0 4-16 0,1 1-15 16,0-2-37-16,0-4-25 0,-2-3-10 15,-1-9-162-15,-2-2-158 0,-1-8-180 16,2-4-210-16,-2-4-708 0</inkml:trace>
  <inkml:trace contextRef="#ctx0" brushRef="#br0" timeOffset="95827.23">30343 17370 2669 0,'0'0'1018'0,"0"0"-716"0,0 0-54 15,0 0 96-15,0 0-85 0,0 0-97 16,0 0-55-16,0 0-37 0,84 1-70 0,-66-4-70 16,0-3-116-16,-1 0-97 0,-4-2-194 15,-3 3-644-15,0-1-684 0</inkml:trace>
  <inkml:trace contextRef="#ctx0" brushRef="#br0" timeOffset="105275.78">9435 15307 16 0,'0'0'538'0,"0"0"-290"0,0 0-157 15,0 0-25-15,0 0 38 0,0 0-3 16,0 0-33-16,0 0-67 0,0 0-1 0,0-3 0 16,0-1 43-16,0 3 116 0,0 0 134 15,0 1-4-15,0-1-30 0,0-1-19 16,0 0-11-16,0 2-20 0,0 0-33 16,0 0-16-16,0-2-33 0,0 2-16 15,0-1 22-15,-2-1 28 0,1 2-1 0,0 0-34 16,-2 0-26-16,-2 0-22 0,1 0-31 15,-3 0 5-15,0 0 20 0,-1 0 2 16,0 0-3-16,0 5-19 0,-3 0-18 16,1 1-3-16,0 1 18 0,-3 5 59 15,3 0 29-15,-3 5-27 0,6 1-12 16,-1 5 45-16,7 2-7 16,1 3-27-16,0-1-21 15,9-2-48-15,2-2-16 0,1-6 18 0,1-5-42 16,1 0-45-16,5-3-4 0,1 0 16 0,4-2-21 15,1-1-22-15,-2-6-21 0,1 0-107 16,1 0-28-16,-1-6-50 0,1-2-95 0,-5-5-136 16,0-1-131-16,-1 0-322 0,-6 2-85 15,2-6-129-15</inkml:trace>
  <inkml:trace contextRef="#ctx0" brushRef="#br0" timeOffset="105868.57">9706 15363 1843 0,'0'0'783'0,"0"0"-352"16,0 0-188-16,0 0 78 0,0 0-9 16,0 0-82-16,0 0-56 0,0 0-75 15,-9 78-37-15,13-64-6 0,4-1-1 0,-1-2 7 16,6 0 5-16,-3-5-30 16,3 0-15-16,0-6-1 0,1 0 7 15,1 0-7-15,-2-6-2 0,1-3-1 16,-4 1 1-16,-3-3-1 0,2 1-3 0,-8 0 10 15,1 1 2-15,-2 0 10 0,-3 0 15 16,-8 0 18-16,-3 1-37 0,-4 0-32 16,-4 1-1-16,-3 3-39 0,1 3-10 15,0 1 3-15,-1 0-30 0,5 3-25 16,3 4-3-16,4 0-13 0,4 0-93 0,3-3-61 16,5 2-80-16,1-6-194 0,7 0-168 15,6 0 33-15,3-7 72 0,6-5 90 16,-1-1 143-16,3-2 134 0,0-2 241 15,0 0 114-15,1 1 189 16,-2-1 98-16,-2 1-69 0,0 1-6 0,-4 4 15 16,-3-2 22-16,-1 4-47 0,-7 2-7 15,0 3-21-15,-5 1-30 0,1 3 58 0,-2 0 27 16,0 0-20-16,0 3-34 0,-3 5-40 16,-3 1-176-16,0 4-62 0,-1 1-10 15,3 1 1-15,1 1-2 0,1 1-24 16,2-2 5-16,2 1 1 0,4-2-3 15,5-3-10-15,1-1-6 0,1 0 31 16,5-1 6-16,2-3 19 0,1 0 14 16,-1 0 4-16,0-1-19 0,-4-1-17 15,-2 0 12-15,-2 2 32 0,-5-1 1 0,-1 3-3 16,1 1 2-16,-4-1 16 0,-3 3 3 16,0 1-28-16,0 1-24 0,-6 0-12 15,-5 2-79-15,-1 0-34 0,-5-2-45 16,-1 2 14-16,0-7-28 0,2 2-87 15,-1-8-117-15,5-2-83 0,4 0-175 0,0-5-436 16,4-11-202-16</inkml:trace>
  <inkml:trace contextRef="#ctx0" brushRef="#br0" timeOffset="106063.01">10118 15155 772 0,'0'0'1272'16,"0"0"-764"-16,0 0-121 0,0 0 124 15,0 0-53-15,0 0-225 0,0 0-78 16,25 78-15-16,-16-50-29 0,2 1-55 16,-3 2-34-16,4 2 5 0,-2-2 3 15,-1-1-30-15,2-4-46 0,-4-4 3 16,2-5-96-16,-3-4-94 0,1-4-87 16,-3-6-148-16,-1-2-153 0,-3-1-135 15,0 0-11-15,-4-7 121 0</inkml:trace>
  <inkml:trace contextRef="#ctx0" brushRef="#br0" timeOffset="106228.95">10173 15425 764 0,'0'0'821'16,"0"0"-182"-16,0 0-192 0,0 0-46 16,0 0-40-16,0 0-44 0,0 0-63 15,0 0-3-15,0 0-12 0,0 0-82 16,37-32-68-16,-20 22-30 0,5 0 2 0,-2-2-39 16,5 2-22-16,-2-2-28 0,3 0-9 15,-2 1-89-15,1 3-102 16,1-2-77-16,-2 3-201 0,-5 1-464 15,3 1-468-15</inkml:trace>
  <inkml:trace contextRef="#ctx0" brushRef="#br0" timeOffset="106969.31">10882 15162 1231 0,'0'0'1013'0,"0"0"-609"0,0 0 59 16,0 0 157-16,0 0-190 0,0 0-203 16,0 0-44-16,0 0-10 0,-10 71-29 0,10-55-28 15,0-1-43-15,0 0-18 0,4-3-15 16,2-3-19-16,2 0-2 0,-1-2 2 15,1-5-21-15,1 1-21 0,0-3-22 16,0 0-9-16,0-5 28 0,1-3-1 16,-4-2-2-16,-2-1 2 0,-1 1 10 0,-3-1-25 15,0 6-6-15,-3-4-3 0,-7 3-3 16,-3 3 0-16,0-2-3 0,-3 4 21 16,2-2-12-16,1 2 9 0,3 1 15 15,1-2-18-15,3 0 0 0,1 0 21 16,3 2 16-16,1-1 3 0,1 1 0 15,0 0-2-15,0 0-20 0,1 0-46 0,6 0-41 16,5 0 84-16,4-5 25 16,4-4 1-16,3 1 1 0,3-5 0 0,1 1-2 31,1-6-2-31,-1 0-2 0,3-3-17 0,-2 0 8 16,-4 2-46-16,-2-4-39 0,-6 5 48 15,-7 4-38-15,-4-2 24 0,-2 4 64 0,-3 3 50 0,0-1 19 0,-3 3 7 16,-2 2 9-16,-1 3 9 15,1-2 15-15,1 4-10 0,1 0-3 16,0 6 6-16,0 6-56 0,2 7-36 0,1 5-10 16,0 7-12-16,4 2 12 0,8 7 36 15,0-1 44-15,3 3 36 0,2-1-33 16,1-2-7-16,-1-3-21 0,-1-2-18 16,1-5-34-16,-5-4-2 0,-4-4 1 15,1-3-2-15,-6-4-1 0,-1-4-2 16,0-2-25-16,-1-5-33 0,-1-3-9 0,0 0-34 15,0-4 0-15,-4-6 36 0,-2-4 16 16,-5-4 20-16,1-2 32 0,-2-3 31 16,1 3 15-16,1 1 21 0,4 1 38 15,0 5-16-15,6 2-34 0,0 3-28 16,0-1 10-16,0 1-4 0,3 2-33 16,4 0-30-16,2 0 2 0,1 1 1 15,1 2-31-15,2 0-59 0,3 3-122 16,2 0-317-16,2-3-540 0,-3 1-259 15,12-5-148-15</inkml:trace>
  <inkml:trace contextRef="#ctx0" brushRef="#br0" timeOffset="107896.14">11829 14814 3074 0,'0'0'1217'0,"0"0"-1012"0,0 0-162 15,0 0 102-15,0 0 24 0,0 0-56 16,0 0 16-16,0 0-74 0,0 0-37 16,33 86 18-16,-21-49 19 0,2 0 9 15,-4 4 55-15,3-5-1 0,-3-2-51 16,-1-3-55-16,-1-4-10 0,-2-5 16 0,-2-4-18 16,-1-3-18-16,0-5-13 15,-2-6 19-15,1-1-39 0,-2-3-46 0,0 0-37 16,0-1-24-16,-2-6 42 0,-3-7 15 15,-1-2 27-15,-3-5-2 0,1-1-17 16,2-1-48-16,-2-1 14 0,6 3 40 16,2 2 40-1,0 2 4-15,0 2-16 0,2 0 3 0,6 3 12 0,2 3-17 16,3 2 61-16,0 1 45 0,5 2 30 16,0 4-13-16,3 0-2 0,1 0 36 0,-2 7 0 15,2 4-16-15,1 2-18 0,-3 3 3 16,2 2-25-16,-2-2-37 0,0-1-1 15,-4 0 13-15,0-1 7 0,-3 0-4 0,-4 0 16 16,-1-2 15-16,-5 2 16 16,-3-6 17-16,0 2-12 0,0-6-24 0,0-1 3 15,0-3-49-15,-3-1-15 0,-5-5-55 16,2-5 5-16,-3-1-60 16,2-6 45-16,-3 1 46 0,4 0 10 0,3-1 8 15,2 4 4-15,1-2-9 0,0 1-4 16,2 1-21-16,6-2-28 0,2 4-28 15,0-1 6-15,3 2 15 0,1 3 44 16,1-2 35-16,0 4 1 0,1-3 1 16,4 3 1-16,1 2 2 0,0-1 38 15,4 0-40-15,-2-1-1 0,-2 1 1 16,0 1 1-16,-4 0-2 0,-4 4 1 16,-2-3-1-16,-5 2 28 0,-3 1-9 0,0 0 9 15,-3 0 0-15,0 0 18 0,0 0 4 16,0 0 5-16,0 0-2 0,0 0 15 15,-3 0 2-15,-3 0-70 0,-2 4 1 0,-1 3 24 16,0 3 40-16,1 0-38 0,-4 4 13 16,4 2 6-16,-1 2 3 0,-1 1 0 15,6 1 3 1,-1-1-7-16,4 1-8 0,1-4-34 0,0-3-3 0,6-3-12 16,2-3-9-16,4-2 19 0,-2-5-1 15,3 0 0-15,-3 0-12 0,1-4-21 16,4-7 2-16,-2-3 22 0,1-4-16 15,1-2-30-15,-4-3 3 0,1 2-37 16,-2 0 31-16,-6 2 14 0,-1 2-42 0,-1 3 37 16,-2 4 52-16,0 1 0 0,0 2 37 15,-3 5 18-15,3 1 16 0,0 1 9 16,0 0 27-16,0 0 3 0,0 3-24 16,0 2-34-16,0 6-52 0,0 1 0 15,5 2 0-15,2 1 12 0,1 1 21 0,0-2 10 16,4 1-43-16,1-3 0 0,0-1-24 15,0-3-7-15,-2-2-54 0,4-3-83 16,-2-2-26-16,-1-1-46 0,2-4-11 16,1-6-173-16,-2-5-217 15,1 1-79-15,-3 1-424 0,-1-10 359 16</inkml:trace>
  <inkml:trace contextRef="#ctx0" brushRef="#br0" timeOffset="108171.7">12803 14856 251 0,'0'0'1095'15,"0"0"-458"-15,0 0-44 0,0 0-79 0,0 0-83 16,0 0-103-16,0 0-95 0,0 0-58 15,0 0-113-15,0 0-12 0,4 51 37 16,-1-39 89-16,0 2 21 0,0-2-60 16,0-2-14-16,-2-3-35 0,1-3-88 15,1-2-15-15,-2-2-19 0,3 0 32 16,-1-2-34-16,3-3-32 0,2-4-2 16,4-5 53-16,-4 2 16 0,3-1-10 15,-2 2-5-15,-1 5 16 0,-5 3 0 0,0 1-18 16,0 2 18-16,0 0 67 0,1 0 13 15,2 5-4-15,4 1-49 0,0 1-8 16,-1-1-19-16,5-2-29 0,-1-1-50 16,4-3-34-16,1 0-77 15,3-4-128-15,2-7-53 0,3-8-149 16,3-1-109-16,-3-2-137 0,-6 5-270 0,9-11 287 16</inkml:trace>
  <inkml:trace contextRef="#ctx0" brushRef="#br0" timeOffset="108422.04">13261 14654 391 0,'0'0'1338'0,"0"0"-608"0,0 0-64 15,0 0-72-15,0 0-104 0,0 0-108 16,0 0-106-16,0 0-80 0,0 0-52 16,0 0-56-16,0 0-66 0,-88 55-20 15,80-31 11-15,2-1 18 0,1-4-30 16,5 0-1-16,0-2 0 0,2-3-18 16,7 1-22-16,2-6 10 0,2 1 30 0,3-3 21 15,-2 3-20-15,2-3-1 0,2-2 15 16,-4 2-15-16,-3-4-12 0,1 1 6 15,-8 1 6-15,-3 0 27 0,-1 1-17 0,0 2-10 16,-5 3-24-16,-10 1-49 0,-3 1-76 16,-1-2-44-16,-3 1 24 31,1-4-53-31,5-4-185 0,-1-2-196 0,7-2-213 0,1 0-440 16,3-6-164-16</inkml:trace>
  <inkml:trace contextRef="#ctx0" brushRef="#br0" timeOffset="108860.87">13534 14825 1337 0,'0'0'1186'0,"0"0"-803"16,0 0 21-16,6 73 59 0,-6-45-167 16,2 1-115-16,-2 2-17 0,1 3-49 15,2-3-50-15,-1 1-28 0,1 0 3 0,-2-4-22 16,1 1 4-16,-1-6 2 0,1-4-23 15,-2-2 1-15,0-5 14 0,0-3 2 16,0 0 4-16,-3-6 2 0,0-1-2 16,0-2-22-16,-2 0-3 0,2-4-40 15,1-4-40-15,-4-5-59 0,2-4 49 16,-1-5 38-16,1-1 20 0,1-7 8 16,0-1 5-1,2-5-9-15,-2-5 28 0,3 2 0 0,0-2-16 16,0 1 17-16,3 3 0 0,3 4 0 0,1 4-17 15,2 1-3-15,2 5 10 0,1 4 12 16,2 3-1-16,0 2 1 0,2 4 13 16,2 2 31-16,-1 3-1 0,-4 3-27 0,-1 2 12 15,-3 5 40-15,-4 8 40 16,-2 4-28-16,-3 3-15 0,0 5-19 0,-6 2-12 16,-5-1-16-16,-1 0-5 0,0-3 2 15,-1-2-15-15,3-6-30 0,3-4-93 0,1-6-87 16,3-3-91-16,1-2-190 0,2-7-194 15,0-4-295-15,0-2 323 0,0 2-79 16,3-3 137-16</inkml:trace>
  <inkml:trace contextRef="#ctx0" brushRef="#br0" timeOffset="109162.07">13819 14708 261 0,'0'0'730'0,"0"0"-381"15,0 0 12-15,0 0 80 0,0 0-123 16,0 0 104-16,0 0-16 0,0 0-66 0,16 78-56 15,-24-54-29-15,3-2-66 0,2-2-58 16,3-4-57-16,0-1-71 0,3-8-3 16,2-1 0-16,3-2 28 0,-1-4 21 15,3 0-15-15,0-4 6 0,3-4 49 16,-3-3 15-16,2-6-33 0,-1 0-22 16,1-1-7-16,-4 1-18 0,4-2-24 0,-4 2-11 15,0 3 11-15,-2 0 0 16,-2 3-16-16,-2 3 16 0,-2 1 9 0,0 3-5 15,-6-2-3-15,-3 2-1 0,-4-1-2 16,-3 3-41-16,-4 2-43 0,0 0-37 16,-3 7-15-16,0 3-4 15,4 1-50-15,2-1-107 0,2-1-152 0,7-1-238 16,5-2-485-16,3-5-225 0</inkml:trace>
  <inkml:trace contextRef="#ctx0" brushRef="#br0" timeOffset="109424.5">14067 14690 673 0,'0'0'1075'16,"0"0"-685"-16,0 0 47 0,0 0 87 0,0 0-132 16,0 0-73-16,53 68-96 15,-46-56-56-15,-3 1-39 0,1 0-32 0,-4-1-10 16,-1-2 22-16,0 2-18 16,-4-1-32-16,-3 0-9 0,-2-3 19 0,3-2-1 15,2-1-12-15,3-5 15 0,-2-3-70 16,3-5-33-16,0-6-65 0,0-8 98 0,3-4 21 15,1-4-21-15,5-3-15 0,2 2-28 32,1-1 16-32,3 3-16 0,1 5-68 0,3 4-24 31,-2 0-141-31,2 5-112 0,0-1-134 16,-9 8-448-16,7-4-243 0</inkml:trace>
  <inkml:trace contextRef="#ctx0" brushRef="#br0" timeOffset="109616.93">14435 14449 2255 0,'0'0'1058'0,"0"0"-928"0,0 0-47 16,0 0 101-16,-9 79-62 0,9-52-46 15,4 2 27-15,1 5-14 0,1-2-48 16,-1 2-39-16,1-3-2 0,-5-2 18 16,-1-2-18-16,0-4-21 0,0-1-29 15,0-6-30-15,-1-5-64 0,-1-5-23 0,1-3-52 16,1-3-19-16,0-4-25 0,-2-7-297 15,1-4-232-15,1-2 99 0,0 1 269 16,0-9 10-16</inkml:trace>
  <inkml:trace contextRef="#ctx0" brushRef="#br0" timeOffset="110079.31">14443 14633 287 0,'0'0'518'0,"0"0"-97"0,0 0-112 16,0 0-78-16,0 0-49 0,0 0 6 16,0 0 0-16,0 0-14 0,0 0-12 15,0 0-17-15,91-38-20 0,-71 38 58 0,-1-2 15 16,5-1-150-16,2 0-13 15,1-1 35-15,-1 0-55 0,-3 1 17 0,-1-1-31 16,-6 4 44-16,-5 0-23 0,-3 0 32 16,-7 5 179-16,-1 4 81 0,0 1-140 15,-4 3-81-15,-2 1-43 0,-2-1-16 16,2-2-6-16,-2 0-13 0,2-1-14 16,1 1 0-16,-1 0-1 0,-3 1 2 15,4 1 11-15,-1 1 21 16,-2 1 12-16,2 0 3 0,0 1 0 0,3-2-3 15,0 1-15-15,1-4-21 0,2-1-10 0,0-1-31 16,0-2-5-16,8-2 11 0,0-2-21 16,1 0-37-16,0-3 9 0,2 0-22 15,2-6-6-15,0-2 18 0,1-1 3 16,-2-5-63-16,2-2-10 0,-4 3 100 16,-1-5-44-16,0 4-47 0,-7-1 31 15,1-1 79-15,-3 2 35 0,0 2 25 16,0 0 20-16,0 3 72 0,-3 4 53 15,2 2 44-15,1 1-32 0,-1 2-33 0,1 0-15 16,0 2 29-16,0 3-15 0,0 2-47 16,0 3-99-16,0 2 32 0,0 0-1 0,0 1 13 15,0-1-3-15,4-4-15 16,2 3-28-16,3-1-13 0,1-4-2 0,0-3-28 16,0 0-61-16,-1-3-111 0,2-1-47 15,-1-7-121-15,3-4-239 0,-4 4-484 16,7-13-325-16</inkml:trace>
  <inkml:trace contextRef="#ctx0" brushRef="#br0" timeOffset="110478.79">15031 14393 2566 0,'0'0'691'0,"0"0"-332"16,0 0-47-16,0 0-98 0,-10 65-90 15,10-39-21-15,0 2-41 0,0 6-28 16,2 3 6-16,3 1-9 0,1 0 15 15,1 0 13-15,1-8 86 0,0-1-145 16,-2-8-87-16,-1-5-110 0,0-4-11 16,-1-5-29-16,-4-1-21 0,0-2-23 15,0-4 39-15,0 0 5 0,-4-10-129 0,1-1-298 16,3-4 148-16,0-5-5 0,0-2 139 16,3-1 79-16,4-1 104 0,-2 3 199 15,3 0 39-15,-2 6 170 16,-1 4 176-16,4 3 12 0,-3 3-16 0,1 3 220 15,0 0-103-15,2-1-343 0,-4 3-97 16,3 0 112-16,-2 0 77 0,-1 0-31 0,5 5 10 16,-2-1 38-16,2 2-91 0,0 3-70 15,-2-1-50-15,3 5 16 0,-3-3 55 16,1 5 30-16,-3-1-43 16,-1 2-40-16,-2 0-10 0,-1-2-33 15,1-2-28-15,-3-4-37 0,0 1-9 0,2-7-65 16,0-1-139-16,1-1-30 0,1-3-116 15,5-9-150-15,-1-5-12 0,4 5-249 16,7-16-553-16</inkml:trace>
  <inkml:trace contextRef="#ctx0" brushRef="#br0" timeOffset="110994.21">15513 14499 2216 0,'0'0'726'0,"0"0"-295"16,0 0-101-16,0 0-72 0,-28 66-56 0,25-47-50 15,3 1-15-15,0 0-14 0,4-1-18 16,5-1-16-16,1-5-3 0,3-1 43 16,-1-2 30-16,0-4-120 0,-2-4-39 15,1-2-2-15,-2 0-22 0,-1-2 21 16,-1-7 3-16,-3 0 21 0,-1-2 6 16,-3-1-26-16,0-4-1 0,-1 2-24 0,-6-2-40 15,-5 1-46-15,-2 2-31 16,-4-2 0-16,0 3-7 0,-2 1-25 0,4 3-10 15,1 1-6 1,8 2 7-16,4 0-83 0,3-1-126 0,2-1 25 0,5 2 189 16,4 0 138-16,1 0 39 0,3 0 36 15,5 1 99-15,0-1 42 0,5 0-4 0,6 2 3 16,2-1 24-16,3 2 232 16,0 0-287-16,2 2-82 0,-4 0-23 0,0 2 32 15,-2 2 65-15,-7 4 11 0,-3 3 22 16,-7-1-66-16,-6 1-24 0,-5 2-16 15,-2 2-3-15,-2-3-30 0,0 1-10 16,-5 1-5-16,0-4-2 0,-1-4-14 16,2-2-46-16,1-3-43 0,1-1-48 15,1 0 8-15,1-1 58 0,0-5-10 0,0 2 57 16,1-2 11-16,8-5 1 16,-1 5 10-16,1 1 2 0,1 2-1 15,2 3 2-15,-2 0-1 0,3 0 28 16,0 6 27-16,2-4-55 0,2 4 0 0,0 1-2 15,-1-3-32-15,2-3-12 16,-2-1-65-16,-1 0-362 0,-7-1-326 0,-3-3-649 16,-5-3-179-16</inkml:trace>
  <inkml:trace contextRef="#ctx0" brushRef="#br0" timeOffset="111177.72">15521 14203 1994 0,'0'0'3099'0,"0"0"-2722"0,0 0-310 15,0 0-46-15,0 0-21 0,0 0-255 16,0 0-93-16,0 0-113 0,0 0-524 16,0 0-622-16</inkml:trace>
  <inkml:trace contextRef="#ctx0" brushRef="#br0" timeOffset="112425.15">9591 16506 333 0,'0'0'3415'0,"0"0"-2996"0,0 0-285 16,0 0 2-16,0 0-9 0,0 0-53 16,0 0 3-16,0 0-27 0,0 0-50 15,40 75-28-15,-30-63-12 0,-1-1 38 16,2 3 1-16,-1 1-20 0,0-1 5 0,0 1 16 15,-1-4 0-15,-3-1-29 0,0-3-21 16,0-3-27-16,2-4-34 0,1 0-194 0,5-1 52 16,-1-8-9-16,2-5-53 15,-1-4-101-15,-1-4-91 0,0 4-259 0,-5-2-477 16</inkml:trace>
  <inkml:trace contextRef="#ctx0" brushRef="#br0" timeOffset="112725.35">9895 16484 2149 0,'0'0'791'0,"0"0"-497"0,0 0-198 0,0 0 73 0,0 0 115 15,0 0 3-15,0 0-50 0,0 0-36 16,0 0-62-16,0 0-43 0,36 47 14 16,-25-35 0-16,-2-5-64 0,1 1-44 15,1-4 23-15,-2 2-19 0,1-3-6 0,0-1-27 16,0-2 27-16,-1 0 0 0,4-2-12 15,-3-3 12-15,-1-5 1 0,1 3-1 0,-3-4-9 16,-4 3 6-16,0-3 3 0,0 4 24 16,-3-4-23-16,0 3 24 0,-3 1 18 15,-3 0 11-15,-4 0-20 16,-3 0-13-16,-3 4-19 0,-3 2-2 16,1 1-27-16,-1 1-19 0,2 8-21 15,0-1-49-15,5 3-74 0,3-1-48 16,5-2-47-16,2-4-126 0,2 1-234 0,5-5-472 15,2 0-83-15,10-3 516 0</inkml:trace>
  <inkml:trace contextRef="#ctx0" brushRef="#br0" timeOffset="113026.73">10131 16387 277 0,'0'0'323'0,"0"0"172"16,0 0 3-16,0 0-59 0,68-69-34 0,-60 57-37 16,-1 5-54-16,-4 4-4 15,-1 0-19-15,-2 3 56 0,0 0 26 0,0 3-55 16,-6 0-67-16,-3 6-123 0,1 0-97 15,-3 3-28-15,2 1-3 0,3 1-24 0,0-2 2 16,5 0 7-16,1 0-15 0,0 0-10 16,1-4-15-16,9 2-22 0,4-3 7 15,4-2 45-15,5 1 25 0,3-4 34 16,0 0-9-16,1 0-7 16,2 0 3-16,-4-1-2 15,-2 4-17-15,0-1 1 0,-7 2 18 0,-2 1-2 0,-4-2 2 16,-4 0-9-16,-2 1 22 0,-1 2 36 15,-3 3-3-15,-2 1-30 0,-6 4-7 16,-2 1-30-16,-3 1-49 0,-5 0-36 16,1-1-40-16,1-6-28 0,1-5-81 15,3-4-113-15,2-2-171 0,0-6-144 0,6-2-574 16,1-13-242-16</inkml:trace>
  <inkml:trace contextRef="#ctx0" brushRef="#br0" timeOffset="113243.55">10647 16142 878 0,'0'0'2332'15,"0"0"-1878"-15,0 0-315 0,0 0 40 16,0 0 66-16,0 88-87 0,4-59-52 16,8 2-32-16,2 2 40 0,1 0-10 15,2-2-48-15,-1 0-32 0,-2-3-24 16,0-2-17-16,1-2-63 0,-2-2-28 15,-1-4-24-15,-1-2-23 0,-4-1-103 16,0-6-215-16,-1-4-264 0,0-1-668 16</inkml:trace>
  <inkml:trace contextRef="#ctx0" brushRef="#br0" timeOffset="113501.08">10647 16448 2134 0,'0'0'649'0,"0"0"-517"0,0 0-68 16,0 0 112-16,0 0 172 0,0 0 21 15,0 0-95-15,0 0-28 0,0 0-64 0,78-54-80 16,-58 40-74-16,0-4 5 0,-1 3-33 15,1 1-58-15,-3 1-62 0,2 1-109 16,1 3-138-16,-8 3-342 0,11 0-751 0</inkml:trace>
  <inkml:trace contextRef="#ctx0" brushRef="#br0" timeOffset="114175.21">11772 16174 988 0,'0'0'2548'15,"0"0"-2242"-15,0 0-271 0,0 0 121 16,0 0 219-16,0 0-121 0,0 0-110 16,-79 59-40-16,71-38 0 0,3-2-18 15,4 5-19-15,1-4 27 0,0 0 28 16,1-3-61-16,8-5-61 0,1-4-46 15,3-2 44-15,3-6 0 0,1 0-40 16,3-7-10-16,0-8 37 0,-2-4-1 16,-1-3-29-16,-4-2-19 0,-3 0 12 15,-7 4 25-15,-3 2-22 16,0 5 21-16,-13 0 13 0,-2 3-22 0,-5 2-6 16,-1 2-9-16,-3 4 3 0,1 0 28 0,3 2-10 15,6 0-18-15,0 0 21 0,5 4 10 16,3-4-41-16,5 3-18 0,1-3-13 0,0 0-84 15,4 0-89-15,8-3 46 0,5-4 154 16,0-3 63-16,5-2 0 0,1-4 13 16,-2-2 2-16,0 4 11 15,-1-4-4-15,1-3 9 16,-3 0 16-16,2-3-9 0,-3 0-36 16,-1-4 0-16,-1 2 11 15,-3-4-11-15,-4 6-1 0,-3 1 1 0,-2 6 17 16,-1 5 18-16,-2 5 46 0,0 5 76 0,0 2 49 0,0 4 18 15,-5 8-85-15,4 5-141 0,1 6 0 16,0 8-18-16,9 4 18 0,5 6 3 0,3 3 18 16,6 3 31-16,2 2-6 15,1 2-15-15,-2-2-16 0,-2-3 16 16,-1-6-4-16,0-5-27 0,-8-5-1 0,-3-6-39 16,0-5 7-16,-4-6-7 0,-5-2-40 15,0-8 13-15,-1-3-32 0,0 0-46 0,-7-8 24 16,-6-5-87-16,2-2 146 0,-2-6 62 15,-2 0 89-15,5-3 11 0,3-2-20 16,0 3 10-16,6 0 0 0,1 2-19 16,0 1-13-16,8 1-12 0,1 2-12 15,1-2-20-15,1 7-14 0,1-1-37 16,-2 3 3-16,1 1-62 0,0 2-126 16,-1 6-147-16,-3-1-319 0,6 2-809 0</inkml:trace>
  <inkml:trace contextRef="#ctx0" brushRef="#br0" timeOffset="114624.89">12925 16048 3580 0,'0'0'563'0,"0"0"-563"0,0 0-85 15,0 0 85-15,45 81 44 0,-26-52 22 16,0 4 33-16,1 3-30 0,0 1-29 16,-1-1-24-16,-1 0 15 0,-3-2 6 15,-1 0 0-15,-4-5 9 0,-3-3 10 0,-1-6-56 16,-3-3-2-16,-3-7 2 16,0-4 2-16,0-4-2 0,-7-2-54 15,-3-2-45-15,-3-8-15 0,-7-4 55 16,-3-3-16-16,-2-11 31 0,0-4 16 0,-2-5 25 15,3-6 3-15,-2-4 12 16,3-6 20-16,7 3-1 0,2 0-31 16,8 5-2-1,6 5-1-15,0 5-25 0,11 7 0 0,4 0 28 16,5 6 47-16,1 3 9 0,7 5-31 0,1 4 3 16,-2 3 10-16,0 7 2 15,-2 0-15-15,-8 12 0 0,-3 5 61 0,-5 8-15 16,-4 5-55-16,-5 4-15 0,0-2-1 0,-5 1-22 0,-2-3-95 15,0-4-60-15,0-6-29 0,1-4-172 16,1-9-236-16,3-3-369 0,-1-6-368 0</inkml:trace>
  <inkml:trace contextRef="#ctx0" brushRef="#br0" timeOffset="115124.57">13286 15962 2071 0,'0'0'505'0,"0"0"-167"0,0 0 8 16,8 81-16-16,-7-53-156 0,1-1-70 16,-1-1-32-16,1-2-6 0,1-4-15 15,-3-7-22-15,3-2-29 0,-3-5-7 0,0-5-8 16,0-1 15-16,0-4-77 0,0-8 77 16,0-3 54-16,0-5 15 0,0-6-69 15,0-2-29-15,0 0-16 0,0-1 24 16,4 3-26-16,0 2 3 0,1 3 19 15,2 4 12-15,-3 3-6 0,1 3 8 16,-1 4 11 0,-1 2 0-16,0 2-16 0,-2 2-16 0,1 1 32 0,-1 0 101 0,2 3 44 15,0 4-11-15,1 4-52 0,3 2-53 16,2-1-29-16,4 1-18 0,-2 1 18 16,6-2 15-16,3 1-13 15,0-1-2-15,0-1 0 0,0-1 1 16,2-1 1-16,-2-2-1 0,-1-1 14 0,-2-4-2 15,-1 1-13-15,-1-3-16 0,-1 0 16 16,-3-5 43-16,-2-1-39 0,-4-5-4 0,-2 1 3 16,-1-3 18-16,-2 0-2 0,-5 1 31 15,0-1-13-15,-7 1-6 0,4 0-13 16,-4 0-16-16,1 1 0 0,-3 4 17 16,3 1 2-16,-3 1 1 0,-1 5-22 0,-4 0-27 15,2 8-75-15,-3 2 56 0,0 2 15 16,5-1 9-16,1-2-58 0,7-3-48 15,1-1-51-15,6-5-86 0,0 0-243 16,4-2-491-16,8-4 298 0,-2 1-81 16,9-7 61-16</inkml:trace>
  <inkml:trace contextRef="#ctx0" brushRef="#br0" timeOffset="115528.33">13695 15791 78 0,'0'0'317'0,"0"0"-8"15,0 0 304-15,0 0-324 0,0 0 121 16,0 0-28-16,0 0-111 0,0 0 160 15,0 0 97-15,0 0-300 0,0 0-112 16,46 27 4-16,-50 1 79 0,1 2 9 16,3-1-41-16,-2 1-35 0,2-3-25 15,0-3-3-15,2-4-6 0,4-3-34 0,-1-7-58 16,4-4-6-16,-1-5-36 16,3-1 14-16,1-3 22 0,2-7 0 0,-4-5 0 15,3-5-1-15,-3-7-23 0,0-3-43 16,0-3-7-16,-4-2-12 15,-1-2 40-15,-2 3-6 0,-3-1-55 16,0 1 32-16,-4 5 55 0,-3 2 20 16,-4 2 0-16,0 2 1 0,1 2 10 15,1 5-9-15,2 4 17 0,3 9 21 0,4 3 46 16,-1 0 40-16,1 10-34 0,0 7-65 16,0 4-27-16,0 8 19 0,0 3 14 0,1 4 35 15,5 0 11-15,1-1-15 0,0-1-27 16,2-3-16-16,0-4-21 0,2-2 0 15,-1-6-34-15,4-2-17 0,-2-7-35 16,3-4-76-16,2-4-34 0,0-2-72 16,-1-10-5-16,1-3-186 0,0-5-655 15,-2 3 124 1,4-8-569-16</inkml:trace>
  <inkml:trace contextRef="#ctx0" brushRef="#br0" timeOffset="115730.65">14067 15827 1592 0,'0'0'1184'0,"0"0"-963"16,0 0-86-16,0 0 60 0,0 0 30 15,0 0-60-15,19 78 18 0,-8-65-1 16,-1 0-44-16,2-2-36 0,0-5 50 16,2 0-10-16,-3-6-92 0,1 0-13 0,-1-4 52 15,0-4 24-15,1-5 55 0,-3-4-104 16,-2-2-39-16,-4 0 11 0,-2-1-36 16,-1 2-9-16,-4 0 9 15,-6 1 0-15,0 2-43 0,-3 3-37 0,0 3 10 16,3 4-22-16,-2 1-58 0,4 4-78 15,2 2-213-15,-2 6-312 0,6-1-635 0,0 1-405 16</inkml:trace>
  <inkml:trace contextRef="#ctx0" brushRef="#br0" timeOffset="115996.93">14411 15701 2395 0,'0'0'1211'15,"0"0"-984"-15,0 0-101 0,0 0 166 0,0 0 18 16,0 0-104-16,0 0-40 0,0 0-4 16,0 0-132-16,0 0-30 0,0 0-30 15,-30 30 18-15,22-13 12 0,3 3 21 16,-2-1-20-16,4 0 1 0,1 2 32 16,2-3-34-16,5-4-4 0,3-1-23 15,4-4 3-15,-1-2-1 0,7-2-24 16,-2-5-18-16,1 0-3 0,0-3-59 15,0-6-90-15,5-5-132 0,1-3 109 0,0-4-64 16,2-2-418-16,-7 8-863 0,4-13 503 16</inkml:trace>
  <inkml:trace contextRef="#ctx0" brushRef="#br0" timeOffset="116974.51">14617 15427 3007 0,'0'0'558'0,"0"0"-409"0,0 0 11 15,0 0-12-15,0 0-94 0,1 82 9 16,10-58 21-16,0 5 25 0,4-3 5 16,-1 2-18-16,2-1 15 0,-2 0 34 0,4-6 39 15,-2-1-10-15,-2-4-159 0,-4-4-15 16,-1-2-52-16,-2-3-39 16,-4-1-44-16,-2-2-31 0,-1-2-40 0,0-2-45 15,-1 0-132-15,-4 0-34 0,-2-2 63 16,0-8 120-16,3 2 15 0,-1-3 141 15,2-3 66-15,2-3 8 0,1 2 4 16,0 1 23-16,1-4 64 0,4 2-23 16,2 2 1-16,2 1-10 15,2 1 25-15,-1 1-6 0,2 5 146 0,-7 2-19 16,3 3-17-16,-2 1 53 0,-4 0-17 16,3 1-42-16,2 4-20 0,-1 3-46 0,2 0-54 15,1 2-17-15,1 2 11 0,2 2-27 16,-2 1-4-16,1 3 19 0,-2 3 40 15,0 1-25-15,-3-1-18 0,0 2-19 16,-1-4 4-16,-2 0-22 0,0-6-20 16,-1-2-29-16,1-6-80 0,2-3-62 0,0-2-37 15,1-5-95-15,1-5-89 0,1-6-97 16,1-3 24-16,-1 0 55 16,-2-4 303-16,-1 2-380 0,-2 1-248 15,2-3 324-15,-1 4 340 0,2-4 91 0,1 4 225 16,2 5 88-16,0 2-313 0,3 6 13 15,-3 3-13-15,1 3 46 0,-3 3 94 16,-1 4 517-16,-2 5-118 0,1 5-122 16,-2 1-15-16,-2 2-12 0,3 5-26 0,-1 0-37 15,3 1-28 1,0-1-52-16,2-3-88 0,4-3-57 0,4-4-38 16,-1-4-6-16,1-4-30 0,1-7-16 15,-2 0-12-15,-4-4-55 0,0-6-40 0,-7-3 40 16,-3-2 33-16,-1-2 1 0,-1-1-28 15,-9 0-25-15,-4 0-12 0,-5 0-47 16,-4-1-59-16,-3-1-58 0,-3 2-8 16,-1 3 37-16,-1 1-94 0,1 8-143 15,1 4-107-15,5 2-169 0,5 0 164 16,5 5 335-16,5-2 160 0,6-3 75 0,3 0 0 16,0 0 20-16,3 0 45 0,6-3 391 15,3-2 23-15,3-4-34 0,4 0-44 16,1 0-69-16,0-2-120 15,2 2-55-15,1 2 21 0,-1 0 26 0,-2 5 17 16,1 2 14-16,-2 0-77 0,1 5-40 16,0 6-19-16,-1 0 13 0,3 4 48 15,-1 4-46-15,1-2-59 0,-1 4-37 0,1-2 16 16,-3-1-34-16,-2 1-9 0,-5-3-19 16,-2-1 28-16,-5-2-12 0,0-4-28 15,-2-2 6-15,-3-5 23 0,0-2 10 16,0 0-53-16,0-3-125 0,1-6 80 0,1-6 49 15,2-3 26-15,4-4 1 0,3-3 23 16,-1 2 0-16,5 3-30 0,2 1 8 16,-3 6 22-16,-1 5 31 0,0 6-18 15,-6 2 67-15,2 1 143 0,-3 10-57 0,-2 5-34 16,3 4 27-16,-3 5-4 0,2 4-30 16,0-1-40-16,3-2-15 15,2-3-7-15,-2-4-54 0,2-7-9 16,1-5-106-16,-2-3-94 0,3-4-166 15,-5-4-633-15,5-15-654 0</inkml:trace>
  <inkml:trace contextRef="#ctx0" brushRef="#br0" timeOffset="117640.5">16264 15384 2289 0,'0'0'607'0,"0"0"-297"15,0 0 18-15,0 0 98 0,-44 84-97 16,32-56-121-16,8 2-29 0,1-4-7 16,3-2-59-16,0-7-91 0,7-2-22 15,5-7-25-15,1-5-2 0,2-3 2 16,1 0 25-16,3-7-1 0,-3-3 0 15,1-6-17-15,-2-6 2 0,0-2-17 16,-1-2-78-16,-6-1 13 0,1 5 30 16,-3 1 34-16,-4 4-3 0,1 5-4 0,-1 3 27 15,-1 2 13-15,1 4-17 16,1 3-25 0,0 0 43-16,1 3 142 0,1 6 0 0,3 1-34 0,0 5-22 0,7 3 15 15,-4-1-9-15,5 2 15 0,-1 0 54 16,-1-3-18-16,-3-1-61 0,3-2-49 15,-3-3-33-15,-2-2 0 0,-1-2-48 0,-1-4-43 16,4-2-52-16,-6-3-43 0,3-8-50 16,-1-8-229-16,-2-5-92 0,0 3-208 15,-2-16-931-15</inkml:trace>
  <inkml:trace contextRef="#ctx0" brushRef="#br0" timeOffset="117811.56">16674 15191 1683 0,'0'0'1950'0,"0"0"-1676"0,0 0-91 16,14 89 236-16,4-57-89 0,5 5-162 16,4 1 0-16,5 2 48 0,1-2-67 15,0-5-116-15,-3-2-33 0,-5-6-57 16,-5-7-65-16,-7-7-121 0,-4-3-180 16,-7-6-263-16,-2-2-654 0,-5-3-859 0</inkml:trace>
  <inkml:trace contextRef="#ctx0" brushRef="#br0" timeOffset="117950.28">16733 15504 4274 0,'0'0'967'16,"0"0"-967"-16,0 0-46 0,0 0 46 16,0 0 40-16,100-68-40 0,-66 40-110 15,0-3-190-15,-8 8-408 0,4-10-1121 16</inkml:trace>
  <inkml:trace contextRef="#ctx0" brushRef="#br0" timeOffset="118507.61">17749 15214 3295 0,'0'0'561'0,"0"0"-549"16,0 0 70-16,0 0-45 15,0 0 20-15,0 0-54 0,0 0-3 0,85-85-3 16,-70 64-63-16,-1 2-12 0,-6 2 58 0,-3 4 20 15,-4 3 37-15,-1 2 39 0,-7 2 41 16,-5 4-24-16,-6-1-31 0,-3 3-15 16,-5 3 31-16,0 7 33 0,1 5 62 15,-1 2-1-15,5 6-50 0,3 3-60 16,2 2-32-16,7 0-8 16,6 2-19-16,3 3 15 0,3-5-15 0,10 0 21 15,3-3-11-15,4-2-13 16,5-7-40-16,-1-6 0 0,7-4 0 15,0-6-12-15,3-2-42 0,0-12-54 0,0-6-58 16,0-5-145-16,-3-3-216 0,-6 4-501 16,8-13-493-16</inkml:trace>
  <inkml:trace contextRef="#ctx0" brushRef="#br0" timeOffset="118815.96">18111 15046 1626 0,'0'0'575'0,"0"0"-145"0,0 0 33 16,0 0-100-16,-45 72-78 0,36-47-33 15,5 0 2-15,1-2-40 0,3 2-47 16,0-3-29-16,0-2-12 0,3-5-31 16,1-3-83-16,5-7-12 0,-4-4-40 15,6-1 10-15,1-11 30 0,2-5-3 16,-1-5 0-16,1-3-40 0,-1-4-19 16,-2 3-5-16,0 5 30 0,-6 3 21 15,0 6 16-15,-4 5 0 0,-1 2 31 16,2 4-3-16,-1 0 0 0,-1 0 2 0,3 0 44 15,-3 1 70-15,3 8-19 16,0 0-37-16,-2 3-30 0,3 3-25 0,1 2-31 16,2-2 0-16,1 1 17 0,3-6-19 15,0 4-14-15,5-6-14 0,-1 1 1 16,5-4-22-16,0-4-58 0,-1-1-51 16,2-4-39-16,1-7-98 0,-5 0-173 15,0-3-208-15,-7 3-420 0,4-7-201 0</inkml:trace>
  <inkml:trace contextRef="#ctx0" brushRef="#br0" timeOffset="119345.79">18504 14980 1137 0,'0'0'1028'0,"0"0"-453"16,0 0-23-16,0 0-124 16,0 0-84-16,0 0-191 0,0 0-76 15,0 0-2-15,0 72-10 0,0-52 0 16,0 2 46-16,0 2 65 0,0-5-23 0,1 3-61 15,7-4-16-15,-3-5-25 0,5-5-51 16,2-4-61-16,4-4-16 0,-2 0-2 16,3-11 2-16,1-3-3 0,2-5-89 15,-4-5 33-15,3-2-9 0,-8-2 5 16,2 0-55-16,-6-1 0 0,-2 3 12 16,-2 2-52-16,-3 0 28 0,0 4 108 0,-8-1 86 15,1 1 11-15,-1 0 0 0,3 0-11 16,1 2 10-16,1 4-36 0,1 3 1 15,2 5 38-15,0 5 1 0,0 1 178 16,0 0 121-16,-1 4-28 0,0 4-52 16,1 0-113-16,0 6 16 0,0 1 20 15,0 6-16-15,4 1-28 0,3 3-19 0,2 3-15 16,2-2-28-16,2 2-15 0,3-3 8 16,0 0 22-16,1-6 31 15,-1-5-83-15,1-5-9 0,-2-5-25 16,1-3 4-16,-5-1-41 0,4-4 7 0,-7-4-32 15,3-3 13-15,-3-2 52 16,-1 1 0-16,-1-4 31 0,-2 2-3 0,1 2 3 16,-1-1 0-16,0 2 0 0,-1 4 28 0,0 0-27 15,-2 7 36-15,2 0 24 0,0 0 32 16,2 0 39-16,-2 6 21 0,5 3 21 16,1 3-15-16,1 3-35 0,3-2-60 15,-3 0-40-15,2-1-24 0,-1-6-35 16,1 0-41-16,-4-6-94 0,5 0-99 0,-3-11-232 15,0 3-582-15,2-15-678 0</inkml:trace>
  <inkml:trace contextRef="#ctx0" brushRef="#br0" timeOffset="119928.21">19873 14619 2244 0,'0'0'1485'0,"0"0"-1158"0,0 0-242 15,0 0 61-15,0 0 111 0,14 78-41 16,-3-48-60-16,0 1-12 0,5 4-40 0,-1 1-22 16,-3-1-3-16,3-3-9 0,-2-1-3 15,-6-4 6-15,0-7 6 16,-2-3-43-16,-2-4-34 0,-1-8-1 0,-2-5 1 15,0 0-2-15,0-5-53 0,-2-8-47 16,-7-5 28-16,0-5 26 0,-4-6 0 16,2-2 1-16,-1 0 14 15,1-3 13-15,0 0-3 16,4-3-4-16,1-2 22 0,6-3 0 0,0 2-9 16,8 2 1-16,3 3 10 0,8 5-16 0,0 5-14 15,4 6 10-15,3 3 21 0,-2 7 2 16,0 3 10-16,-2 4-10 0,-3 2 32 15,-4 3 17-15,-7 9 10 0,-4 2 25 0,-4 3-1 16,-3 6-34-16,-9 1-36 0,-4 1 1 16,-4 0-7-16,-3 0-9 15,1-1-107-15,-4-3-42 0,4-3-15 16,2-6-38-16,9-6-93 0,3-6-173 0,4 0-265 0,2-5-437 16,2-7-614-16</inkml:trace>
  <inkml:trace contextRef="#ctx0" brushRef="#br0" timeOffset="120143.54">20298 14444 2932 0,'0'0'698'0,"0"0"-496"16,0 0 47-16,0 0 168 0,0 0-297 16,0 0-89-16,14 74 28 0,-3-46-4 15,0 5-37-15,2 0 1 0,0 1 18 16,3 0-2-16,-3-5-35 0,-1-2-22 15,2-5 1-15,-2-6-44 0,0-6-77 16,-1-4-40-16,0-5 2 0,0-1-30 0,-2-2-110 16,1-8-240-16,0-4-225 15,-4 3-306-15</inkml:trace>
  <inkml:trace contextRef="#ctx0" brushRef="#br0" timeOffset="120493.6">20593 14559 2516 0,'0'0'630'16,"0"0"-346"-16,0 0 32 0,0 0-11 16,-6 65-85-16,4-44-22 0,2 0 15 15,0 2-44-15,0-4-59 0,2-5-27 16,4-2-43-16,0-5-38 0,2-4 0 16,0-3-2-16,2 0-20 0,0-4-26 15,-1-4-2-15,1-8-1 0,-3 4-25 16,-4-3 10-16,2-1 2 0,-4 4 1 0,-1 0-7 15,0 0 0-15,0 4 34 0,-1-3 18 16,1 3 1-16,0 0-16 0,0 3 6 16,0 1 23-16,0 2-13 0,0 2 15 15,0 0 56-15,0 0 74 0,0 2 43 16,1 5-14-16,2 2-61 0,0 3-24 0,2 2-17 16,1 0-5-16,0 3-9 0,1-4-23 15,5-1-20-15,-2-1-24 0,2-5-7 16,2-5-23-16,0-1-108 0,2-1-87 15,1-10-75-15,1-2-138 16,-2-5-9-16,-2 6-732 0,2-15-342 16</inkml:trace>
  <inkml:trace contextRef="#ctx0" brushRef="#br0" timeOffset="120791.97">20987 14461 1554 0,'0'0'1417'16,"0"0"-1091"-16,0 0-59 0,0 0 102 15,7 67-49-15,-5-48-106 0,1 0-7 16,1 2-17-16,0-6-58 0,4 1-62 16,-2-5-42-16,3-4-10 0,0-6-18 0,0-1-49 15,3-1-21-15,0-8 58 0,4-4 12 16,-2-1 29-16,4-3-29 0,-4-2-18 16,3 1-7-16,-4 5 23 0,-3 2-25 15,-2 4 26-15,-4 4-8 0,-1 2 9 16,-2 1 88-16,-1 0 59 0,2 0 69 15,-1 0-70-15,2 4-110 0,2-3-24 16,-3 1 3-16,5 2-15 0,-1-1-18 16,3-1-36-16,2-2-129 0,1 0-42 15,1-5-124-15,6-3-186 0,-9-1-647 0,11-7-332 16</inkml:trace>
  <inkml:trace contextRef="#ctx0" brushRef="#br0" timeOffset="120976.87">21421 14259 3532 0,'0'0'696'0,"0"0"-562"15,0 0-44-15,0 0 18 0,7 76-50 16,3-50-14-16,0 3 72 0,5 1 13 16,-2-1-83-16,2-1-33 0,0-2-13 0,-1-7-33 15,-1-1-65-15,-1-6-56 16,-5-6-102-16,-1-4-102 0,-2-1-274 0,-2-1-402 15,-1 0-190-15</inkml:trace>
  <inkml:trace contextRef="#ctx0" brushRef="#br0" timeOffset="121142.97">21425 14493 3101 0,'0'0'1732'16,"0"0"-1305"-16,0 0-247 0,0 0 14 0,0 0-82 15,0 0-64-15,0 0-18 0,82-63-29 16,-53 42-1-16,2 1-27 0,-4 2-133 16,-3 0-92-16,-1 2-172 0,-10 7-636 15,2-1-960-15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23T15:31:27.60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15108 5167 1000 0,'0'0'0'0,"0"0"-437"0,0 0-126 0</inkml:trace>
  <inkml:trace contextRef="#ctx0" brushRef="#br0" timeOffset="3566.5">10722 5984 1527 0,'0'0'1304'0,"0"0"-861"16,0 0-164-16,0 0-70 0,0 0 2 15,0 0 6-15,0 0-9 0,0 0 42 16,0 0-50-16,1 8-53 0,-10-2-55 16,-6 2-34-16,-1 2-7 0,-4 4 16 15,-2 2 12-15,-1-1 13 0,3 2-7 16,2-1-13-16,3-3-29 0,6-4-19 0,3-3-24 15,5-1-9-15,1 0-27 0,2-1-28 16,9 4 40-16,5 2 23 0,4-1 1 16,4 0-16-16,1-2 13 0,-2-1-12 15,0-1-3 1,-2-2 3-16,-3 2 3 0,-2 1 11 16,-6 0 0-16,-3 0 1 0,-3 0 33 0,-1 0 19 0,-1 1-10 15,-2-1-15-15,0 0-8 0,0 4-1 0,0-3-15 16,-3 2-1-16,-6 2-2 15,0-4-21-15,-1 1-37 0,-2-1-39 0,3-4-40 16,-1-1-45-16,4-2-94 0,-1 0-124 16,2-2-87-16,3-5-100 0,2-3-528 15,0 4 80-15,2-5-189 0</inkml:trace>
  <inkml:trace contextRef="#ctx0" brushRef="#br0" timeOffset="3847.65">10997 6163 1520 0,'0'0'578'0,"0"0"-160"15,0 0-99-15,0 0-31 0,0 0-20 16,0 0-39-16,19 66-59 16,-9-59-47-16,0-2-32 0,4-1 42 15,-1-2 118-15,2-2-46 0,-2 0-61 0,-1 0-24 16,-1-3 9-16,-1-5 14 0,0 3-24 15,-4-3-37-15,1-1-6 0,-1 0-18 16,-2 1-28-16,-2 1-30 0,0-1-41 16,-2 1-20-16,2-1-42 0,-2 2-59 15,0 0-73-15,2-1-141 0,0 2-176 16,-1 1-240-16,1 3-351 0,1 1-304 0</inkml:trace>
  <inkml:trace contextRef="#ctx0" brushRef="#br0" timeOffset="4198.78">11346 6209 2094 0,'0'0'598'0,"0"0"-267"0,0 0-46 0,0 0-41 15,33 69-95-15,-23-52-45 32,-3 1-6-32,-1 0-20 0,0 0-5 0,-2-1 8 15,-1-3 35-15,-3-2 42 0,0-1-19 0,0-4-28 0,0-2-31 0,0-4-24 16,0 2-4-16,0-3 3 0,0 0 22 15,-3-2 60-15,-1-2-36 0,-1-6-83 16,0-1-18-16,-1-6-67 0,-3-4 15 16,2-2 19-16,1-2 2 0,0-3-15 15,5 0 3-15,1 1-9 0,1 1-15 16,10-2-4-16,3 5-24 0,3 4 18 16,3 1-3-16,3 6 21 0,-2 1 34 0,-1 7 10 15,-3 1 15-15,-2 3 6 0,-7 0 37 16,-2 6 7-16,-3 3 45 0,-3 1 4 0,-2 5-41 15,-6 0-30-15,1 1-16 0,-5-1-12 16,1 1-20-16,2-4-42 0,-1-1-64 16,4-4-112-16,-1-2-169 0,4-4-241 15,2-1-158-15,1 0-441 0,0-6 53 16</inkml:trace>
  <inkml:trace contextRef="#ctx0" brushRef="#br0" timeOffset="4732.55">11666 5989 382 0,'0'0'1554'0,"0"0"-1000"0,0 0-213 16,0 0-106-16,0 0-21 0,0 0-20 16,0 0-48-16,23 76-7 0,-19-50-23 0,2 0-25 15,0 1 36-15,-1 3 16 0,1-4-37 16,0 0-44-16,0-5-31 0,-2-1-9 15,2-5-1-15,-3-2-21 0,1-4 0 16,-2-2-3-16,1-5 0 0,-3 1 0 16,0-2 3-16,0-1 22 0,0 1 12 15,0-1-6-15,0 0-4 0,0 0 1 16,0 0 0-16,0 0-25 0,-3-2-58 16,1-1 24-16,1-1 32 0,-2 1-20 0,-2-3-2 15,1 0-23-15,0 0 16 0,-2-2 0 16,-1-3 28-16,0 1-16 0,2-7-8 15,1 1-1-15,1-5 15 0,-2 1 2 16,3-5 10-16,2-1 1 0,0-2-1 16,0 0-18-16,0-1 17 0,7 2-1 15,-1 0-28-15,1 7 12 0,3 2 18 16,-1 3 0-16,-2 5-1 0,2 1 2 0,0 3 0 16,2-1 15-16,-1 6 4 0,3 1-3 15,0 0 37-15,2 0 24 0,-1 7-2 16,-4 1-29-16,0 6 6 0,-3-2-8 15,-4 4-4-15,-2 0-12 0,-1 2 2 16,0-1-2-16,-7 0-13 0,0-2-2 16,-3 0-13-16,0-2-22 0,1-5-86 15,-1-1-62-15,3-2-41 0,4-5-49 16,-2 0-102-16,4 0-106 0,0-8-107 16,1 3-546-16,0-14-282 0</inkml:trace>
  <inkml:trace contextRef="#ctx0" brushRef="#br0" timeOffset="5337.87">11970 5824 1509 0,'0'0'976'16,"0"0"-602"-16,0 0-82 0,0 0 27 0,0 0-25 16,10 73-80-16,-7-53-44 0,0 1-11 15,0 0-79-15,2-4-64 0,1-1-16 16,0-1 0-16,0 0-1 0,-1-6-2 0,0 2-16 15,2-5-6-15,-3-1-40 0,2-1-38 16,0-2-35-16,0-2-63 0,-2 0 28 16,3 0 27-16,-1-2-102 0,0-2 11 15,1-1 93-15,1-1 15 0,1-1 1 16,0 0-15-16,-2 1 37 0,3-3 70 16,-3 3 25-16,-1 2 11 0,0 1 17 15,1 2 47-15,-4 0 66 0,0 1 47 16,1 0 54-16,-1 0 3 0,3 2-68 15,0 1-36-15,2 0-54 0,-2-2-25 16,1-1-3 0,2 2-23-16,-2-2-6 0,1 0-3 0,3-2-13 0,-1-2 28 15,3-1 20-15,0-4-51 0,1 1-16 0,1-2-34 16,-1-2 31-16,-1 2 15 0,3 0-8 16,-3-1-7-16,1 5-32 0,-2 0 4 15,-1 0 18-15,0 5 26 0,0 1-10 0,0 0 13 16,4 7 61-16,-1 3 30 0,5 3-2 15,2 4-30-15,3 3-27 0,6 4-13 16,2 5-19-16,1 2 1 16,0 2-1-16,-7 1 0 15,-3 2 0-15,-6-2 11 0,-5-3 24 0,-9 0 9 0,-3-4 82 16,-3-2 39-16,-9-5-56 0,-2-2-13 16,-1-6-10-16,-1-1-18 0,5-6-12 15,1-4-10-15,3-1 6 0,1-5 28 16,6-5 2-16,0-4-69 0,0-4-13 15,7-4 21-15,6-6 16 0,1-5 2 16,5 2-37-16,-1 0-2 0,-1 2-2 0,-1 6-13 16,-2 0 0-16,-1 3-37 0,0 4-129 15,-4 2-167-15,-2 6-309 0,0 3-663 16,-7 5-626-16</inkml:trace>
  <inkml:trace contextRef="#ctx0" brushRef="#br0" timeOffset="5847.87">11849 7054 848 0,'0'0'2577'0,"0"0"-2055"15,0 0-203-15,0 0 13 0,0 0-101 16,0 0-20-16,0 0-19 0,16 73-64 16,-10-62-43-16,0 1-57 0,2-3-28 15,-2-1-18-15,1-3-13 0,3-2-41 0,0 0-56 16,2-3-61-16,3-4-44 16,0-3-20-16,3-6 46 0,2-3-36 0,-1 2-78 15,0-3 30-15,-1 3 23 0,-4 3 96 16,-6 3 149-16,0 4 23 0,-5 3 128 15,1 1 131-15,-4 0 64 0,1 0 145 16,2 3-93-16,0 3-46 0,3 0-63 0,1 3-99 16,3 1-60-16,-1 0-28 15,-2 2-16-15,2-1-30 0,1 0-33 16,-2-2-22-16,0 1-20 0,-3-5-122 16,4-2-189-16,-6 1-293 0,0-4-1183 0</inkml:trace>
  <inkml:trace contextRef="#ctx0" brushRef="#br0" timeOffset="6632.81">16996 6003 1315 0,'0'0'1696'0,"0"0"-1246"16,0 0-180-16,0 0-31 0,0 0-7 16,0 0-36-16,0 0-63 0,0 0-25 15,0 0 12-15,0 0 64 0,0 0-16 16,15 57-64-16,-7-32-10 0,0 5-42 0,-1 1-4 16,-1-2-17-16,1-1-19 0,-1-5-12 15,-2-4-10-15,0-5 8 0,-1-4-10 16,-1-1 9-16,-1-5 3 0,-1-2 0 15,0-2 28-15,0 0-12 0,-1-4-16 16,-8-5-121-16,-1-3 20 0,-6-6 37 16,1-1-18-16,-2-3 30 0,2-3 18 15,0 0 32-15,-1 0 0 16,3 3 2-16,5-2 28 16,-4 6 2-16,6 5-11 0,4 1-4 0,2 6-1 0,0 1-14 15,0 2-21-15,0 3-1 0,0-2 7 0,0 2-6 16,0-2-7-16,0 2 4 0,1 0 21 15,-1 0-10-15,1 0-2 0,1 0 12 16,-2-1 2-16,0 1 0 0,0 0 0 16,0 0-1-16,0 0 2 0,0 0 1 0,0 0 0 15,0 0-1-15,0 0-2 0,0 0-19 16,0 0-22-16,0 0-40 0,0 0-12 16,0 0-38-16,0 0-96 0,0 0-103 15,0 0-109-15,-3 1-117 0,2 1-534 16,-5 1-181-16,16-9 626 0</inkml:trace>
  <inkml:trace contextRef="#ctx0" brushRef="#br0" timeOffset="7398.64">16988 6004 1858 0,'0'0'580'0,"0"0"-251"15,0 0-101-15,0 0-36 0,0 0-45 16,0 0-48-16,0 0-23 16,0 0-35-16,0 0 23 0,0 0 75 0,0 0 137 15,22-26 6-15,-24 24-25 0,-4 2-57 16,-4 0-37-16,-4 0 5 0,-2 5-22 16,-6 3-79-16,-1 1-46 0,1 2-8 15,1 2-1-15,2-3-9 0,6 0 24 16,3 2-26-16,5-5-1 0,2 0-27 15,3 2-13-15,0-2 16 0,0 0 24 16,3 2 3-16,3 0 24 0,5-1-8 0,-1 2-16 31,4-3 9-31,4 1 0 0,2 0-10 16,4-2 22-16,2 2 0 0,2-3-9 0,1 1-15 16,1 1-1-16,-1-1 1 0,-5 0-2 0,-4 1-14 0,-4 1 4 0,-6-1 12 15,-7 0 21-15,-3 2 70 16,0 3 15-16,-10 1 27 0,-3 1-67 0,-6 1-29 15,2 1-7-15,-3-1-15 0,-5-1-12 16,0 0 12-16,0 1-12 16,-4-3 12-16,3 0-15 0,2-4 0 0,5-2-2 15,1-3-25-15,7-1-15 0,1-2-13 16,6 0-8-16,1 0-37 0,3 0-61 0,0-5-33 16,0 1-44-16,5-1-142 0,7-4-88 15,2 1-139-15,6-4-204 0,-5 1-353 16,11-2-166-16</inkml:trace>
  <inkml:trace contextRef="#ctx0" brushRef="#br0" timeOffset="7630.02">17145 6221 828 0,'0'0'1642'0,"0"0"-1168"0,0 0-144 15,0 0-38-15,0 0-46 0,0 0-10 16,0 0-32-16,20 74-21 0,-8-62 18 15,1-3-50-15,-1-2-35 0,4-2-27 16,3-4 6-16,0-1 2 0,3-1 4 0,-1-6 29 16,-1-1-54-16,-1-2-33 0,-2-2-13 15,-5 1-9-15,0-3-6 0,-7 1-12 16,2 0-3-16,-4 1-18 0,-1 0-39 16,-2 1-40-16,0 3-58 0,0-3-83 15,0 4-143-15,1 0-272 0,1 0-564 16,-1 1-224-16</inkml:trace>
  <inkml:trace contextRef="#ctx0" brushRef="#br0" timeOffset="8014.16">17550 6303 726 0,'0'0'795'0,"0"0"-246"0,0 0-141 0,0 0-63 0,45 81-21 15,-37-62-75-15,-2-2-78 0,-2 1-38 16,1-1-29-16,-5-2 9 0,0-1 0 15,0-4-18-15,0 2-5 0,0-2 29 0,-6-4 67 16,0 0-72-16,2-5-40 0,-5 2-13 16,2-3-6-16,1 0 44 0,-1-4 47 15,0-7-60-15,0-1-86 0,-1-7-13 16,0-2 12-16,1-6-1 0,-2-5 0 16,4-4-16-16,3-3 6 0,2 0 12 15,1 2-15-15,8 4 3 0,5 4-34 16,1 5-6-16,5 5-10 0,-3 3 10 15,5 6 3-15,-1 1 22 0,0 3 11 16,-3 4-2-16,-5 2 16 0,-1 0 2 0,-7 7 15 16,-2 1 59-16,-3 6 15 0,0 1-28 15,-8 1-9-15,-5 3-25 0,0 0-14 16,-4-1-13-16,2-2-2 0,3-5-44 16,3-2-104-16,3-5-145 15,1-3-165-15,5-1-205 0,0 0-78 0,0-5-246 16,8-7-285-16</inkml:trace>
  <inkml:trace contextRef="#ctx0" brushRef="#br0" timeOffset="8365.76">17848 6263 706 0,'0'0'1182'0,"0"0"-767"0,0 0-1 15,25 68-58-15,-15-46-65 16,-3-3-34-16,0 0 14 0,1-4-82 0,-2-1-42 15,-3-3-72-15,0-6-41 0,-3 1 3 16,0-5 10-16,0 0 64 0,0-1 102 16,0 0-45-16,0-6-39 0,0-1-123 15,-4-7-6-15,-1-2-61 0,-1-6-3 16,1-4 8-16,4-9 29 0,1-2-22 16,0-3 9 15,0-1-19-31,1 4 38 0,8 3 20 0,-1 5 1 0,3 6-22 0,2 3 7 0,1 5-10 15,3 4 0-15,4 3 1 0,-1 3 8 0,0 3 14 0,-1 2-1 16,-8 0 3-16,-1 7 61 0,-4 2 87 16,-5 5-32-16,-1 1-39 0,0 3-16 15,-6 0-9-15,-5 4-21 0,1-3-28 16,-2-1-3-16,0-4-21 0,1-2-86 0,4-4-98 16,3-5-70-16,-2-3-186 0,5 0-206 15,1-2-395-15,0-15-391 0</inkml:trace>
  <inkml:trace contextRef="#ctx0" brushRef="#br0" timeOffset="8946.2">18237 5867 447 0,'0'0'1288'0,"0"0"-823"0,0 0-84 0,0 0-97 16,0 0-53-16,22 89-36 0,-18-63 11 15,-4 5-28-15,3-2-46 0,-3 1-40 16,0-2-39-16,2-6-53 0,2-2 0 15,3-6-28-15,2-3 3 0,-2-3-10 16,2-5 10-16,1-3-32 0,-3 0-88 16,3-6 72-16,1-5 54 0,1-2-79 15,-2-1-62-15,2 0 90 0,-4 1 51 16,0 3-29-16,-4 2 34 0,-1 3 14 0,1 3 29 16,-3 0 9-16,-1 2-22 0,2 0-16 15,-1 0 0-15,4 4 96 0,-2 3 73 16,1 2 37-16,0 2-24 0,4 2-41 0,-2-1-55 15,2 3-48-15,1-3-17 0,-1-1-19 16,2 0-2 0,-1-4-15-16,-2-2 14 0,3-4-33 0,-3-1-105 15,4 0 22-15,-4-6 48 0,3-1 35 16,-3-3-20-16,0 0 10 0,2 1-1 0,-4 1 43 16,0 2 2-16,-1 0 19 0,2 2 19 15,-2 0-35-15,5 3-3 0,-2 1 0 16,2 0 26-16,4 7 15 0,-2 1 59 0,5 6-5 15,3 2-39-15,2 3-36 0,1 4-18 16,0 3-1-16,-4 1 21 0,-3 1 36 16,-8-1 29-16,-3-2-31 0,-4-5-19 15,-1-2 4-15,-9-2-1 0,-2-6 10 16,-3-2 12-16,-1-3 18 0,-2-2-21 16,1-3-35-16,0 0-2 0,-1-8 18 0,6-1 28 15,1-4-56-15,7-3 3 0,4-4 22 16,0 0-9-16,7-4-17 0,5-1-11 15,7 1-3-15,1 3-15 0,0 2 2 16,4 0-5 0,2 2-4-16,2 2-12 0,-5 2-148 15,1 0-277-15,-6 5-586 0,1-1-580 0</inkml:trace>
  <inkml:trace contextRef="#ctx0" brushRef="#br0" timeOffset="9396.41">17264 7238 2854 0,'0'0'750'0,"0"0"-296"16,0 0-80-16,0 0 2 0,0 0 28 15,0 0-119-15,0 0-127 0,0 0-91 16,42 68-58-16,-34-59-9 0,-3-2-22 0,7-5-17 16,-4 1-64-16,3-3-122 0,3-3-49 15,2-8-11-15,4-3-159 0,3-6-224 0,-5 2-509 16,13-10-232-16</inkml:trace>
  <inkml:trace contextRef="#ctx0" brushRef="#br0" timeOffset="9515.1">17644 7119 1694 0,'0'0'1362'0,"0"0"-871"0,0 0-40 0,0 0-51 16,0 0-33-16,0 0-76 0,21 72-62 16,-15-54-68-16,0-2-79 15,0-1-82-15,-1-1-3 0,2 0-88 0,1-3-110 16,-1-4-138-16,-1-1-415 0,4-6-1263 0</inkml:trace>
  <inkml:trace contextRef="#ctx0" brushRef="#br0" timeOffset="10199.45">22646 5992 3291 0,'0'0'730'0,"0"0"-532"0,0 0-102 16,0 0 53-16,8 75 144 0,-2-48-23 15,4-1-84-15,-1-2-28 0,4 1-55 16,-4-4-54-16,-1-6-34 0,-1-3-12 16,-4-1-2-16,0-5-1 0,0-4-1 15,-3-2 1-15,1 0 2 0,-1 0-2 16,0 0-27-16,0-4-58 0,0-5-22 0,0-1 10 15,0-5-25-15,0-1-28 0,-1-6 46 16,0-2 43-16,-1-3 11 0,2 3 50 31,0 0 4-31,0 5 20 0,0 5-2 0,0 2 14 0,6 2 1 0,0 2-37 16,1 2-6-16,7 3-18 0,5 3 24 0,3 0 17 16,4 3 8-16,1 7 8 0,-3 2 28 15,-3 4 7-15,-4 0 23 0,-7 2 10 16,-4-3-16-16,-6 3-3 15,0-1-9-15,-10 1-12 0,-5 0-19 0,-6-1-12 16,-2 0-20-16,-2-3-10 16,3-2-110-16,2-3-99 0,3-2-81 0,9-5-143 15,0-2-285-15,5 0-645 0,3-7-488 16</inkml:trace>
  <inkml:trace contextRef="#ctx0" brushRef="#br0" timeOffset="10481.7">23072 6193 1683 0,'0'0'442'0,"0"0"-108"0,0 0 17 16,0 0-85-16,0 0-99 15,0 0-62-15,91-49-16 0,-77 36-51 16,-2-1-35-16,-3 1 23 0,-5 3 31 0,-4 1 123 16,0 1 87-16,-4-2-106 0,-5 4-65 15,-3 2 1-15,0 1 39 0,0 3 31 0,-2 0-17 16,2 7-61-16,2 0-89 0,-3 4 0 15,6 2 0-15,1 2-2 16,2 2-1-16,4-2-12 0,0 3-4 0,4-1-2 16,8-1 18-16,5-3-28 15,2-3-6-15,4-2-40 0,1-6-92 16,4-1-20-16,-1-1 15 0,0-2-131 16,1-6-173-16,-1-2-301 0,-7 3-391 15,5-5-54-15</inkml:trace>
  <inkml:trace contextRef="#ctx0" brushRef="#br0" timeOffset="10895.61">23453 6160 238 0,'0'0'978'0,"0"0"-337"0,0 0-145 0,0 0-176 16,0 0 40-16,0 0-12 0,0 0-116 15,10 68-12-15,-9-61-15 0,1-2-42 16,-1-1-60-16,-1-3-51 0,2 1-11 16,-1-2-7-16,2 0 0 0,2 0 28 0,1-3 21 15,3-5 3-15,4 0-27 0,4-3-41 16,1-1-15-16,2-1-3 0,-3 2-2 15,-4 2-25-15,-4 1 8 0,-1 5 7 16,-5 2 0-16,-1 0-4 0,-1 1 4 16,-1 0 9-16,2 0 3 0,-1 2 9 15,3 4 74-15,1 0-18 0,-1 3-32 16,2-1-5-16,1-1-10 0,-1 0-2 16,-2 0-16-16,2-1 0 0,-2-2-2 15,2-2-17-15,-2-2-33 16,4 0-55-16,0 0 2 0,1-1 56 0,2-4 30 15,1-1 4-15,-1 0-1 0,2-1-9 0,-4 2 1 16,1 2 11-16,-6-1 13 0,-2 4 0 16,-1 0 13-16,-1 0 36 0,0 0 53 15,3 0 6-15,0 4-13 0,3-1 15 16,0 2-46-16,2 1-12 0,1-1-15 0,-2 0-25 16,3-2-12-16,-3 1-12 0,2-3-61 15,1-1-93-15,3-1-79 0,0-6-52 16,4-2-394-16,-6 1-713 0,7-3-586 15</inkml:trace>
  <inkml:trace contextRef="#ctx0" brushRef="#br0" timeOffset="11256.31">24084 6127 2526 0,'0'0'714'15,"0"0"-352"-15,0 0-25 0,0 0-82 16,0 0-53-16,0 0-38 15,0 0-41-15,0 0-65 0,-71 70-54 0,71-63-2 16,2-2 13-16,2-1-15 0,4-1 0 16,0-3-34-16,2 0 3 0,0 0 7 15,-1-3 21-15,4-1 3 0,-4 0 1 0,-1-1 2 16,1 2-2-16,-3-2 0 0,-1 3 0 16,-2-2-1-16,0 4 0 0,0 0 12 15,0 0 7-15,2 0 2 0,0 0 4 16,1 0-1-16,-2 0 13 0,2 0-3 15,-2 0 0-15,-1 0 12 0,1 4 24 16,-2-3 46-16,-1 0-28 0,3 0-33 16,1 3-21-16,2-3-22 0,3 2-12 0,-1 0 0 15,2-2-2-15,1 0-44 16,1-1-51-16,0 0-50 16,3 0-61-1,0 0-66-15,2-3-247 0,2-3-500 16,-7 1-171-16,9-5-112 0</inkml:trace>
  <inkml:trace contextRef="#ctx0" brushRef="#br0" timeOffset="11679.9">24516 6100 662 0,'0'0'482'15,"0"0"-208"-15,0 0-20 0,0 0 31 16,0 0 49-16,0 0 51 0,0 0 29 16,0 0-25-16,0 0-38 0,0 0-30 0,0 0-41 15,6 3-52-15,-6 1-31 0,0 0-47 16,2 2-34-16,-1 2-46 0,1 3-15 16,-1-3-12-16,3 3-16 0,-2-2-12 15,-1 0 7-15,0-3 2 0,-1 0-3 16,2-3-18-16,-2 0-3 0,0-2 3 15,0-1 9-15,1 0-11 0,-1 0-1 0,2 0 2 16,1-2-2-16,0-3-42 0,1-3-43 16,3 0-7-16,0-4 59 0,2-1-37 15,1 1-65-15,0 0-3 0,0 1 25 16,-1 0 8-16,2 4 12 0,-3 0 28 16,-1 2 25-16,-3 4 12 0,-1 1 10 15,0 0 15-15,0 0 3 0,4 0 17 0,-1 4 30 31,1-1-4-31,2 5-15 0,2 0-10 0,4 0-16 0,3-2-2 16,4 1-33-16,3-4-222 0,5-1-403 0,3-2-430 16,-6 0 271-16,8-3-845 0</inkml:trace>
  <inkml:trace contextRef="#ctx0" brushRef="#br0" timeOffset="12033.01">24981 6049 684 0,'0'0'560'0,"0"0"-78"0,0 0-28 15,0 0-50-15,0 0-88 0,0 0-24 16,0 0-18-16,0 0-30 0,-44 71-33 16,44-60-44-16,0-3-64 0,7 1-50 15,1-2 15-15,3-5 34 0,-1 1 19 0,2-3-56 16,2 0-62-16,1-6-3 0,0-4-3 16,0-2-77-16,-1-5-10 0,-1-1 62 15,-4-1-109-15,2-2 19 0,-5-1 34 16,0-2-24-16,-2 1 7 0,-1-4-6 15,0 1 38 1,0 0 69-16,-2-2 3 0,-1 3 32 0,0 5 40 0,0 4 42 16,0 5 47-16,-4 5 32 0,3 4 3 0,-1 2-57 15,1 0-19-15,-1 4 55 0,0 5 94 16,-3 4-53-16,2 7-67 16,-1 7 21-16,-1 4-46 0,2 5-40 0,1 1-39 15,2-2-32-15,0 0-15 0,7-6-1 16,-3-3-31-16,1-7-65 0,-1-3-110 15,-4-3-134-15,0-4-394 0,0-5-955 16,-4-1-667-16</inkml:trace>
  <inkml:trace contextRef="#ctx0" brushRef="#br0" timeOffset="12497.39">23943 6756 3049 0,'0'0'614'15,"0"0"-312"-15,0 0-19 0,0 0-51 16,0 0 27-16,0 0-29 0,0 0-86 16,0 0-80-16,0 0-64 0,0 0-21 15,0 0-28-15,67 61-15 0,-55-69-31 16,1-1-37-16,3-3-65 0,0 1-131 16,1-3-130-16,0 2-144 0,-1-1-79 15,4 2-12-15,-2-1 3 0,-1 0 68 0,-1 3 279 16,-2 3 343-16,-5 2 346 15,-3 4 244-15,-3 0 126 0,-2 0 9 0,-1 0 77 16,0 2-82-16,0 4-183 0,0 5-178 16,0 1-136-16,0 0-7 15,0 0-37-15,0 0-61 0,4-2-58 0,-1-1-43 16,0-2-17-16,0-3-21 0,0-1-45 16,-2-3-83-16,1 0-145 0,-1 0-263 15,2-6-918-15,-3-9-1000 0</inkml:trace>
  <inkml:trace contextRef="#ctx0" brushRef="#br0" timeOffset="13276.36">28370 6031 3830 0,'0'0'755'16,"0"0"-585"-16,0 0-130 0,0 0 21 15,-23 73 7-15,23-43-20 0,0-3-28 16,9-2-20-16,1-1-22 0,0-6-5 0,0-5 6 16,-3-2 5-16,-4-6 4 0,0-3 10 15,0-2 2-15,-2 0 0 0,1-5-40 16,-2-2 25-16,1-4 12 0,-1-2-28 16,0-4 19-16,0-3 10 0,2-3-1 15,-1-4-22-15,3 2 13 0,-1-2 11 16,3-1 1-16,0 3 1 15,1 1-1-15,3 6 0 0,0 2-3 0,2 3-19 16,2 5-18-16,2 3 40 0,3 2 3 0,1 3 34 16,0 0 6-16,0 3-6 0,-4 7 18 15,0 3 22-15,-9 2 18 0,-2 3 15 16,-5 2 66-16,-2 4-39 0,-10 1-49 16,-5 3-49-16,-2 0-24 15,-4 0-3-15,-1-2-12 16,-2 1-1-16,4-7-47 0,2 1-49 15,0-3-76-15,4-4-31 0,3-2-90 0,6-4-272 0,3-4-620 0,1-4-373 0</inkml:trace>
  <inkml:trace contextRef="#ctx0" brushRef="#br0" timeOffset="13588.57">28720 6275 843 0,'0'0'1101'15,"0"0"-848"-15,0 0 13 0,0 0 43 16,81-46-93-16,-59 33-91 0,-1-2-58 16,0 0-45-16,-3-1-6 0,-5 0 7 0,-2-2 2 15,-5 1 52-15,-4-1 94 16,-2 1 45-16,-3 1-46 0,-7 7 53 0,0 0 41 16,-2 7 5-16,-2 2-53 0,2 1-27 15,-2 7-109-15,2 2-41 16,1 5-38-16,-1 1 1 0,5 3 1 0,1 3 22 15,5-1-13 1,1 0-12-16,0-2-12 0,9-2-4 16,6-3-14-16,1-3 6 0,4-3-59 0,3-3-76 0,1-1 12 15,0-4-1-15,3-2-106 0,1-8-297 16,-7 4-686-16,10-11-290 0</inkml:trace>
  <inkml:trace contextRef="#ctx0" brushRef="#br0" timeOffset="14044.86">29147 6127 1121 0,'0'0'1447'0,"0"0"-1247"0,0 0-55 16,0 0 229-16,0 0 30 0,0 0-74 0,7 70-98 15,-4-62-83-15,1 1-68 16,-1-6-44-16,-1 2-16 0,-1-4-8 0,2-1 8 16,0 0 7-16,0-1-28 0,2-4-25 15,4-1-55-15,0 1 58 0,1-1-2 16,1-2-1-16,1 1-9 0,-5-1-7 15,3 3 17-15,-4 0 20 0,-3 5 1 16,0-2-9-16,-2 2 12 0,-1 0 24 16,0 2 47-16,3 4 53 0,0 2 36 15,1-1-22-15,3 2-46 0,-1 3-52 16,0-4-37-16,3 1 0 0,-1-1 16 0,1-2-7 16,-2-1-10-16,2-3-2 0,2-2 2 15,-2 0-2-15,1 0-2 0,3-3-10 16,0-5-7-16,1 0-2 0,1-3-13 15,-1 3-33-15,-1-4 2 0,-1 1 7 0,-1 3 18 16,1-1 22-16,-5 3 16 0,0 0-2 16,-1 3-11-16,-3 0 15 0,-2 3 0 15,-1 0 40-15,2 0 12 0,-1 0-6 16,4 2-9-16,0 1 55 0,2 4 12 16,2-3-6-16,0 3-3 0,2 1-22 15,-1-2-22-15,-1 3-35 0,4-3-15 16,-1 0-1-16,-1-2-31 0,3 0-75 15,0 0-93-15,0-3-80 0,0-1-169 16,2 0-505-16,-4-1-321 0,8-9-458 0</inkml:trace>
  <inkml:trace contextRef="#ctx0" brushRef="#br0" timeOffset="14432.98">29888 6113 947 0,'0'0'2345'0,"0"0"-2005"0,0 0-179 16,0 0 141-16,0 0-90 0,0 0-88 16,0 0-53-16,-60 64-18 0,63-55-10 15,6-1-9-15,1-1-22 0,3-3-12 16,-3-3 31-16,0 2 30 0,3-3-8 16,-3 0-29-16,5-6-8 0,-1-4-4 15,3 3-12-15,1-4-19 0,0 3-2 16,-3-2-25-16,1 4 15 0,-5-1 6 15,-2 1 7-15,1 2 15 0,-3 2 0 16,-2-1 3-16,-1 3 22 0,-1 0 37 0,-2 0 11 16,2 0 10-16,1 2 18 0,1 1 97 15,-1 2-15-15,3 0-40 0,-1 5-25 16,1-3-18-16,0 1-19 47,-1-2-23-47,2 1-28 0,-1-3-6 0,1 2-18 0,-2-1-1 0,1-2 10 0,2-2-12 0,2-1 0 0,0 0-63 0,3 0 2 0,2-4-57 15,4-5-70-15,0-1-79 0,3-1-222 16,3-3-534-16,-6 3-518 0,6-4-529 0</inkml:trace>
  <inkml:trace contextRef="#ctx0" brushRef="#br0" timeOffset="14745.25">30533 6047 2925 0,'0'0'717'0,"0"0"-480"0,0 0 64 15,0 0 41-15,0 0-28 0,-56 70-39 16,54-53-107-16,2-5-86 0,5 1-40 16,4-3-27-16,2-1-15 0,2-3 0 15,0-4-39-15,3-2-16 0,-3-1-9 16,1-9-6-16,-1-1 0 0,3-3-3 16,-1-5-31-16,-2-3-6 0,1-3-93 0,-4 0-85 15,1-4-81-15,-2-1-19 0,0-2 32 16,-2-1 129-16,0 0 114 15,-4 3 113-15,0 6 26 0,-3 11 294 0,0 5 131 16,-3 8 46-16,0 0-112 0,-2 7-87 0,0 2-114 16,1 7-74-16,-2 7-40 15,0 5-18-15,-1 7 12 0,0 2-13 16,3 3-34-16,1-2-17 0,0-2-39 16,0-1-122-16,-3-3-160 0,-2-4-237 15,0-9-897-15,-9 6-719 0</inkml:trace>
  <inkml:trace contextRef="#ctx0" brushRef="#br0" timeOffset="15064.96">29487 6897 2999 0,'0'0'1000'0,"0"0"-858"0,0 0 4 16,0 0 90-16,0 0 19 0,0 0-68 15,-1 70-113-15,11-59-74 0,1-4-19 16,2-1-137-16,0-5-31 0,0-1-7 16,3 0-139-16,-1-7-399 0,-3 0-631 0,13-12-255 0</inkml:trace>
  <inkml:trace contextRef="#ctx0" brushRef="#br0" timeOffset="15212.56">29885 6847 3176 0,'0'0'1387'0,"0"0"-1126"0,0 0 27 0,0 0 4 16,0 0-128-16,0 0-67 0,0 0-52 16,0 0-45-16,-3 72-42 0,6-65-112 15,0-3-126-15,-3-2-93 0,0-2-288 16,0 0-987-16,-9-2-765 0</inkml:trace>
  <inkml:trace contextRef="#ctx0" brushRef="#br0" timeOffset="27681.9">25809 3877 1843 0,'0'0'706'15,"0"0"-233"-15,0 0-137 0,0 0 16 0,0 0 10 16,0 0-106-16,0 0-105 0,-85 38-70 16,75-24-44-16,1 3-16 0,-1 3-2 15,5 0-4-15,0 1-2 0,5 0-13 16,0-1-2-16,0-1-2 0,0-2-17 0,6-2 18 15,0-3-10-15,2-2 10 0,-2-3-27 16,3-1 8-16,1-5 6 0,1 1 4 16,1-2-13-16,-1 0-21 0,2 0 6 15,-1 0 9-15,1-3 15 0,0-1 1 16,-2 2 2-16,2-3-5 0,-1-2-10 31,4 0-3-31,-2-3-10 0,-1 2 7 0,0-1 15 0,-2 0-3 16,-2 0 19-16,-3 4 3 0,-1 0 13 0,-3 3-1 15,0-1 1-15,-2 3-1 0,0 0 1 0,1 0-1 16,-1 0 10-16,0 0 34 0,0 0 40 16,0 0-40-16,0 0 0 0,0 2-1 15,0 0-6-15,0 1-8 0,0 0-11 16,3 1-2-16,0 1 18 0,0 3 0 16,1 3 16-16,-1 0 20 0,1 1-5 15,-1-2-28-15,0 0-19 0,0 1-6 16,-1-4-22-16,-1 1-2 0,3-1-15 0,-1-3 3 15,0 0-9-15,0-2-34 0,1 2-46 16,-1-3-93-16,4-1-102 0,0 0-216 16,2-5-274-16,1-2 0 0,-4 1-332 0</inkml:trace>
  <inkml:trace contextRef="#ctx0" brushRef="#br0" timeOffset="27894.06">26145 4025 470 0,'0'0'1087'0,"0"0"-684"15,0 0-112-15,0 0 10 0,0 0 37 16,0 0-52-16,7 71-85 0,-4-56-71 16,-3 1-54-16,3-4-57 0,0 2-6 15,1-3-13-15,0-2-26 0,1-1-12 0,-1-4-70 16,3 0-153-16,-1-2-291 0,1-2-454 15,0 0-260-15</inkml:trace>
  <inkml:trace contextRef="#ctx0" brushRef="#br0" timeOffset="28174.94">26319 4098 1129 0,'0'0'1047'0,"0"0"-824"0,0 0-45 15,0 0 144-15,0 0 88 0,0 0-143 16,22 71-141-16,-19-62-78 0,2-3-46 16,-2-1 16-16,-1-3 11 0,-1 0 34 15,-1-2 62-15,0 0 86 0,2 0-34 16,-1 0-25-16,-1 0-13 0,2 0-4 16,-1-5 15-16,2 1-102 0,0-2-47 0,1-3 10 15,2-3 8-15,0-3-4 0,-1 0-5 16,0-2-10-16,-1-1-49 0,-1 2-49 0,2-1-31 15,-3 3-37-15,2 1-78 0,-2 1-203 16,1 1-502-16,-2 5-240 0,4 1-388 0</inkml:trace>
  <inkml:trace contextRef="#ctx0" brushRef="#br0" timeOffset="28494.72">26534 4145 1064 0,'0'0'998'0,"0"0"-790"16,0 0 8-16,0 0 123 0,0 0-44 16,0 0-113-16,0 0-64 0,0 0-58 15,0 0-15-15,0 0-17 0,0 0-5 0,78-54 2 16,-75 42 0-16,-3 0 4 0,0 1-4 16,0-3 10-16,-3 4-16 0,-3-1 31 15,0 4-9-15,0 2 3 0,-2 3 0 16,2-1 3-16,0 3 35 0,-1 0 19 0,-1 5 17 15,2 2-9-15,-3 3-53 0,3 3-35 16,2 4-17-16,-2 3 17 0,5 5 26 16,1-3-17-16,0 1-29 0,7-2-1 15,3-3-12-15,2-2-3 0,5-2-22 16,-1-5-78-16,4-2-44 0,0-4-145 16,2-3-173-16,-1 0-237 0,-5-7-89 15,3-6-557-15</inkml:trace>
  <inkml:trace contextRef="#ctx0" brushRef="#br0" timeOffset="28775.97">26771 4051 1372 0,'0'0'744'0,"0"0"-349"0,0 0-153 0,0 0 28 16,0 0 40-16,0 0-46 16,9 70-40-16,-3-57-33 0,0-1-49 0,0-4-48 15,-2 2-29-15,5-4-15 0,-2-3-10 16,0 1-6-16,2-4 6 0,2 0 1 15,-1 0 14-15,1-4 19 0,1 1-49 16,-3-1-13-16,0 1 3 0,-2-1 1 16,-3-1 5-16,-1 5 13 0,0-1 9 15,0 1 9-15,0 0 13 0,1 0 5 16,2 0-9-16,5 0-18 0,-2 1-6 16,4 4-7-16,0-1-27 0,2-2-3 15,0 0-1-15,1 0-57 0,1-2-116 16,2 0-161-16,1-6-369 0,-4 0-799 15,9-9-668-15</inkml:trace>
  <inkml:trace contextRef="#ctx0" brushRef="#br0" timeOffset="29728.36">27749 4002 1554 0,'0'0'1629'0,"0"0"-1256"0,0 0-199 16,0 0-42-16,0 0-7 0,0 0 80 16,0 0-44-16,0 0-12 0,0 0-22 15,36 74-13-15,-33-65-7 0,0-2-18 0,0-1-40 16,-1-3-19-16,0-1-27 0,-2-1-3 15,1-1-1-15,-1 0 1 0,2 0-1 16,-1-3-35-16,1-2-7 0,1 1-6 16,1-4-25-16,0-3 31 0,2-1 25 15,4-3 2-15,-3 4-30 0,-1-1 9 16,0 5 16-16,1 0 20 0,-4 2 1 16,-2 4-2-16,2 0-11 0,-3 1 13 15,0 0 0-15,3 0 16 0,0 3 33 16,3 5 49-16,1 0-8 0,3 5-20 15,0-1-27-15,0 1-13 0,2 1-11 0,-2-2-7 16,0-1-12 0,0 0 1-16,-1-3-1 0,-1-2-11 0,1-2-8 0,-2-2-17 15,2-2-50-15,-2 0-58 0,3-4 48 16,0-2 41-16,0-2-13 0,2-5-6 16,-4 2 12-16,1-1 12 0,-3 2 19 0,2 0 28 15,-2 1 3-15,0 2 0 0,-2-2 0 16,1 4 0-16,-2 2 1 0,-2 3 21 15,-1 0 18-15,0 0 16 0,3 0 21 16,-3 0 13-16,1 5 12 0,-1-2 11 16,5 7-12-16,-1-2-33 0,2 5-32 15,1-1-35-15,3-1-1 0,0-1-52 0,0 1-89 16,3-4-114-16,2-2-183 0,0-4-307 16,-3 0-505-16,5-1 127 0</inkml:trace>
  <inkml:trace contextRef="#ctx0" brushRef="#br0" timeOffset="30291.31">28383 4028 2974 0,'0'0'685'0,"0"0"-562"16,0 0-57-16,0 0 79 0,0 0 77 16,0 0-41-16,0 0-61 0,26 74-45 15,-12-65-29-15,-2-3-15 0,-1 0 36 16,0-4 1-16,-3-2-10 0,1 0-30 15,-5 0 9-15,0-2 2 0,-1 0 7 16,-1-2 22-16,-2 0 69 0,0-3-34 0,0-1-54 16,-8-1-49-16,-1 0-28 0,-3 0-57 15,-4 1-40-15,-1-3-15 0,-2 3 11 16,6 1-3-16,1-1-10 0,4 5-18 16,5 2-20-16,3-3-109 0,0 4-130 15,2 0-60-15,7 0 200 0,2 0 199 16,0 0 54-16,4 0 26 0,-1 0 1 15,3 4-1-15,1-3-3 0,2 1 3 16,1-1 0-16,0 4 0 0,-1-1 1 16,0-1-1-16,-3 2 45 0,-1 2 13 0,-3-1 35 15,-3 2 51-15,0 0 20 16,-4-1-5-16,-3 2-6 0,1-4-23 0,-2 2-32 16,-2-1-26-16,0-2-9 0,1-2-9 15,-1 0-54-15,3-2-3 0,1 0-35 16,-1 0 7-16,4-1-17 0,-1-4 42 15,3-3 6-15,-1-1 13 0,4-1-12 0,0-1-1 16,2-1 0-16,-1 0 0 16,-2 3 0-16,0 4-4 0,-3 2 4 0,-2-1 16 15,-2 4 66-15,0 0 37 0,1 4 123 16,-1 2 65-16,1 1-76 0,0 1-63 16,2 2-52-16,-1 0-55 0,0-3-42 15,1 1-16-15,1-2-2 16,0-1-1-16,1-1-61 0,1-3-114 0,1-1-89 15,1-1-20-15,1-7-160 16,1-3-355-16,-5 2-444 0,5-10-239 0</inkml:trace>
  <inkml:trace contextRef="#ctx0" brushRef="#br0" timeOffset="30453.71">29069 3834 2932 0,'0'0'800'16,"0"0"-655"-16,0 0-130 0,0 0 79 15,-6 83 58-15,6-59-25 0,6 2-55 16,1-2-40-16,-1-2-32 0,2-3-3 16,-2-2-69-16,-1-3-124 0,-2-4-138 15,-2-1-193-15,-1-3-661 0,0-5-320 0</inkml:trace>
  <inkml:trace contextRef="#ctx0" brushRef="#br0" timeOffset="30861.43">29069 4009 2466 0,'0'0'985'0,"0"0"-925"16,0 0-60-16,0 0 0 15,69-73-3-15,-47 51 1 0,-1 0 2 0,-2 0 3 16,0 2 0-16,-3 2 0 0,-3 2-3 16,-3 6 2-16,-4 3 13 0,-2 4 1 15,-1 3 22-15,-3 0 70 0,0 0 52 16,0 7 1-16,1 3 55 0,2 4 48 15,-3 1-91-15,3 7-75 0,-2 0-24 16,1 1 27-16,-1-1 24 0,2-2-21 16,0 0-40-1,0-5-24-15,0 0-22 0,0-6-18 0,1 1-21 0,0-4 8 0,1-3-5 16,-1 0-25-16,0-3-33 16,1 0-58-16,-1 0 39 0,2-4 43 15,-1 1 18-15,0-1 34 0,-1-1 11 0,-1 1 14 16,3 1-13-16,1-2-12 0,3 2-2 15,0 0 2-15,1 3 0 0,1 0 22 0,-3 0 8 16,1 0 25-16,0 6 43 0,-3 0 9 16,1 2-22-16,-1-1-39 15,0-3-31-15,-3 2-15 0,2-2 0 16,0-3-64-16,-2 0-61 0,3-1-110 0,-1 0-138 16,0-2-292-16,-2-2-578 0,-1-5-185 0</inkml:trace>
  <inkml:trace contextRef="#ctx0" brushRef="#br0" timeOffset="31195.87">26985 4444 3823 0,'0'0'663'0,"0"0"-602"15,0 0-30-15,88 0 129 0,-35-2 49 16,12-2-1-16,10-2-105 0,10-1-72 15,6-2-29-15,3 0-2 0,2-3-11 16,-2 3-14-16,1 1-48 0,-1-2-104 16,-5 2-114-16,-7 1 19 0,-5 0-366 0,-24 2-946 15,5-2-360-15</inkml:trace>
  <inkml:trace contextRef="#ctx0" brushRef="#br0" timeOffset="31409.34">27550 4497 3764 0,'0'0'682'0,"0"0"-682"16,0 0 13-16,0 0-13 0,0 0 80 15,122 3-18-15,-64-5-23 0,10-4-39 16,1-2-31-16,2-4-80 0,-5-1-143 0,-1 0-239 15,-19 3-889-15,7-3-873 0</inkml:trace>
  <inkml:trace contextRef="#ctx0" brushRef="#br0" timeOffset="64010.78">12290 10972 388 0,'0'0'427'16,"0"0"-114"-16,0 0-59 0,0 0-23 15,0 0-3-15,0 0-8 0,0 0-25 16,0 0-27-16,3-44-16 0,-3 42-10 16,-3 1-7-16,0 0-42 0,-2-2 26 15,0 3-11-15,-4 0-8 0,0 0-24 0,1 0-22 16,-5 4-3-16,1 3 22 0,-1 0 0 16,-3 3-26-16,3 1-9 0,-1 3-9 0,2 3 27 15,4 2 1-15,-4 2-6 0,7 1-14 16,0 1-21-1,2 5-16-15,2 0 13 0,-2 2-10 16,3 0-3-16,0 0 0 0,0-1 2 0,0 2 0 16,0-1 1-16,0-3 22 0,0-4 6 15,0-2 1-15,4-3 0 0,1 0-32 16,0-2 19-16,1-4 3 0,-1 2-19 16,2-3 22-16,-3 1 9 0,0 0 0 0,1 0 10 15,-2-2 34-15,-2 0 40 0,1 1-35 16,1-3-31-16,-2-1-24 0,0-2-3 15,1 0-25-15,3-1-28 0,0-3-6 16,1 1 19-16,4 1 15 0,2-2-3 16,2 0-7-16,3 2 8 0,-1-3-1 0,1 0-25 15,-1 0-33-15,0 0 60 0,-2 0-21 16,0 0-56-16,-2-3-37 0,-2 3-6 16,0-1-46-16,-3 0-60 0,-1-2-102 0,-1 1-116 15,-5 1-148-15,0-3-104 0,0 2-33 16,-3-6 65-16</inkml:trace>
  <inkml:trace contextRef="#ctx0" brushRef="#br0" timeOffset="64187.86">12267 11433 1258 0,'0'0'983'0,"0"0"-641"0,0 0-216 0,0 0 6 16,0 0 41-16,0 0 7 15,0 0-14-15,0 0-58 0,0 0-68 0,0 0-40 16,54-39-32-16,-39 34-108 16,1-1-186-16,-8 4-448 0,10-7-847 0</inkml:trace>
  <inkml:trace contextRef="#ctx0" brushRef="#br0" timeOffset="98030.97">9354 8022 3447 0,'0'0'586'16,"0"0"-264"-16,0 0-188 0,0 0-5 16,0 0 90-16,0 0 1 0,0 0-55 15,0 0-59-15,81 77-63 0,-51-50-16 16,3 6-3-16,4 1 10 0,1-1-13 16,0-2-21-16,-2 1-33 0,-3-5-31 15,0 0-39-15,-4-4-22 0,-3-2-40 0,-5-2-65 16,-3-3-113-16,-1-2-239 0,-4-3-97 15,-3-4-424-15,-1 1-222 0</inkml:trace>
  <inkml:trace contextRef="#ctx0" brushRef="#br0" timeOffset="98222.46">9818 8070 2413 0,'0'0'1105'15,"0"0"-673"-15,0 0-41 0,0 0 4 16,0 0-70-16,-76 48-118 0,52-19-79 16,-3 9-46-16,-3 9-40 0,0 6-42 15,-2 3-34-15,-1 2-33 0,2-3-57 16,3-2-62-16,-1-4-151 0,2-4-263 0,5-11-733 16,-11 13-1149-16</inkml:trace>
  <inkml:trace contextRef="#ctx0" brushRef="#br0" timeOffset="103201.74">27746 7911 417 0,'0'0'2317'0,"0"0"-1753"0,0 0-170 16,0 0-105-16,0 0 59 0,0 0-36 16,0 0-72-16,0 0-57 0,0 0-49 15,0 0-33-15,-6 10-19 0,6-6 0 16,0 1-18-16,6 6-7 0,6 4-14 16,6 5-4-16,5 5-3 0,2 2-11 15,5 0-13-15,2 0-12 0,4 2-12 16,-2-2 9-16,-2 1-22 0,0 0-8 15,-3-3-21-15,-4-1-68 16,-1-2-39-16,-3-5-31 0,-2 0-25 0,-3-6-59 16,-3-3-120-16,-3-1-100 0,-4-3-146 0,-2-3-148 15,-1 1-366-15,-3-2 152 0</inkml:trace>
  <inkml:trace contextRef="#ctx0" brushRef="#br0" timeOffset="103381.26">28112 8001 3466 0,'0'0'653'16,"0"0"-252"-16,0 0-121 0,0 0 14 15,-80 50 7-15,55-20-119 0,3 6-118 16,-1 4-43-16,0 6-10 0,0 4-11 0,0 0-45 16,0 0-83-16,-1 1-81 0,2-4-148 15,0-1-341-15,5-12-772 0,-15 11-1154 16</inkml:trace>
  <inkml:trace contextRef="#ctx0" brushRef="#br0" timeOffset="108331.2">13492 13189 2846 0,'0'0'757'15,"0"0"-492"-15,0 0-117 0,0 0 6 16,0 0-8-16,96 66-50 0,-65-49-69 15,3 2-27-15,5 4-1 0,-3-3-21 0,1 3-12 16,0 0-74-16,-4-1-83 0,-5 1-161 16,0-1-201-16,-8-5-77 0,-3 3-487 0</inkml:trace>
  <inkml:trace contextRef="#ctx0" brushRef="#br0" timeOffset="108497.78">13810 13210 3119 0,'0'0'487'15,"-43"66"-354"-15,21-27-73 0,-1 12 3 16,-4 5-18-16,1 5-45 0,1-1-41 16,4-1-60-16,5-3-180 0,2-17-420 15,2 16-915-15</inkml:trace>
  <inkml:trace contextRef="#ctx0" brushRef="#br0" timeOffset="116533.59">16335 17086 2017 0,'0'0'579'0,"0"0"-247"16,0 0-130-16,0 0 85 16,0 0-14-16,0 0-6 0,0 0-66 0,0 0-36 15,0 0 6-15,42 34-48 0,-15-11-33 16,8 7-23-16,4 5-21 0,3 4-27 16,1 0-4-16,-1 0-15 0,-3-3-9 15,1-1-40-15,-7-6-25 0,-1-4-25 16,-4-3-67-16,-2-5-52 0,-4-2-117 15,0-7-251-15,-5-2-110 0,-6-2-416 0,0-4-10 16</inkml:trace>
  <inkml:trace contextRef="#ctx0" brushRef="#br0" timeOffset="116716.11">16678 17141 1322 0,'0'0'1385'0,"0"0"-878"0,0 0-246 0,-65 65-55 16,42-29-73-16,-4 6-20 0,-1 5-29 16,-1 6-84-16,-2 3-42 0,-1 3-68 15,-3 0-13-15,2 3-83 0,2-1-234 16,6-15-633-16,-4 11-332 16</inkml:trace>
  <inkml:trace contextRef="#ctx0" brushRef="#br0" timeOffset="117001.39">16417 18127 3071 0,'0'0'529'0,"0"0"-387"0,0 0-13 0,84 29 50 15,-48-16-3-15,6 1-2 16,4 3-50-16,1 2-90 0,4 2-34 0,-6 1-37 16,-1 1-25-16,-4-2-59 0,-2-2-122 15,-2-1-107-15,-9-1-372 0,-5-5-443 16,2 0-218-16</inkml:trace>
  <inkml:trace contextRef="#ctx0" brushRef="#br0" timeOffset="117166.95">16799 18190 2644 0,'0'0'526'0,"0"0"-369"0,-65 89-94 16,46-50 17-16,-4 10-80 0,3-1-10 15,4 4-114-15,4-5-67 0,1-9-182 16,3 12-1053-16</inkml:trace>
  <inkml:trace contextRef="#ctx0" brushRef="#br0" timeOffset="131882.84">28591 17964 2426 0,'0'0'1000'0,"0"0"-535"16,0 0-120-16,0 0-16 0,0 0-71 16,0 0-71-16,60 69-68 0,-40-50-36 15,3 1-32-15,3-1-51 0,-1 2-3 16,4-4-30-16,1 3 5 0,0-1-17 16,1 0-62-16,-1 2-43 0,0-3-31 0,-1-2-134 15,-2-2-204-15,0 1-188 0,2-3-361 16,-10-3 24-16,10 1 2 0</inkml:trace>
  <inkml:trace contextRef="#ctx0" brushRef="#br0" timeOffset="132126.19">29115 17927 2040 0,'0'0'653'0,"0"0"-60"0,0 0-107 16,0 0-3-16,0 0-56 0,-81 49-157 16,54-13-102-16,-3 10-28 0,-2 4-33 15,0 4-71-15,-1 5-36 0,0 0-2 16,1-3-49-16,-1-3-65 0,3-4-76 0,1-6-127 16,5-3-288-16,5-14-623 0,-1 8-837 15</inkml:trace>
  <inkml:trace contextRef="#ctx0" brushRef="#br0" timeOffset="-165370.17">9658 6124 1676 0,'0'0'1369'0,"0"0"-1081"15,0 0-196-15,0 0 35 0,0 0 82 16,0 0-5-16,0 0-68 0,0 0-94 16,0 0-41-16,-11 1-1 0,14 1 31 15,1 0 13-15,3 3 9 0,-1-1 46 16,0 1 43-16,1 3 7 0,1 0-39 16,0 0-27-16,-1 2-19 0,0-1-63 15,1 2 2-15,0-3 15 0,-1 3-18 0,-1-5-3 16,0 0-28-16,1 1 29 0,-2-3 2 15,0-1-18-15,-2 0-28 0,0-1-37 16,0-1-22-16,0 1-24 0,-3-2 8 0,3 0 6 16,-3 0-41-16,0-3-67 0,0 1 18 15,0-3 88-15,0 0 41 0,0-2 6 16,0 0-12-16,0-3-17 0,0 4 19 16,0-2 26-16,0-3 6 0,-2 3 48 15,1-3-2-15,1 1 2 0,0-1 0 16,0-1 17-16,0 0 27 0,3-1-30 15,2 1-12-15,-4 3 34 0,1 3 19 16,-2 2-4-16,0 1 19 0,0 1 57 0,0 2 28 16,0 0-9-16,0 0-33 0,-3 0-19 15,-2 0 20-15,-1 0-40 0,0 2-11 16,-3 1-13-16,2-1-7 0,-3 2 0 16,3 1 10-16,-2 3-3 0,1-2 2 15,2 5-24-15,-2 0-9 0,3 0-18 0,0 1 17 16,2 0-3-16,2-3-2 15,-2 1-1-15,3-3-10 0,0 0-2 0,3 0-1 16,1-2 1-16,2-1 1 0,3-2 24 16,0-2-4-16,2 0 13 0,-2-2 0 15,2-4-6-15,0-4-4 0,0 1 4 16,-4-3-4-16,1-3-8 0,-3 2-16 16,-2 3-3-16,-2-2 3 0,-1 1 21 15,0 3-9-15,-1-1 13 0,-7 3-7 16,2 2-6-16,-3 4-9 0,-2 0 0 0,3 0-2 15,-5 1 1-15,3 8-2 0,0 1-2 16,1 5-17-16,2 0 19 16,3 2 25-16,1-1-7 0,0-1 6 0,3-3-11 15,0-1-10-15,3 0 18 0,4-6-18 16,-1-2 9-16,3-1-9 0,-1-2 12 16,2 0 15-16,-1-9 62 0,1 1-7 15,0-7 0-15,-1 0-15 0,0 0-28 16,-1-1-30-16,-5 4-11 0,-3-2 1 0,0 3 31 15,0 3-15-15,-6-1-17 0,-2 3 2 16,-1 2 21-16,1 4-22 0,0 0 0 16,-2 0 0-16,3 7-2 0,-4 5-2 15,2 2 2-15,1 5 30 0,1 2 18 16,4 3-2-16,2-5-16 0,1-2-30 16,0-5 0-16,7-1-40 0,2-4-11 0,2-4-22 15,1-3-118-15,2 0-125 0,-4-3-392 16,11-15-791-16</inkml:trace>
  <inkml:trace contextRef="#ctx0" brushRef="#br0" timeOffset="-164217.08">15808 8284 2017 0,'0'0'486'0,"0"0"-215"0,0 0-159 15,0 0 23-15,0 0 181 0,0 0-74 16,0 0-59-16,0 0-63 0,0 0 33 0,-6 62-11 16,12-61 1-16,3-1-31 15,2 0-25-15,2-6-38 0,0-1-37 0,-2-1 10 16,-3 4 40-16,-3-3 2 0,-5 0-61 15,0 0-3-15,0-2-55 0,-3-1 36 16,-2 2 18-16,-3-1 0 0,0 1-1 16,-2 4 2-16,1 0 14 0,2 4-14 15,-2 0 0-15,1 0 15 0,2 0 16 16,1 1-31-16,1 5 0 0,0 0 0 16,2 4 34-16,1-2-4 0,1 3 16 0,0-3 25 15,0-3-7-15,1 2-33 0,2-2-4 16,0-1 41-16,-2-2 8 0,2-2-34 15,2 0-20-15,-2 0 11 0,4-4 19 16,0-3-19-16,2-1 7 0,-2-1 18 0,1 0-10 16,-3 2-20-16,-2 1 2 0,-3 2 27 15,0 4 16-15,0-2-73 16,-10 2-6-16,0 0-70 0,-4 2-18 0,0 4-15 16,0 0-6-16,-2 3-10 0,3 1-80 15,0-1-207-15,3-1-262 0,3-2-453 47,-2-2-467-47</inkml:trace>
  <inkml:trace contextRef="#ctx0" brushRef="#br0" timeOffset="-96497.2">21176 5791 95 0,'0'0'238'0,"0"0"-141"15,0 0-44-15,0 0 12 0,0 0 26 16,0 0-3-16,0 0-19 0,0 0-27 16,0 0 17-16,-7-31 42 0,4 28 45 15,1-1 11-15,-1 2 48 0,1-1 0 16,-3 1-40-16,2 1 27 0,0-2 22 15,-1 0-33-15,-1 0-42 0,-1 2-46 16,0 0-42-16,-1-3-50 0,-3 1-2 16,1-2-12-16,0 1 13 0,-1 1 15 0,-3-1 11 15,2-1-8-15,-4 1-18 0,2 0-3 16,1 0 3-16,-3 2 45 0,-1-1 13 31,5 2-36-31,-4-1-22 0,-1 1-35 0,0-2 19 0,1 2 13 0,-4 0-32 16,3 0 35-16,-1 1-13 0,-1-1 13 15,1 1-2-15,1 0-1 0,-2 0 3 16,-1 0 45-16,-1 1-45 0,0 1-41 0,-1-1 41 16,0 3 61-16,-1 1-61 0,1-2 0 15,2 2 36-15,-1-1 5 0,2 2-41 16,-1-4 3-16,2 4 49 0,0-1-52 16,-3 1-52-16,1 0 46 0,-3-1 6 15,1 2 39-15,2 0-33 0,0 0 29 0,2-2 10 16,3 2 13-16,2-1-44 0,1 0-14 15,0 3-14-15,3-1 14 0,-2 0 3 16,2 2 42-16,1 0 22 0,0 3-23 16,-1 1-12-16,0 3-13 0,2 1 48 15,2 0 51-15,0-1-58 0,-2 2-22 16,2-1-35-16,-1 0 10 16,0 0 3-16,-3 1 3 15,0-1-18-15,4 0 0 16,-4 0 1-16,7-4 11 0,-1 1 28 0,2-1-22 0,0 2-19 15,0-3-21-15,5 4 21 0,-1-3 47 0,0 4-6 16,0-1-19-16,1 1-7 0,-1 1 11 0,1 1-4 16,0-1 44-16,1 1-29 0,3-3-36 15,-2 1-1-15,3-2-19 0,3 2 19 0,0 1-12 16,6 1-1-16,-5 0 26 16,6 2-14-16,-2-3 1 0,2 2-1 0,0-1-1 15,0-5-11-15,2-1 11 0,1-2-14 16,3-3-2-16,-2-3 17 0,5 0 1 15,1-6 11-15,2 0-11 0,0 0 0 16,1 0 25-16,1-2-24 0,-2-5-1 16,1-1-8-16,-1 0 8 0,1-3 2 15,-1 0 1-15,0-1-3 16,-1-1 3-16,1-1 35 0,0-3-35 0,1 1-3 0,2-4 25 16,-2 0-19-16,3-3 26 15,-2-1-31-15,-1-1 0 0,-1 0 42 16,-6 1-43-16,-1 4 0 0,-7 1 16 0,-2 0 2 15,-3 3-18-15,-4 2 0 0,0 1 0 16,-1-2 18-16,-1-2-16 0,-2 0 17 0,-1-3 22 16,-4-2-29-16,0-4-12 15,-6-1-26-15,-10-8 4 0,-1-1-34 0,-8 1-73 16,-2-3-3-16,0 4 16 16,-2 6-14-16,-1 5-153 0,0 4-210 15,8 7-477-15,-13-2-633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5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31 11877,'5'12'10670,"10"28"-5612,-13-11-3707,0 0 0,-5 43 0,1 11-888,2-53-386,4 64 66,-2-83-121,-1 1 1,2-1-1,-1 0 1,1 0 0,10 21-1,-16-61-177,1-51-1,2 22 166,-4-7-18,-1 0 0,-4 1 0,-18-68 0,26 118 4,6 14 75,-3 1-56,-1 1-1,0-1 1,1 0-1,-1 1 1,0-1-1,0 1 1,0 0-1,0-1 1,0 1-1,-1 0 1,1-1-1,0 3 1,3 27 44,0 1 1,-3-1 0,0 1-1,-2 0 1,-6 36-1,0 7-48,5-35-11,2-1 0,1 0 0,2 0 0,10 48 0,-13-85 0,1 0 0,-1 1 0,1-1 0,-1 1 0,0-1 0,0 0 0,0 1 0,0-1 0,-1 1 0,0 3 0,1-6 0,0 0 0,0 0 0,0 0 0,0 0 0,0 1 0,-1-1 0,1 0 0,0 0 0,0 0 0,0 0 0,0 0 0,0 0 0,0 0 0,0 0 0,0 0 0,0 0 0,0 0 0,0 0 0,-1 0 0,1 0 0,0 0 0,0 0 0,0 0 0,0 0 0,0 0 0,0 0 0,0 0 0,0 0 0,-1 0 0,1 0 0,0 0 0,0 0 0,0 0 0,0 0 0,0 0 0,0 0 0,0 0 0,0 0 0,0 0 0,0 0 0,-1 0 0,1 0 0,0 0 0,0-1 0,0 1 0,0 0 0,0 0 0,0 0 0,0 0 0,0 0 0,0 0 0,0 0 0,0 0 0,0 0 0,0 0 0,0-1 0,0 1 0,0 0 0,0 0 0,0 0 0,0 0 0,0 0 0,0 0 0,-4-19 0,-19-101 0,13 76 0,-5-61 0,14 96 201,1 1 1,0-1-1,1 1 0,2-13 1,1 8-2263,1 0-4419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6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22 140 11717,'0'1'231,"0"-1"-1,-1 0 0,1 1 1,-1-1-1,1 0 0,-1 0 1,1 1-1,-1-1 0,1 0 0,-1 0 1,1 0-1,-1 0 0,0 0 1,1 0-1,-1 0 0,1 0 1,-1 0-1,1 0 0,-1 0 1,1 0-1,-1 0 0,1 0 0,-1 0 1,1-1-1,-1 1 0,1 0 1,-1 0-1,1-1 0,-1 1 1,1 0-1,-1-1 0,1 1 1,-1-1-1,0 0 44,0-1 1,1 1-1,-1-1 1,1 1-1,-1-1 1,1 1-1,0-1 1,0 0-1,0 1 1,0-1-1,0-2 1,0-2 153,1 1 0,0-1 0,0 1 0,0-1 0,1 1 0,2-6 0,1 5 8,0 1-1,1 0 1,-1 0-1,1 0 0,1 1 1,-1 0-1,0 0 1,1 0-1,0 1 0,0 0 1,12-3-1,9-6-113,-24 11-300,-1-1 1,1 1-1,0 0 1,0 0-1,0 1 1,0-1-1,-1 1 0,1 0 1,0 0-1,0 0 1,0 0-1,0 1 0,0 0 1,0-1-1,-1 1 1,1 1-1,7 2 1,-9-3-3,1 0 0,-1 1 0,0-1 1,1 1-1,-1 0 0,0-1 1,0 1-1,0 0 0,0 0 0,0 0 1,-1 0-1,1 1 0,0-1 1,-1 0-1,0 1 0,0-1 0,0 1 1,0 0-1,0-1 0,0 1 1,0 0-1,-1-1 0,1 1 1,-1 0-1,0 5 0,-2 9-6,0 0 1,-2 0-1,1 0 0,-2-1 1,-1 1-1,0-1 0,0 0 0,-2-1 1,0 1-1,-1-2 0,0 1 1,-1-1-1,-1-1 0,0 0 0,-1 0 1,-21 17-1,31-29-5,1 0 0,0 0 1,0 0-1,0 0 0,0 0 0,0 0 1,0 1-1,0-1 0,1 0 0,-1 0 1,0 1-1,0 1 0,1-2-7,0-1 0,0 0 0,0 1 0,0-1 0,0 0-1,0 1 1,0-1 0,0 0 0,0 1 0,0-1 0,1 0 0,-1 0 0,0 1-1,0-1 1,0 0 0,1 0 0,-1 1 0,0-1 0,0 0 0,1 0 0,-1 1 0,0-1-1,0 0 1,1 0 0,-1 0 0,0 0 0,1 0 0,-1 1 0,0-1 0,1 0-1,-1 0 1,0 0 0,1 0 0,44-1 25,-19 0-30,5 3 47,56-3 0,-39-9-5204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8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11301,'2'-4'811,"1"1"0,0 0 0,-1 0 0,1 0 0,0 0 0,1 1 0,-1-1 0,0 1 0,7-3 0,-5 2-500,0 1-1,0 0 1,1 0-1,-1 1 1,0 0-1,1 0 1,5-1-1,-7 2-262,0-1-1,0 1 1,0 0-1,0 1 0,0-1 1,-1 1-1,1-1 1,0 1-1,0 0 1,-1 1-1,1-1 1,0 1-1,-1-1 1,1 1-1,-1 0 0,0 0 1,0 1-1,0-1 1,0 0-1,0 1 1,0 0-1,4 6 1,-3-2 21,0 1 0,-1 0 1,0 0-1,-1 0 1,1 1-1,-1-1 1,-1 0-1,0 1 1,0 0-1,-1-1 1,0 1-1,-1 10 1,0-8-66,-1 1 0,0-1 1,0 1-1,-1-1 0,-1 0 0,0 0 1,0-1-1,-10 17 0,8-15 41,12-14 7,15-4-79,-15 5 65,1 0 0,-1 0 0,1 1 0,0 0 0,-1 1 0,1-1 0,-1 1 0,1 0 0,-1 1 0,1 0 0,-1 0 0,0 0 1,10 5-1,-14-5 61,-1-1 1,1 0-1,0 0 1,0 1 0,-1-1-1,1 1 1,-1 0 0,1-1-1,-1 1 1,0 0-1,1 0 1,-1 0 0,0 0-1,0 0 1,-1 0-1,1 0 1,1 3 0,-2-1 77,0-1 0,0 0 1,0 0-1,-1 0 0,1 0 0,-1 0 1,1 0-1,-1 1 0,0-1 0,-1-1 1,1 1-1,0 0 0,-1 0 0,1 0 1,-5 4-1,3-3-108,0 0 1,-1-1-1,0 1 0,1-1 0,-1 0 0,0 0 1,-1-1-1,1 1 0,0-1 0,-1 0 1,0 0-1,1 0 0,-9 2 0,-28 3-4136,21-5-1531,2-2-3301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8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0 10261,'-1'3'6281,"-2"2"-3364,-5 15-1158,2-5-793,-6 14 83,1 1 0,2 1 0,-8 40 0,17-69-983,-1 0-1,1 0 1,0 0 0,0 0-1,0 1 1,0-1 0,1 0-1,-1 0 1,0 0 0,1 0-1,0 0 1,-1 0 0,1 0-1,0 0 1,0 0 0,0 0-1,0 0 1,0-1 0,1 1 0,-1 0-1,3 2 1,-1-2 3,1 1-1,-1-1 1,1-1 0,-1 1 0,1 0 0,-1-1-1,1 0 1,0 0 0,0 0 0,0 0 0,4 0-1,11 0-28,0-1-1,0 0 1,35-6-1,-52 5-55,12-1-1043,1-1 1,21-8-1,-16 3-3949,0-1-5529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9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0 14759,'-12'8'9384,"2"10"-5849,-4 17-1050,9-21-1815,0 1 1,2 0-1,0 0 0,-2 17 0,5-25-978,0 0 0,0-1 0,1 1 1,2 11-1,-1-12-1305,0 0 1,0 0 0,0-1-1,1 1 1,6 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9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11989,'39'-17'6856,"-21"8"-6252,1 1 0,-1 0 0,31-6-1,-49 13-660,0 1-1,1 0 0,-1 0 0,0 0 0,0 0 1,1 0-1,-1 0 0,0 0 0,0 0 0,1 0 1,-1 0-1,0 0 0,0 0 0,0 0 0,1 0 0,-1 0 1,0 0-1,0 0 0,1 0 0,-1 1 0,0-1 1,0 0-1,0 0 0,1 0 0,-1 0 0,0 0 1,0 0-1,0 1 0,1-1 0,-1 0 0,0 0 1,0 0-1,0 1 0,0-1 0,0 0 0,1 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0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0 11845,'-27'30'9139,"-1"8"-5682,26-35-3308,0 0 0,0 0 0,1 0 0,-1 0-1,1 1 1,-1-1 0,1 0 0,0 1-1,0-1 1,1 1 0,-1-1 0,1 1 0,-1-1-1,1 1 1,0-1 0,1 1 0,-1 0 0,1-1-1,-1 1 1,1-1 0,0 0 0,2 5-1,-2-6-65,1 0-1,0-1 0,0 1 0,-1 0 1,1 0-1,0-1 0,1 1 0,-1-1 1,0 0-1,0 1 0,1-1 0,-1 0 0,0-1 1,1 1-1,-1 0 0,1-1 0,-1 1 1,5-1-1,52 2 308,-43-2-307,11-1 21,-12 0-63,1 1 0,-1 0 0,0 1 0,25 5 0,-37-6 28,0 1 0,0 0 1,0 0-1,0 0 0,-1 0 0,1 0 0,0 1 0,0-1 0,-1 1 0,1 0 0,-1 0 1,0 0-1,1 0 0,-1 0 0,0 0 0,0 1 0,0-1 0,-1 1 0,1-1 0,0 1 0,-1 0 1,0 0-1,0-1 0,0 1 0,0 0 0,0 0 0,0 0 0,-1 0 0,1 4 0,-1-2 16,-1 0-1,1 0 0,-1 0 0,0-1 0,0 1 1,0 0-1,-1 0 0,0-1 0,0 1 0,0-1 0,0 1 1,-1-1-1,0 0 0,0 0 0,0 0 0,0 0 0,0-1 1,-1 1-1,-5 3 0,6-4-454,-1 0 1,0-1-1,0 0 0,1 0 1,-1 0-1,-1 0 0,1 0 1,0-1-1,-8 2 0,-13-3-6126,2-10-4438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1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 12358,'7'0'8721,"-11"6"-6147,-4 7-1672,1 6-432,1 1 0,0 0 1,1 0-1,2 1 0,0-1 0,1 1 0,1 0 0,1 0 0,3 26 0,-2-36-384,0 0 1,2 1-1,-1-1 0,1 0 0,1-1 0,0 1 1,0-1-1,1 1 0,1-1 0,-1-1 0,2 1 1,-1-1-1,1 0 0,1 0 0,0-1 1,0 0-1,0-1 0,14 10 0,-20-16-98,-1 0-1,0 0 0,1-1 1,-1 1-1,0 0 1,1-1-1,-1 1 0,1-1 1,-1 0-1,0 0 1,1 1-1,-1-1 1,1 0-1,-1 0 0,1 0 1,-1 0-1,1-1 1,-1 1-1,1 0 0,-1-1 1,1 1-1,-1-1 1,3 0-1,-2-1 5,1 0-1,-1 0 1,0 0-1,1 0 1,-1 0-1,0 0 1,0 0-1,0-1 1,-1 1-1,1-1 1,2-4-1,-3 4 26,1-1 0,0 1 1,-1-1-1,1 0 0,-1 0 0,0 1 0,-1-1 0,1 0 0,-1 0 0,1 0 1,-1 0-1,0 0 0,0 0 0,-1 0 0,1 0 0,-1 0 0,0 0 1,0 1-1,-2-5 0,2 7-1,0-1-1,0 1 1,-1 0 0,1 0 0,0 0 0,-1 0 0,1 0-1,0 1 1,-1-1 0,1 0 0,-1 0 0,1 1 0,-1-1-1,1 1 1,-1 0 0,0-1 0,1 1 0,-1 0 0,0 0-1,1 0 1,-1 0 0,0 0 0,1 0 0,-1 1 0,-2 0-1,-45 15-1257,32-9-1089,13-6 891,-12 5-1812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2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13078,'0'1'325,"0"0"0,0-1 1,-1 1-1,1 0 0,0 0 0,0 0 1,0 0-1,0 0 0,0 0 0,0 0 1,1-1-1,-1 1 0,0 0 0,0 0 1,1 0-1,-1 0 0,0-1 0,1 1 1,-1 0-1,1 0 0,-1-1 0,1 1 1,-1 0-1,1-1 0,-1 1 0,1 0 1,0 0-1,2 0 39,-1 0 0,0 1 0,1-1 0,-1 0 0,1 0 0,-1-1-1,1 1 1,-1-1 0,5 1 0,7 0 310,0-1 0,24-2 0,-34 1-120,150-27 1601,-117 19-2088,-36 9-56,0 0 1,0-1-1,0 1 0,0 0 0,0 0 1,0 0-1,0 0 0,-1 0 1,1 0-1,0 0 0,0 0 0,0 0 1,0 0-1,0 0 0,0 1 1,0-1-1,-1 0 0,1 1 0,0-1 1,0 1-1,0-1 0,-1 1 1,1-1-1,0 1 0,0-1 0,0 2 1,0-1 3,-1 1 0,1-1 0,0 1-1,-1-1 1,1 1 0,-1 0 0,0-1 0,1 1 0,-1 0 0,0-1 0,0 1 0,0 0 0,-1 2 0,-1 9 35,-1 0 1,0 0 0,-6 14-1,4-11-24,-49 172 518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2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91 12710,'46'-5'14471,"-4"-8"-9398,-3-5-7322,-1-4-5244,1 0-3000,-19 11-1526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3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56 9716,'1'0'320,"0"0"0,0-1 0,0 1 0,0 0 0,-1-1-1,1 1 1,0-1 0,0 1 0,0-1 0,0 1 0,0-1-1,-1 0 1,1 1 0,0-1 0,0 0 0,-1 0 0,1 0-1,-1 1 1,1-1 0,-1 0 0,1 0 0,-1 0-1,1 0 1,-1 0 0,0 0 0,1 0 0,-1 0 0,0-1-1,0 1-186,0-1-1,0 1 1,0 0-1,0-1 1,-1 1-1,1-1 0,0 1 1,-1 0-1,1-1 1,-1 1-1,1 0 1,-1 0-1,0 0 1,0-1-1,1 1 0,-1 0 1,0 0-1,0 0 1,0 0-1,0 0 1,0 0-1,0 1 0,-1-1 1,1 0-1,0 0 1,0 1-1,0-1 1,-1 1-1,1-1 0,0 1 1,-3-1-1,-1 0-87,-1 1-1,0-1 1,0 1 0,0 0-1,1 1 1,-1-1-1,0 1 1,0 0 0,1 1-1,-1-1 1,1 1-1,-1 0 1,1 0-1,0 1 1,-1 0 0,2 0-1,-1 0 1,0 0-1,0 1 1,1 0 0,0 0-1,0 0 1,0 1-1,0-1 1,1 1-1,0 0 1,0 0 0,0 0-1,0 0 1,1 0-1,0 1 1,0-1 0,0 1-1,1-1 1,0 1-1,0 0 1,0 9-1,1-13-17,0 0-1,0 1 1,1-1-1,-1 0 1,1 0-1,-1 0 1,1 0-1,0 1 1,0-1-1,0 0 1,0-1-1,0 1 1,1 0-1,-1 0 0,1 0 1,-1-1-1,1 1 1,-1-1-1,4 3 1,43 22 48,-16-10-10,-3 3-26,-15-12 2,0 1 1,-1 1-1,-1 0 1,1 1-1,-1 0 1,-1 1-1,19 23 1,-28-31-25,-1 0 1,0 0-1,0-1 1,0 1-1,-1 0 1,1 0-1,-1 0 1,0 0-1,1 0 1,-1 0-1,-1 0 1,1 0 0,0 0-1,-1 0 1,1-1-1,-1 1 1,0 0-1,0 0 1,0 0-1,0-1 1,-3 6-1,2-5-7,0 1 0,-1-1 0,1 0 0,0 1 0,-1-1 0,0 0 0,0-1 0,0 1 0,0 0-1,0-1 1,0 0 0,-1 0 0,1 0 0,-1 0 0,-7 3 0,8-5-1,0 0-1,-1 0 1,1 0 0,-1 0-1,1-1 1,0 1-1,-1-1 1,1 0 0,0 0-1,0 0 1,0 0-1,0-1 1,0 1-1,0-1 1,0 0 0,0 0-1,0 0 1,1 0-1,-1 0 1,1-1 0,0 1-1,0-1 1,-1 0-1,-1-4 1,-4-3 45,1-1-1,1 0 1,-1 0-1,-8-25 1,13 31-43,1 1 1,0-1-1,0 0 0,0 0 0,1 0 1,0 0-1,0 0 0,0 0 1,0 0-1,1 0 0,0 1 0,0-1 1,0 0-1,0 0 0,1 1 0,0-1 1,0 1-1,3-6 0,5-6 6,1 1 0,1 0 0,21-21 0,-22 24-153,0 0 1,0-1 0,-1 0-1,10-18 1,-11 7-871,-11 15-2759,-10 10-6489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4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36 12214,'1'0'227,"-1"-1"1,0 1 0,1 0 0,-1 0 0,0 0 0,1 0-1,-1-1 1,0 1 0,0 0 0,1 0 0,-1-1 0,0 1-1,1 0 1,-1 0 0,0-1 0,0 1 0,0 0 0,1-1-1,-1 1 1,0 0 0,0-1 0,0 1 0,0-1 0,0 1-1,0 0 1,0-1 0,0 1 0,0 0 0,0-1 0,0 1 0,0 0-1,0-1 1,0 1 0,0-1 0,0 1 0,0 0 0,0-1-1,0 1 1,0 0 0,-1-1 0,1 1 0,0-1 0,-19-10 2077,-27 1-2575,41 11 297,1-1 0,0 1 0,-1 0 0,1 1 0,0-1 1,0 1-1,0 0 0,0 0 0,0 0 0,1 1 0,-1-1 0,1 1 1,-1 0-1,1 0 0,0 0 0,0 0 0,0 0 0,0 1 1,-3 5-1,3-3 98,-1-1 0,1 1 1,0 0-1,0 0 0,0 0 0,1 0 1,0 1-1,0-1 0,1 1 1,0-1-1,0 1 0,0 10 0,1-16-102,0 1 0,0 0 0,1 0 0,-1 0-1,0-1 1,1 1 0,-1 0 0,1 0 0,-1-1-1,1 1 1,0 0 0,0-1 0,0 1 0,0-1 0,0 1-1,0-1 1,0 1 0,0-1 0,1 0 0,-1 0-1,0 0 1,1 0 0,2 2 0,-1-2-2,0 0 0,0 0 1,0-1-1,0 0 0,0 1 0,0-1 1,0 0-1,0 0 0,0-1 0,0 1 1,0 0-1,0-1 0,3-1 0,8-3 54,0 0-1,0-1 0,0-1 1,17-12-1,1-4-58,-30 21 20,-1 1 0,1-1 0,0 1-1,-1-1 1,1 1 0,-1-1 0,0 0 0,1 0 0,-1 0-1,0 0 1,0 0 0,0 0 0,-1 0 0,1 0 0,1-3 0,-4 69 4083,1 40-3025,2-85-2366,1 0 0,0 0 0,10 30 0,-8-31-1378,0-3-1637,0 0-4282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5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12534,'0'25'10249,"1"2"-4985,-2 101-2417,0-117-2911,-1 32 403,2-40-695,0-1 1,0 0-1,0 1 1,0-1-1,1 0 1,-1 1-1,1-1 1,0 0-1,0 1 1,0-1-1,0 0 0,0 0 1,0 0-1,2 2 1,6-3-6151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5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13030,'0'6'1562,"0"1"-1,1 0 1,0-1 0,0 1 0,2 6-1,-1-9-1338,-1 0 0,1 1 0,0-1-1,0 0 1,1 0 0,-1 0 0,1-1 0,0 1-1,0-1 1,0 1 0,0-1 0,1 0 0,-1 0-1,1 0 1,0-1 0,0 1 0,0-1 0,0 0-1,0 0 1,7 2 0,-8-3-137,0 1-1,-1-1 1,1 0-1,0 0 1,0-1-1,-1 1 1,1 0 0,0-1-1,0 0 1,0 0-1,0 0 1,0 0-1,0 0 1,0 0-1,0-1 1,-1 1 0,1-1-1,0 0 1,0 0-1,-1 0 1,1 0-1,0-1 1,-1 1-1,1-1 1,-1 1 0,0-1-1,1 0 1,3-4-1,-1 1-72,-1 2 13,0 0 0,0-1 0,-1 1 1,1-1-1,-1 0 0,0 0 0,3-6 0,-5 8-15,-1 1 0,1-1-1,-1 1 1,0-1 0,0 1-1,0-1 1,0 0-1,0 1 1,0-1 0,0 1-1,0-1 1,-1 0 0,1 1-1,0-1 1,-1 1 0,0-1-1,1 1 1,-1 0 0,0-1-1,0 1 1,1 0 0,-1-1-1,0 1 1,0 0 0,-1 0-1,1 0 1,-2-2-1,-7-7 8,-1 0-1,0 1 0,-20-13 0,-6 6-3230,33 14 1799,-1 1 0,1 1 0,0-1 0,-1 1-1,1 0 1,-9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6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13094,'12'9'9055,"-3"6"-5033,2 22-2501,-7-24-82,3 14-518,-1-1-1,4 42 1,-9-42-5325,0-1-4773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6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15623,'5'39'10055,"-7"22"-5640,0-4-2472,2-47-1799,0 0-1,1-1 1,1 1-1,-1-1 1,7 18-1,10 3-2930,11-5-6529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7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12918,'7'2'10313,"-7"-1"-10026,5 13 3542,-3 19-3163,-2-29 297,2 101-972,-2-75-5155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7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11349,'3'-1'659,"-1"0"-1,1 0 1,-1 0 0,1 0-1,0 0 1,0 0 0,-1 1-1,1 0 1,0-1 0,0 1-1,-1 0 1,1 0 0,0 1-1,0-1 1,0 1-1,-1-1 1,1 1 0,4 1-1,-4 0-486,0 0 0,-1-1-1,1 1 1,0 0 0,-1 0-1,1 1 1,-1-1-1,0 0 1,0 1 0,0-1-1,0 1 1,0 0 0,-1 0-1,1 0 1,-1-1 0,1 2-1,-1-1 1,0 0-1,0 0 1,-1 0 0,1 0-1,-1 1 1,1-1 0,-1 5-1,-1 5-12,-1 0 1,0-1-1,0 1 0,-5 13 0,3-16 31,2 0-1,-1 0 1,1 0 0,1 0-1,0 1 1,1-1 0,0 14-1,0-23-128,0 1 0,1-1 0,-1 1-1,0-1 1,1 0 0,-1 1 0,1-1 0,-1 0-1,1 1 1,0-1 0,-1 0 0,1 0 0,0 0-1,0 0 1,0 0 0,0 0 0,0 0 0,0 0-1,0 0 1,0 0 0,1 0 0,-1-1 0,2 2-1,0-1-28,0 0-1,0-1 0,0 1 0,0-1 1,0 0-1,0 0 0,0 0 0,1 0 1,-1 0-1,5-2 0,2 0-829,-1-1 0,1-1 0,0 1 0,-1-2 0,17-9 0,-2-3-2975,0-3-6794,-5 6-2575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8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12438,'2'4'7748,"-1"3"-3770,-3 24-2122,2-27-752,-8 74 2408,4-47-2433,0 58-1,4-80-1261,1 0-1,0 1 0,0-1 0,1 0 0,0 0 1,1-1-1,0 1 0,1 0 0,-1-1 0,10 14 0,-10-16-2605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8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13686,'6'-4'1161,"-1"1"-1,1 0 1,0 1 0,1-1-1,-1 1 1,0 0 0,0 1-1,1 0 1,8-1-1,-14 2-1057,1 0 0,-1-1-1,1 2 1,0-1 0,-1 0 0,1 0-1,-1 1 1,1-1 0,-1 0-1,1 1 1,-1 0 0,1-1-1,-1 1 1,1 0 0,-1 0 0,0 0-1,1-1 1,-1 2 0,0-1-1,0 0 1,0 0 0,0 0-1,0 0 1,0 1 0,0-1-1,0 0 1,0 1 0,-1-1 0,1 1-1,-1-1 1,1 1 0,-1-1-1,1 1 1,-1-1 0,0 1-1,0 0 1,0-1 0,0 1-1,0-1 1,0 1 0,0 0 0,0-1-1,-1 3 1,0 3-25,-1 0 0,0 0 0,-1 0 1,1 0-1,-1 0 0,-1 0 0,1-1 0,-1 1 0,0-1 0,0 0 0,-1 0 1,-10 10-1,8-9-72,1 1 0,-1 0-1,2 0 1,-1 1 0,-8 17 0,14-25-2,-1 0 0,1 0-1,0 0 1,0 0 0,0 0-1,0 0 1,0 1 0,0-1-1,0 0 1,0 0 0,0 0 0,1 0-1,-1 0 1,0 0 0,1 0-1,-1 0 1,0 0 0,1-1-1,-1 1 1,1 0 0,0 0 0,-1 0-1,1 0 1,0-1 0,-1 1-1,1 0 1,0 0 0,0-1 0,0 1-1,0-1 1,0 1 0,-1-1-1,1 1 1,0-1 0,0 1-1,0-1 1,0 0 0,0 0 0,2 1-1,48 7 431,-43-7-376,9 0 6,-8 0 55,0-1 0,0 1 0,-1 1 0,1 0 0,14 5 0,-21-6-105,0 0 0,-1-1 0,1 1 0,-1 0 0,1 0 0,-1 1 0,0-1 0,0 0-1,1 0 1,-1 1 0,0-1 0,0 0 0,0 1 0,0-1 0,0 1 0,0 0 0,-1-1 0,1 1 0,-1-1-1,1 1 1,-1 0 0,1 0 0,-1-1 0,0 1 0,0 0 0,0 0 0,0-1 0,0 1 0,0 0-1,0 0 1,-1-1 0,1 1 0,-1 0 0,0 2 0,-4 13-1,-1-1 0,0 0 0,-1-1 0,0 0 0,-15 22 0,18-31-939,-1-1 1,0 1-1,0-1 0,-11 10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9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11957,'19'-12'16809,"-14"38"-11814,-3-12-5989,7 75 1003,-8-60-295,2-1-1,1 1 1,12 45-1,-16-73 63,1 0 0,-1 0 0,0 0-1,1 0 1,-1 0 0,1 0-1,-1 0 1,1-1 0,-1 1 0,1 0-1,-1 0 1,1 0 0,0-1-1,0 1 1,-1 0 0,1-1-1,0 1 1,0-1 0,0 1 0,0-1-1,1 1 1,-1-1-442,0 0 1,0 0-1,0 0 0,0 0 1,0 0-1,0 0 0,0 0 0,0-1 1,0 1-1,0 0 0,0-1 1,0 1-1,0-1 0,-1 1 1,1-1-1,0 1 0,0-1 1,0 0-1,2-2-1331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40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14311,'5'7'8571,"-4"5"-4969,-5 14-2773,2-18 292,-16 80 1609,12-65-2541,1 1 1,1-1-1,1 1 0,-1 44 1,4-66-180,0 0 0,0 0 0,1 0 0,-1 0 0,0 0 0,1 0 0,-1 0 0,1 0 0,0 0 1,-1 0-1,1 0 0,0 0 0,0-1 0,0 1 0,0 0 0,1-1 0,-1 1 0,0 0 0,1-1 0,-1 0 0,1 1 0,0-1 1,-1 0-1,1 0 0,0 0 0,0 0 0,0 0 0,0 0 0,0 0 0,0-1 0,0 1 0,0-1 0,0 1 0,0-1 0,0 0 1,0 0-1,0 0 0,0 0 0,0 0 0,0 0 0,3-1 0,4-1 18,0 0 0,0 0-1,0-1 1,0 0 0,-1-1 0,1 0 0,14-10-1,13-6-816,-17 10-468,-1-1-3433,2-5-10576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40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15191,'1'6'13241,"3"12"-11208,-2 1-1302,-1 1 0,-1 0 0,-4 34 1,1 15-1599,3-59-382,0 1-1,1-1 1,1 1-1,4 15 1,-3-18-3332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23T15:34:22.99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8681 8151 427 0,'0'0'1679'15,"0"0"-1152"-15,0 0-302 0,0 0 77 16,0 0 83-16,0 0 0 0,0 0-106 16,0 0-108-16,0 0-47 0,0 0-3 15,23-2-5-15,-23 19-20 0,0 3-38 16,0 5-6-16,3 6-12 0,0-1 3 16,3 1-13-16,-2-2 4 0,2-1 2 15,-3-6-8-15,1 0-16 0,-3-7-11 0,1-3-1 16,-2-6 0-16,0 0-15 0,0-6 14 15,0 0 1-15,0 0 2 0,0 0-2 16,0-8-47-16,0-3 10 0,0-7 13 16,-7-6-1-16,1-5 7 0,-4-2 6 0,-1-6 0 15,0-1-16-15,1-2 19 0,3 4 9 16,1 1 0-16,3 3-18 0,3 3 5 16,0 5-5-16,2 5-16 0,8 2 1 15,0 5 11 1,5 1 22-16,2 3 3 15,3 0 22-15,4 4 33 0,-2 0 6 0,4 4-18 0,-3 0-21 16,0 0-4-16,-7 10 19 0,-2 1 12 0,-4 3-10 16,-4 5 7-16,-5 0 12 0,-1 3-16 15,-2 1-17-15,-10 4-13 0,-2 0 12 0,-2-1-27 16,-4-4 0-16,2-3-60 16,4-2-71-16,1-6-49 0,3-4-7 15,3-5-34-15,4-2-188 0,0 0-202 16,1-6-110-16,1-1-279 0,1-10-387 0</inkml:trace>
  <inkml:trace contextRef="#ctx0" brushRef="#br0" timeOffset="203.14">8922 8003 127 0,'0'0'1130'0,"0"0"-746"0,0 0-14 16,0 0 48-16,0 0 34 0,0 0 12 15,0 0-156-15,0 0-88 0,0 0-40 16,39 85-27-16,-36-60-28 0,-1 3-17 15,0 2-15-15,-1 0-16 0,1 0-31 16,-1-1-44-16,1-4-2 0,2-3-24 16,2-4-23-16,-2-4-57 0,3-3-123 15,1-4-90-15,3-4-121 0,-1-3-198 16,2-2-117-16,-1-5-253 0,7-9-51 0</inkml:trace>
  <inkml:trace contextRef="#ctx0" brushRef="#br0" timeOffset="818.08">9195 8163 1451 0,'0'0'709'0,"0"0"-266"0,0 0-51 16,0 0-85-16,0 0-103 0,0 0-33 15,0 0 2-15,-9 77-22 0,6-60-31 16,3 1-8-16,0-1 9 0,0-3 7 16,0-2-20-16,0-2-96 0,3-6-12 15,-2-1-37-15,3 0 6 0,2-3 16 0,0 0 11 16,1 0 1-16,2-8-21 15,2-2 2-15,1-3-15 0,2-3-44 16,-5-1-15-16,1 0-7 0,-3 4 28 16,-1 1 30-16,-5 4 45 0,2 2 28 0,-3 2 13 15,0 3 46-15,0 1-15 0,1 0-7 16,1 0 10-16,-2 0 8 0,1 0-18 16,1 1 3-16,1 4-18 0,0 2 23 15,0 5 29-15,1-1 29 0,3 1-33 0,-1-1-46 16,-3 1-30-16,2-3-22 0,0-1-22 15,1 1-8-15,1-4-10 16,0-2-40-16,2-3-70 0,1 0-37 0,1 0 54 16,1-8-34-16,-3-1-42 0,2 0-11 15,-2-3-10-15,-4 4 62 0,0-2 53 16,-1 2 68-16,-1 1 32 0,0-2 15 16,0 4 16-16,1 1 19 0,-1-3 47 0,0 3 48 15,0 0 0-15,0 3-16 0,1 1 2 16,-3-2 4-16,2 2-8 0,0 0-21 15,1 0 8-15,1 0 53 16,0 0-13-16,3 2-41 0,0-1-21 16,1 3 6-16,0 0-13 0,0 0-43 0,2-1-14 15,-3-1 14-15,2-1-26 0,-1 2-1 16,-2-1-1-16,-1-1 1 0,0-1 0 16,1 0-1-16,-1 4-9 0,0-2 10 0,1 3 15 15,3-1-12-15,-3 0 19 0,2 1-4 16,-2-1-18-16,1-1 0 0,0 2-15 15,-2-3 15-15,-2 0-3 0,0-1-43 16,2-1-49-16,-2 0-18 0,2 0-93 16,0-5-51-16,3-4-87 0,3-3-119 15,0-4-204-15,-3 3-518 0,8-11-199 0</inkml:trace>
  <inkml:trace contextRef="#ctx0" brushRef="#br0" timeOffset="1018.87">9889 7888 1436 0,'0'0'754'0,"0"0"-282"16,0 0-58-16,0 0-37 16,0 0 9-16,0 0-159 0,0 0 0 15,0 0-7-15,0 0-50 0,42 93-47 0,-35-58 27 16,0 4 46-16,-3-1-56 0,2-3-52 16,0-3-61-16,1-4-27 0,2-5-24 15,-2-5-12-15,0-7-62 0,-1-2-51 16,-2-4-28-16,-1-2-72 0,-3-3-107 15,0 0-76-15,0-3-77 0,-4-4-267 16,-3-2-523-16</inkml:trace>
  <inkml:trace contextRef="#ctx0" brushRef="#br0" timeOffset="1169.45">9824 8128 2229 0,'0'0'1162'15,"0"0"-763"-15,0 0-147 0,0 0-51 16,0 0-49-16,0 0 15 0,0 0-13 15,0 0-56-15,91-25-86 0,-61 8-12 16,-1 1-107-16,1 1-100 0,2-4-140 16,1 2-252-16,-10 2-462 0,13-9-376 0</inkml:trace>
  <inkml:trace contextRef="#ctx0" brushRef="#br0" timeOffset="1319.27">10413 7806 2285 0,'0'0'693'0,"0"0"-201"15,0 0 47-15,0 0-34 0,0 0-71 0,0 0-126 16,36 77-101-16,-30-51-71 0,3 0-90 16,-4 0-46-16,3-2-27 0,2-1-76 15,0 0-116-15,-4-3-117 0,0-2-308 16,-2-2-763-16,-4 5-941 0</inkml:trace>
  <inkml:trace contextRef="#ctx0" brushRef="#br0" timeOffset="2186.75">8860 14590 1881 0,'0'0'1175'0,"0"0"-865"0,0 0-119 15,0 0 168 1,0 0-64-16,0 0-99 0,-16 72-10 0,16-44-20 0,0 2-34 16,6 1-16-16,1 1-6 0,0 0-28 15,0-1-21-15,1-5-9 0,-4-2-3 16,0-5-34-16,-1-4-14 0,-2-7 0 16,-1-3 0-16,2-5 11 0,-2 0-12 15,0 0-12-15,0-3-18 0,-3-6-13 16,-5-8-39-16,-1-6 6 0,0-8 15 15,-4-9 18-15,2-6 9 16,2-1-21-16,3-3 15 0,1 6 7 16,5 4 11-16,0 7 4 0,1 6 16 0,9 4-29 15,0 2 6-15,2 4 10 0,3 3 14 0,1 2 1 16,3 3 37-16,1 4 27 16,-2 5 13-16,0 0 36 0,-3 3-15 0,-1 8-25 15,-2 4-3-15,-3 6-15 0,-3 2-22 16,-3 4-6-16,-3 0 7 0,0 3-7 15,-7-3-27-15,-7 0-9 0,1-2-79 16,-7-3-49-16,1-3-43 0,1-6 9 16,1-6-10-16,3-4-85 0,0-3-155 15,2-10-4-15,5-4-213 0,1-4-133 0,0 2-288 16,6-11 47-16</inkml:trace>
  <inkml:trace contextRef="#ctx0" brushRef="#br0" timeOffset="2385.71">9138 14366 779 0,'0'0'1480'0,"0"0"-915"16,0 0-59-16,0 0-9 0,0 0-111 0,6 83-81 15,-5-53-65-15,1 3-81 0,-1 2-58 16,2 2-36-16,1 2-27 0,1-1-38 16,2-2-21-16,0-4 3 0,2-5-80 0,3-6-55 15,0-2-78-15,1-5-91 0,0-6-76 16,2-4-131-16,-1-4-121 0,-4 0-124 15,6-4-598-15</inkml:trace>
  <inkml:trace contextRef="#ctx0" brushRef="#br0" timeOffset="2904.84">9400 14643 1034 0,'0'0'1202'0,"0"0"-733"0,0 0-116 15,0 0 27-15,0 0-19 0,0 0-49 0,-40 79-73 16,34-54-34-16,-2-1-33 0,5 1-46 15,0-3-37-15,1 0-28 0,2-6-27 16,0-4-34-16,3-3-55 0,2-3-10 16,1-6 26-16,2 0-26 0,-1 0-18 0,2-7-6 15,4-4 43-15,-2-5 24 0,3-1-12 16,0-3-12-16,-4-2-22 0,3 2-32 16,-6 2-37-16,-1 5 22 0,1 1 61 31,-7 7 54-31,1 4 20 0,-1 0 12 0,0 1 15 0,1 0-4 0,1 0 26 15,-2 2 37-15,1 3-22 0,1 1-35 16,1 0-49-16,0 2-15 0,1 3 15 16,0-1 0-16,4 2-12 0,-1-3-13 15,-1-1 13-15,1-1-56 16,0-6-113-16,3 0-33 0,-3-1-3 0,2-1-71 0,0-7-31 16,2-2 17-16,-2 0 51 0,1-2 28 15,0 1 81-15,-1 1 15 0,-5 5 49 16,2-1 78-16,-2 2 85 0,-3 2 164 15,1 2 61-15,1 0 99 0,-2 2 15 16,1 2-98-16,2-1-144 0,2 2-65 16,0 1-8-16,3 3 28 0,0 1 40 0,0 1 32 15,1-1 0-15,-1-1-78 0,-2 0-57 16,-1-3-14-16,0-1-14 0,-1 1-24 16,-2-4-21-16,0-1-1 0,-2 3-19 0,1-4-5 15,1 0-46 1,0 0-74-16,2 0-24 0,4-7-50 0,-2-1-24 15,2-4 15-15,3-3-185 0,0-4-358 16,-3 5-444-16,4-8-542 0</inkml:trace>
  <inkml:trace contextRef="#ctx0" brushRef="#br0" timeOffset="3019.27">9907 14501 2794 0,'0'0'952'0,"0"0"-643"0,0 0 15 0,0 0-83 16,0 0-133-16,0 0-43 15,11 65 36-15,-4-36 37 0,1 3-10 0,1 2-46 16</inkml:trace>
  <inkml:trace contextRef="#ctx0" brushRef="#br0" timeOffset="4686.64">9918 14581 251 0,'0'0'1441'0,"0"0"-928"16,0 0-222-16,0 0-42 0,0 0 40 15,0 0 27-15,0 0-43 0,0 0-55 16,0 0 9-16,0 0 7 0,0 0-14 16,33 62-26-16,-24-39-41 0,-3 2-45 15,2 4-26-15,-4 2-21 0,0-2-27 16,-1 1-10-16,2-3-9 0,-2 0-15 15,-1-4-3-15,1-2-21 0,0-3-10 16,0-4-66-16,-2-2-47 0,1-5-37 16,-2-4-45-16,1 1-88 0,-1-4-123 15,0 0-152-15,0-2-184 0,0-1-482 16,0-6 227-16</inkml:trace>
  <inkml:trace contextRef="#ctx0" brushRef="#br0" timeOffset="4900.01">9873 14775 638 0,'0'0'1674'16,"0"0"-1167"-16,0 0-283 0,0 0 26 16,0 0 83-16,0 0-115 0,0 0-49 15,0 0-74-15,85-53-45 0,-63 40-28 16,0 1-22-16,-3-1-33 0,2 1-96 15,-7 4-110-15,-1-1-170 0,-4 3-296 16,-2 2-586-16</inkml:trace>
  <inkml:trace contextRef="#ctx0" brushRef="#br0" timeOffset="5265.34">10202 14608 352 0,'0'0'607'0,"0"0"-291"16,0 0-92-16,0 0 72 0,0 0-14 16,0 0-32-16,0 0-4 0,0 0-34 15,0 0 10-15,0 0 44 0,84-39 1 16,-73 36-43-16,-2 1-44 0,0 2 5 16,-1 0-13-16,-4 0-17 0,0 0 21 15,2 5-10-15,-2 2-47 0,-1 4-48 0,0 4-28 16,-2 2-1-16,-1 5-5 0,0 1-25 15,-2 3-10-15,-7 0 23 0,-2 4-22 16,-1-1-1-16,-1 1 13 16,3-1 9-16,0-5 10 0,4-5-16 0,3-5 0 0,0-3 7 15,3-6-11-15,0 0-14 16,3-4 0-16,3-1 29 0,2 0-1 16,3 0 54-16,3 0-12 0,-1 0-19 15,3-6-48-15,0-1-3 0,4-2-48 0,0-3-19 16,-1-1-155-16,5 1-166 0,1-4-547 15,-8 5-262-15,11-6-1176 0</inkml:trace>
  <inkml:trace contextRef="#ctx0" brushRef="#br0" timeOffset="6267.01">24635 6913 2413 0,'0'0'609'0,"0"0"-184"0,0 0-194 15,0 0-26-15,0 0 68 0,0 0 4 16,0 71-61-16,1-40-68 0,2 3-56 0,3 1-55 16,0-2-20-16,2-3-17 0,-2-3 0 15,0-6 1-15,-2-3 1 0,0-5-2 16,-1-4-1-16,0-4 1 0,-2-3-3 15,-1-2 3-15,0 0 21 0,0 0 1 16,0-4 21-16,0-3-19 0,0-6-24 0,0-8-36 16,3-2 12-16,2-8 2 15,2 1 20-15,3-1-16 16,3 2-6-16,2-2 2 0,3 3-5 0,5 2-1 16,0 2-6-16,3 3 3 0,-1 5 1 15,-1 3-4-15,-5 4-49 0,-3 3-44 16,-5 5-18-16,-1 1-23 0,0 1-96 0,-1 8-219 15,1 0-199-15,-3 0-463 0,1 6-208 16</inkml:trace>
  <inkml:trace contextRef="#ctx0" brushRef="#br0" timeOffset="6581.8">24996 7222 2594 0,'0'0'425'15,"0"0"-246"-15,0 0-109 0,0 0 112 0,0 0 141 16,0 0-81-16,0 0-91 15,0 0-83-15,95-25-41 0,-76 6-27 0,0-3-3 16,-4 0-9-16,-3-2-16 16,-2-2-25-16,-5 2-25 0,-2-1 8 15,-3 1 66-15,0 5 4 0,-5 3 35 0,-2 3 10 16,-2 6 14-16,0 3-21 0,0 1 15 16,0 3 30-16,-1 0 35 0,0 8 12 15,0 4-81-15,1 7-21 0,-1 3-25 16,4 2 13-16,3 2-13 0,2 0 31 15,1 1-10-15,6-5-24 16,3-3-14-16,6-4-11 0,1-3 4 16,3-5-10-16,2-4-28 0,1-3-58 0,4-5-82 15,0-6 44-15,0-5-63 0,1-7-138 0,-1-6-177 16,-3-3-219-16,-4 7-484 16</inkml:trace>
  <inkml:trace contextRef="#ctx0" brushRef="#br0" timeOffset="7186.03">25395 6769 1982 0,'0'0'567'0,"0"0"-322"0,0 0-142 0,0 0 48 16,0 0-11-16,0 0 17 16,-8 90 71-16,8-55 0 0,4 2-61 0,0 1-4 15,-1 4 30-15,3-2 24 0,-3-3-41 16,3-1-81-16,-2-6-71 0,1-6-24 16,0-5-19-16,-1-2 16 0,-1-6-9 15,-1-4 9-15,-1-6-22 0,-1-1 7 16,2 0-19-16,-1 0-83 0,2-5 15 15,0-6 24-15,0-4 50 0,4-5 10 0,0-2-14 16,-1-2-27-16,3 7-34 0,1 1 18 16,1 5 14-16,1 1 11 0,4 2 9 15,1 0-6-15,5 2 24 0,2 0 8 16,0 2-5-16,4 0-2 0,-5-1 13 0,0 0 12 16,-6 3 0-16,-4 0-3 0,-5 0 3 15,-4 1 1-15,-4 1 17 0,3 0 17 16,-3 0 16-16,0 0-17 0,0 0-21 15,0 0-12-15,0 0 18 0,0 0 9 16,0 0 9-16,0 0 24 0,0 0 64 16,-4 5-4-16,-2-1-31 0,-3 4-68 15,0 3-4-15,-2 2 20 16,1 1 20-16,2 3 13 16,3-1-9-16,-1 3-22 0,6-4-6 0,0 1-4 0,0-4-14 15,0 0-16-15,7-3-1 0,0 0 0 0,2-5-1 16,-2-1-17-16,3-3-2 0,2 0-19 15,0-2-3-15,2-5 18 0,-1-3 10 16,1-3-10-16,-1-4-9 0,1 1-9 16,-5 0-7-16,0-2 16 0,-2 4 9 15,-3 0 6-15,-1 6 19 0,0 1 15 0,-3 5 1 16,0 2 9-16,0 0 18 0,0 0 34 16,2 0 13-16,-1 0 5 0,-1 5-6 15,3 2-22-15,0 1 7 0,1 3-22 16,2 1 12-16,0 0-37 0,-1-1-27 15,1 0-9-15,2-3-3 16,-1 1-9-16,1-3-7 0,1-3-64 0,-2 0-36 16,1-2-66-16,1-1-81 0,-3 0-191 15,0-5-161-15,0-2-189 0,-2-4-545 16</inkml:trace>
  <inkml:trace contextRef="#ctx0" brushRef="#br0" timeOffset="7367.61">26044 7069 1884 0,'0'0'1120'0,"0"0"-788"0,0 0-97 0,0 0 15 16,0 0 2-16,0 0-40 0,0 0-57 15,0 0-62-15,0 0-56 0,25 73-35 16,-20-65-2-16,2-1-2 0,-1-3-57 0,2-1-130 16,1-3-29-16,-1 0-37 15,2-7-124-15,1-3-26 0,1-9-100 0,-3 4-279 16,5-14-406-16</inkml:trace>
  <inkml:trace contextRef="#ctx0" brushRef="#br0" timeOffset="7551.13">26293 6703 2255 0,'0'0'725'0,"0"0"-357"0,0 0-60 0,0 0 38 16,0 0-108-16,0 0-82 0,3 69-17 15,0-37-16-15,0 0-30 0,0 5-10 16,1 0-25-16,-1-2-31 0,4 0-27 15,0-5-12-15,2-5-9 0,-1-1-56 16,1-8-70-16,-3-5-60 0,0-1-101 16,-2-6-174-16,-1-1-260 0,-1-3-440 0,-2 0-141 15</inkml:trace>
  <inkml:trace contextRef="#ctx0" brushRef="#br0" timeOffset="7831.37">26495 7038 1596 0,'0'0'688'0,"0"0"-481"0,0 0-123 0,0 0-26 15,0 0-26-15,0 0-32 16,0 0-1-16,0 0-2 0,0 0-13 0,0 0-42 16,0 0-97-16,0 0 41 0,0 0 20 15,-3 0-45-15,2 0-23 0,-1 0-85 0,0 0-26 16,-1 0-11-16,1 0-94 0,-2 0-104 0,21 0 223 16</inkml:trace>
  <inkml:trace contextRef="#ctx0" brushRef="#br0" timeOffset="8968.27">26419 7028 881 0,'0'0'1849'0,"0"0"-1451"16,0 0-267-16,0 0-39 0,0 0 45 16,0 0 100-16,0 0-38 0,0 0-45 15,0 0-17-15,0 0-43 0,83 7-38 0,-58-14-25 16,-1-3-13-16,1 1-18 0,-5-1-1 15,-3-1-1-15,-1 2-10 0,-6-1 9 16,-4 4-10-16,-3 0 1 0,0-1-4 16,-3 2-55-16,0-2 52 0,-3 4 19 0,-3 0 22 15,-1 1-16-15,-2 2-3 0,-1 0-3 16,0 0 38-16,0 4-23 0,-3 4-14 16,4 0 27-16,2 3 12 0,0 3 7 15,3 3-1-15,4 0 7 0,0 1 2 16,1-3-15-16,9 3 0 0,3-4-9 15,4-2 12 1,4-2-3-16,0-3-21 0,5-5-19 16,0-2-37-16,1 0-40 0,0-6-40 0,0-7-59 0,-3-1-64 15,-2-1-80-15,-6-3-164 0,-3 1-154 16,-5 1-151-16,-3 1 38 0,-2 4 83 16,-3-6 133-16</inkml:trace>
  <inkml:trace contextRef="#ctx0" brushRef="#br0" timeOffset="9155.76">26870 6934 10 0,'0'0'776'0,"0"0"-144"0,0 0-125 15,0 0-118-15,0 0-27 0,33 76-50 16,-24-64-31-16,-1 0 6 0,-2-5 13 16,1-2-27-16,-5-1-36 0,-1-3-27 15,0-1 27-15,-1 0-4 0,0 0-59 16,2 0-40-16,-1-1-43 0,2-7-31 16,3 0-32-16,6-9-10 0,2-1-18 15,2-6 0-15,4-1-24 0,2 1-46 16,-2 4-49-16,0 2-30 0,0 3-71 15,-1 2-142 1,1 5-267-16,-3-2-555 0,11 3-508 0</inkml:trace>
  <inkml:trace contextRef="#ctx0" brushRef="#br0" timeOffset="9352.36">27820 6825 4080 0,'0'0'1269'0,"0"0"-1099"0,0 0-152 16,0 0 27-16,0 0 64 0,0 0-21 15,0 88-19-15,0-56-26 0,1 2-43 16,2-3-36-16,2-2-76 0,-3-2-34 16,-2 0-78-16,0-1-194 0,0-9-705 15,-17 11-1066-15</inkml:trace>
  <inkml:trace contextRef="#ctx0" brushRef="#br0" timeOffset="10111.79">24656 13521 424 0,'0'0'1678'0,"0"0"-1218"16,0 0-241-16,0 0 48 0,0 0 8 0,0 0-47 16,0 0 0-16,0 0 33 15,0 0-33-15,0 0-35 0,0 0-42 16,45 65-15-16,-42-48-23 0,0 1-39 0,-2-3-22 16,-1-2-3-16,0-5-16 0,0-1-20 15,0-5 2-15,0 0 9 0,0-2 1 16,0 0-25-16,0-4 0 0,0-3-25 0,-1-5-5 15,-4-5 11-15,2-2 7 0,1-6 10 16,0 0-16-16,2-5-10 16,3 2-8-16,7 1 5 15,3 0-6-15,5 2-9 16,0 0 0-16,2 4-12 0,2 3-25 0,-2 4-41 16,0 3-18-16,-4 4-38 0,-3 2-99 15,3 3-119-15,-6 2-83 0,1 3-92 0,-3 2-418 16,-1 11-96-16</inkml:trace>
  <inkml:trace contextRef="#ctx0" brushRef="#br0" timeOffset="10426.17">24958 13566 1011 0,'0'0'553'0,"0"0"48"16,0 0-84-16,0 0-57 0,0 0-53 16,0 0-132-16,0 0-80 0,89 6-50 0,-73-18-36 15,-2-1-44-15,2-1-34 0,-6-1-28 0,0-3-2 16,0 1-1-16,-6 3-16 0,-2-2 14 15,-2 3 2-15,0 1 13 0,-9 0-12 16,1 5 1-16,-4 1 1 0,3 0 16 16,-3 6 5-16,0 0 7 0,0 6-3 15,-2 3-15-15,1 4-13 0,-3 2 31 16,7 3 24-16,1 4-2 0,4-1 21 16,4 2-13-16,0-3-24 15,11 0-17-15,4-4-20 0,6-1-15 0,8-7 3 16,1-1 11-16,5-7-18 0,1 0-18 0,0-8-33 15,1-5-63-15,-1-7-71 0,-3-2-78 16,-4-5-190-16,-3-3-70 0,-7-2-132 16,-2 1-311-16,-9 6 262 15,-4-13 72-15</inkml:trace>
  <inkml:trace contextRef="#ctx0" brushRef="#br0" timeOffset="11175.72">25390 13211 395 0,'0'0'736'16,"0"0"-121"-16,0 0-89 0,0 0-109 0,0 0-112 15,0 0-94-15,0 0-38 0,0 0-78 16,0 0 7-16,5 80 21 0,-2-44 16 15,3 3 11-15,-1-1 5 0,0 2 4 16,0-1-17-16,0-3-43 0,1-2-12 16,-3-7-44-16,0-4-28 0,-2-5-13 15,-1-6-1-15,0-5 1 0,0-4 14 0,2-3-3 16,-2 0-13-16,0-10-83 0,1-4 18 16,2-5 25-16,0-4-6 0,3-4 12 15,2-1 15-15,0 2-12 0,0 1 9 47,5 5 1-47,-1 0 17 0,3 5-14 0,1-1-1 0,3 3-6 0,2 3 10 0,0 2-4 0,-1 3 0 0,-4 2 4 0,-2 3-7 16,-5 0 6-16,-2 0 16 15,-4 1 35-15,0 3 27 0,-3 3 13 0,0 1-17 16,0 2-20-16,0 1-14 0,0-2-11 16,0 2-12-16,-3 1 2 0,-3 0 25 15,1 0 3-15,-3 0-13 0,-2 0 4 16,3 0 27-16,-2 2 3 0,2-1-21 15,0-1 3-15,3-2 15 0,1-1-12 16,3-1-37-16,0-3 0 0,0-2-12 16,4 1 9-16,2-4-13 0,2 0 1 15,1 0 3-15,0 0 9 0,1 0-28 0,0-7 3 16,0 0 4-16,2-3-7 0,-2 1-15 16,0-1-1-16,0-1 10 0,-3-1 0 15,2 3-9-15,-5 1 13 0,1 1 33 16,-4 2 15-16,3 3-12 0,-4 2 28 0,0 0 28 15,0 0 27-15,0 0-2 0,1 0-14 16,2 2-8-16,-1 3-22 0,2 2-4 16,2 2-8-1,3 3 12-15,2-2-10 0,1 3-5 0,1-3 24 16,0-1-28-16,0-2-21 0,1-4-21 0,-1 0-77 16,3-3-15-16,-2 0-78 0,1-6-62 15,-1-6-114-15,-1 1 14 0,-3-1-159 16,-2-1-186-16,-3 0-37 0,1 2 243 15,-2-2 216-15,-1 3 171 0,-1-2 105 16,0 4 47-16,0 0 135 0,-1 2 118 16,1 3 94-16,-2 3 18 0,1 0-50 0,-1 0-56 15,0 0 14-15,0 0 49 0,2 3-22 16,-1 6-96-16,-1-1-67 0,0 3-36 16,0 3-6-16,0 3-12 0,3-4-26 0,0 3-28 15,4-2-21-15,0 0 31 0,2-4-83 16,5-1-3-16,-1-5-122 15,4-2-10-15,0-2 15 0,1-6-138 16,1-7-153-16,1-2 24 0,0-4-176 0,-4-3-229 16,0-3 30-16,-7 6-72 15,1-10 98-15</inkml:trace>
  <inkml:trace contextRef="#ctx0" brushRef="#br0" timeOffset="11341.08">26204 13271 457 0,'0'0'625'16,"0"0"-71"-16,0 0-80 0,0 0-92 0,0 0-37 15,0 0-24-15,0 0-41 0,0 0-33 16,0 0 68-16,0 0-2 0,0 0-96 15,-7-23-125-15,1 47-51 0,5 6-17 16,-4-1 1-16,4 2 15 0,1-2-16 16,0-4-24-16,3 0-12 0,5-2-3 15,4-5-16-15,-2-7-6 0,4-2-108 16,-2-5-84-16,-2-4-131 0,-1 0-162 0,-5-1-572 16,-4-10-278-16</inkml:trace>
  <inkml:trace contextRef="#ctx0" brushRef="#br0" timeOffset="11568.03">25969 13243 2050 0,'0'0'1802'0,"0"0"-1494"15,0 0-77-15,0 0 7 0,0 0-143 16,0 0-95-16,0 0-12 0,0 0-22 16,0 0 9-16,0 0-64 0,0 0-75 0,75-4-69 15,-56 4-82-15,1 2-223 0,1 4-278 16,-6 0-434-16</inkml:trace>
  <inkml:trace contextRef="#ctx0" brushRef="#br0" timeOffset="11855.27">26414 13397 2463 0,'0'0'416'0,"0"0"-349"0,0 0 205 0,0 0 12 0,0 0-183 15,0 0-47-15,70-79 12 0,-59 61-34 16,-1 1-32-16,-4 0 12 0,-6 4 26 0,0 0 25 16,-2 1-6-16,-7 2-13 0,-2 0 3 15,1 5-3-15,-4 2-9 0,5 3 27 16,-1 0 85-16,0 5-23 0,1 4-96 15,2 5-27-15,1 4 20 0,-1 2 26 16,3 5 2-16,1 2 25 0,0 0 61 16,3 1 4-16,0-2-51 0,0-3-27 0,10-2-21 15,3-5-40-15,7-4 0 0,4-6-55 16,4-3-21-16,7-3-10 0,4-9-200 16,1-6-79-16,2-6-597 0,-12 6-225 15,15-14-511-15</inkml:trace>
  <inkml:trace contextRef="#ctx0" brushRef="#br0" timeOffset="12115.1">26937 13234 2775 0,'0'0'433'0,"0"0"-354"0,0 0 46 0,0 0 97 16,0 0-27-16,-4 75-16 0,7-65-18 15,-2-2-74-15,1-4-37 0,-2-1 12 16,0-1 46-16,0-2 114 0,0 0 3 15,-2 0-30-15,-4-2-76 0,-2-2-64 0,1-4-25 16,1 0 6-16,0-4-36 16,2-6-25-16,3-1-17 0,1-2 11 0,0-1-8 15,10 0-16-15,0 2-34 0,4 2-33 16,1 3-40-16,-1 2-63 47,6 0-110-47,-1 3-171 0,0 1-213 0,-2 3-419 0,7 0 14 0</inkml:trace>
  <inkml:trace contextRef="#ctx0" brushRef="#br0" timeOffset="12527.12">27590 13093 2319 0,'0'0'1139'16,"0"0"-933"-16,0 0-48 0,0 0-26 15,0 0 10-15,0 0 29 0,0 0 9 0,88-13-44 16,-63 9-52-16,-2 0-14 0,0 0 16 16,-3 4 34-16,-4 0-50 0,-2 0-36 15,-6 4-31-15,-4 5 34 0,-4 6 57 16,0 4 22-16,-12 2-43 0,-2 5-37 15,-5 1-18-15,0 0-7 0,1 0-11 16,0-1-19-16,3-1 18 0,3-3-1 16,2-1-10-16,0-1 9 15,4-4 2-15,3-2 0 0,2 1-14 0,1-5 15 16,0-1 2-16,0-2 31 0,3-1-2 16,4-1 2-16,4 0 19 0,1-3 17 0,5-1 10 15,2-1-27-15,4 0-31 0,4 0-21 16,2 0-25-16,1-1-45 0,1-4-63 15,-1 0-107-15,-3-1-240 0,-8-1-884 16,3-2-829-16</inkml:trace>
  <inkml:trace contextRef="#ctx0" brushRef="#br0" timeOffset="47561.66">10686 5638 2478 0,'0'0'704'0,"0"0"-265"15,0 0-102-15,0 0-136 0,0 0 11 0,0 0 45 16,0 0-48-16,0 0-56 0,0 0-4 16,4 1 77-16,6 0 13 0,3 3-45 15,3 0-31-15,3 0 18 0,2 3-6 16,0 1-79-16,3 1-20 0,2 3 5 16,0 0-41-16,3 4-40 0,1 2-12 0,2 2 12 15,1 3 0-15,0-2-35 16,-1 1-4-1,-4-1 21-15,-2-2-37 0,-5-4-29 0,-1 1-36 0,-3-4-28 16,-4-1-3-16,-1-2-82 0,-4-1-54 16,-1-4-60-16,-2 1-111 0,-2-4-167 0,-3 0-135 15,0 1-337-15,0-2-190 0</inkml:trace>
  <inkml:trace contextRef="#ctx0" brushRef="#br0" timeOffset="47908.65">11029 5592 1987 0,'0'0'1107'0,"0"0"-645"0,0 0-144 16,0 0-7-16,0 0-3 0,0 0-25 16,0 0-35-16,0 0-31 0,0 0-1 15,0 0-19-15,-16 19-94 0,7-4-40 16,1 4-5-16,-1 4 5 0,0 4-18 16,1 1-8-16,2 3 2 0,-1 1-10 15,1-1-29-15,-1-3-24 0,4-4 9 0,0-1-9 16,0-2-67-16,3-3-78 0,0-4-25 15,0-2-40-15,0-2-101 0,0-4-194 0,1-1-250 16,4-2-623 0,1-2-359-16</inkml:trace>
  <inkml:trace contextRef="#ctx0" brushRef="#br0" timeOffset="48396.21">11310 5860 1672 0,'0'0'1641'16,"0"0"-1248"-16,0 0-222 0,0 0 15 15,0 0 41-15,0 0-62 0,0 0-57 16,0 0-25-16,0 0-31 0,33 68-30 16,-26-60-22-16,-1 1 0 0,0-1-15 15,-4-2 2-15,4-1-17 0,-1-2-91 16,2 1-86-16,-5-4-91 0,3 0-202 0,-2 0-226 15,0 0-483-15,0 0-225 0</inkml:trace>
  <inkml:trace contextRef="#ctx0" brushRef="#br0" timeOffset="49044.27">11460 5798 1518 0,'0'0'468'0,"0"0"-170"0,0 0 48 15,0 0-70-15,0 0-73 0,0 0-28 16,0 0-25-16,0 0-17 0,0 0-25 16,0 0-39-16,80-33-9 0,-68 29 0 15,-3 2-25 1,2 0-10-16,-5-1 28 0,0 3 3 0,-1 0 8 0,-2 0 33 15,1 0 30-15,-2 2-3 0,1 3-22 16,-3 0-21-16,0 4-17 0,0 0-15 16,0 2-33-16,0-1-15 0,-7 0 17 15,-1 2 4-15,3-1-22 0,-4-1-17 0,2 1 17 16,-2-3 25-16,2 3-25 16,3-4 0-16,-2-1 1 0,0 0 23 15,3-1-24-15,2-3-14 0,-1-1 12 0,2-1 1 16,0 0-60-16,0 0-7 0,0 0 40 15,2 0 28-15,5 0 20 0,2 0-17 0,-2 0 40 16,6 0-9-16,-3-2-34 0,1 1-6 16,4-3 6-16,-2 3 3 0,0 1-3 15,-3-2-29-15,1 0 29 0,-3 2 9 16,2 0-9-16,-8 0 0 0,3 0 56 16,-4 2 60-16,1 1-39 0,-2 2 91 15,0 1-16-15,0-1-37 0,0 3-90 16,-8 1-24-16,0 1 29 0,-5 5-30 15,0-1-9-15,-4-2-116 0,1 3-42 16,-3-2-71-16,2-3-227 0,4-2-602 16,-7 3-736-16</inkml:trace>
  <inkml:trace contextRef="#ctx0" brushRef="#br0" timeOffset="99657.74">7799 2058 2576 0,'0'0'466'15,"0"0"-178"-15,0 0-21 0,0 0 29 0,0 0-4 16,0 0 7-16,0 0-47 0,0 0-37 0,0 0-53 15,0 0-13-15,7 2 9 0,-1 2 6 16,3 3-3-16,2 5 11 0,8 3 36 16,1 3-18-16,5 1-97 0,1 2-78 15,4 2 0-15,5 3 16 0,5 4-31 16,3 5-13-16,3 0 12 16,-4-2 1-16,-2 0-18 15,-2-6 0-15,-2-4 0 0,-6 0-39 16,-5-8-21-16,-5 1-25 0,-3-6-26 15,-4-1-128-15,-7-2-73 0,-2-1-75 0,-4-2-90 0,0 0-91 16,-1-3-177-16,-5 0-703 0</inkml:trace>
  <inkml:trace contextRef="#ctx0" brushRef="#br0" timeOffset="99904.19">8194 1971 2639 0,'0'0'1115'16,"0"0"-778"-16,0 0-85 0,0 0 100 15,0 0-5-15,0 0-91 0,0 0-68 16,0 0-88-16,-24 77-72 0,12-37-13 16,-1 7 54-16,0 6 22 0,1 1-6 15,0 0-25-15,-2-1-18 0,2-6-42 16,3-4-42-16,0-7-106 0,2-5-9 15,1-5-62-15,4-7-155 0,-1-4-229 16,1-5-431-16,2-5-511 0</inkml:trace>
  <inkml:trace contextRef="#ctx0" brushRef="#br0" timeOffset="101191.44">8586 2389 3391 0,'0'0'532'0,"0"0"-400"15,0 0-13-15,0 0 52 0,0 0 70 16,0 0-56-16,20 67-34 0,-11-50-35 0,1-1-55 15,-1 1-49-15,2 0 9 0,-2-3 0 16,-2 1-21-16,-1-2-16 0,2-2 13 16,-2-3-76-16,-2 0-129 0,1-4-75 15,-2-1-99-15,-3-2-267 0,3-1-556 16,-3 0-426-16</inkml:trace>
  <inkml:trace contextRef="#ctx0" brushRef="#br0" timeOffset="101624.57">8744 2352 1978 0,'0'0'402'0,"0"0"-205"0,0 0 157 15,0 0-88-15,0 0-62 16,0 0-14-16,0 0-85 0,0 0-67 0,81-6-7 15,-69 6 4-15,-2 0-13 16,0 4 9-16,-3 0 35 0,-1 0 0 0,0 1-9 16,-3 1 22-16,0-2 39 0,-3 2 38 15,0 4-26-15,0 0-22 0,-5 1-34 0,-2 4-22 16,0-1-21-16,-3-1-29 0,4-2 18 16,0-3-20-16,5-2-18 0,-2-1-10 15,3-5 0-15,0 3-5 0,0-3 8 16,0 2 0-16,0-1-9 0,0 0-5 15,3 1 39-15,1 1 0 0,5-2 50 16,1 3-13-16,1-2-23 0,3 1-13 16,0 1 0-16,3-1-1 0,-6-1 0 0,1 2 0 15,-2 0 1-15,-3 0 18 0,-2 1 48 16,-1 0 13-16,-1 1 3 0,-3-1 24 16,1 1 0-16,-1 2-40 0,0-2-43 15,0 1-24-15,-3 1-27 0,-1-4-150 16,-2 0-90-16,-1-2-199 0,0-1-572 15,-3 1-586-15</inkml:trace>
  <inkml:trace contextRef="#ctx0" brushRef="#br0" timeOffset="107220.29">9414 1721 1611 0,'0'0'1388'0,"0"0"-1071"0,0 0-225 15,0 0 39-15,0 0 36 0,0 0 22 16,0 0-31-16,0 0-36 16,0 0-25-16,0 0-17 0,5 0-2 0,-5 2 27 15,0-1 46-15,0 1 6 0,0 0-22 16,0 3-25-16,-2 3-34 0,-2 3-27 16,-3 6-16-16,-2 1-15 0,-2 3-5 15,-2 1-10-15,-3 3 12 0,0 0 6 16,2 0-11-16,-4-1-10 0,7-1-12 15,-1-2 9-15,1-2 3 0,4-1-3 16,1-4-10-16,3 0 13 0,0-6 21 0,0-2 0 16,2 0-18-16,1-4 22 15,0 0 2-15,0-1-6 0,0-1-5 0,0 1 11 16,0 1 21-16,4-1 43 0,-1 2-24 0,3-2-25 16,-2 1 1-16,3-1-19 15,1 2-3-15,3-2 6 0,1 3 10 16,3-4-22-16,3 3-13 0,-1 0 19 15,3-2-12-15,2 1-9 0,1-1-27 0,0 2 27 16,0-2 0-16,0 2-20 0,0 0-29 16,0 1-29-16,-1-2 2 0,-2 0-45 15,0 1-28-15,-4-2 9 16,1 2-18-16,-2 0-44 0,0-2-53 0,-1-1 41 16,-3 0-226-16,-1 0-202 0,-1 0 14 15,-6 0-468-15,-3-1-155 0</inkml:trace>
  <inkml:trace contextRef="#ctx0" brushRef="#br0" timeOffset="107470.66">9416 2282 2880 0,'0'0'692'0,"0"0"-492"0,0 0-81 15,0 0 77-15,0 0 102 0,0 0 21 16,0 0-98-16,0 0-29 0,0 0-40 16,0 0-82-16,94 23-42 0,-71-21 8 15,-2-2-36-15,4 0-21 0,-2 0-61 16,3-3-12-16,-1-1-22 0,2-2-126 16,2-2-186-16,1-2-205 0,-10 3-631 0,4-5-629 15</inkml:trace>
  <inkml:trace contextRef="#ctx0" brushRef="#br0" timeOffset="107789.33">10039 1627 3238 0,'0'0'785'16,"0"0"-429"-16,0 0-170 0,0 0 26 15,0 0 30-15,0 0-71 0,0 0-61 16,0 0-4-16,0 0-12 0,23 82-9 16,-16-58-6-16,2 1-34 0,-2 0-8 15,3 0-22-15,-2 0-3 0,1-2-12 16,0-2-12-16,-2 0 0 0,-1-3-40 15,1-2-45-15,-1-3-24 0,2-3-67 16,0-2-78-16,-1-5-173 0,-1 0-253 0,-2-2-599 16,-1-1-422-16</inkml:trace>
  <inkml:trace contextRef="#ctx0" brushRef="#br0" timeOffset="108339.86">10268 1613 1482 0,'0'0'1187'0,"0"0"-1109"16,0 0-53-16,0 0 56 0,0 0 57 15,0 0 3-15,0 0-7 0,0 0-6 16,94-50-36-16,-74 43-57 0,-3 0-10 0,-1 2 29 15,-2-2-3-15,-2 2-26 0,-2-1-3 16,-3 3 19-16,-3 0-6 0,-2 2-33 16,1 1 1-16,-3-2 41 0,0 2 13 15,0 0-23-15,0 0 10 0,0 0 51 16,-5 4 58-16,-3 2-87 0,-5 3-66 16,-4-1-25-16,-2 5 23 0,-4 0 4 15,1 3 36-15,2-1 33 0,-3 0 41 16,6 1-4-16,1-2 25 15,1 2 5-15,5-4-25 0,3 0-67 0,4-2-31 16,0-2 13-16,3 0-28 0,0-3 0 0,3-1 0 16,3 3 17-16,3-2-17 0,2 1-15 15,0-1-24-15,7-1 39 0,1 0 1 16,4-2-1-16,1 1-24 16,3-2 24-16,0 1 0 0,-3 1-1 0,0 0-32 15,-2 2 32-15,-5 0 0 0,-2 1 1 16,-4 0 22-16,-3 1 20 0,-3 0 32 0,-2 2-7 15,-2 1 3-15,-1 1 3 0,0 1 3 16,-3-1 9-16,-6 3-27 0,-3-1-25 16,-2 1-12-16,-2-2-18 0,-1 1-3 15,-2-1-79-15,2-3-54 16,0-1-44-16,5-5-40 0,2-3-86 0,2-1-168 16,4-7-241-16,0-1-464 0,4-9-643 0</inkml:trace>
  <inkml:trace contextRef="#ctx0" brushRef="#br0" timeOffset="108771.14">10762 1483 2077 0,'0'0'991'0,"0"0"-799"15,0 0 18-15,0 0 68 0,0 0-42 0,0 0-7 16,0 0-8-16,0 0-51 0,0 0-75 15,0 0-18-15,-56 75 3 0,49-59 33 16,1 1 34-16,5-1-37 0,1-2-19 0,0 0-36 16,1 1-13-16,9-1-17 0,0-1-1 15,3-2-23-15,3 0-1 0,1-3 0 16,2-2-1-16,4-2-17 0,0-2 7 16,2-2 11-16,1 0 12 15,1 0-12-15,0-5 1 16,1-1-1-16,-1-3 2 0,-2-1-2 0,1 1 0 15,-2-2 0-15,-3-3 15 0,-3 4-14 0,-2-2 1 16,-6 2 25-16,0 1 10 0,-4-2-13 16,-5 0 3-16,-1-2 31 0,0-1 27 15,0-2-1-15,-4 1-2 0,-6 0-16 16,0 1 1-16,-2 1-34 0,-5 3-15 16,-3-1 9-16,1 4-27 0,-6 1-24 15,1 0-45-15,0 5-10 0,-1-1-3 0,-4 2-63 16,2 3-67-16,-5 4-25 0,-1 5-166 15,-4 6-287-15,9-5-763 0,-15 12-1042 16</inkml:trace>
  <inkml:trace contextRef="#ctx0" brushRef="#br0" timeOffset="117554.07">11258 15011 2775 0,'0'0'592'0,"0"0"-332"0,0 0-48 16,0 0 80-16,0 0-58 0,0 0-30 16,0 0-38-16,0 0-46 0,0 0-37 15,0 0-16-15,5 28 3 0,3-12-2 16,1 6-44-16,3 6 3 0,1-1 31 0,3 3 3 16,-1-1-37-16,2 4-22 0,-4-2 35 15,3-1-28-15,-5 0-9 0,-1-5-9 16,3 0 9-16,-4-5 0 0,0-3-27 15,-3-4-34-15,0-4-9 16,0-4-43-16,-3-1-40 0,-1-3-12 0,-1 1-5 16,-1-2-68-16,0 0-134 0,0-2-120 15,0-3-237-15,-1 0-446 0,-5-7-262 0</inkml:trace>
  <inkml:trace contextRef="#ctx0" brushRef="#br0" timeOffset="117836.41">11372 15066 1994 0,'0'0'815'0,"0"0"-418"0,0 0-132 16,0 0 202-16,0 0 11 16,0 0-64-16,0 0-87 0,0 0-215 0,0 0-63 15,-45 68-3-15,26-37 5 0,0 6-2 16,-2-1 0-16,-1 5-4 0,1-4 13 15,0 5-4-15,3-4-15 0,0-4-17 16,3-1-21-16,3-5-1 0,1-1-34 16,3-7-60-16,3-4-42 0,2-8-13 15,3-2-24-15,0-6-130 0,3-2-300 0,7-7-178 16,0 0-203-16,4-6-339 0</inkml:trace>
  <inkml:trace contextRef="#ctx0" brushRef="#br0" timeOffset="119403.27">11589 15402 1334 0,'0'0'1377'0,"0"0"-1107"16,0 0-193-16,0 0 131 0,0 0 59 16,0 0-108-16,0 0-68 0,0 0-91 0,0 0 3 15,0 0 10-15,0 0 37 0,15-6-18 16,-11 4 9-16,2 1 6 0,0 1 25 16,-2 0 66-16,3 0 27 0,-1 3-53 15,1 2-29-15,-1 0-40 0,2 1-12 16,0 0-12-16,-4 0 5 0,2 0-21 15,0 0 13-15,-3-1-13 0,1 3 18 16,-3 1 4-16,-1-1 6 0,0 1 3 16,0 2 9-16,0-1 24 0,-1 2 22 15,-5-2 9-15,0 1-19 16,-1 1-27-16,1-1-7 16,-2-1-8-16,2 2-1 0,2-4-5 0,1 1-7 0,-2-2 0 15,2-3 4-15,0 0-1 0,2 1 0 16,-1-4-2-16,1 3 2 0,1-1 3 0,0 1 7 15,0-4-1-15,0 1-9 0,0 2-12 16,0-1 3-16,0-1 4 0,1 0-1 16,2 2-3-16,-1-1 0 0,1-1-6 0,0 2 12 15,1-2-12-15,-1 1 4 0,3 1-13 16,1-2-1-16,-1-1-1 0,1 0 0 16,3 0-1-16,0 0-13 0,2 0-32 15,-4 0 0-15,4 0 12 0,-5-4-1 16,2 2-20-16,-3 1-40 0,0-2-15 15,-1 1-28-15,-2 1-43 16,0-2-92-16,0-1-132 0,-1 0-174 0,0-3-384 16,1 2-352-16</inkml:trace>
  <inkml:trace contextRef="#ctx0" brushRef="#br0" timeOffset="120124.71">11865 15436 2134 0,'0'0'762'0,"0"0"-519"16,0 0-89-16,0 0 138 0,0 0-61 16,0 0-27-16,0 0 28 0,0 0-46 15,0 0-75-15,0 0-3 0,33 0 0 16,-23 0-16-16,0 0-61 0,0 0-19 15,3 0 22-15,-2-4-4 0,0 2-30 0,1 1-10 16,-1-1 10-16,-3 0 15 0,2 1-15 16,-2 1-17-16,-1 0 17 0,-1-1 0 15,1-1 0-15,-2 2-16 0,0 0 16 16,-2-1 2-16,0 1-2 0,0 0-2 0,0 0 2 16,-2 0 0-16,-1 0 2 0,0 0 1 15,1 0 12-15,-1 0-3 0,0 0 16 16,0 0 6-16,0 0 5 0,0 0-5 15,0 0 21-15,0 0 67 0,0 0 2 16,0 0-48-16,0 0-18 0,0 0-16 16,0 0-2-16,0 0 5 0,0 1 10 15,0 3 29-15,0 1 16 0,0 2-49 16,0 4-33-16,0-1 0 0,0 0-15 16,0 5 16-16,0 0-19 0,0 1 0 15,0 3 0-15,-1-2 0 16,1 1 1-16,0 0 1 15,-1 0 1-15,1 1-1 0,0-4-2 0,0 1-2 0,0-4-1 0,0-1-12 16,0-3-10-16,0-3 1 0,0-2 3 0,0-2-21 16,0-1-16-16,0 0-5 0,0 0 18 15,0 0 17-15,0 0 7 0,0 0-18 16,0 0-43-16,0 0-21 0,0-3-19 16,0 1-42-16,0-3-71 0,0-2-79 15,-3 1-1-15,0-2-140 0,0-1-179 16,0 3-491-16,-3-2-375 0,24 62 914 0</inkml:trace>
  <inkml:trace contextRef="#ctx0" brushRef="#br0" timeOffset="120337.79">11941 15579 2009 0,'0'0'718'0,"0"0"-390"0,0 0-107 15,0 0 17-15,0 0-73 16,0 0-17-16,0 0 89 0,0 0-3 0,0 0-48 15,0 0-4-15,0 0-26 0,62-15-48 16,-53 13-26-16,1-1 1 0,-2 1-16 0,1-1-55 16,0 1-12-16,-1 0-3 0,2-2-18 15,-1 1-37-15,0 1-104 0,-1 1-72 16,-1-1-171-16,-1 1-394 0,-1 1-653 16,-5 0-577-16</inkml:trace>
  <inkml:trace contextRef="#ctx0" brushRef="#br0" timeOffset="128699.68">10435 16973 2714 0,'0'0'743'16,"0"0"-313"-16,0 0-203 0,0 0-19 0,0 0 6 15,0 0-29-15,0 0-93 0,0 0-64 16,48 81-25-16,-22-56 15 0,4 1-18 15,0 2-2-15,5 1-22 0,-4-4-4 16,0 0 10-16,-5-2-19 0,-2-4-12 16,-6-2-56-16,-3-2-99 0,-3-3-111 15,-2-4-38-15,-6 1-132 0,0-4-271 16,-2-1-509-16</inkml:trace>
  <inkml:trace contextRef="#ctx0" brushRef="#br0" timeOffset="128916.29">10651 16956 248 0,'0'0'2186'0,"0"0"-1632"15,0 0-391-15,0 0 41 0,0 0 142 16,0 0 0-16,0 0-12 0,0 0-19 0,0 0-262 16,-3 73-51-16,2-42 13 0,-2 5 0 15,1 1-13-15,-2 3-2 0,1-1-17 16,0-2-29-16,1-3-3 0,0-9-59 15,1-2-87-15,1-6-114 0,0-7-173 16,0-3-279-16,3-5-490 0,1-2-175 0</inkml:trace>
  <inkml:trace contextRef="#ctx0" brushRef="#br0" timeOffset="129301.24">10926 17195 228 0,'0'0'1118'16,"0"0"-792"-16,0 0-119 0,0 0 121 16,0 0-8-16,0 0-4 0,0 0-91 15,0 0-68-15,0 0-1 0,0 0-10 16,0 0-64-16,51 40-47 0,-46-33 28 15,-2 1 13-15,-1 0-19 0,1 1 6 16,-3 1 28-16,0 2-9 0,0 1-32 16,0 0-31-16,0 2 9 0,-3-2 25 15,1 0-50-15,1-2 13 0,1 1 30 16,0-4 4-16,0-3-21 0,0 1-29 16,0-5-3-16,1 2-16 0,4-1-15 15,1-2 34-15,1 0 22 0,3 0 15 0,-3 0-37 16,2 0-31-16,-2 0 12 0,3-2-33 15,-4 1-29-15,0-2-64 0,1-2-53 16,-1-1-70-16,2 0-184 0,-4 0-328 16,2-2-645-16</inkml:trace>
  <inkml:trace contextRef="#ctx0" brushRef="#br0" timeOffset="129682.22">11140 17198 2058 0,'0'0'631'0,"0"0"-609"0,0 0-2 0,0 0 60 0,0 0-12 16,0 0-43-16,0 0-25 0,0 0-1 15,0 0-2-15,0 0-26 0,75-33 29 16,-68 30 11-16,0 3 5 0,-1 0 42 0,0 0-7 16,-2 0 16-16,-1 0 42 0,0 0 38 15,0 0-1-15,-2 3-60 0,2 0-35 16,0-2 18-16,1 3 35 0,-1 3 47 16,1 0 16-16,1 5-11 0,-2 1-29 15,-2 6-27-15,2 2-29 0,1 0-7 16,-1 3-14-16,0-3-4 0,0 1-44 15,1-2-2-15,2-4-16 0,-2-1-37 16,1-4-8-16,0-3-29 0,-1-1-3 0,-1-2-34 16,0-3-41-16,-1 1-34 0,-2-3-142 15,0 0-304-15,0 0-518 0,-2-10-176 0</inkml:trace>
  <inkml:trace contextRef="#ctx0" brushRef="#br0" timeOffset="129866.98">11206 17331 2394 0,'0'0'557'15,"0"0"-348"-15,0 0 135 0,0 0-6 0,0 0-121 16,0 0-98-16,0 0-32 0,82-37-49 16,-69 24-38-16,0 0-81 0,0 0-25 15,-1 0-165-15,-1 0-197 0,-2 3-522 16,1-3-488-16</inkml:trace>
  <inkml:trace contextRef="#ctx0" brushRef="#br0" timeOffset="130219.04">11607 16984 1603 0,'0'0'565'0,"0"0"-177"16,0 0 85-16,0 0 3 0,0 0-72 0,0 0-22 16,0 0-118-16,0 0-129 15,0 0-15-15,0 0-31 0,-3 67-28 0,0-50-15 16,-4-1-18-16,1 5-10 0,-1 0 3 16,1 1-8-16,0-1-11 15,2 2 10-15,0-3 9 0,1-1 4 0,1-2-15 16,2-6-10-16,0 0-31 15,0-5 10-15,5-2-13 0,1-1-5 16,3-2 36-16,0-1 3 0,4 0 12 0,-2 0 2 16,3-4-14-16,0 0-15 0,-3-2 13 15,4 1-35-15,-5-2-3 0,2 1-36 16,-1-3-35-16,-1 2-40 0,3 0-80 16,-3 1-185-16,2-1-134 0,0 0-225 0,-1 3 102 15,0 0-942-15</inkml:trace>
  <inkml:trace contextRef="#ctx0" brushRef="#br0" timeOffset="130468.74">11646 17384 2093 0,'0'0'1328'0,"0"0"-1011"0,0 0-22 0,0 0 9 16,0 0-152-16,0 0-54 16,0 0 44-16,0 0-10 0,0 0-70 0,79-5-32 15,-62-3 1-15,0 0-31 0,-2 0-22 16,-1 1-70-16,-2-1-40 0,0 1-46 16,0-1-123-16,-3 3-328 0,7-3-805 15</inkml:trace>
  <inkml:trace contextRef="#ctx0" brushRef="#br0" timeOffset="130807.88">12034 16881 2899 0,'0'0'759'0,"0"0"-366"0,0 0 56 0,0 0 3 16,0 0-171-16,0 0-99 0,3 68-42 15,5-42-34-15,-1 0-27 16,3 0-31-16,2 1-46 0,-2-2-2 0,1 0-39 15,-1-2-13-15,-1-4-42 0,1-3-51 16,-1-5-59-16,-2-3-141 0,3-6-268 16,-4-2-541-16,2-2-397 0</inkml:trace>
  <inkml:trace contextRef="#ctx0" brushRef="#br0" timeOffset="131117.12">12196 16921 2801 0,'0'0'647'0,"0"0"-489"16,0 0 73-16,0 0 120 0,-10 66-167 0,14-47-100 15,5 0-7-15,4 0-9 16,0-2-19-16,-1-2-18 0,3-1-31 16,0-6 0-16,-1-2-22 0,1-2 2 0,-1-4 20 15,-3-3 3-15,4-6 12 0,-2-6-2 16,-2-1 5-16,2-6 10 0,-6 2-14 15,1-2-14-15,-7 2-2 0,-1 1-1 16,0 4 0-16,-9 2 3 0,-2 0 31 16,-3 0 3-16,-2 2-31 15,-5-1 15-15,1 3 13 0,0 3 3 0,-1 5-34 16,-2 1-47-16,2 10 11 0,0 3-38 0,1 0-59 16,4 3-9-16,3-1 3 15,7-3-42-15,4-4-168 0,2-1-277 0,5-4-496 16,13-3-199-16</inkml:trace>
  <inkml:trace contextRef="#ctx0" brushRef="#br0" timeOffset="131414.7">12552 16765 1219 0,'0'0'1031'0,"0"0"-459"16,0 0-88-16,0 0-94 0,0 0-76 15,0 0-66-15,1 76-21 0,-1-55-55 16,2 2-70-16,1 1-35 0,2 2 41 15,3-2-10-15,-1 0-46 0,4-3-28 0,0-5 28 16,1-5-37-16,0-2-15 0,0-5 0 16,2-4 18-16,-1 0-18 0,3-7-3 15,-3-5 3-15,2-5 0 0,-1-4 48 16,-4-3-48-16,0 0 0 0,-6-4 44 16,-1 0 16 30,-3 0-32-46,-2 2-13 0,-6-1 55 0,-6 2-3 0,-5 0-37 0,-3 3-12 0,-2 3 15 0,1 6-33 0,-3 8-9 0,1 2-75 0,1 3-53 0,-2 9-88 16,3 4-90-16,4 2-185 16,5-1-512-16,-4 7-732 0</inkml:trace>
  <inkml:trace contextRef="#ctx0" brushRef="#br0" timeOffset="163414.68">21398 5647 2699 0,'0'0'571'0,"0"0"-193"16,0 0-94-16,0 0 11 0,0 0 71 16,0 0-34-16,0 0-33 0,0 0-23 15,0 0-48-15,0 0-77 0,10 64-43 16,-7-45-35-16,1 4-19 0,5 8-53 16,-2 2 0-16,0 3 28 0,2 1-8 15,1 1-21-15,0-2-30 0,0-1 29 16,0-3-14-16,0-2-60 0,-1-5-43 15,2-2-94-15,-3-4-3 0,-1-4-92 16,-1-2-121-16,-2-4-63 16,-1-1-81-16,-3-2-196 0,0 0-500 0,-7-5-275 0</inkml:trace>
  <inkml:trace contextRef="#ctx0" brushRef="#br0" timeOffset="163728.56">21589 5751 1725 0,'0'0'710'0,"0"0"-233"0,0 0-64 15,0 0 18-15,0 0 9 0,0 0-83 0,0 0-80 16,0 0-170-16,0 0-28 0,0 0-8 15,0 0-1-15,-98 63 6 0,70-39-9 16,-6 5 9-16,-2 4-6 0,3 1 6 16,-3-1-25-16,6-3-21 0,7-4-30 0,4-5-13 15,8-4-35-15,2-6-34 0,6-1-76 16,3-7-49-16,0 3-66 0,7-4-158 16,5-2-155-16,1 0-145 0,0 0-418 15,4 0-519-15</inkml:trace>
  <inkml:trace contextRef="#ctx0" brushRef="#br0" timeOffset="164446.76">21693 6148 39 0,'0'0'2018'0,"0"0"-1487"16,0 0-235-16,0 0-59 0,0 0-10 15,0 0-30-15,0 0-48 0,0 0-7 0,0 0-17 16,0 0-53-16,0 0-30 0,-75 8 17 16,68-1-9-16,-1-3-19 0,2 3 7 15,3-2 5-15,1 0-43 0,2-3-49 0,0 3-26 16,0 1 37-16,6-3 14 0,4 3-14 15,0 2 15-15,2 0 23 0,2-1 0 16,-1 3 0-16,1-2-9 0,1 4 9 16,-1-4 0-16,-2 1-21 0,-3-1 8 15,1 0 13-15,-6 0 25 16,0-1-24-16,-2-1 2 16,-2 2 39-16,0 1 21 0,-2-1-20 0,-4 1-12 0,-2 0 22 15,-2 0-6-15,-2-1-28 0,-1 3-19 16,0-3 18-1,-1 1 19-15,2-3-2 16,1-2 2-16,-1-1 12 0,4-2 4 0,0 0-10 0,4-1 3 0,3 0 47 0,-1 0 11 16,2 0-104-16,0-1-6 0,0-1-37 15,2-2-6-15,2-2 27 0,3-5 1 16,2 0 2-16,2 0 16 0,1 0-9 16,-2-4 11-16,6 2 1 0,-4 0 0 15,0 2 0-15,1-2-2 0,2 1-1 16,-4-1 1-16,2 3-1 0,0-4-22 0,-1 1 0 15,-5 0 0-15,3 3-18 0,-6 1 0 16,-2 1-13-16,-2 2 16 0,0 2 12 16,0 0 0-16,0 1-25 0,0 1-65 0,-3-2-130 15,-2 2-143-15,3-2-145 16,-4 0-138-16,5 1-72 16,-2 1-346-16</inkml:trace>
  <inkml:trace contextRef="#ctx0" brushRef="#br0" timeOffset="164845.21">21892 6378 1190 0,'0'0'1653'0,"0"0"-1172"0,0 0-249 15,0 0-24-15,0 0 19 0,0 0 73 16,0 0-30-16,0 0-79 0,0 0-50 16,0 0-28-16,3 65-52 0,-7-53-30 15,-2-2-7-15,-1 0-24 0,1 0-15 16,-3-2-58-16,3-1-86 0,-3-1-146 16,1-2-164-16,2-3-506 0,4-1-427 0</inkml:trace>
  <inkml:trace contextRef="#ctx0" brushRef="#br0" timeOffset="165225.23">22120 6314 1850 0,'0'0'1161'0,"0"0"-707"0,0 0-62 0,0 0-97 15,0 0-12-15,0 0-36 0,0 0-66 16,-59 71-49-16,47-58-43 0,2 3-25 16,-3-3-25-16,6-2-38 0,0 1-1 15,2-2-18-15,0 0 0 0,2-3-16 16,0 0-33-16,3-3-86 0,0-1-80 16,0-2-86-16,0 0-188 0,0-1-265 15,0 0-540-15,0 1-269 0</inkml:trace>
  <inkml:trace contextRef="#ctx0" brushRef="#br0" timeOffset="165769.07">22206 6392 726 0,'0'0'710'0,"0"0"-359"0,0 0-16 16,0 0 43-16,0 0-142 0,0 0-62 16,0 0-33-16,0 0-55 0,0 0-19 15,0 0-9-15,73 9 15 0,-71-7 0 16,4 1 23-16,-5 1-1 0,2-1-29 16,0 0-2-16,-3 1-8 0,2-2 39 15,-2 3 8-15,0-1 17 0,0-1-8 16,0 2-31-16,-2-1-22 0,-4 3-9 0,-1-2 9 15,0 3 3-15,-2-1-10 0,-4 2 4 16,0 0 33-16,0 0 6 0,-1 0 28 16,2 1-71-16,2-4-18 0,2 0-34 15,3-3-2-15,3 1-25 0,0-3 9 16,1 2-7-16,1-2-24 0,0 0-3 0,0 0 18 16,0 2 31-16,3-1-18 15,-1 1 21-15,4 1 0 0,3-1 18 0,-1-1-16 16,1 2-2-16,1 0 3 0,3 0 14 15,-1 0-17-15,1 0-19 0,-2 2 18 16,0-1-1-16,-2 0-16 0,0-1 12 16,-3 0 6-16,-2 0 2 0,-1-2 0 0,-3 2 1 15,2-1 40-15,-2 0 21 0,0 1-6 16,-2 2 16-16,-2-3 8 0,-3 4-18 16,-2-1-18-16,-1-1-3 15,-2 2 39-15,2-3-28 0,-3 1-54 0,2-3-14 16,-1-1 13-16,-1 2-44 0,3-3-120 15,1 0-79-15,-1 0-82 0,5 0-250 16,0 0-779-16,2-5-752 0</inkml:trace>
  <inkml:trace contextRef="#ctx0" brushRef="#br0" timeOffset="169719.27">22908 2077 3298 0,'0'0'554'0,"0"0"-274"0,0 0-127 15,0 0 30-15,0 0 2 0,0 0 6 16,41 90-56-16,-23-56-59 0,1 3 0 0,6 4-9 15,-1 3-24-15,0 2-28 0,2 1 10 16,-4-4-22-16,1-1-3 0,-3-6-34 16,-4-3 4-16,1-4-4 0,-4-5-88 15,0-2-86-15,-6-4-4 0,-1-4-79 16,-3-2-156-16,-3-3-167 0,0-3-128 16,0-1-310-16,0-2-146 0</inkml:trace>
  <inkml:trace contextRef="#ctx0" brushRef="#br0" timeOffset="170981.69">23194 2128 91 0,'0'0'1991'0,"0"0"-1570"0,0 0-344 15,0 0 55-15,0 0 158 0,0 0 74 16,0 0-59-16,0 0 16 0,0 0 20 15,0 0 27-15,2-2-31 0,-15 20-5 16,-7 5-235-16,-4 12-61 0,-8 9-8 16,-1 6 8-16,-3 4-15 0,-2 0 4 15,5-2-25-15,1-4-28 0,5-6-69 16,6-6-52-16,3-5-30 16,2-3-56-16,6-3-33 0,2-6-47 15,3-4-148-15,5-3-232 0,0-5-453 16,10-7-59-16</inkml:trace>
  <inkml:trace contextRef="#ctx0" brushRef="#br0" timeOffset="171662.29">23463 2532 2066 0,'0'0'740'0,"0"0"-355"16,0 0-80-16,0 0-7 0,0 0-57 15,0 0-9-15,0 0 13 0,0 0-109 16,0 0-80-16,0 0-20 0,0 0-5 16,-64 37-3-16,43-23-4 0,-1 2 16 15,3-1 37-15,4-2-16 0,2 1-3 16,5-4-55-16,4-1-3 0,3-2-73 0,1-1 2 15,0 0 19-15,5 0 22 0,1 0 5 16,3-1 9-16,0 1 16 0,3-1 9 16,0-2-9-16,5 3 0 0,-1-1 6 15,3 0-6-15,-3 1-3 0,-2 0 3 32,-1 0 0-32,-1-1 0 15,-4 0 0-15,-3 0-3 0,-1 0 3 0,-4 0 25 0,0 0-25 0,0-2 0 0,-3 3 49 16,-3 1 15-16,-4-1-63 0,-3 1 14 15,0-2 46-15,2 0-15 0,-1-1-30 16,1-1-13-16,1-2 9 0,3 1 6 0,-2-2-18 16,4 0 0-16,1 0 0 15,1-3 0-15,2-1-23 0,1-2-32 0,0-5-40 16,0-1 18-16,3-4 22 0,5-1 18 16,3-1 22-16,0 1-1 0,5 0 4 15,0-2-12-15,1 2 2 0,0 0-6 0,-1 1 1 16,0 2-17-16,-3-2-42 0,-4 4-53 15,-1 0-42-15,-2 3-1 0,-2 3-19 16,-4 0-77-16,0 5-172 0,0 1-327 16,-1 0-1087-16</inkml:trace>
  <inkml:trace contextRef="#ctx0" brushRef="#br0" timeOffset="171930.65">23686 2849 1509 0,'0'0'1319'0,"0"0"-1017"16,0 0-69-16,0 0 40 0,0 0 4 15,0 0-35-15,0 0-52 0,0 0-112 16,0 0-45-16,-5 72-33 0,0-62-31 16,1-2-165-16,-3 1-111 0,0 0-101 0,1-3-166 15,-3 0-760-15</inkml:trace>
  <inkml:trace contextRef="#ctx0" brushRef="#br0" timeOffset="172259.58">23960 2571 1797 0,'0'0'826'0,"0"0"-340"0,0 0-22 0,0 0-57 16,0 0-91-16,0 0-43 0,0 0-54 15,0 0-45-15,0 0-24 0,10 77-40 16,-10-59-80-16,0-1-27 0,0 2 28 16,0-1-31-16,0-3-28 0,0-1-42 15,0-2-58-15,0-3-52 0,0-2-82 16,0-1-122-16,0-2-84 0,0-2-292 15,0-2-762-15</inkml:trace>
  <inkml:trace contextRef="#ctx0" brushRef="#br0" timeOffset="172728.14">24211 2521 1186 0,'0'0'455'0,"0"0"-195"0,0 0 32 15,0 0-75-15,0 0-72 0,0 0-16 16,0 0 16-16,0 0-19 0,0 0-43 16,0 0 32-16,79 6 77 0,-76 0 68 15,-3-2 21-15,0 4-4 0,0 0-44 16,-7 4-57-16,-3 0-65 0,-2 2-49 15,-1 2-26-15,-1-3-2 0,-2 2-18 16,5-1-16-16,-1-3 0 0,4 0-1 0,3-5-27 16,2-1-3-16,2-2-6 0,-1 0 0 15,2-2 13-15,0 0 14 0,0 1 10 16,0 0 3-16,3 2-3 0,5-2-11 16,-2 2 8-16,5 0-21 0,0 0 22 15,3 1-23-15,1-1 23 0,-1 0 0 0,-2-1 0 16,-2 1 0-16,-1-1 0 0,-4 1 2 15,-2 1 0-15,-1 0 46 0,-1 2 37 16,-1 0 37-16,0 1-19 0,0 1 9 16,-6 1 21-16,-1 1-49 0,-3 1-27 0,0-1-27 15,-2-1-28-15,1-2 0 16,4-2-40-16,1-1-76 0,0-4-61 0,3 1-22 16,-2-2-38-16,2 0-116 0,0-2-210 15,1-3-470-15,1-2-581 0</inkml:trace>
  <inkml:trace contextRef="#ctx0" brushRef="#br0" timeOffset="174211.51">24820 2205 3168 0,'0'0'597'0,"0"0"-327"16,0 0-131-16,0 0 178 0,0 0 71 15,0 0-92-15,0 0-101 0,0 0-49 16,0 0-25-16,0 0-27 0,0 0 11 16,-1 0 13-16,1 0-27 0,0 1-58 15,0-1-18-15,0 0 9 0,0 0-12 16,0 0-12-16,0 0-15 0,0 0 15 0,0 0 0 16,0 0-12-16,0 1-27 0,0 0 37 15,3 2-16-15,4 2-37 0,3 4 55 16,3 1 0-16,3 5 3 0,6-1-3 0,-2 3-12 15,3-2 12-15,-1 4 0 0,2-1-15 16,-1 0-24-16,0 0 27 16,-3 1 11-16,-1-3-41 15,-3-1-10-15,-2-2 38 0,-5-4 13 0,-2-1-22 0,-1 0 5 16,-2-2 18-16,-4-5 30 0,3 4-28 16,-3-3-1-16,0 0 38 0,0-2 4 15,2 1-31-15,-2-1-10 0,0 0 40 16,0 0 18-16,0 0-11 0,0 0 2 15,0 0 18-15,0 0-5 0,0 0-28 16,0 0 12-16,0 1 45 0,0-1-14 16,0 2-25-16,-2 1-12 0,-4 2 21 15,-2 2 9-15,-4 3-42 0,-3 3-15 0,-2 1-3 16,-1 2 6-16,0 0-3 0,0 2-13 16,0 3-1-16,0-2 0 0,1 0 1 15,2 0-2-15,3-2-3 0,1-1 2 16,2-4-2-16,3-4-24 0,3-1-9 0,0-4-6 15,1-2-15-15,2-1-9 0,0 0-3 16,0 0 14-16,0 0 1 0,0 0-42 16,0 0-22-16,0 0-29 0,0 0-31 15,0-1-80-15,0 0-91 0,4 1-94 16,-3-2-132-16,4-1-149 0,-1-1-79 16,1 1-445-16,3-4-209 0,-35 28 1457 0</inkml:trace>
  <inkml:trace contextRef="#ctx0" brushRef="#br0" timeOffset="174534.9">25333 2577 2556 0,'0'0'780'0,"0"0"-352"15,0 0 31-15,0 0 21 0,0 0-88 16,0 0-100-16,0 0-110 0,0 0-37 0,0 0-9 16,-63 68 3-16,43-50-9 0,-2 1-3 15,1 1-4-15,-1 1-23 0,2 1-31 16,-3-1-12-16,4 0 3 0,-1-2-60 16,2-1 0-16,1-1-1 0,4-4-1 15,2-2-37-15,5-3-24 0,2-4-28 16,2-2-32-16,2-2-37 0,0 0-30 15,0 0-54-15,5-3-190 0,5-6-252 16,-2 3-109-16,11-9-589 0</inkml:trace>
  <inkml:trace contextRef="#ctx0" brushRef="#br0" timeOffset="175760.12">25837 2177 2692 0,'0'0'1165'0,"0"0"-779"16,0 0-144-16,0 0 103 0,0 0-9 15,0 0-74-15,0 0-93 0,-11 71-41 16,6-42 8-16,-1 2 15 0,0 3-7 0,-1 3-29 16,-3 3-13-16,1-1-42 0,-1 1-17 15,1-3-25-15,1-1-18 0,1-4-24 16,2-4-22-16,1-4 1 0,1-5-30 16,1-3-24-16,1-6-37 0,1-2-36 15,0-4-79-15,0-4-110 0,1 0-147 16,7-5-207-16,1-7-277 0,-1 2-135 15,7-13-651-15</inkml:trace>
  <inkml:trace contextRef="#ctx0" brushRef="#br0" timeOffset="176159.72">26051 2377 2259 0,'0'0'1058'16,"0"0"-756"-16,0 0-147 0,0 0 33 15,0 0-2-15,0 0 50 0,0 0-78 16,0 0-25-16,0 0 11 0,6 71 9 16,-9-44 6-16,-3 0-3 0,2 0-47 15,-3-2-36-15,4-2-27 0,0-1-46 16,3-7 0-16,0-2-3 0,0-2-16 16,3-4-11-16,4-2-16 0,-3-1 13 0,2-1 3 15,4-3-4-15,3 0 34 16,2 0 9-16,2-3 31 0,2-5-16 0,1-2-22 15,1-2 16 1,0 0-3-16,-1-4-15 0,0 1-13 16,-4-2 13-16,1-1 34 0,-4 4-33 0,-4-2 14 15,-4 1 21-15,-3 1 19 0,-2 0-13 0,0-2 10 16,-7 3 24-16,1-1 5 0,-3 3-29 16,-1 0-22-16,0 2 6 0,0 1-24 15,3 2-12-15,-3-1-48 0,1 3-10 0,5 1-17 16,1 1-49-16,0 2-34 0,3 0-18 15,0-2-56-15,0 2-120 0,0-1-168 16,0-1-208-16,6 0-404 0,-2 0-73 16,15-1 436-16</inkml:trace>
  <inkml:trace contextRef="#ctx0" brushRef="#br0" timeOffset="176494.79">26642 2340 1392 0,'0'0'1075'0,"0"0"-451"0,0 0-76 16,0 0-82-16,0 0-62 0,0 0-120 0,-34 68-94 16,22-49-16-16,-1 3-52 0,1 2-68 0,1-1-11 15,4 0 45-15,4-1 9 0,3-5-97 16,0 1-9-16,4-3 9 0,4-3 3 16,3 0-3-16,-1-3-33 0,4-1 33 15,1-4 0-15,5-2-28 0,0-2 19 16,6 0 9-16,0-3 37 0,3-5-17 15,-2-2-19-15,2-4 34 0,-2-1-1 16,-1 0-32-16,-7-2-1 16,-2-1 25-16,-5-1 7 0,-5-4 9 15,-4 1 10-15,0-4 45 0,-3 1 29 0,0 3-53 0,-9 2-22 16,2 3-3-16,-5 3-14 16,-2 2-25-16,-2 3-9 0,-4 1-52 0,-4 2-89 15,-2 3-80-15,0 3-9 0,-2 0-55 16,-1 0-195-16,8 1-309 0,-12 6-879 15</inkml:trace>
  <inkml:trace contextRef="#ctx0" brushRef="#br0" timeOffset="181026.24">15811 4873 2292 0,'0'0'761'15,"0"0"-264"-15,0 0-81 0,0 0-15 16,0 0-55-16,0 0-49 0,0 0-68 15,0 0-53-15,0 0-78 0,0 0-41 16,0 0-5-16,11 13-13 0,-2-4 9 0,2 2 25 16,6 5-3-16,5 3 2 0,3 4 1 15,1 2-37-15,-1 0 0 0,1 3-6 16,0-2-29-16,-1 0-1 0,-3 2-3 16,-1-2 2-16,1 2 0 15,-3-4-14-15,-2-2-27 0,-1-4-7 16,-4-3-53-16,-1-3-22 0,-3-1 3 15,-1-3-3-15,1-3-150 0,-5-1-25 0,-3-2-95 0,0-2-81 16,0 0-71-16,-2 0-202 0,-7-3-784 16</inkml:trace>
  <inkml:trace contextRef="#ctx0" brushRef="#br0" timeOffset="181295.95">16146 4924 2556 0,'0'0'1009'0,"0"0"-596"0,0 0-13 15,0 0-29-15,0 0 11 0,0 0-77 16,0 0-99-16,0 0-25 0,0 0-60 0,0 0-51 16,-13 52-40-16,-1-29-18 0,-1 4 0 15,-2 4 3-15,0-2-4 0,0 4-11 16,-1-4-18-16,1 0-3 15,5-5-24-15,1-2-40 0,4-5-75 0,1-4-43 16,4-5-64-16,2-2-161 0,0-3-214 16,2-3-402-16,4 0-157 0,8-3-147 0</inkml:trace>
  <inkml:trace contextRef="#ctx0" brushRef="#br0" timeOffset="182246.61">16286 5248 1509 0,'0'0'659'0,"0"0"-296"16,0 0-89-16,0 0-69 15,0 0-64-15,0 0-64 0,0 0-7 0,0 0-32 16,0 0-15-16,0 0 27 0,39 0-27 16,-30 0-7-16,1 0 3 0,-2 0 0 15,0 0-3-15,-1 0 12 0,-2 4 10 16,3-3 7-16,-5 1 5 0,1-2-2 0,-1 4-7 15,0-3-38-15,0 0-1 0,0 2 1 16,1 0 10-16,-4 0 15 0,0 0 7 16,0 2 18-16,0-1 10 0,0 2-4 15,-6 0 24-15,0 2 7 0,2-1-6 16,-2 1 13-16,2-2 73 0,-2 1-108 0,0-3-47 16,4 1 1-16,-3-2-15 0,2 0 1 15,2 0 16-15,-2 0-2 0,1-2 5 16,2-1-21-16,0 0-1 0,0 0-20 15,0 0 8-15,0 0 1 0,0 0-4 16,0 0-5-16,0 0 2 0,3 0-15 16,2 0 34-16,1 0 25 0,2 1-22 15,1 0 0-15,-1-1 0 0,3 2-3 16,3-1-2-16,-1 1-1 0,3 0 3 16,-5 0 15-16,1 1-14 0,-5-1-1 15,-1 0 0-15,-3 1 3 0,-2-3-3 16,1 2 2-16,-2-2 13 0,0 1 13 15,0-1-6-15,0 0 18 0,0 0 18 0,0 0 22 16,0 2 70-16,0-2 51 0,0 1-48 16,-3 0-44-16,-5 3-82 0,1-2-24 15,-6 4 0-15,3-1-1 0,-2 1-2 0,0 1-21 16,-2-2 3-16,5 0-16 0,1-2-42 16,3-3-54-16,2 0-63 0,1 0-79 15,1 0-99-15,1 0-227 16,0-3-403-16,0-1-277 0,7-3-72 0</inkml:trace>
  <inkml:trace contextRef="#ctx0" brushRef="#br0" timeOffset="183740.96">16689 5172 88 0,'0'0'1597'16,"0"0"-958"-16,0 0-191 0,0 0-88 15,0 0-54-15,0 0-43 0,0 0-68 16,0 0-44-16,0 0-16 0,0 0-4 16,0 0-10-16,0-3-13 0,0 3-9 15,-1 0-7-15,0 0-15 0,-2 0 33 16,-3 1-30-16,-3 2-49 0,1 1-19 0,-3 0-11 16,0 1 11-16,1 1 9 0,1 0-2 15,-1 0-7-15,5-1-9 0,-1 2 15 16,1-3-18-16,2 3-16 0,2 0-11 15,1-1-1-15,0-1-9 0,0 0-15 0,4 0 13 16,4 0 23-16,0 1 13 0,5 0 1 16,-1 0-10-16,2 0 12 0,2-1 0 15,0 1 0-15,1 0-15 0,2-1 14 16,-2-2-1-16,3 2-1 16,-3-1 0-16,-3 1-13 15,-3 0 14-15,-1 1 0 0,-4-1 2 0,0 0 1 0,-3 0 2 16,0-1 0-16,0 0 16 0,-3 0-17 15,0-2 10-15,0 3 12 0,0 0-2 16,-5-2-7-16,-2 2-3 0,0-1 13 16,-3 0 2-16,0-1-11 0,-1 1-4 15,-1-2-9-15,0-1 15 0,2-1 1 16,0 0 8-16,3 0 7 0,-2 0-7 0,3-1 16 16,-1-3-4-16,1-2-20 0,0-1-16 15,2-1 9-15,1 1-12 0,2-2-2 0,1-3-20 16,0 1-8-16,1-3 0 15,6-3 5-15,2 2 4 0,2-3-4 0,0 0 7 16,0 1 16-16,1 1 2 0,-5 3 1 16,-1 5 17-16,-2-1-15 0,-1 4 10 15,-1 3-1-15,-2 1 3 0,0 1-14 16,0 0-1-16,0 0-2 0,0 0-47 16,0 0-73-16,0 0-65 0,0 0-19 15,0 0-51-15,-3 0-228 0,-3 1-469 16,1 1-296-16,0-2-313 0</inkml:trace>
  <inkml:trace contextRef="#ctx0" brushRef="#br0" timeOffset="-204223.98">16465 4068 2741 0,'0'0'724'0,"0"0"-417"16,0 0-307-16,0 0-45 0,0 0 45 0,0 0 41 15,0 0 44-15,16-90-47 0,-1 58-25 16,0-4-11-16,2-1 14 0,1-2 6 16,0 3-4-16,0 1 45 0,-1 4-2 15,0 1-36-15,-3 5-10 0,-2 3-2 16,-1 2-13-16,-3 4-60 0,-2 4-113 15,-4 3-168-15,0 3-140 0,-2 2-40 0,0 0-188 16,-2 4-443-16</inkml:trace>
  <inkml:trace contextRef="#ctx0" brushRef="#br0" timeOffset="-203876.57">16275 3853 2749 0,'0'0'593'16,"0"0"-324"-16,0 0-256 0,0 0 41 15,0 0 50-15,0 0 3 0,0 0 25 16,0 0-3-16,4 67-42 0,-4-47-28 16,0 0 4-16,0 2 33 0,0-1 18 15,0-3-15-15,-4 3-38 0,2-4-9 16,1 0 1-16,-1-2-4 0,1-4-9 0,1 0-7 15,0-3-21-15,0 0-12 16,6 0 0-16,1-3 0 0,0-1-1 0,2 1 0 16,5-3-14-16,0-2 15 0,5 0 6 0,3-5 9 15,1-2 7-15,3-4-4 16,-2-1-6-16,1 0-12 16,-4 0-18-16,1 0-6 0,-1 0-13 15,-2 1-86-15,1-2-52 0,-1 2-91 0,-3-3-134 16,0 5-172-16,-3-2-180 0,-4 2-456 0,0-2-173 0</inkml:trace>
  <inkml:trace contextRef="#ctx0" brushRef="#br0" timeOffset="-202912.15">16957 2657 2334 0,'0'0'520'0,"0"0"-324"16,0 0-183-16,0 0 44 0,0 0 167 15,0 0 23-15,0 0-107 0,0 0-55 16,0 0 18-16,0 0 26 0,21 57 9 0,-17-32 2 15,5 0-53-15,-2 3-43 0,0-1-33 16,1-2-10-16,-2 1 1 0,2-1-2 0,-2-4-25 16,-2 2-3-16,0-2 13 0,3-2-38 15,-2 0-118-15,-1-3-93 0,-1-3-162 16,3-2-300-16,-5-5-590 0,1-2-121 0</inkml:trace>
  <inkml:trace contextRef="#ctx0" brushRef="#br0" timeOffset="-202142.53">16996 2919 714 0,'0'0'701'16,"0"0"-594"-16,0 0-107 0,0 0 0 15,0 0 19-15,0 0 53 0,64-67-10 0,-48 56-17 16,3-1-45-16,1 2-3 0,-1 1 3 15,-2 2 0-15,-3 3 17 0,0 3 58 0,0 1 19 16,-5 0 30-16,0 6 38 0,-2 3 87 16,-1 1 19-16,0 1-56 0,1 3-64 15,-3 2-27-15,2-1 7 0,-1 2-58 16,-1-1-41-16,-1-2-7 0,-2-2 7 16,3 0-17-16,-4-2 17 0,0-1-10 31,0-4 25-31,0 0 29 0,0-2 75 0,0-2-15 0,0-1-49 0,0 0-26 15,0 0-21-15,-1 0-37 0,-4-6-85 16,0-2 9-16,-1-6-62 0,0-2 62 16,2 3 32-16,1-5 0 0,2 5 9 15,1-3-3-15,0 2 3 0,3 0-28 16,2 0-10-16,7 0-1 0,2-2 1 16,1 3 6-16,2-4 9 0,1 4-18 0,2 1 34 15,-4 4 10-15,-1-1-13 0,0 2 30 16,-2 4 14-16,-6-2-1 0,-1 2-2 15,0 0-8-15,-2 2 8 0,-3 1 3 0,2-1-18 16,-2 1 18-16,1 0-1 0,-1 0 2 16,-1 0 20-16,0 0 48 0,0 1 50 15,0 3 49-15,-1 0 11 0,-2 4-73 16,-1 3-7-16,0 3-9 0,-1 2-39 16,1-1 22-1,1 3 10-15,0-1-16 0,3-2-16 16,0 1-24-16,0-2-4 0,0-2-10 0,0-2-12 0,3-1-2 15,1-4-11-15,1-2-9 0,-2 0-16 16,1-3-16-16,0 0 17 0,2 0-10 16,0-3-32-16,0-3 47 0,2-4 32 0,-2-1-25 15,0-2-3-15,-4-3-48 0,1 0 12 16,0 0 14-16,-3 2 5 0,0 1 45 16,0 1 26-16,0 6 28 0,0 1-16 15,0 2-10-15,0 3-9 0,0 0-17 0,0 0 1 16,0 0 29-16,0 0 34 0,0 0 0 15,0 4-9-15,5 0 22 0,-1 2 47 16,0 5-23-16,2 2-31 0,3-1-19 16,-4 2-16-16,2 0-34 0,1-3-3 15,-1 0-16-15,-1-4 1 0,0 0-4 16,1-1-18-16,-2-4-50 0,-2 1-77 16,5-3-81-16,-5 0-142 0,1-1-173 15,-1-4-157-15,-1 0-266 0,-2-5 168 16</inkml:trace>
  <inkml:trace contextRef="#ctx0" brushRef="#br0" timeOffset="-201808.93">17595 2746 646 0,'0'0'537'0,"0"0"-172"16,0 0-66-16,0 0 3 0,0 0 60 16,0 0-43-16,0 0-62 0,0 0-43 15,0 0-26-15,0 0-30 0,27 67-19 0,-25-56-7 16,-2-1-19-16,0-2-15 0,1-2-20 15,-1-1-44-15,1-2-34 0,-1-2-11 16,2-1-11-16,-2 0-3 0,1 0-15 16,2 0-26-16,-2-5-60 0,5-1 79 15,-1-3 47-15,-1-1 12 0,0-1-12 0,2 2-3 16,-3 0 3-16,1 3 0 0,-3 2 13 16,1 1-10-16,-1 1 0 0,-1 2-2 15,2 0-1-15,-2 0-1 0,1 0-18 16,4 0-12-16,-1 0 31 0,2 0 22 15,2 2-7-15,1 1-15 0,0-2-2 16,4-1-1-16,1 0-63 0,3-2-91 16,1-7-215-16,-4 2-304 0,5-7-714 15</inkml:trace>
  <inkml:trace contextRef="#ctx0" brushRef="#br0" timeOffset="-201542.8">17913 2510 2194 0,'0'0'623'0,"0"0"-270"0,0 0-82 16,0 0-27-16,0 0-70 0,0 0-99 16,0 0-37-16,0 0 2 0,0 0 12 15,-36 74 19-15,33-59 17 0,3-1-7 16,0-1-38-16,0-3-27 0,0-1 2 16,3-2-18-16,6 1 0 0,-5 1 3 15,3-4-1-15,1 2-2 0,0 1-1 16,-2-2-2-16,1 1 3 0,-3 1 1 15,1 2 12-15,-4-2 5 0,1 3 13 16,-2-1-6-16,0 2-9 0,0-2 5 16,-3 1-2-16,-2 1-16 0,0-3-3 0,-4 1-29 15,1 1-92-15,-3-3-90 0,1 1-56 16,-1-4-115-16,1 1-203 0,1-4-219 16,0-2-513-16</inkml:trace>
  <inkml:trace contextRef="#ctx0" brushRef="#br0" timeOffset="-201059.24">17988 2735 101 0,'0'0'1232'0,"0"0"-906"16,0 0-125-16,0 0 0 0,0 0 88 16,0 0 50-16,56 68-111 0,-51-50-90 15,-3 2-51-15,0-3-8 0,-2 2 52 16,0-2 69-16,-2-1 18 0,0 0-82 15,-6-3-51-15,2-1-38 0,1-3-6 16,1-3-6-16,1-3-10 0,1-3-4 0,-1 0-17 16,3 0-4-16,-3-9-82 0,0-3 50 15,-2-2-71-15,0-5 15 0,-2-4 56 16,2-4 17-16,2-4 14 31,0-2-20-31,1-1 9 0,2 3-39 0,2 2 20 0,4 4 12 0,1 2-48 0,4 3 7 0,-1 2 19 16,1 4 19-16,1-1 3 0,0 2-3 15,2 1 20-15,-2 2-1 0,0 1-19 16,2 2 20-16,-4 1-17 0,0 4 17 16,-3 1-2-16,-4 1 4 0,-2 0 32 15,-1 0 86-15,0 5 46 0,0 4 10 16,-1 2-61-16,-3 3-40 0,-6 4-29 16,0 0-13-16,-1 1-6 0,2-3-22 15,-2 1-3-15,4-2-1 0,1-3-24 16,-1-2-19-16,7-4-26 0,0 0-99 15,0-4-90-15,0-2-46 0,6 0-54 0,-1 0-53 16,4-5-9-16,2-4-27 0,0-1 29 16,0-2-18-16,1 4 49 0,1-8-24 15</inkml:trace>
  <inkml:trace contextRef="#ctx0" brushRef="#br0" timeOffset="-200594.23">18249 2566 395 0,'0'0'537'0,"0"0"-6"0,0 0-79 16,0 0-89-16,0 0-52 0,0 0-89 15,0 0-65-15,0 0-31 0,0 0-21 16,0 0-16-16,0 0-9 0,63 60-19 16,-57-59 12-16,0-1 9 0,-3 0 60 15,0 0 3-15,0 0-32 0,-1 0-21 16,4-4 5-16,-3 0-7 0,1-3-12 16,-1-2-22-16,-1 1 0 0,-2-2-7 0,0 1-12 15,-2-2-25-15,-5 0 13 16,0 3-6-16,0 3-4 0,-2-1-5 0,2 1-10 15,0 2-24-15,1 1-66 0,1 0-59 16,3 0-9-16,-1 0-31 0,3 0-43 16,0 1-69-16,0-2-142 0,0 0-59 0,8-3 78 15,4 1 122-15,-1 0 104 0,4-2 100 16,1 2 75-16,4 2-19 0,-1 0 42 16,4 2 176-16,1 1-4 0,-2 0-62 15,1 0-9-15,-2 1 25 0,-2 5 11 16,0-1-53-16,-3 0-7 0,-8-1 40 15,3 3 70-15,-7-2 54 0,-1 0 44 16,-1-2-15-16,-2 0-67 0,0-2-40 16,0 0-12-16,0-1-16 0,0 0-32 15,0 0-44-15,0 0-19 0,0 0 13 0,0-2 12 16,0-2-16-16,0-3-33 0,0-2-16 16,0-3-53-16,-4-4 7 15,3-3-16-15,1 0-34 0,0-1-63 16,0-1-64-16,3 0-55 0,7 0-90 0,1-1-138 15,5-1-89-15,-4 6-211 16,8-7-483-16</inkml:trace>
  <inkml:trace contextRef="#ctx0" brushRef="#br0" timeOffset="-200418.68">18789 2083 1114 0,'0'0'774'0,"0"0"-388"15,0 0-198-15,0 0-11 0,0 0 39 16,0 0 38-16,0 0 58 0,0 0-122 0,0 0-82 15,32 87-26-15,-23-61 9 0,4 1-12 16,-3-2-14-16,4 0-61 0,-2-3-4 16,-2-3-1-16,1-1-18 0,-2-4-25 15,-2-1-72-15,-1-3-67 0,-1-3 15 16,-3-4-259-16,-2-1-311 0,0-2-502 0</inkml:trace>
  <inkml:trace contextRef="#ctx0" brushRef="#br0" timeOffset="-200285.04">18840 2269 1835 0,'0'0'610'16,"0"0"-397"-16,0 0 9 0,0 0 21 16,0 0-3-16,0 0-84 0,76-49-84 15,-56 39-57-15,-1-1-15 0,0 3-22 0,-4-1-194 16,-4 2-341-16,-11 2-975 0</inkml:trace>
  <inkml:trace contextRef="#ctx0" brushRef="#br0" timeOffset="-198474.06">17161 3292 1967 0,'0'0'786'16,"0"0"-340"-16,0 0-191 15,0 0-96-15,0 0-20 0,0 0-42 0,17 72-2 16,-10-47-14-16,1-1-11 0,0 2-20 16,1-2 6-16,-2-3 0 0,-1-6-34 0,0 0-22 15,1-6-2-15,-5-2 0 0,1-2 2 16,-3-2 1-16,2-3 24 16,-2 0 12-16,0 0-3 15,0 0-3-15,0-4 9 0,-2-3-1 0,-3-3-39 16,-8-4-118-16,1-5 43 0,-2-2 22 0,-1-3 35 15,4-2 2-15,-2 1 13 0,6 0 2 16,4 2-12-16,3 2-18 16,0 0-28-16,3 5 31 0,4 3-1 0,6 1 0 15,0 1 29-15,4 3 0 0,0 2 13 16,3 1 25-16,0 5 13 0,-2 0-2 16,-3 0 4-16,-3 5 0 0,-4 2 10 15,-2 2 8-15,-6 2 0 0,0 0-18 0,0 5-10 16,-6 0-23-16,-6 1-20 0,-2 0-64 15,-2-1-82-15,-1-4-81 0,2-1-116 16,-1-4-138-16,8-1-299 0,-3-5-675 0</inkml:trace>
  <inkml:trace contextRef="#ctx0" brushRef="#br0" timeOffset="-198153.91">17531 3323 1823 0,'0'0'1816'0,"0"0"-1393"16,0 0-314-16,0 0-37 0,0 0 46 16,0 0 18-16,0 0-3 0,35 71-53 15,-27-56-50-15,0 2-30 0,-3-1 0 16,3-1-33-16,-1-2-84 0,-3 1-131 16,0-6-187-16,-1-2-586 0,2-1-582 0</inkml:trace>
  <inkml:trace contextRef="#ctx0" brushRef="#br0" timeOffset="-196779.3">18214 3144 2085 0,'0'0'721'15,"0"0"-330"-15,0 0-142 0,0 0-75 16,0 0-29-16,0 0-25 0,0 0-23 16,0 0-8-16,0 0 11 0,0 0 3 15,0 0 33-15,19 67 10 0,-13-57-38 16,-2 1-47-16,2-4-33 0,-3 0-26 16,-1-2 1-16,1-1 0 0,-1-2-3 15,-2-2 1-15,1 0 2 0,-1 0-3 16,0 0 0-16,0 0-2 0,0 0-23 15,0-5-2-15,0-1-4 0,0-2 3 16,0-1 10-16,0-4-1 0,0-2 18 0,0-1 0 16,0 1-11-16,0 2-7 0,0 0-8 15,0 7 5-15,0 0 7 0,2 0-7 16,-1 3-9-16,4 3 0 0,1-2 6 16,-1 2-6-16,4 0 31 0,-2 0 6 15,3 4 50-15,4 1 6 0,-3 3-6 16,1-2-13-16,-1 2-9 0,-1-2-16 0,0-1-16 15,-3 2 11-15,-3-4-10 0,4 1 8 16,-5-1-11-16,-1 1-3 0,0-4 2 16,-1 0-1-16,-1 0-1 0,3 0-16 15,-3 0-5-15,3-4-32 0,1-3-24 16,2-3-29-16,0-5 26 0,3-1-5 16,-3 1 7-16,-1 0 28 0,-1 7 51 15,1-1 0-15,-2 6-10 0,-2-1 12 16,1 4 9-16,-2 0 63 0,0 0 24 15,1 0-15-15,2 4-9 0,4 1 30 16,2 2-34-16,-2 1-19 0,4 1 13 0,-1 0-4 16,1 1-18-16,0-1-24 0,-1-2 2 15,-1 1-18-15,1 1-1 0,-2-5-36 16,1 0-58-16,0-2-115 0,-1-2-157 16,0 0-382-16,-3 0-505 0,0-7-273 0</inkml:trace>
  <inkml:trace contextRef="#ctx0" brushRef="#br0" timeOffset="-196589.71">18696 3102 2704 0,'0'0'736'0,"0"0"-546"0,0 0-136 15,0 0 31-15,0 0 79 0,0 0 47 16,0 0-96-16,62 65-74 0,-55-57-41 15,1-3-1-15,-3 0-52 0,-1-1-85 16,-1-1-120-16,0-1-251 0,-2-2-549 16,1 0-304-16</inkml:trace>
  <inkml:trace contextRef="#ctx0" brushRef="#br0" timeOffset="-195660.44">17740 3319 1805 0,'0'0'1196'16,"0"0"-810"-16,0 0-66 15,0 0 11-15,0 0-71 0,0 0-65 0,0 0-62 16,0 0-47-16,0 0-34 0,0 0 0 15,0 0-6-15,-4 5-12 0,4-5-16 16,3 0-18-16,3 0-15 0,1-1 14 16,6-3-20-16,0-2 2 0,4-3-36 15,0-1-56-15,5-3-77 0,-1-1-41 0,1-1-110 16,1 1-249-16,-6 2-166 0,4-5-571 0</inkml:trace>
  <inkml:trace contextRef="#ctx0" brushRef="#br0" timeOffset="-194909">18840 2848 72 0,'0'0'1125'16,"0"0"-679"-16,0 0-56 0,0 0 15 16,0 0 1-16,0 0-98 0,0 0-110 15,0 0-52-15,0 0-6 0,0 0 21 16,-15 9 46-16,15-8 38 0,0-1 0 0,0 0-20 15,0 0-38-15,0 0-43 0,0 0-28 16,0 0-28-16,0 0-39 0,0 0-49 16,5 0 0-16,3-1-64 0,2-3 18 15,7-3 13-15,2 2-16 0,4-6-55 0,0 1-58 16,-1 0-47-16,0-2-107 16,-2 3-220-16,-6 2-461 15,5-1-341-15</inkml:trace>
  <inkml:trace contextRef="#ctx0" brushRef="#br0" timeOffset="-194594.34">19010 2664 977 0,'0'0'1531'0,"0"0"-917"0,0 0-177 15,0 0-81-15,0 0-89 0,0 0-71 16,0 0-72-16,0 0-50 0,0 0-68 0,0 0-6 16,4 7-31-16,2-7-6 15,0 0-9-15,1 2-7 0,2-2 16 0,3 3 22 16,4 2 14-16,3 3-1 0,4 3 2 16,0 1 130-16,-1 1 119 0,-4 0-190 15,-6 0-25-15,-5 0-7 0,-4 0-24 16,-3 4-3-16,0-1-3 0,0-1-46 15,-4 2-77-15,-3-2-140 16,-1-2-177-16,2-4-666 0,-3-4-962 0</inkml:trace>
  <inkml:trace contextRef="#ctx0" brushRef="#br0" timeOffset="-193609.63">19465 2545 2267 0,'0'0'1218'15,"0"0"-839"-15,0 0-180 0,0 0-90 16,0 0-6-16,0 0-29 0,0 0-43 16,0 0-15-16,20 65-14 0,-10-51 13 0,-1 0-13 15,2-1 14-15,-2-2-4 0,0-2 4 16,-3-3-14-16,-1-2 1 0,-2-2-1 15,0 0 32-15,-3-2 12 0,0 0-2 16,0 0 8-16,0 0 31 0,0 0 58 0,-3-3 12 16,-5-3-101-16,-1-1-52 0,-1-5-61 15,-1 0 22-15,2-2 38 0,3-3-43 16,2-1 4-16,-1-1 15 0,5 2-5 16,0 2-20-1,2 2 10-15,5 2-15 0,2 1-34 0,5 0-47 16,1 1 6-16,2-1 8 0,0 4-94 0,3 0-169 15,0 0-268-15,-7 5-332 0,5 1-397 0</inkml:trace>
  <inkml:trace contextRef="#ctx0" brushRef="#br0" timeOffset="-193404.61">19801 2727 3209 0,'0'0'706'0,"0"0"-429"0,0 0-63 16,0 0 70-16,0 0-2 0,40 68-98 15,-30-53-99-15,0-1-54 0,-1-1-31 16,-1-2-38-16,-2-1-96 0,-1-1-148 16,-4 0-317-16,-1-2-1158 0</inkml:trace>
  <inkml:trace contextRef="#ctx0" brushRef="#br0" timeOffset="-176877.5">10591 4680 866 0,'0'0'652'16,"0"0"-331"-16,0 0-103 0,0 0-40 0,0 0-6 16,0 0-1-16,0 0 6 0,0 0-6 15,0 0 28-15,-3-10 56 0,0 8-20 16,1 1-46-16,1 0 3 0,-3 1-19 15,1-2-18-15,0 2-15 0,-1-1-41 0,-2-1-37 16,-3 2 5-16,-2 0-21 16,-1 0-27-16,-2 0-7 0,-2 5 0 0,-1 0 13 15,1 2 0-15,-4-1 14 0,2 0-11 16,1 5-7-16,-2-1-2 0,2 5 5 16,0 1 16-1,1 3 12-15,-1 1-3 0,5 3 9 16,-1 4 0-16,6-3 3 0,2 0-7 15,4 1-2-15,1-1 0 0,6 0 11 0,4-3 13 16,4 1-3-16,3-4-13 0,1-1-11 0,2-3-19 16,0-2-15-16,3-5 0 0,2-2-13 0,2 0-2 15,0-5-1-15,1 0-14 0,-1-7-15 16,-2-2-18-16,-4 0-7 0,-2 0-18 16,-3 0-51-16,-3 0-86 0,-3 2-73 15,-1-1-95-15,-2-1-125 0,0 0-198 16,-4-1-401-16,1-1-157 0</inkml:trace>
  <inkml:trace contextRef="#ctx0" brushRef="#br0" timeOffset="-176627.61">10784 4923 1891 0,'0'0'568'16,"0"0"-372"-16,0 0-51 0,0 0 125 15,0 0 129-15,0 0-14 0,0 0-89 16,0 0-78-16,0 0-82 0,49 65-31 0,-44-56-37 16,0 1-65-16,1-3-2 0,-2 2 1 15,0-2-2-15,2-1 0 0,-3 0-34 16,1 0 0-16,1-1-37 0,-1-1-87 16,-1-1-81-16,4-2-186 0,-4-1-342 0,1 0-604 15,2 0-135-15</inkml:trace>
  <inkml:trace contextRef="#ctx0" brushRef="#br0" timeOffset="-175994.45">10996 4739 1486 0,'0'0'608'0,"0"0"-188"0,0 0-59 0,0 0-130 0,0 0-106 0,0 0-74 16,0 0-29-16,0 0 23 0,0 0 70 15,0 0 75-15,27-5-48 0,-15 1-45 16,2 0-12-16,2 1-16 0,-1-2-24 16,2 3-8-16,-2-1-23 0,-2 1-14 15,0 2 0-15,-3 0-2 0,-2 0 2 16,-1 2 11-16,0 1 23 0,-4 1 7 0,0-1 12 15,-2 4 21-15,1 1 16 0,-2 1-19 16,0 3-24-16,-2-1-26 0,-2 3-18 16,-2-3 10-16,-1 1-11 0,3 0 1 0,-2-2 9 15,0 0 1-15,2-1-11 0,1-1-1 16,0-3 0-16,3-2-1 0,-3 0-3 16,3-3-28-16,0 2 6 0,0-1-3 15,0-1-9-15,0 3 19 0,6 0 18 16,-1-1 28-16,3 1-7 15,1-2-5-15,2 1 18 0,0-1-1 0,4 0-30 16,-4-1-2-16,1 2 2 0,1 1-3 16,-3-1 0-16,-1 3-2 0,1-3 2 15,-6 2 14-15,-1-2-12 0,0 1 23 0,-2-1 30 16,-1 4 16-16,0-1 48 0,0 2 47 16,-1 3-69-16,-5-1-42 0,-4 3-52 15,0 1-3-15,0-1-21 0,-5 2-46 16,5-2-95-16,0-2-84 0,-1 0-205 15,2-3-557-15,-4-1-730 0</inkml:trace>
  <inkml:trace contextRef="#ctx0" brushRef="#br0" timeOffset="-166961.23">1841 4310 3724 0,'0'0'661'0,"0"0"-472"0,0 0-146 15,0 0-30-15,0 0 61 0,61 70 33 16,-35-47 19-16,1 3 2 0,9-1-39 16,2 0-13-16,1-1-15 0,1 1-49 0,0-3-12 15,-5 0-3-15,-2-3-9 0,-6 0-40 16,-2-1-46-16,-8-1-21 0,-1-3-34 15,-3-1-120-15,-3-1-59 0,-1-1-132 16,-5-2-251-16,-1-2-488 0,-3 0-278 0</inkml:trace>
  <inkml:trace contextRef="#ctx0" brushRef="#br0" timeOffset="-166728.12">2134 4302 2402 0,'0'0'645'0,"0"0"-339"0,0 0-58 16,0 0 89-16,0 0-26 0,0 0-119 15,-18 66-56-15,14-32-19 0,0 6 6 16,0 6 3-16,1 2-16 0,0 2-46 16,-2 4-36-16,1 0-13 0,-2-1-15 15,1-4-17-15,-1-6-75 0,6-5-21 16,0-9-47-16,0-4-95 15,4-8-105-15,5-2-97 0,1-8-291 0,-3-5-490 16,6-2-252-16</inkml:trace>
  <inkml:trace contextRef="#ctx0" brushRef="#br0" timeOffset="-166513.87">2390 4766 2141 0,'0'0'711'0,"0"0"-464"0,0 0-113 16,0 0 86-16,0 0 27 0,0 0-133 15,0 0-64-15,41 72-28 0,-34-60-21 16,-1-1-1-16,2-2-38 0,-2 0-9 16,0-3-95-16,0-3-140 0,-2-3-160 15,2 0-254-15,-5 0-457 0</inkml:trace>
  <inkml:trace contextRef="#ctx0" brushRef="#br0" timeOffset="-165828.58">2589 4642 1929 0,'0'0'506'0,"0"0"-358"0,0 0-67 0,0 0 32 16,0 0 70-16,0 0-74 0,0 0-64 15,0 0-4-15,0 0 30 0,0 0 9 16,0 0 12-16,22 6 41 0,-21-6 16 16,-1 0-10-16,0 0-29 0,0 0 3 15,0 0 16-15,0 0-14 0,0 0-37 16,2 0-29-16,-2 0-5 0,0 0-7 16,0 0-22-16,0 0 4 0,0 0 21 0,0 0 3 15,0 0-21-15,0 0-1 0,0 0 22 16,0 0 4-16,0 0-23 0,0 0-2 15,0 0 2-15,0 0-8 0,0 0-16 16,0 0-13-16,0 0 13 0,0 0 0 16,0 0-9-16,0 0-2 0,0 0 11 0,0 0 21 15,3 0 7-15,-3 0 12 0,1 0 0 16,1 0-1-16,-1 0-14 0,2-3-7 16,0 2 4-1,4-3-4-15,0-1-3 0,2-1-13 0,3-1-1 0,2-1-1 16,-1-1 1-16,2 1-1 0,0 1-2 15,-2 1-25-15,-1 1 8 0,-5 3-2 16,1 1 3-16,-2 1 5 0,-3 0 10 0,0 0 0 16,0 1 3-16,0 4 22 15,0 1-1-15,-3 4 4 0,0 1-7 16,0-1 6-16,0 5-2 0,-6-1-4 16,-3 4-16-16,-2-2-1 0,2 1-1 0,-3-2-2 15,1 0 2-15,4-2 1 16,-1-2-1-16,4-4-2 0,1-2-10 0,2-3-28 15,1-1-15-15,0-1-9 0,0 0 0 16,0 0 2-16,7 0 35 0,2 0 27 0,6 0 33 16,3 0-5-16,5-1-10 0,0-1-5 15,0 2-1-15,0 0-9 0,0 0-2 16,-4 0 2-16,-3 3 15 0,-5 1-15 16,-1-1 10-16,-4 1-11 0,-3 1 19 15,-3 0 16-15,0 2 6 0,0 1-1 16,-1 3-20-16,-5 0-19 0,-2-3-3 0,0-1-9 15,1-3-77-15,-1-4-85 16,1 0-100-16,-1-3-117 0,2-5-188 16,0 1-730-16,2-9-531 0</inkml:trace>
  <inkml:trace contextRef="#ctx0" brushRef="#br0" timeOffset="-165601.67">3143 4359 2741 0,'0'0'762'0,"0"0"-456"16,0 0-13-16,0 0 21 0,0 0-82 15,0 0-75-15,0 0-25 0,79-25-68 0,-60 19-64 16,-1-2-40-16,0-1-48 15,3 2-134-15,1 1-130 0,-6 0-384 0,7 0-1127 0</inkml:trace>
  <inkml:trace contextRef="#ctx0" brushRef="#br0" timeOffset="-164880.08">3881 4118 2664 0,'0'0'785'16,"0"0"-393"-16,0 0-72 0,0 0-37 16,0 0-66-16,0 0-82 0,0 0-40 15,-38 77-28-15,34-55-18 0,1 3-12 16,0 0 3-16,3-1-4 0,0-1-18 16,3-3-18-16,3-3-2 0,1-7-25 15,3 0-43-15,1-5-1 0,1-5 7 16,0 0 9-16,-1-5 15 0,2-7 12 0,-3-3 4 15,0-6-10-15,-1 0-43 16,-2-3-3-16,2 0 6 0,-5 1 12 16,-1 1 3-16,0 2 12 15,-3 2 30-15,0 4 17 0,0 3 15 0,0 4 19 0,0 3 7 16,0 3-10-16,0 1-16 0,0 0 56 16,3 0 47-16,-2 7-20 0,2 3-49 15,3 3-9-15,1 2-9 0,0 1 0 16,2 0-1-16,0 0-8 0,3-1-4 15,0 0-18-15,1-1 0 0,0-4-12 16,-1-1-13-16,2-4-21 0,-1-4-43 0,3-1-24 16,-3-3-35-16,1-6-38 0,-1-4-73 15,0-3-148-15,-4-3-60 0,-2 0-21 16,-1-2-19-16,1 3-32 0,-3-1 8 16,0-1 114-16,1 2 82 0,-2 4 139 15,1 2 196-15,-1 6 52 0,0 2 153 0</inkml:trace>
  <inkml:trace contextRef="#ctx0" brushRef="#br0" timeOffset="-163394.95">4310 4021 1907 0,'0'0'667'0,"0"0"-374"15,0 0-40-15,0 0-10 0,0 0-75 16,0 0-60-16,0 0-10 0,0 0 12 16,0 0-3-16,0 0-22 0,32 78 0 15,-26-64 18-15,-2-2 0 0,-1 2-4 16,1 0 0-16,-4-1 34 0,3-1-50 0,-3-5-83 16,1-1-7-16,1-2-5 0,-2-3 12 15,0-1-3-15,1 0 3 0,-1 0 28 16,0 0 5-16,0-1-33 0,0-3-15 15,0-3-9-15,-1-4-10 0,-2-1-9 16,0-3 6-16,-1-3-13 0,1-1-8 16,3 1-10-16,0 0 15 0,0 1 3 15,3 1 7-15,4 4 12 0,-1 1 18 16,-2 3 13-16,2 1 0 0,1 1 2 0,1 4 17 16,0-1 3-16,2 3 21 0,3 0 32 15,-3 1-4-15,3 5-12 0,0 3 2 16,0 2-2-16,-2 3-10 0,-1 2-21 15,-2 0-1-15,1 2-5 0,-4-1-1 16,1 0-8-16,-3-4-12 0,3-1-1 16,-5-5-31-16,2-2-49 0,0-5-3 0,0 0 0 15,1 0-13-15,-1-5 9 16,4-6 56-16,-1-3 9 0,1-3 1 16,3-4-1-16,-4 0 0 0,3-1-9 15,-5 1 21-15,2 4 10 0,1 2 15 0,-3 2-2 16,-1 4-11-16,1 2 1 0,1 6 34 15,-4-1 4-15,2 2-1 0,0 0 25 16,4 2 49-16,0 5-6 0,2 3-37 16,-2 3-19-16,2 2-6 0,-2 1-24 0,-1-1-22 15,0-2 0-15,-1-2-19 0,2-2-73 16,-1-4-96-16,0-2-56 0,1-3-51 16,2 0-79-16,-2-1-104 0,0-7-126 15,-1 0-414-15,4-9-5 0</inkml:trace>
  <inkml:trace contextRef="#ctx0" brushRef="#br0" timeOffset="-162876.91">4813 3900 954 0,'0'0'820'0,"0"0"-207"0,0 0-94 15,0 0-115-15,0 0-175 0,0 0-52 16,0 0-23-16,3 66 12 0,0-48-15 16,2 1-7-16,1-1-5 0,2-2-46 15,-1-5-50-15,1 0-18 0,1-6-4 16,-2 1 1-16,1-3-1 0,0-3 4 15,1 0-7-15,-2 0 19 0,-1-7-6 16,1 0-13-16,-3-6 1 0,-1 4 12 0,-2-3-10 16,-1 0-18-16,-1 1-2 0,-6-1 2 15,-3 0-3-15,1 1-52 0,-3 3-37 16,0-3 21-16,3 4-36 0,-1 2-14 16,3 0-52-1,1 1-49-15,3 0-55 16,2 0-147-16,1 0-177 0,0-1-97 0,5 0-1 0,4-2 81 0,4 0 200 0,2 0 168 15,2 1 175-15,-1 2 72 0,2 0 49 16,1 0 189-16,0 2 29 0,1-2 4 16,-4 4 97-1,1-1 65-15,-4 1-27 0,0 0-40 0,-4 5-12 0,-2 2 12 16,1 3-85-16,0 1-82 0,-4 1-28 16,2-1-27-16,0 1-39 0,1-1-43 15,-3-1-18-15,-1 1 21 0,1-4 7 16,1-2-38-16,-2-2-22 0,0 1 26 15,1-4 5-15,0 0-12 0,2 0 3 0,1-7 15 16,-1-4-2-16,1-1-19 0,3-1-7 16,-4-3 13-16,0 0-12 0,1-1-22 15,-4-3 1-15,2 0 11 0,-2 3 2 16,-1 1-14-16,-2 1-24 0,0 4 21 16,0 0-28-16,0 3-56 0,0 3-42 0,0 2-45 15,0 2-32-15,0 1-55 0,0 0-221 16,0 0-266-16,0 0-573 0,4 1 57 0</inkml:trace>
  <inkml:trace contextRef="#ctx0" brushRef="#br0" timeOffset="-162530.55">5381 3794 1588 0,'0'0'795'0,"0"0"-450"16,0 0 66-16,0 0-22 15,0 0-57-15,0 0-65 0,0 0-27 0,0 0-51 16,23 66-69-16,-20-57-62 0,-2 0-36 15,-1-3-1-15,3-2-21 0,-3-1-10 16,3-2-14-16,-3-1 8 0,1 0 13 16,1 0-58-16,1-6-57 0,3-3 50 15,-2-4 40-15,6-5-3 0,-3 0-37 0,0-1-12 16,2-2 33-16,1 6 3 0,-3 1 4 16,1 3 38-16,-4 5 2 0,-1 3 2 15,1 2 1-15,-4 1 53 0,1 0 75 16,1 0-14-16,2 4-36 0,0 2-10 15,2 3-6-15,2 1-19 0,0 2-9 16,-2 1-4-16,1-1-15 0,0-1-18 16,3-1-16-16,0-1-11 0,2-5-16 15,1-1-136-15,1-3-78 0,1-2-54 0,-1-7-73 16,0-4-71-16,0-3-202 16,-6 2-388-16,5-13-85 0</inkml:trace>
  <inkml:trace contextRef="#ctx0" brushRef="#br0" timeOffset="-162247.77">5721 3466 1219 0,'0'0'433'16,"0"0"-131"-16,0 0 58 0,0 0 124 16,0 0 54-16,0 0-116 0,0 0-168 15,0 0-124-15,0 0-21 0,0 0-41 16,22 85 7-16,-14-59 8 0,1 2 25 16,-2 3 22-16,3 0-41 0,-1 0-52 15,-2-3-31-15,2-2-6 0,2-5-31 0,-2-2-18 16,0-5-71-16,-5-3-84 0,3-5-85 15,-7 0-50-15,0-6-41 0,0 0 23 16,0-1-152-16,0-9-229 0,-3-2 35 16,-4-2 328-16,4-3 232 0,0-2 143 15,2 0 39-15,1 0 199 0,0 2 75 16,0 2 38-16,3 2 3 0,4 4-45 16,0 0-96-16,2 2-96 0,-1 0-53 15,5 0-28-15,-1 0-25 0,1-1-11 16,1 3-3-16,-2 1-129 0,-4 1-256 15,-5 3-834-15</inkml:trace>
  <inkml:trace contextRef="#ctx0" brushRef="#br0" timeOffset="-161715.27">3716 5127 2277 0,'0'0'674'16,"0"0"-424"-16,0 0-36 0,0 0 134 15,0 0-39-15,0 0 2 0,0 0-69 16,80 65-70-16,-59-35-43 0,2 3-41 16,-2 2-8-16,0-2 8 0,-2 1-3 15,-5-5-33-15,-1-1-21 0,-6-7-16 0,-1-3-13 16,-3-7-2-16,-3-5-3 0,0-4 1 16,0-2 0-16,0-3-83 0,-4-9-56 15,-5-4 31-15,-2-10 43 0,-1-5 24 16,-2-8 7-16,3-4 8 15,3-5-3-15,2-3 4 0,0 1-7 16,6 0 6-16,0 3-12 0,9 2 6 16,5 7-12-16,6 1-9 0,5 7-10 15,-2 5 12-15,3 3 19 0,0 6 9 0,-3 7-6 16,-4 6-12-16,-3 3-37 0,-6 3 80 16,0 9 59-16,-9 5 3 0,-1 4-22 0,0 1-21 15,-5 7-19-15,-7-3-39 0,-1 3 2 16,0-2-38-16,-2-2-56 15,3-6-86-15,1-1-92 0,6-6-127 0,-1-7-136 16,6-4-183-16,0-1-430 0,0-6 537 0</inkml:trace>
  <inkml:trace contextRef="#ctx0" brushRef="#br0" timeOffset="-161279.25">4198 4947 613 0,'0'0'665'16,"0"0"-141"-16,0 0-99 0,0 0-131 15,34 67-91-15,-25-52-35 0,-5-4-50 16,0 0-22-16,-1-3 10 0,-1-4 15 16,-1-1-22-16,-1-3-13 0,0 0 21 0,0-3-75 15,2-6-16-15,-2-3-16 16,0-5 20-16,3-4-20 0,1-2-41 0,3-3-7 16,2 0 13-16,-2 2 0 0,4 3-12 15,0 2-20-15,-4 5 32 0,-1 4-9 16,2 3-17-16,-2 0-13 0,3 3-5 15,-2 0-1-15,3 2 12 0,0 2 15 0,-1 0 53 16,2 10 13-16,-4-1 57 0,1 8 39 16,-3 0 6-16,1 2-25 0,3 2 8 15,-2-3 13-15,3-1-22 0,4-5-29 16,1-3-6-16,4-3 12 0,0-5 3 16,1-1-12-16,-2-6-29 0,0-2-3 15,-1-9 16-15,-4 3-13 16,-3-4-24-16,-4 0-3 0,-5 0 18 15,-1 3 3-15,-1 1 15 0,-9 3 4 0,-2 0 3 16,-3 3-18-16,-3 3-26 0,-1 2 0 0,0 3 1 16,-2 0-1-16,1 6-35 15,2 1-43-15,1 1-26 0,4-1-59 16,4 1-67-16,4-1-59 0,2-2-89 0,3-1-202 16,3-4-163-16,10 0-5 0,0-2 193 15,1-2 214-15</inkml:trace>
  <inkml:trace contextRef="#ctx0" brushRef="#br0" timeOffset="-160928.66">4638 4756 13 0,'0'0'352'0,"0"0"7"16,0 0 68-16,0 0 32 0,0 0-73 16,0 0 0-16,0 0 184 0,0 0 34 15,0 0-314-15,0 0-142 0,0 0-35 16,47 42 9-16,-47-21 15 0,0-1-41 16,4 0-40-16,2-3-29 0,4-5-16 15,0 0-11-15,-1-3-19 0,1-4-33 0,-3-2-13 16,2-3-10-16,-3-1 25 0,0-9 7 15,2-4 9-15,-2-6-13 0,-1-6-34 16,0-4-11-16,-1-2-18 0,-3-3-60 31,-1-1-64-31,-1 1 11 16,-9 2 85 0,0 4 68-16,-3 4 70 0,3 6 40 0,4 7 103 15,0 5 58-15,2 5 5 0,4 2-4 0,-3 0 19 0,3 6-22 0,-4 4-81 0,4 5-62 16,-2 6-16-16,2 4 13 0,0 2 2 0,0 4 4 15,6-1 0-15,1-2-27 0,2-4-32 0,3 0-18 16,0-6-59-16,3-1-68 0,-1-6-29 16,1-3-22-16,2-4-40 0,-4-4-45 15,3 0-97-15,-2-9-213 0,-1 2-437 16,1-11-101-16</inkml:trace>
  <inkml:trace contextRef="#ctx0" brushRef="#br0" timeOffset="-160707.46">4987 4678 362 0,'0'0'1080'15,"0"0"-375"-15,0 0-104 0,0 0-162 16,0 0-136-16,0 0-81 0,0 0-30 0,2 75-19 16,-1-63-29-16,4 0-29 15,-1-4-22-15,3-1-16 0,-1-2-24 16,-2-3-22-16,2 0-1 0,-2-2 4 0,4 0 9 16,-1-5-12-16,0-6 3 0,2-2-3 15,-2-5-31-15,0 2-21 0,-3-2-22 16,1 5 6-16,-4 0 0 0,0 3-21 15,1-1-38-15,-2 4-12 0,0-2-17 0,3 0-62 16,-3 1-90-16,3 0-119 16,-2-1-173-16,1 3-203 0,3-2-394 0</inkml:trace>
  <inkml:trace contextRef="#ctx0" brushRef="#br0" timeOffset="-160462.14">5234 4555 1717 0,'0'0'1155'0,"0"0"-793"0,0 0-123 16,0 0-33-16,0 0-33 0,0 0-9 16,0 0 18-16,0 0-61 0,0 0-59 15,0 0-31-15,-17 66-3 0,12-47 28 0,1 0 24 16,1 0 3-16,2-3-76 0,1-3-7 16,0-2-37-16,4-3-41 0,2-2-33 15,5-3 0-15,1-2-11 0,1-1-6 16,4-1-64-16,1-8-44 0,3-1-56 0,2-4-22 15,3-2 32-15,0 1-332 16,-9 3-403-16,9-6 202 16</inkml:trace>
  <inkml:trace contextRef="#ctx0" brushRef="#br0" timeOffset="-160202.39">5502 4567 117 0,'0'0'1009'16,"0"0"-342"-16,0 0-190 0,0 0-115 16,0 0-85-16,0 0-69 0,0 0-48 15,0 0-46-15,0 0-50 0,0 0-29 16,3-69 3-16,-3 56 13 0,0 0 6 0,0-2 6 15,-3 4 16-15,0 0 31 0,-3 5 47 16,2 0 44-16,0 4-34 0,-2 2-68 16,1 0-31-16,-3 2 16 0,1 4 35 15,1 1-26-15,-1 5-41 0,1 4-25 16,0 0-27-16,5 4 0 0,-1 0 10 16,2 1 6-1,0-2-1-15,7-3-13 0,1-2 8 0,2-2-10 0,2-5-24 16,3-3-4-16,2-1-21 0,1-3-31 0,2-5-55 15,3-3 34-15,2-7-60 0,-1-3-82 16,2-4-219-16,0 0-219 16,-7 3-355-16,4-10-247 0</inkml:trace>
  <inkml:trace contextRef="#ctx0" brushRef="#br0" timeOffset="-159888.23">5775 4351 447 0,'0'0'1867'0,"0"0"-1219"15,0 0-245-15,0 0-108 0,-32 69-106 16,29-48-38-16,1-1-25 0,2-1-14 15,0-1-6-15,7-3-53 0,1-4-22 16,-3-3-28-16,3-4-3 16,-1-2-19-16,1-2-2 0,0 0-10 0,-1-6 0 15,-1-6 9-15,4-4 0 0,-3-3-9 0,2-5-6 16,-2-2-16-16,1-3-64 16,-3-2-37-16,-1 0-13 46,-2-2 38-46,-2 1 59 0,-2 1 70 0,-5 0 13 0,1 3 28 0,-1 6 16 0,3 9 57 0,1 7 81 0,0 4 40 0,3 2-20 0,-3 7 66 16,-2 5-29-16,3 5-136 0,-3 4-64 16,1 7-16-16,3 2 1 0,1 2-4 15,0 1-21-15,4-5-12 0,3-4-25 16,2-4-69-16,4-5-105 0,4-3-56 0,2-5-57 16,3-5-196-16,2-2-181 0,-3 0 30 15,13-11-953-15</inkml:trace>
  <inkml:trace contextRef="#ctx0" brushRef="#br0" timeOffset="-159534.04">6303 4164 1956 0,'0'0'1853'16,"0"0"-1547"-16,0 0-150 0,0 0 17 16,0 0-83-16,0 0-53 0,-37 81 43 15,37-63 6-15,0 0-27 0,0-1-22 16,0-5-13-16,5-2-24 0,0-4 0 15,-1-3-15-15,2 0 14 0,-3-3-11 16,3 0-31-16,1-6 0 0,-2-3 31 16,3-3 11-16,-1-2-28 0,1-1-8 0,0-1-10 15,-4 4-5-15,0 0-4 0,-1 5 16 16,-1 1 28-16,1 3 12 0,-3 3-13 16,1 0 13-16,1 0 22 0,-1 1 43 15,3 4 27-15,0 1 7 0,2 1-47 16,2 0-24-16,-1 1-13 0,3-3-12 0,-3-1 0 15,3 0-2-15,1-4-1 0,0 0-89 16,2-3-74-16,4-7-75 16,-2-6-37-16,2-2-138 0,0-4-131 15,-1-3 30-15,-2 0 38 0,-2 0 70 16,-2 5-330-16,0-10-49 16</inkml:trace>
  <inkml:trace contextRef="#ctx0" brushRef="#br0" timeOffset="-159413.54">6602 3924 473 0,'0'0'661'0,"0"0"10"0,0 0-126 0,0 0-13 16,0 0 15-16,0 0 2 0,0 0-115 15,0 0-159-15,0 0-124 0,0 0-62 16,28 83-31-16,-19-53-15 0,-2 0-28 16,2-1-3-16,0 2-12 0,2-7-40 15,-1-2-61-15,-1-4-132 0,1-2-85 16,-5-6-202-16,0-1-671 0,-5-6-708 0</inkml:trace>
  <inkml:trace contextRef="#ctx0" brushRef="#br0" timeOffset="-159280.89">6664 4117 3827 0,'0'0'1080'0,"0"0"-951"0,0 0-126 0,0 0-3 15,0 0-49-15,0 0 47 16,0 0-32-16,0 0-101 0,0 0-160 16,83-35-396-16,-79 26-854 0</inkml:trace>
  <inkml:trace contextRef="#ctx0" brushRef="#br0" timeOffset="-157201.28">4460 5689 2345 0,'0'0'792'0,"0"0"-371"16,0 0-77-16,0 0-102 0,0 0-52 16,0 0-38-16,36 80-54 0,-26-53-39 15,1-3-28-15,0 1-16 0,-4-3-2 0,0-5-13 16,0-4-11-16,-3-1-7 0,-1-5 16 16,-1-2 0-16,1-4 2 0,-3 0 14 15,0-1 23-15,0 0-37 0,0-3-43 16,-5-8-56-16,-3-3-3 0,-2-7 22 15,1-3 5-15,-1-9 16 0,-1-2 6 32,-1-6 7-32,5-3-14 0,-3-1-7 15,5 2 39-15,4 1 16 0,1 6-4 0,0 6-6 16,3 6 20-16,5 6-1 0,1 4 3 0,0 3 10 16,5 4 40-16,-1 3 11 0,0 4 8 0,3 0 40 0,-3 6 21 15,0 6-9-15,-4 6-41 16,-5 4-21-16,-1 3-13 0,-3 4-12 0,0 0-19 15,-9-1-15-15,-1 0-45 16,0-4-93-16,0-7-64 0,1-2-65 0,3-6-178 16,1-6-509-16,0-3-401 0,1-2 24 0</inkml:trace>
  <inkml:trace contextRef="#ctx0" brushRef="#br0" timeOffset="-156996.83">4702 5373 927 0,'0'0'1694'0,"0"0"-1292"0,0 0-108 16,0 0 5-16,33 88 16 0,-21-60-86 15,2 3-64-15,-1-1-50 0,-1-1-65 16,3 1-32-16,-1-3-18 0,0-4-37 0,-1-2-59 16,1-6-78-16,-2-3-40 0,-1-6-100 15,1-2-141-15,-1-4-142 0,-3 0-200 16,3-11-418-16</inkml:trace>
  <inkml:trace contextRef="#ctx0" brushRef="#br0" timeOffset="-156692.27">4973 5505 238 0,'0'0'1600'0,"0"0"-964"0,0 0-233 16,0 0-70-16,0 0-75 0,0 0-119 16,0 0-28-16,-10 66 24 0,10-51 0 15,3-1-30-15,0-1-24 0,0-4-9 16,2 0-23-16,-3-2-45 0,-1-5-4 0,2 0 0 15,-2-2-4-15,1 0 2 0,4-2-1 16,0-6 3-16,2-3 0 0,1-3-12 16,-1-2-19-16,3-1-13 0,0 3-6 15,-2 2 19-15,-2 2 19 0,0 4 8 16,-1 2-17-16,-2 1 21 0,-1 3 18 16,1 0 35-16,1 0 59 0,1 6-6 15,-1 1-7-15,4 2 6 0,-2-1-43 16,2 1-37-16,1-1-23 15,-2-2-2-15,1 0-16 0,1-4-15 16,-1-2-52-16,1 0-100 0,0-1-56 0,2-6-64 0,-4-5-140 16,2-3-220-16,-4 2-418 0,3-8-117 15</inkml:trace>
  <inkml:trace contextRef="#ctx0" brushRef="#br0" timeOffset="-156387.09">5303 5435 1409 0,'0'0'543'15,"0"0"-173"-15,0 0 49 0,0 0 11 16,0 0-111-16,32 66-82 0,-28-56-29 16,2-2-60-16,-2-3-63 0,-1-1-45 15,0-1-24-15,0-3 9 0,-2 0 0 16,2 0 12-16,0-3-18 0,3-5-6 16,4-5-13-16,-3 1-2 0,3-5-1 0,1-1-34 15,0 3 2-15,-3 0 32 0,1 2 2 16,-2 5-2-16,-1 2 3 0,-3 1 12 15,1 3 12-15,-1 2-2 0,2 0 34 16,0 0 40-16,1 0 74 0,0 0-56 16,2 0-50-16,2 3-18 0,-1 1-6 0,1 3-18 15,0-1-10-15,-1 1 0 0,0 0-12 16,-1-2-18-16,1 1-50 0,1-5-64 16,-1-1-71-16,2 0-76 0,-2-1-126 15,1-8-194-15,0 0-435 0,0-10-506 0</inkml:trace>
  <inkml:trace contextRef="#ctx0" brushRef="#br0" timeOffset="-156031.97">5693 5073 696 0,'0'0'2398'0,"0"0"-1803"0,0 0-265 16,0 0-39-16,0 0-46 0,0 0-70 15,0 0-27-15,0 0 8 0,0 0-28 0,38 63-31 16,-22-38-8-16,-3 0 26 16,2 2-6-16,-1-4-57 0,-4 2-33 0,3-2-19 15,-6-5-43-15,2-4-69 0,-5-2-67 16,3-6-53-16,-4-1-108 0,-3-2-342 16,0-3-519-16,-2 0-392 0</inkml:trace>
  <inkml:trace contextRef="#ctx0" brushRef="#br0" timeOffset="-155898.33">5741 5243 2538 0,'0'0'1308'0,"0"0"-1062"15,0 0-209-15,0 0-37 0,0 0 0 16,0 0 1-16,0 0-1 0,90-45-129 16,-63 26-239-16,-7 4-366 0,9-11-1010 0</inkml:trace>
  <inkml:trace contextRef="#ctx0" brushRef="#br0" timeOffset="-155713.83">6321 4813 4371 0,'0'0'619'0,"0"0"-515"0,0 0-13 0,0 0-24 15,0 0 3-15,14 84 6 0,-4-60 33 16,6 0-15-16,-3-2-94 0,1-4-57 15,1-2-86-15,-4-6-30 0,-1 0-62 16,-4-2-152-16,-3-3-346 0,-3-1-664 16,-3-3-971-16</inkml:trace>
  <inkml:trace contextRef="#ctx0" brushRef="#br0" timeOffset="-154894">4734 6244 3074 0,'0'0'753'0,"0"0"-555"0,0 0-63 16,0 0-29-16,0 0 12 0,-5 81 28 15,5-58 5-15,6 1-25 0,1 0-25 0,2-4-37 16,2-4-33-16,1-5-13 16,0-4-18-16,2-4-15 0,1-3-9 0,-1-3 5 15,-1-8 16-15,3-6-18 16,-3-2-22-16,-2-4-15 0,-2-3-31 0,-5 2-34 16,-2 1-1-16,-2 2-12 0,-6 4 11 15,-7 2 48-15,0 3 39 0,-3 4 7 16,2 2 29-16,-2 1-1 15,3 5 1-15,1 0-1 0,1 1 3 0,4 6-26 16,1-2 10-16,0 4 3 0,3-2 13 0,3-2 0 16,0-1-15-16,0-1-20 0,6-1 23 15,4-2 12-15,4 0 18 0,4-7 1 16,2-5-18-16,0-4 1 0,5-5-2 16,-2-3-22-16,1 2-22 0,-5-3-15 15,1 0-42-15,-3-1-73 16,-5 2-3-16,-1-1 5 0,-1 3 9 0,-2 0 63 15,-4 7 81-15,-1 2 19 0,-2 5 32 0,1 5 3 16,-2 1 20-16,1 2 82 0,1 3 86 16,1 7-26-16,5 4-109 0,1 5-44 15,2 6-9-15,7 3-33 0,-2 4-2 16,4 3 16-16,1 1-4 0,0 1-8 16,-1-1 18-16,-3-1 5 0,-4-4-27 15,0-4-32-15,-8-5-31 0,-2-5-3 16,-1 0-13-16,-2-7-3 15,0-4 9-15,0-3 51 0,0-3 19 0,-3-8-198 0,0-8-67 16,-1-4 120-16,-3-7 84 0,1-1 41 16,2-3 23-16,-2 0 11 0,3 5 63 15,1 2 61-15,2 3 18 0,0 3-38 16,5 3-73-16,3-2-42 0,3 5-29 0,3-2 13 16,-2 3-16-16,2 0-172 0,-4 4-395 15,0-3-1135-15</inkml:trace>
  <inkml:trace contextRef="#ctx0" brushRef="#br0" timeOffset="-154332.2">5657 5878 2629 0,'0'0'804'0,"0"0"-611"0,0 0-92 15,0 0 7-15,0 0 5 0,26 74-3 0,-20-65-28 16,-3 1-39-16,1-3-32 0,-1-4-11 16,-1-2-28-16,-2-1-4 0,0 0-5 15,0-1-45-15,0-5-34 0,0-5 8 0,0-1 83 16,0-4-28-16,0 0-52 15,0-4-9-15,0 1 3 0,1 1-10 0,4 0 9 16,-1 0 51-16,3 2 48 0,-1 5 10 16,1 0-8-16,-1 4 11 0,0 2 19 15,1 1 3-15,-2 3 42 0,3 1 57 16,-1 0 70-16,1 5 44 0,1 2-27 16,0 2-73-16,1 1-47 0,0 4-20 15,-3-2-15-15,2 1-6 0,-1 0-19 16,0-2-28-16,-1-3-1 15,-1-3-27-15,1 0-31 0,-1-5-53 0,1 0-14 16,-1-3 0-16,0-6 13 0,2-3 18 16,-1-5 6-16,2-1-25 0,-2 0-3 15,2 0 2-15,-2 1 45 0,0 1 56 0,1 2 14 16,0 1 3-16,-2 4 16 0,0 0 26 16,-2 8 38-16,-1 0 22 0,0 1 16 0,1 0 34 15,2 0 65-15,-1 6 4 0,3 2-97 16,-1 3-58-16,3 0-29 0,-3 0-37 15,0-1-3-15,1 1-37 0,-1-4-109 16,0-2-87-16,-1-1-117 0,0-4-226 16,-2 0-247-16,6-9-535 0</inkml:trace>
  <inkml:trace contextRef="#ctx0" brushRef="#br0" timeOffset="-154047.3">6204 5638 2191 0,'0'0'1096'0,"0"0"-794"16,0 0-65-16,0 0-67 0,0 0-47 0,0 0 2 16,-10 69 5-16,13-58-40 0,1-1-65 15,6-4-22-15,-1-4-3 0,2-2-1 16,3 0 1-16,0-2 0 0,0-9 9 0,0-1-9 16,1 0-15-16,-5-2 13 0,0-1-2 15,-4-1-17-15,1 2 19 0,-7 2 0 16,0 1-11-16,0 1 1 0,-3 1 12 15,-6-3 0-15,1 5-1 0,-4 1-61 16,1 0-31-16,-1 6-4 0,-2 0-22 16,4 0-42-16,1 2-65 0,2 3-28 15,0-1-56-15,4 0-146 0,3-2-240 16,0-2-382-16,7 0 370 0</inkml:trace>
  <inkml:trace contextRef="#ctx0" brushRef="#br0" timeOffset="-153666.8">6449 5463 816 0,'0'0'1079'0,"0"0"-512"0,0 0-123 16,0 0-216-16,0 0-59 0,-13 78-19 0,13-62-7 15,0 0-36-15,0-3-31 16,0-1-7-16,0-1 19 0,3-6-41 0,1-1-44 16,-1 0-1-16,0-4 2 0,1 1 17 15,-4-1-19-15,3 0-1 0,-3 0 1 16,1 0-1-16,1 0-1 0,-2 0-2 15,3 0 0-15,-2-1-14 0,2-1 3 16,3-2-5-16,-2-2 5 0,2 1 10 16,1 2-10-16,-3-2 13 0,1 0-1 0,-1 3-1 15,-1-2 2-15,0 4 3 16,-3-1 10-16,0 0-10 0,1-2 25 0,1 0 38 16,-2-3-2-16,4-2-39 0,-3-2-25 15,2-3-3-15,2-3-9 16,-4 2-4-16,2-2 14 0,0-1 2 0,-3 0 0 15,1 1 1-15,-1-1 3 0,0 0 24 16,0 0-13-16,-3 1-14 0,-1-1 2 16,0-2 13-16,-2 3-13 0,-1-1 28 15,0 5 16-15,1 0 12 0,3 5 28 0,-2 2 108 16,4 3-38-16,0 1-41 0</inkml:trace>
  <inkml:trace contextRef="#ctx0" brushRef="#br0" timeOffset="-153216.99">6675 5481 1706 0,'0'0'1200'0,"0"0"-1013"0,0 0-136 15,0 0 80-15,0 0 53 0,0 0 3 16,0 0-60-16,0 0-58 0,72-70-44 0,-63 58-6 16,-2 1-6-16,-1 2-11 0,-4-2 20 15,-2 3 25-15,0-4-7 0,0 0 5 16,-5-1-7-16,-5-1 9 0,1 3-10 15,0 3 19-15,-2 3 50 0,4 5 43 16,-4 0-54-16,1 0-33 0,-1 7 15 16,2 4 46-16,0 2-16 0,1 3-27 15,4 4-19-15,-1-1 6 0,4 2-3 16,1 1-37 0,1-2-12-16,7-4 1 0,0-2-16 0,4-3-14 0,-2-2-10 15,4-7 12-15,1 0-16 0,-1-2-35 16,2-4-41-16,1-8-28 0,1-3-46 15,-1-1-90-15,-1-2-207 0,-1-1-326 16,-4 6-456-16,3-3-465 0</inkml:trace>
  <inkml:trace contextRef="#ctx0" brushRef="#br0" timeOffset="-152145.96">6934 4978 1767 0,'0'0'800'0,"0"0"-340"0,0 0 13 0,0 0-13 16,0 0-59-16,0 0-65 0,0 0-96 15,0 0-87-15,0 0-37 0,-7 70 11 16,10-50 37-16,3 3-15 0,0-3-37 16,4 3-37-16,0-4-26 0,0 2-28 0,3-2-18 15,-3-1-3-15,0-3-9 0,0-3-61 16,-1-2-54-16,0-2-69 0,-1-3-72 16,-1 0-120-16,-1-4-276 0,0-1-626 15,0 0-460-15</inkml:trace>
  <inkml:trace contextRef="#ctx0" brushRef="#br0" timeOffset="-151694.97">7237 4909 2857 0,'0'0'1039'0,"0"0"-787"0,0 0-99 15,0 0 60-15,0 0 37 16,0 0 17-16,0 0-14 0,0 0-25 15,75 66-71-15,-56-46-45 0,-1 2-30 0,-3 0-46 16,-1 0-36-16,-2 2-18 0,-3-2-70 16,-5-1-115-16,-1-2-125 0,-3-6-352 15,0 6-1065-15</inkml:trace>
  <inkml:trace contextRef="#ctx0" brushRef="#br0" timeOffset="-150612.62">11396 4517 2737 0,'0'0'647'15,"0"0"-251"-15,0 0-37 0,0 0 50 16,0 0-27-16,0 0-83 0,0 0-41 16,0 0-67-16,97-79-52 0,-65 51-45 0,2-6-49 15,5-6-43-15,-2-3-2 0,1-2-39 16,-2 0-109-16,-1 2-85 0,-5 1-260 15,-7 15-510-15,4-13-684 0</inkml:trace>
  <inkml:trace contextRef="#ctx0" brushRef="#br0" timeOffset="-144481.04">12251 3413 1816 0,'0'0'551'0,"0"0"-289"0,0 0-56 0,0 0 79 15,0 0 63-15,0 0-10 0,0 0-70 16,0 0-75-16,0 0-44 0,0 0-22 15,0-2 9-15,0 4 11 0,-3-2-24 16,-2 4-31-16,-3 0 5 0,-2 5 47 16,0 4-8-16,-8 4-72 0,5 5-36 0,-1 3 26 15,4 3 22-15,4 2-25 0,3-2 13 16,3-2-15-16,0 1-49 16,6-3-42-16,6-4-37 0,3-1-97 15,3-3-45-15,5-6-78 0,0-3 35 16,3-5-20-16,-2-2-49 0,4-7-177 0,1-9-202 15,-8 4-261-15,6-13 143 0</inkml:trace>
  <inkml:trace contextRef="#ctx0" brushRef="#br0" timeOffset="-144216.2">12500 3426 1535 0,'0'0'1161'0,"0"0"-775"0,0 0-153 15,0 0 94-15,0 0-103 0,0 0-98 16,0 0-28-16,-23 78-27 0,23-59-33 15,2 0-13-15,9-4-22 0,-1-2 28 16,3-2 0-16,3-4 16 0,-2-4-4 0,2-3-24 16,-1 0-18-16,-3-5 14 0,2-5 13 15,-4-3 13-15,0-4-1 0,-5 5-16 16,0-5 7-16,-5 2-6 0,0 1-22 16,-3 1 25-16,-3 1 6 0,-5 3 3 15,-1 3-12-15,-3 1-25 0,-3 4-83 0,-2-1-43 16,1 2-20-16,2 0 19 15,4 3 2-15,3-1-80 0,5-1-43 16,4-1-102-16,1 0-320 0,3-7-492 0,5 0 527 16,10-12 42-16</inkml:trace>
  <inkml:trace contextRef="#ctx0" brushRef="#br0" timeOffset="-143927.89">12639 3216 52 0,'0'0'496'16,"0"0"-144"-16,0 0-62 0,30-75-7 15,-23 57 94-15,-6 4 13 0,1 6-6 16,-2 2-65-16,0 5 62 0,0 1-77 0,0 0-61 15,0 0-32-15,0 2-2 16,-3 4-128-16,1 3-38 0,0 0-43 0,0 3-31 16,2 0-6-16,2 4 19 0,5-1 18 15,6 1 3-15,1 0 9 0,4-2 22 16,0-1 0-16,3-1 7 0,2 1-17 16,-2-3-22-16,2-1 1 31,-1 1-3-31,-2-4-13 0,0 0-18 0,-5-2 28 0,-5 1-12 0,-3 0 15 0,-4 2 3 0,-3 4 46 15,-3 5 13-15,-7 5-34 0,-6 4-26 16,-4 1-2-16,-3 0-40 0,1-1-66 16,-3-3-36-16,4-2-45 0,2-6-75 15,3-6-175-15,5-4-142 0,1-4-242 16,4 0-234-16</inkml:trace>
  <inkml:trace contextRef="#ctx0" brushRef="#br0" timeOffset="-143698.41">12924 2952 2251 0,'0'0'1215'16,"0"0"-921"-16,0 0-244 0,0 0 29 0,0 0 62 15,0 0 41-15,0 0-48 0,0 0-47 16,70 79-22-16,-45-53-31 0,1 0-22 15,-1-1-12-15,0-1-24 0,0-2-10 16,-5-3-78-16,-4-3-128 0,0-1-99 16,-8-3-108-16,-3-1-310 0,-2-3-439 0</inkml:trace>
  <inkml:trace contextRef="#ctx0" brushRef="#br0" timeOffset="-143543.83">13041 3201 2149 0,'0'0'1179'0,"0"0"-843"0,0 0-222 16,0 0-26-16,0 0 22 0,0 0 13 0,47-78-63 16,-25 57-60-16,-2 1-43 0,2-2-46 15,0 3-153-15,0-1-278 0,-6 7-296 16,5-7-685-16</inkml:trace>
  <inkml:trace contextRef="#ctx0" brushRef="#br0" timeOffset="-142762.35">13835 2554 2812 0,'0'0'703'0,"0"0"-421"0,0 0-50 16,0 0 22-16,0 0 40 0,0 0-201 15,0 0-70-15,0 0-23 16,-41 67-21-16,40-50 19 0,1 0 1 0,0-1 1 15,3-5-1-15,4-1 0 0,2-2 1 16,1-1 0-16,0-5 34 0,0 1-11 16,3-3-23-16,-3 0-3 0,4-5-28 15,-2-4-6-15,1-4-34 0,0-3-9 16,-6-1 31-16,-3 3 14 0,-4-1 23 16,0 4-22-16,-3 0 32 0,-4 4 2 15,-5 1 15-15,0 1-15 0,-4 4-30 0,-1 1-69 16,-2 3 15-16,3 6 6 0,2-3 5 15,4 1 16-15,5-2-49 0,4-4 24 16,1-1-7-16,1 0-15 0,8-1-109 16,7-6 210-16,0-2 3 0,4-4 38 0,3-1 16 31,-4-3 16-31,4-3-10 0,-3-2-57 0,-1-3-3 16,1-1-21-16,0 0-4 0,-4 0-3 15,-1-2 25-15,-2 3 0 0,-1 2-6 0,-2 0 9 16,-3 7 28-16,-2 3-15 0,-2 5 50 0,-3 6 98 15,0 2 6-15,0 0-9 0,0 0-37 16,0 0-49-16,0 2 27 0,0 4-71 16,0 5-28-16,3 6-52 0,3 5 24 15,5 8 15-15,3 5-5 0,5 5 15 16,1-1-19-16,2 1 9 0,4-3-8 16,-2-1 5-16,0-1 14 0,-3-5-11 0,-4-3-12 15,-4-3-62-15,-3-4-30 16,-4-4 17-16,-3-3-17 0,-3-4-6 0,0-3 114 15,-2-3 9-15,-4-3 32 0,1 0-32 16,-5-6 0-16,1-6 71 0,-1-5-71 0,-1-3 0 16,-1-4 53-16,3-4 32 15,1 1-6-15,0 1-7 0,5 4 7 16,3 4-13-16,0 3-56 0,0 0-10 16,5 3-15-16,4-2-13 0,-1 1-19 0,4-3-17 15,-2 3-99-15,3-4-343 0,-5 5-738 16,4-7-609-16</inkml:trace>
  <inkml:trace contextRef="#ctx0" brushRef="#br0" timeOffset="-141499.93">14880 2089 2224 0,'0'0'292'16,"0"0"-209"-16,0 0 53 0,44 78 6 15,-29-51 15-15,0-2-23 0,-3-2-99 16,0-2-35-16,-4-5 0 0,-2-1 17 16,-2-7 3-16,-2 0-5 0,-2-4 5 0,0-1 40 15,0-3 42-15,0 0 53 0,-2 0 10 16,-7-3-105-16,-2-4-60 0,-2-4-73 16,-4-3 20-16,1-4-55 0,-1-5 16 15,-1-4 19-15,3-5 22 0,-2 1 51 47,5-3 18-47,3-1 1 0,5 2-19 0,2 1-18 0,2 1 17 0,4 2-12 0,8 1-3 0,2 2-15 0,2 2 2 0,3 5 8 16,-1 3 21-16,-1 4 32 15,0 4 28-15,-3 4 10 0,0 3 0 0,-3 1 25 16,-2 4 82-16,-4 6-29 0,0 8-54 16,-1 1-27-16,-4 5-33 0,0 1-34 15,-9 1-28-15,1-1-180 0,-6-1-79 16,2-2-162-16,1-8-210 0,-1-2-553 15</inkml:trace>
  <inkml:trace contextRef="#ctx0" brushRef="#br0" timeOffset="-141268.24">15088 1688 1922 0,'0'0'395'0,"0"0"-207"0,0 0 79 15,0 0 42-15,34 85-31 0,-21-59-75 16,2 1-67-16,0-1-38 0,2-2-72 16,-2-2-26-16,0-4-13 0,-2-4-9 15,0-3-44-15,-3-4-70 0,-1-2-58 16,0-3 9-16,-2-2-13 0,-1 0 34 16,1-7-155-16,0-3-209 0,-1 1-8 15,-3-9-145-15</inkml:trace>
  <inkml:trace contextRef="#ctx0" brushRef="#br0" timeOffset="-140748.18">15305 1727 1117 0,'0'0'700'15,"0"0"-285"-15,0 0-134 0,0 0-74 16,0 0-27-16,0 0 29 0,0 0 8 16,0 0-26-16,0 0-33 0,0 0-1 15,0 0 19-15,-5 55-6 0,5-46-42 16,0 2-60-16,0 0-49 0,0-3-19 15,2 3-28-15,2-2-6 0,2-1-16 16,3-1-19-16,-1-2-37 0,2-3 15 16,0-2 37-16,2 0-5 0,-4 0-4 15,1-2 9-15,-2-3-34 0,-3 0-39 0,-1-2 127 16,-1 2 51-16,-1-1 6 0,-1-1-25 16,0 0-10-16,0-3-10 0,0 0 10 15,0 0-20-15,-1 1 2 0,-1 0 30 16,2 4 13-16,-1 2-28 0,1 0-19 15,0 3-31-15,0 0-13 0,0 0-3 16,0 0 12-16,0 0 10 0,0 0 6 16,4 0 9-16,1 0 10 0,1 2 48 0,1-1-4 15,3-1-19-15,0 0-22 0,-1 0-3 16,2 0 1-16,-2 0 1 0,-2-4-1 16,3-1 15-16,-1 0 3 0,1-3-7 15,0 0-12-15,-2-4-1 0,3 4 0 16,-4-1 0-16,3 1-2 0,-4 1-11 0,-2 3 14 15,-1 0 0-15,0 3 4 0,-3 1 21 16,1 0 32-16,1 0 15 0,-2 0-16 16,3 0-17-16,2 0 26 0,-1 0-5 15,4 0-14-15,-1 0-18 0,4 0-25 16,0 0 13-16,2 0-14 0,1-4-1 16,2-3-1-16,2 0-2 0,2-4-70 15,0-2-119-15,0-2-105 16,-4-1-212-16,-2 1-563 0,-3-6-364 0</inkml:trace>
  <inkml:trace contextRef="#ctx0" brushRef="#br0" timeOffset="-140531.84">15713 1267 2696 0,'0'0'660'15,"0"0"-399"-15,0 0-59 0,0 0 41 16,0 0-62-16,0 0-107 0,0 0-40 15,0 0 75-15,0 0 5 0,37 87-24 16,-21-59-44-16,-2-2-28 0,2-1-18 16,-1-2-18-16,-1-4-25 0,-4-2-34 15,3-4-69-15,-6-2-118 0,-3-2-211 16,-2-1-264-16,-2-4-536 0,0 0-189 0</inkml:trace>
  <inkml:trace contextRef="#ctx0" brushRef="#br0" timeOffset="-140416.15">15769 1502 2410 0,'0'0'708'0,"0"0"-488"16,0 0-89-16,0 0-33 0,0 0-73 15,0 0-25-15,83-71-41 16,-60 51-143-16,5-3-289 0,-7 4-270 0,12-14-334 0</inkml:trace>
  <inkml:trace contextRef="#ctx0" brushRef="#br0" timeOffset="-140243.09">16225 986 2669 0,'0'0'760'0,"0"0"-513"0,0 0-93 16,0 0 86-16,0 0 46 0,0 0-53 16,0 0-36-16,41 83-38 0,-28-58-80 15,-2 1-79-15,4-2 0 0,1-5-52 16,-5 1-101-16,2-2-115 0,-4-3-210 0,-2-2-547 15,-4 2-466-15</inkml:trace>
  <inkml:trace contextRef="#ctx0" brushRef="#br0" timeOffset="-138768.93">14435 2960 1463 0,'0'0'1466'0,"0"0"-1088"0,0 0-124 16,0 0-39-16,0 0-17 0,0 0-3 0,0 0-80 15,0 0-31-15,0 0-56 0,0 0-13 16,-57 76 13-16,54-60 25 0,1-1 9 16,2 1 15-16,0 2 3 15,0-3-40-15,8 1-22 0,-2-2-15 16,4 3 12-16,3-5-15 0,0 0-13 0,1-3-8 15,2-3-19-15,1-1-3 0,-1-1-28 16,0-1 6-16,-2-2 3 0,1 0-6 16,-5 0 3-16,-1 1-7 0,-1 0 29 31,-2 0-1-31,-3-1-6 0,-2 1 13 0,1-1 36 0,-2-1 1 0,0 0 1 16,0 0-1-16,0 0 2 0,0 0 0 0,0 0-2 15,0 0 0-15,0 0 0 0,1 0 16 16,-1 0-14-16,0 0 20 0,0 0 6 15,0 0-17-15,0 0-11 0,0 0-2 16,-1 0-14-16,-2 0-12 0,0 0 6 16,-5 0-9-16,2-4-4 0,-2-2-9 0,0 0-16 15,-3-2 44-15,0 0 16 0,1 0 34 16,2 1-18-16,3 2-1 0,2 1 22 16,2 0-37-16,1 0-56 15,0-1 2-15,0-1 26 0,3 0 6 0,5 1 6 16,1-2 6-16,0-1 8 0,3 1 2 15,1-1-1-15,3-2 1 0,2-1 0 16,-1 3-13-16,-1-3-3 16,1 4 13-16,-3 1-28 0,1 0 28 0,-7 5 2 15,0-2-1-15,-5 3-13 0,0 0 15 0,-3 0 28 16,2 0 38-16,-2 0 35 0,0 0-17 16,0 0-14-16,1 0 33 0,1 4-34 15,2 1-48-15,1 1-5 0,2 2-13 16,2-1-3-16,1 0-1 0,1-1-1 15,3-1-14-15,0 0-2 0,1-5 17 0,0 0 1 16,1 0 11-16,0-7-8 0,-3 0 19 16,-2-3-22-16,1-1 0 0,-6 1 0 15,-1 0 1-15,-4 2 21 0,-1-1 21 16,0 1 10-16,-5 1-4 0,-5 0-8 16,-2-2-17-16,-5 5-2 15,1-2-20-15,-4 6-2 0,0 0-16 0,-1 0-8 16,3 0-35-16,2 0-40 0,3 3-16 15,6-3 15-15,1 0-45 0,3 0-37 0,3 0-140 16,0-3-115-16,6-3 196 16,4-2 148-16,4 1 61 0,1-3-4 15,5 1 36-15,2 0 0 0,1 2-2 0,3 1 2 16,1-1 10-16,2 2 35 0,0 1-3 16,-1 1 38-16,0 3-9 0,-6-3-4 0,-2 3-9 15,-7 0 41-15,-3 0 45 16,-5 0 6-16,0 3 2 0,-5-3-3 0,0 0 30 15,0 0 32-15,0 0-21 0,0 0-63 16,0 0-34-16,0 0 61 0,0-5-9 16,-3-1-50-16,-2-5-86 0,1-1-9 15,0-8-28-15,-3-1-15 0,4-1 25 16,1-1-16-16,2 3-3 16,0 2-6-16,5 2-37 0,3 3-111 0,2-2-176 15,4 2-341-15,-3 3-720 0,5-1-388 0</inkml:trace>
  <inkml:trace contextRef="#ctx0" brushRef="#br0" timeOffset="-138217.27">15498 2516 1843 0,'0'0'1135'0,"0"0"-952"0,0 0-139 16,0 0-15-16,0 0 48 0,0 0 47 16,0 0 31-16,0 0 7 0,46 66-103 0,-43-60-44 15,1-3-15-15,-3-2 0 0,-1-1 39 16,2 0 90-16,-2 0 50 0,0 0-48 16,0-1-35-16,0-2-16 0,0-4-80 15,0-4-27-15,-2-2-39 0,0-3-5 16,-1-2-13-16,0-2-13 15,0 2 22-15,0 0 46 0,0 5 26 0,2 4-13 16,1 4 16-16,0 3 24 0,0 2 6 16,0 0-18-16,0 0 10 0,0 0 22 15,4 1-10-15,2 4-3 0,2-3 22 16,3 3-6-16,0-2-13 0,1 2-12 0,-1 0 3 16,1 1 9-16,-1-2-18 15,1-2-16-15,-2-1-3 0,0-1 1 0,1 0 0 16,-2-4-26-16,0-5-40 0,-3-1 3 31,0 0 18-31,0-4-40 16,-3 1-2-16,0 0 11 0,-1 0 43 0,-1 1 32 0,1 2 0 0,-1 3-10 0,1-1 11 0,-1 4 2 15,0 2 0-15,1 0 26 0,-1 2 50 16,-1 0 40-16,2 0 25 0,2 2-5 16,-1 1-61-16,3 3-1 15,-1-1-34-15,3 2-19 0,1-2-19 0,2-1-1 16,0-1-1-16,4-3-40 0,-2 0-71 15,1-3-112-15,1-6-132 0,2-3-265 16,-7 1-421-16,4-8-112 0</inkml:trace>
  <inkml:trace contextRef="#ctx0" brushRef="#br0" timeOffset="-137932.39">15924 2160 1782 0,'0'0'732'0,"0"0"-422"0,0 0-117 0,0 0 11 15,0 0 35-15,0 0 15 0,0 0-37 16,0 0-78-16,38 69-58 0,-28-64-3 16,-2-1-44-16,3-3-12 0,-2-1 12 15,2 0 31-15,-1-1 16 0,3-5 5 16,-3-2-24-16,0 0-25 0,0-1-9 16,-1-2-16-16,-3 4 7 0,-4-2-4 0,0 3 7 15,-2-2-1-15,0 2 19 16,-7-2 3-16,-4 4-12 0,-4 0-13 0,-1-1-4 15,-6 4-14-15,-2 1-36 0,-1 0-32 16,2 1-9-16,0 4-12 0,4 0-31 16,6-2-38-16,3 0-60 0,9-3-131 15,1 0-373-15,5 0-589 0,9-7 624 16,6-1 201-16,-6 0 111 0</inkml:trace>
  <inkml:trace contextRef="#ctx0" brushRef="#br0" timeOffset="-137581.56">16195 1999 199 0,'0'0'124'0,"0"0"-105"0,0 0 304 15,0 0-75-15,0 0-4 0,0 0 131 16,0 0 417-16,0 0-42 0,0 0-177 16,0 0-311-16,45-17-143 0,-52 27-12 0,-2 5-4 15,3-1-100-15,1 3 35 0,0-1-1 16,5-1-35-16,0-4 26 0,0-1 22 16,5-4-7-16,3 0-21 0,-1-6-22 15,1 2-13-15,-1-2-5 0,4 0-13 16,-1-8 3-16,5-3 26 0,1-3-11 15,4-5-24-15,-3-5-19 0,2 0-37 16,-3-3-30 0,-2 0-31-16,-5 1-28 0,-6-2 8 0,-3 5 72 0,0-2 102 15,-8 2 33-15,-2 3 43 0,-2 2 35 16,1 2 31-16,3 8 6 0,1 3 15 16,2 4 6-16,2 1-8 0,2 0-43 15,1 2-44-15,-2 3-40 0,2 4-34 0,0 3 0 16,0 5-13-16,0 4 12 0,6 0-27 15,6 0-2-15,1-2-11 0,2-4-98 16,3-1-38-16,2-6-8 0,1-2-76 0,0-3-195 16,-4-3-188-16,7 0-738 0</inkml:trace>
  <inkml:trace contextRef="#ctx0" brushRef="#br0" timeOffset="-137299">16632 1882 1140 0,'0'0'667'15,"0"0"-313"-15,0 0 5 0,0 0-40 16,0 0-85-16,0 0-42 0,39-71-39 16,-36 55-58-16,2 1-57 0,-3-2-36 15,-1-2 1-15,-1 1 31 0,0 1 8 16,-1 3 27-16,-5 4 67 0,2 3 141 0,0 5-10 16,1 2-35-16,-5 0-44 0,1 4-69 15,-1 2-54-15,-3 3-10 0,3 4 103 16,-1 0-130-16,2 4-4 0,3-1 7 0,4 1-11 15,0-1-20-15,0-4-15 32,7 0 12-32,3-3-22 0,1-3-23 0,3-2-19 0,3-2-40 15,1-2-22-15,1-5-61 0,3-5-38 16,4-6-86-16,-1-5-231 0,6-5-481 0,-9 5 46 0,9-16-332 0</inkml:trace>
  <inkml:trace contextRef="#ctx0" brushRef="#br0" timeOffset="-137135.43">16957 1319 3041 0,'0'0'697'0,"0"0"-446"16,0 0-93-16,0 0-5 0,0 0 91 15,11 88 64-15,2-62-81 0,4 4-78 16,4-5-46-16,0-2-45 0,2-1-58 16,-2-4-73-16,0-3-82 0,-1-4-123 15,-5-2-305-15,1-4-1194 0</inkml:trace>
  <inkml:trace contextRef="#ctx0" brushRef="#br0" timeOffset="-133315.85">16124 5891 1395 0,'0'0'1556'0,"0"0"-1210"0,0 0-123 16,0 0-40-16,0 0 44 0,0 0-35 15,0 0-2-15,0 0-44 0,0 0 2 16,0 0-16-16,-45-30 4 0,36 30 1 16,-4 0 40-16,-2 8-64 0,-5 2-71 15,-2 6-26-15,-3 5-4 0,-6 4 6 16,3 4 15-16,2 3 4 0,1 0 2 16,6 1-8-16,4-3-16 0,4 0 0 15,7-6-15-15,4-1-1 0,0-4-23 0,12-3-13 16,2-2-5-16,6-3-16 15,5-4 3-15,2-4-72 0,3-2 11 0,1-1 18 16,2-3 19-16,-2-3 2 0,0 1-55 0,-2-3-124 16,-1 2-124-16,0-2-118 0,-5-1-221 15,-4 2-504-15,4-4-77 0</inkml:trace>
  <inkml:trace contextRef="#ctx0" brushRef="#br0" timeOffset="-132817.18">16286 6122 1649 0,'0'0'659'0,"0"0"-294"15,0 0-76-15,0 0 22 0,0 0-22 16,0 0-106-16,0 0-79 0,0 0-31 15,0 0-30-15,0 0 11 0,0 0 38 0,29-2 45 16,-18 1-22-16,4-1-56 0,-2 0-28 16,-3 2-28-16,1 0-3 0,-3 0-12 15,-4 0 10-15,-1 0 1 0,0 2 1 16,-2 3 59-16,1 0 31 0,-2 2-4 16,0 3-25-16,0 2-5 0,-6 1-7 15,-1 3-15-15,-4-1-19 0,2 1-12 16,0-3 12-1,-1 2-4-15,3-2-11 0,1-4-12 0,3-2 11 0,3-2-14 16,-2-2-16-16,2 0-6 0,0-3 13 0,0 1 5 16,0 0-2-16,3 1 21 0,3-1 10 15,3 0 18-15,2-1-1 0,1 1-2 16,4-1 15-16,0 0-16 0,-2 0-24 16,-1 0-1-16,0 0 1 0,-7 0-2 15,-1 1-22-15,-3 1 24 0,-1-1 21 16,-1 3 47-16,0 3 5 0,0 0-30 15,-6 2 9-15,2 0-23 0,-2 2-29 0,-2-4-64 16,2 0-61-16,-1-2-62 0,1-5-66 16,0 2-163-16,-1-2-195 0,3 0-554 15,-4-3-421-15</inkml:trace>
  <inkml:trace contextRef="#ctx0" brushRef="#br0" timeOffset="-132333.64">16668 6049 1136 0,'0'0'670'0,"0"0"-70"0,0 0-43 16,0 0-87-16,0 0-122 0,0 0-67 0,0 0-135 15,0 0-68-15,0 0-38 0,-77 65-12 16,69-54-14-16,4-2-14 0,4-1-28 16,0-2-9-16,0 1 6 0,8-2 12 0,4 0 19 15,-1 0 22-15,7-1 15 0,2 0-3 16,-1 0-6-16,2 0-3 0,2-4-25 16,-1 6-2-16,-1-1-19 15,-1-2 20-15,-4 3-1 0,-1-1-14 16,-5 1 15-16,-4 1-1 15,-2 1 2-15,-4-1 16 0,0 1 34 0,-3 0 5 0,-7 3-30 16,0 1-23-16,-6-2 1 16,0 0 25-16,0-1-10 0,-1-3 7 0,6-2 0 15,-3-2 0-15,6-2 2 0,2 0 10 16,2 0 89-16,2-1 49 0,1-6-160 16,-1-4-15-16,2-3-43 0,0-4 10 0,0-3 8 15,5-5-2-15,2-2 26 0,2-1 0 16,-2-1-2-16,-1 2-28 0,0 6 6 15,-2-1-2-15,-1 9 14 0,-2 3-5 0,2 3-50 16,0 2-74-16,-3 0-99 0,1 1-242 16,-1 4-487-16,0 1-451 0</inkml:trace>
  <inkml:trace contextRef="#ctx0" brushRef="#br0" timeOffset="-105502.02">17341 6114 1213 0,'0'0'582'0,"0"0"-241"0,0 0-144 16,0 0-70-16,0 0 5 0,0 0 26 15,0 0 16-15,0 0 18 0,0 0-20 16,0 0-25-16,42-1 12 0,-37-1 33 16,1 0 6-16,0-4-43 0,0 1-28 15,1-2-12-15,3-5-34 0,0-1-32 16,2-4-21-16,4-2-8 0,1-4-20 16,-1-3-2-16,4-3-14 0,-1-6 6 0,4 2 10 15,-2-8 0-15,4-1 15 16,-3-6-12-16,2-5-2 0,0-5 0 15,1-5 1-15,-2-2 22 0,2-7-24 16,-3-3-12-16,1-2-4 0,-1-3 14 0,1 0-13 16,2 3 12-16,-5 2-25 0,0 3 26 15,-3 7-20-15,-1 4 10 0,-1 6 11 16,-7 1 0-16,0 4 1 0,-3 1-2 0,-2 5 2 16,-3 5 2-16,0 4 20 0,0 4-1 15,-4 3 1-15,0 3 18 0,-2-1-25 16,0-1-12-16,0 3 0 15,2 2 9-15,-2 2-12 16,3 4 1-16,2 4 1 0,1 4 41 0,0 4-6 0,0 2-12 0,0 2 9 16,0 0 18-16,0 0-3 15,0 0-28-15,0 0-2 0,0 0 17 0,0 0 7 16,0 1-12-16,0 0 6 0,0 2 2 16,0-2-8-16,0 1-31 0,0 0-2 15,0 0 1-15,0 1-11 0,0 0-1 16,0 1 13-16,0 0 1 0,0-1-1 15,0 1-1-15,0-1-17 0,0 0 17 16,-2 3-14-16,0-3-37 0,-4 1-12 16,0 1-4-16,-2 0 4 0,-3 2-16 15,2-1 15-15,-3 1 25 0,2-2 15 0,1 1 13 16,0-1 12-16,1-2 1 0,2 1 11 16,0-1-11-16,2 1 2 0,-1-2 1 15,1-2 11-15,3 1 0 0,1-1-15 0,0 0-3 16,0 0 3-16,0 0 1 15,0 0 24-15,0 0 0 0,0 0-4 16,0-1-2-16,0-1-10 0,0-2-9 0,7 1-31 16,0-6 19-16,5-3 10 15,3-3 1-15,3-4 0 0,0-2-1 16,1 0-17-16,-1 0-2 0,-1 3 20 16,-4 1-1-16,2 2-11 0,-1 3 1 15,-3 1-4-15,1 1 13 0,-2 3 2 0,-1 0 1 16,-1 2 2-16,-4 3 11 0,-1 2 11 15,-1 0 13-15,-2 0 19 0,0 0 11 16,1 0-14-16,1 0 23 0,-1 2-12 16,3 3-15-16,2 2 6 0,4 0-33 0,0 3 14 15,1 1-14-15,-2 0-19 0,3-2-2 16,1 3 17-16,-3-2-17 0,-1-1-1 16,1-1-3-16,-2-1 0 0,0-2-34 15,-4-3-51-15,0 1-96 0,-2-2-148 0,-2 1-358 16,0-1-724-16,-13 5-479 0</inkml:trace>
  <inkml:trace contextRef="#ctx0" brushRef="#br0" timeOffset="-104908.33">16909 6719 2350 0,'0'0'525'0,"0"0"-230"0,0 0-94 16,0 0 85-16,0 0 38 0,0 0-45 16,0 0-102-16,0 0-109 0,0 0-52 15,-70 69-4-15,67-48 37 0,0 2 19 16,3 0-3-16,0-2-7 0,0-3-24 15,6-3-34-15,3-3 0 0,1-3-31 16,6-4-55-16,0-4-49 0,4-1-14 16,2-8-50-16,-1-7-68 0,2-3-98 15,-1-5-245-15,-7 5-374 0,3-12-109 32</inkml:trace>
  <inkml:trace contextRef="#ctx0" brushRef="#br0" timeOffset="-104398.54">17083 6660 450 0,'0'0'1534'0,"0"0"-1090"15,0 0-150-15,0 0-14 0,0 0-5 16,0 0-24-16,0 81-20 0,6-63-17 16,0-2-41-16,1-2-36 0,4-2-38 15,-1-3-15-15,1-3-4 0,3-5-9 16,-3-1 0-16,4 0-6 0,-4-6-19 16,1-4-15-16,1-3-13 0,-6-3 3 15,-1 3 1-15,-5-3-4 0,-1 2 10 0,-1 1-13 16,-6 0 13-16,-5 1-25 0,-2 1-1 15,-1 3-2-15,-1 2 0 0,2 1-2 16,0 5-53-16,0 0-40 0,2 0-44 16,3 2-9-16,2 2-13 0,2 1-28 15,5-5-75-15,0 1-118 0,5 1-179 16,3-2-132-16,7 0 8 0,-2-7 268 16,4 0 176-16,-1-5 52 0,3-2 108 15,0-2 71-15,1-1 10 16,2-3 114-16,-1-2-46 0,-1 4 95 15,-1 0-55-15,-3 1 35 0,-2 4 121 16,-4 4-1-16,-1-1-16 0,-1 2-27 0,-3 4-26 0,-1 0-26 16,-1 2-23-16,-3 2-10 0,0 0 109 15,0 2 167-15,0 6-39 0,0-1-121 16,-3 5-160-16,0 2-14 0,0 3-5 0,2-2 14 16,1 1-2-16,0 0-32 15,4-2-18-15,8 2 3 0,-1-1 6 0,6-3 3 16,3 2-6-16,0-2-6 0,1-2 2 15,-2-2-17-15,-3-1-19 16,-4-1 0-16,-3-3 0 0,-3 1 12 0,-3-3-9 16,-2 4 28-16,-1-4 5 0,0 3 1 15,0 1-34-15,-1 1-3 0,-6 2-40 16,-4-1-58-16,0 3-110 0,-1-3-76 16,0-3-74-16,3-3-223 0,2-1-229 15,-1 0-400-15,1-10 11 0</inkml:trace>
  <inkml:trace contextRef="#ctx0" brushRef="#br0" timeOffset="-104139.23">17598 6349 1121 0,'0'0'684'0,"0"0"-279"0,0 0-104 16,0 0-14-16,0 0-20 0,0 0-5 15,0 0-182-15,0 0-80 0,0 0 0 16,5 85 10-16,4-62 50 0,0 1 10 15,-1 0-10-15,4 0-12 0,-4-1-10 16,3-4-38-16,1-2-29 0,-1-5 10 16,1-3 3-16,-3-4-9 0,0-1-45 15,-2-3-136-15,-1-1 8 0,-5 0 12 16,-1 0-65-16,0-1-153 0,0-4-11 16,-5-1-115-16,-3-1-24 0,1-1 88 15,-2 1 142-15</inkml:trace>
  <inkml:trace contextRef="#ctx0" brushRef="#br0" timeOffset="-104019.89">17666 6563 246 0,'0'0'577'0,"0"0"126"0,0 0-60 15,0 0-100-15,0 0-77 0,0 0-43 0,0 0-120 16,0 0-108-16,0 0-55 0,0 0 3 16,-22-34 74-16,35 28-11 0,4-1-47 15,0-4-58-15,3-1-58 0,3 0-26 16,0-2-17-16,-2-2-2 0,2 1-37 16,-2 1-99-16,0-2-212 0,-7 2-430 15,0 0-1278-15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5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31 11877,'5'12'10670,"10"28"-5612,-13-11-3707,0 0 0,-5 43 0,1 11-888,2-53-386,4 64 66,-2-83-121,-1 1 1,2-1-1,-1 0 1,1 0 0,10 21-1,-16-61-177,1-51-1,2 22 166,-4-7-18,-1 0 0,-4 1 0,-18-68 0,26 118 4,6 14 75,-3 1-56,-1 1-1,0-1 1,1 0-1,-1 1 1,0-1-1,0 1 1,0 0-1,0-1 1,0 1-1,-1 0 1,1-1-1,0 3 1,3 27 44,0 1 1,-3-1 0,0 1-1,-2 0 1,-6 36-1,0 7-48,5-35-11,2-1 0,1 0 0,2 0 0,10 48 0,-13-85 0,1 0 0,-1 1 0,1-1 0,-1 1 0,0-1 0,0 0 0,0 1 0,0-1 0,-1 1 0,0 3 0,1-6 0,0 0 0,0 0 0,0 0 0,0 0 0,0 1 0,-1-1 0,1 0 0,0 0 0,0 0 0,0 0 0,0 0 0,0 0 0,0 0 0,0 0 0,0 0 0,0 0 0,0 0 0,0 0 0,-1 0 0,1 0 0,0 0 0,0 0 0,0 0 0,0 0 0,0 0 0,0 0 0,0 0 0,0 0 0,-1 0 0,1 0 0,0 0 0,0 0 0,0 0 0,0 0 0,0 0 0,0 0 0,0 0 0,0 0 0,0 0 0,0 0 0,-1 0 0,1 0 0,0 0 0,0-1 0,0 1 0,0 0 0,0 0 0,0 0 0,0 0 0,0 0 0,0 0 0,0 0 0,0 0 0,0 0 0,0 0 0,0-1 0,0 1 0,0 0 0,0 0 0,0 0 0,0 0 0,0 0 0,0 0 0,-4-19 0,-19-101 0,13 76 0,-5-61 0,14 96 201,1 1 1,0-1-1,1 1 0,2-13 1,1 8-2263,1 0-4419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6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22 140 11717,'0'1'231,"0"-1"-1,-1 0 0,1 1 1,-1-1-1,1 0 0,-1 0 1,1 1-1,-1-1 0,1 0 0,-1 0 1,1 0-1,-1 0 0,0 0 1,1 0-1,-1 0 0,1 0 1,-1 0-1,1 0 0,-1 0 1,1 0-1,-1 0 0,1 0 0,-1 0 1,1-1-1,-1 1 0,1 0 1,-1 0-1,1-1 0,-1 1 1,1 0-1,-1-1 0,1 1 1,-1-1-1,0 0 44,0-1 1,1 1-1,-1-1 1,1 1-1,-1-1 1,1 1-1,0-1 1,0 0-1,0 1 1,0-1-1,0-2 1,0-2 153,1 1 0,0-1 0,0 1 0,0-1 0,1 1 0,2-6 0,1 5 8,0 1-1,1 0 1,-1 0-1,1 0 0,1 1 1,-1 0-1,0 0 1,1 0-1,0 1 0,0 0 1,12-3-1,9-6-113,-24 11-300,-1-1 1,1 1-1,0 0 1,0 0-1,0 1 1,0-1-1,-1 1 0,1 0 1,0 0-1,0 0 1,0 0-1,0 1 0,0 0 1,0-1-1,-1 1 1,1 1-1,7 2 1,-9-3-3,1 0 0,-1 1 0,0-1 1,1 1-1,-1 0 0,0-1 1,0 1-1,0 0 0,0 0 0,0 0 1,-1 0-1,1 1 0,0-1 1,-1 0-1,0 1 0,0-1 0,0 1 1,0 0-1,0-1 0,0 1 1,0 0-1,-1-1 0,1 1 1,-1 0-1,0 5 0,-2 9-6,0 0 1,-2 0-1,1 0 0,-2-1 1,-1 1-1,0-1 0,0 0 0,-2-1 1,0 1-1,-1-2 0,0 1 1,-1-1-1,-1-1 0,0 0 0,-1 0 1,-21 17-1,31-29-5,1 0 0,0 0 1,0 0-1,0 0 0,0 0 0,0 0 1,0 1-1,0-1 0,1 0 0,-1 0 1,0 1-1,0 1 0,1-2-7,0-1 0,0 0 0,0 1 0,0-1 0,0 0-1,0 1 1,0-1 0,0 0 0,0 1 0,0-1 0,1 0 0,-1 0 0,0 1-1,0-1 1,0 0 0,1 0 0,-1 1 0,0-1 0,0 0 0,1 0 0,-1 1 0,0-1-1,0 0 1,1 0 0,-1 0 0,0 0 0,1 0 0,-1 1 0,0-1 0,1 0-1,-1 0 1,0 0 0,1 0 0,44-1 25,-19 0-30,5 3 47,56-3 0,-39-9-5204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8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11301,'2'-4'811,"1"1"0,0 0 0,-1 0 0,1 0 0,0 0 0,1 1 0,-1-1 0,0 1 0,7-3 0,-5 2-500,0 1-1,0 0 1,1 0-1,-1 1 1,0 0-1,1 0 1,5-1-1,-7 2-262,0-1-1,0 1 1,0 0-1,0 1 0,0-1 1,-1 1-1,1-1 1,0 1-1,0 0 1,-1 1-1,1-1 1,0 1-1,-1-1 1,1 1-1,-1 0 0,0 0 1,0 1-1,0-1 1,0 0-1,0 1 1,0 0-1,4 6 1,-3-2 21,0 1 0,-1 0 1,0 0-1,-1 0 1,1 1-1,-1-1 1,-1 0-1,0 1 1,0 0-1,-1-1 1,0 1-1,-1 10 1,0-8-66,-1 1 0,0-1 1,0 1-1,-1-1 0,-1 0 0,0 0 1,0-1-1,-10 17 0,8-15 41,12-14 7,15-4-79,-15 5 65,1 0 0,-1 0 0,1 1 0,0 0 0,-1 1 0,1-1 0,-1 1 0,1 0 0,-1 1 0,1 0 0,-1 0 0,0 0 1,10 5-1,-14-5 61,-1-1 1,1 0-1,0 0 1,0 1 0,-1-1-1,1 1 1,-1 0 0,1-1-1,-1 1 1,0 0-1,1 0 1,-1 0 0,0 0-1,0 0 1,-1 0-1,1 0 1,1 3 0,-2-1 77,0-1 0,0 0 1,0 0-1,-1 0 0,1 0 0,-1 0 1,1 0-1,-1 1 0,0-1 0,-1-1 1,1 1-1,0 0 0,-1 0 0,1 0 1,-5 4-1,3-3-108,0 0 1,-1-1-1,0 1 0,1-1 0,-1 0 0,0 0 1,-1-1-1,1 1 0,0-1 0,-1 0 1,0 0-1,1 0 0,-9 2 0,-28 3-4136,21-5-1531,2-2-3301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8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0 10261,'-1'3'6281,"-2"2"-3364,-5 15-1158,2-5-793,-6 14 83,1 1 0,2 1 0,-8 40 0,17-69-983,-1 0-1,1 0 1,0 0 0,0 0-1,0 1 1,0-1 0,1 0-1,-1 0 1,0 0 0,1 0-1,0 0 1,-1 0 0,1 0-1,0 0 1,0 0 0,0 0-1,0 0 1,0-1 0,1 1 0,-1 0-1,3 2 1,-1-2 3,1 1-1,-1-1 1,1-1 0,-1 1 0,1 0 0,-1-1-1,1 0 1,0 0 0,0 0 0,0 0 0,4 0-1,11 0-28,0-1-1,0 0 1,35-6-1,-52 5-55,12-1-1043,1-1 1,21-8-1,-16 3-3949,0-1-5529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9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0 14759,'-12'8'9384,"2"10"-5849,-4 17-1050,9-21-1815,0 1 1,2 0-1,0 0 0,-2 17 0,5-25-978,0 0 0,0-1 0,1 1 1,2 11-1,-1-12-1305,0 0 1,0 0 0,0-1-1,1 1 1,6 9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9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11989,'39'-17'6856,"-21"8"-6252,1 1 0,-1 0 0,31-6-1,-49 13-660,0 1-1,1 0 0,-1 0 0,0 0 0,0 0 1,1 0-1,-1 0 0,0 0 0,0 0 0,1 0 1,-1 0-1,0 0 0,0 0 0,0 0 0,1 0 0,-1 0 1,0 0-1,0 0 0,1 0 0,-1 1 0,0-1 1,0 0-1,0 0 0,1 0 0,-1 0 0,0 0 1,0 0-1,0 1 0,1-1 0,-1 0 0,0 0 1,0 0-1,0 1 0,0-1 0,0 0 0,1 0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0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0 11845,'-27'30'9139,"-1"8"-5682,26-35-3308,0 0 0,0 0 0,1 0 0,-1 0-1,1 1 1,-1-1 0,1 0 0,0 1-1,0-1 1,1 1 0,-1-1 0,1 1 0,-1-1-1,1 1 1,0-1 0,1 1 0,-1 0 0,1-1-1,-1 1 1,1-1 0,0 0 0,2 5-1,-2-6-65,1 0-1,0-1 0,0 1 0,-1 0 1,1 0-1,0-1 0,1 1 0,-1-1 1,0 0-1,0 1 0,1-1 0,-1 0 0,0-1 1,1 1-1,-1 0 0,1-1 0,-1 1 1,5-1-1,52 2 308,-43-2-307,11-1 21,-12 0-63,1 1 0,-1 0 0,0 1 0,25 5 0,-37-6 28,0 1 0,0 0 1,0 0-1,0 0 0,-1 0 0,1 0 0,0 1 0,0-1 0,-1 1 0,1 0 0,-1 0 1,0 0-1,1 0 0,-1 0 0,0 0 0,0 1 0,0-1 0,-1 1 0,1-1 0,0 1 0,-1 0 1,0 0-1,0-1 0,0 1 0,0 0 0,0 0 0,0 0 0,-1 0 0,1 4 0,-1-2 16,-1 0-1,1 0 0,-1 0 0,0-1 0,0 1 1,0 0-1,-1 0 0,0-1 0,0 1 0,0-1 0,0 1 1,-1-1-1,0 0 0,0 0 0,0 0 0,0 0 0,0-1 1,-1 1-1,-5 3 0,6-4-454,-1 0 1,0-1-1,0 0 0,1 0 1,-1 0-1,-1 0 0,1 0 1,0-1-1,-8 2 0,-13-3-6126,2-10-4438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1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 12358,'7'0'8721,"-11"6"-6147,-4 7-1672,1 6-432,1 1 0,0 0 1,1 0-1,2 1 0,0-1 0,1 1 0,1 0 0,1 0 0,3 26 0,-2-36-384,0 0 1,2 1-1,-1-1 0,1 0 0,1-1 0,0 1 1,0-1-1,1 1 0,1-1 0,-1-1 0,2 1 1,-1-1-1,1 0 0,1 0 0,0-1 1,0 0-1,0-1 0,14 10 0,-20-16-98,-1 0-1,0 0 0,1-1 1,-1 1-1,0 0 1,1-1-1,-1 1 0,1-1 1,-1 0-1,0 0 1,1 1-1,-1-1 1,1 0-1,-1 0 0,1 0 1,-1 0-1,1-1 1,-1 1-1,1 0 0,-1-1 1,1 1-1,-1-1 1,3 0-1,-2-1 5,1 0-1,-1 0 1,0 0-1,1 0 1,-1 0-1,0 0 1,0 0-1,0-1 1,-1 1-1,1-1 1,2-4-1,-3 4 26,1-1 0,0 1 1,-1-1-1,1 0 0,-1 0 0,0 1 0,-1-1 0,1 0 0,-1 0 0,1 0 1,-1 0-1,0 0 0,0 0 0,-1 0 0,1 0 0,-1 0 0,0 0 1,0 1-1,-2-5 0,2 7-1,0-1-1,0 1 1,-1 0 0,1 0 0,0 0 0,-1 0 0,1 0-1,0 1 1,-1-1 0,1 0 0,-1 0 0,1 1 0,-1-1-1,1 1 1,-1 0 0,0-1 0,1 1 0,-1 0 0,0 0-1,1 0 1,-1 0 0,0 0 0,1 0 0,-1 1 0,-2 0-1,-45 15-1257,32-9-1089,13-6 891,-12 5-1812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2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13078,'0'1'325,"0"0"0,0-1 1,-1 1-1,1 0 0,0 0 0,0 0 1,0 0-1,0 0 0,0 0 0,0 0 1,1-1-1,-1 1 0,0 0 0,0 0 1,1 0-1,-1 0 0,0-1 0,1 1 1,-1 0-1,1 0 0,-1-1 0,1 1 1,-1 0-1,1-1 0,-1 1 0,1 0 1,0 0-1,2 0 39,-1 0 0,0 1 0,1-1 0,-1 0 0,1 0 0,-1-1-1,1 1 1,-1-1 0,5 1 0,7 0 310,0-1 0,24-2 0,-34 1-120,150-27 1601,-117 19-2088,-36 9-56,0 0 1,0-1-1,0 1 0,0 0 0,0 0 1,0 0-1,0 0 0,-1 0 1,1 0-1,0 0 0,0 0 0,0 0 1,0 0-1,0 0 0,0 1 1,0-1-1,-1 0 0,1 1 0,0-1 1,0 1-1,0-1 0,-1 1 1,1-1-1,0 1 0,0-1 0,0 2 1,0-1 3,-1 1 0,1-1 0,0 1-1,-1-1 1,1 1 0,-1 0 0,0-1 0,1 1 0,-1 0 0,0-1 0,0 1 0,0 0 0,-1 2 0,-1 9 35,-1 0 1,0 0 0,-6 14-1,4-11-24,-49 172 518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2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91 12710,'46'-5'14471,"-4"-8"-9398,-3-5-7322,-1-4-5244,1 0-3000,-19 11-1526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3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56 9716,'1'0'320,"0"0"0,0-1 0,0 1 0,0 0 0,-1-1-1,1 1 1,0-1 0,0 1 0,0-1 0,0 1 0,0-1-1,-1 0 1,1 1 0,0-1 0,0 0 0,-1 0 0,1 0-1,-1 1 1,1-1 0,-1 0 0,1 0 0,-1 0-1,1 0 1,-1 0 0,0 0 0,1 0 0,-1 0 0,0-1-1,0 1-186,0-1-1,0 1 1,0 0-1,0-1 1,-1 1-1,1-1 0,0 1 1,-1 0-1,1-1 1,-1 1-1,1 0 1,-1 0-1,0 0 1,0-1-1,1 1 0,-1 0 1,0 0-1,0 0 1,0 0-1,0 0 1,0 0-1,0 1 0,-1-1 1,1 0-1,0 0 1,0 1-1,0-1 1,-1 1-1,1-1 0,0 1 1,-3-1-1,-1 0-87,-1 1-1,0-1 1,0 1 0,0 0-1,1 1 1,-1-1-1,0 1 1,0 0 0,1 1-1,-1-1 1,1 1-1,-1 0 1,1 0-1,0 1 1,-1 0 0,2 0-1,-1 0 1,0 0-1,0 1 1,1 0 0,0 0-1,0 0 1,0 1-1,0-1 1,1 1-1,0 0 1,0 0 0,0 0-1,0 0 1,1 0-1,0 1 1,0-1 0,0 1-1,1-1 1,0 1-1,0 0 1,0 9-1,1-13-17,0 0-1,0 1 1,1-1-1,-1 0 1,1 0-1,-1 0 1,1 0-1,0 1 1,0-1-1,0 0 1,0-1-1,0 1 1,1 0-1,-1 0 0,1 0 1,-1-1-1,1 1 1,-1-1-1,4 3 1,43 22 48,-16-10-10,-3 3-26,-15-12 2,0 1 1,-1 1-1,-1 0 1,1 1-1,-1 0 1,-1 1-1,19 23 1,-28-31-25,-1 0 1,0 0-1,0-1 1,0 1-1,-1 0 1,1 0-1,-1 0 1,0 0-1,1 0 1,-1 0-1,-1 0 1,1 0 0,0 0-1,-1 0 1,1-1-1,-1 1 1,0 0-1,0 0 1,0 0-1,0-1 1,-3 6-1,2-5-7,0 1 0,-1-1 0,1 0 0,0 1 0,-1-1 0,0 0 0,0-1 0,0 1 0,0 0-1,0-1 1,0 0 0,-1 0 0,1 0 0,-1 0 0,-7 3 0,8-5-1,0 0-1,-1 0 1,1 0 0,-1 0-1,1-1 1,0 1-1,-1-1 1,1 0 0,0 0-1,0 0 1,0 0-1,0-1 1,0 1-1,0-1 1,0 0 0,0 0-1,0 0 1,1 0-1,-1 0 1,1-1 0,0 1-1,0-1 1,-1 0-1,-1-4 1,-4-3 45,1-1-1,1 0 1,-1 0-1,-8-25 1,13 31-43,1 1 1,0-1-1,0 0 0,0 0 0,1 0 1,0 0-1,0 0 0,0 0 1,0 0-1,1 0 0,0 1 0,0-1 1,0 0-1,0 0 0,1 1 0,0-1 1,0 1-1,3-6 0,5-6 6,1 1 0,1 0 0,21-21 0,-22 24-153,0 0 1,0-1 0,-1 0-1,10-18 1,-11 7-871,-11 15-2759,-10 10-6489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4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36 12214,'1'0'227,"-1"-1"1,0 1 0,1 0 0,-1 0 0,0 0 0,1 0-1,-1-1 1,0 1 0,0 0 0,1 0 0,-1-1 0,0 1-1,1 0 1,-1 0 0,0-1 0,0 1 0,0 0 0,1-1-1,-1 1 1,0 0 0,0-1 0,0 1 0,0-1 0,0 1-1,0 0 1,0-1 0,0 1 0,0 0 0,0-1 0,0 1 0,0 0-1,0-1 1,0 1 0,0-1 0,0 1 0,0 0 0,0-1-1,0 1 1,0 0 0,-1-1 0,1 1 0,0-1 0,-19-10 2077,-27 1-2575,41 11 297,1-1 0,0 1 0,-1 0 0,1 1 0,0-1 1,0 1-1,0 0 0,0 0 0,0 0 0,1 1 0,-1-1 0,1 1 1,-1 0-1,1 0 0,0 0 0,0 0 0,0 0 0,0 1 1,-3 5-1,3-3 98,-1-1 0,1 1 1,0 0-1,0 0 0,0 0 0,1 0 1,0 1-1,0-1 0,1 1 1,0-1-1,0 1 0,0 10 0,1-16-102,0 1 0,0 0 0,1 0 0,-1 0-1,0-1 1,1 1 0,-1 0 0,1 0 0,-1-1-1,1 1 1,0 0 0,0-1 0,0 1 0,0-1 0,0 1-1,0-1 1,0 1 0,0-1 0,1 0 0,-1 0-1,0 0 1,1 0 0,2 2 0,-1-2-2,0 0 0,0 0 1,0-1-1,0 0 0,0 1 0,0-1 1,0 0-1,0 0 0,0-1 0,0 1 1,0 0-1,0-1 0,3-1 0,8-3 54,0 0-1,0-1 0,0-1 1,17-12-1,1-4-58,-30 21 20,-1 1 0,1-1 0,0 1-1,-1-1 1,1 1 0,-1-1 0,0 0 0,1 0 0,-1 0-1,0 0 1,0 0 0,0 0 0,-1 0 0,1 0 0,1-3 0,-4 69 4083,1 40-3025,2-85-2366,1 0 0,0 0 0,10 30 0,-8-31-1378,0-3-1637,0 0-4282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5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12534,'0'25'10249,"1"2"-4985,-2 101-2417,0-117-2911,-1 32 403,2-40-695,0-1 1,0 0-1,0 1 1,0-1-1,1 0 1,-1 1-1,1-1 1,0 0-1,0 1 1,0-1-1,0 0 0,0 0 1,0 0-1,2 2 1,6-3-6151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5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13030,'0'6'1562,"0"1"-1,1 0 1,0-1 0,0 1 0,2 6-1,-1-9-1338,-1 0 0,1 1 0,0-1-1,0 0 1,1 0 0,-1 0 0,1-1 0,0 1-1,0-1 1,0 1 0,0-1 0,1 0 0,-1 0-1,1 0 1,0-1 0,0 1 0,0-1 0,0 0-1,0 0 1,7 2 0,-8-3-137,0 1-1,-1-1 1,1 0-1,0 0 1,0-1-1,-1 1 1,1 0 0,0-1-1,0 0 1,0 0-1,0 0 1,0 0-1,0 0 1,0 0-1,0-1 1,-1 1 0,1-1-1,0 0 1,0 0-1,-1 0 1,1 0-1,0-1 1,-1 1-1,1-1 1,-1 1 0,0-1-1,1 0 1,3-4-1,-1 1-72,-1 2 13,0 0 0,0-1 0,-1 1 1,1-1-1,-1 0 0,0 0 0,3-6 0,-5 8-15,-1 1 0,1-1-1,-1 1 1,0-1 0,0 1-1,0-1 1,0 0-1,0 1 1,0-1 0,0 1-1,0-1 1,-1 0 0,1 1-1,0-1 1,-1 1 0,0-1-1,1 1 1,-1 0 0,0-1-1,0 1 1,1 0 0,-1-1-1,0 1 1,0 0 0,-1 0-1,1 0 1,-2-2-1,-7-7 8,-1 0-1,0 1 0,-20-13 0,-6 6-3230,33 14 1799,-1 1 0,1 1 0,0-1 0,-1 1-1,1 0 1,-9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6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13094,'12'9'9055,"-3"6"-5033,2 22-2501,-7-24-82,3 14-518,-1-1-1,4 42 1,-9-42-5325,0-1-4773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6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15623,'5'39'10055,"-7"22"-5640,0-4-2472,2-47-1799,0 0-1,1-1 1,1 1-1,-1-1 1,7 18-1,10 3-2930,11-5-6529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7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12918,'7'2'10313,"-7"-1"-10026,5 13 3542,-3 19-3163,-2-29 297,2 101-972,-2-75-5155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7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11349,'3'-1'659,"-1"0"-1,1 0 1,-1 0 0,1 0-1,0 0 1,0 0 0,-1 1-1,1 0 1,0-1 0,0 1-1,-1 0 1,1 0 0,0 1-1,0-1 1,0 1-1,-1-1 1,1 1 0,4 1-1,-4 0-486,0 0 0,-1-1-1,1 1 1,0 0 0,-1 0-1,1 1 1,-1-1-1,0 0 1,0 1 0,0-1-1,0 1 1,0 0 0,-1 0-1,1 0 1,-1-1 0,1 2-1,-1-1 1,0 0-1,0 0 1,-1 0 0,1 0-1,-1 1 1,1-1 0,-1 5-1,-1 5-12,-1 0 1,0-1-1,0 1 0,-5 13 0,3-16 31,2 0-1,-1 0 1,1 0 0,1 0-1,0 1 1,1-1 0,0 14-1,0-23-128,0 1 0,1-1 0,-1 1-1,0-1 1,1 0 0,-1 1 0,1-1 0,-1 0-1,1 1 1,0-1 0,-1 0 0,1 0 0,0 0-1,0 0 1,0 0 0,0 0 0,0 0 0,0 0-1,0 0 1,0 0 0,1 0 0,-1-1 0,2 2-1,0-1-28,0 0-1,0-1 0,0 1 0,0-1 1,0 0-1,0 0 0,0 0 0,1 0 1,-1 0-1,5-2 0,2 0-829,-1-1 0,1-1 0,0 1 0,-1-2 0,17-9 0,-2-3-2975,0-3-6794,-5 6-2575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8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12438,'2'4'7748,"-1"3"-3770,-3 24-2122,2-27-752,-8 74 2408,4-47-2433,0 58-1,4-80-1261,1 0-1,0 1 0,0-1 0,1 0 0,0 0 1,1-1-1,0 1 0,1 0 0,-1-1 0,10 14 0,-10-16-2605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8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13686,'6'-4'1161,"-1"1"-1,1 0 1,0 1 0,1-1-1,-1 1 1,0 0 0,0 1-1,1 0 1,8-1-1,-14 2-1057,1 0 0,-1-1-1,1 2 1,0-1 0,-1 0 0,1 0-1,-1 1 1,1-1 0,-1 0-1,1 1 1,-1 0 0,1-1-1,-1 1 1,1 0 0,-1 0 0,0 0-1,1-1 1,-1 2 0,0-1-1,0 0 1,0 0 0,0 0-1,0 0 1,0 1 0,0-1-1,0 0 1,0 1 0,-1-1 0,1 1-1,-1-1 1,1 1 0,-1-1-1,1 1 1,-1-1 0,0 1-1,0 0 1,0-1 0,0 1-1,0-1 1,0 1 0,0 0 0,0-1-1,-1 3 1,0 3-25,-1 0 0,0 0 0,-1 0 1,1 0-1,-1 0 0,-1 0 0,1-1 0,-1 1 0,0-1 0,0 0 0,-1 0 1,-10 10-1,8-9-72,1 1 0,-1 0-1,2 0 1,-1 1 0,-8 17 0,14-25-2,-1 0 0,1 0-1,0 0 1,0 0 0,0 0-1,0 0 1,0 1 0,0-1-1,0 0 1,0 0 0,0 0 0,1 0-1,-1 0 1,0 0 0,1 0-1,-1 0 1,0 0 0,1-1-1,-1 1 1,1 0 0,0 0 0,-1 0-1,1 0 1,0-1 0,-1 1-1,1 0 1,0 0 0,0-1 0,0 1-1,0-1 1,0 1 0,-1-1-1,1 1 1,0-1 0,0 1-1,0-1 1,0 0 0,0 0 0,2 1-1,48 7 431,-43-7-376,9 0 6,-8 0 55,0-1 0,0 1 0,-1 1 0,1 0 0,14 5 0,-21-6-105,0 0 0,-1-1 0,1 1 0,-1 0 0,1 0 0,-1 1 0,0-1 0,0 0-1,1 0 1,-1 1 0,0-1 0,0 0 0,0 1 0,0-1 0,0 1 0,0 0 0,-1-1 0,1 1 0,-1-1-1,1 1 1,-1 0 0,1 0 0,-1-1 0,0 1 0,0 0 0,0 0 0,0-1 0,0 1 0,0 0-1,0 0 1,-1-1 0,1 1 0,-1 0 0,0 2 0,-4 13-1,-1-1 0,0 0 0,-1-1 0,0 0 0,-15 22 0,18-31-939,-1-1 1,0 1-1,0-1 0,-11 10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9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11957,'19'-12'16809,"-14"38"-11814,-3-12-5989,7 75 1003,-8-60-295,2-1-1,1 1 1,12 45-1,-16-73 63,1 0 0,-1 0 0,0 0-1,1 0 1,-1 0 0,1 0-1,-1 0 1,1-1 0,-1 1 0,1 0-1,-1 0 1,1 0 0,0-1-1,0 1 1,-1 0 0,1-1-1,0 1 1,0-1 0,0 1 0,0-1-1,1 1 1,-1-1-442,0 0 1,0 0-1,0 0 0,0 0 1,0 0-1,0 0 0,0 0 0,0-1 1,0 1-1,0 0 0,0-1 1,0 1-1,0-1 0,-1 1 1,1-1-1,0 1 0,0-1 1,0 0-1,2-2-1331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40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14311,'5'7'8571,"-4"5"-4969,-5 14-2773,2-18 292,-16 80 1609,12-65-2541,1 1 1,1-1-1,1 1 0,-1 44 1,4-66-180,0 0 0,0 0 0,1 0 0,-1 0 0,0 0 0,1 0 0,-1 0 0,1 0 0,0 0 1,-1 0-1,1 0 0,0 0 0,0-1 0,0 1 0,0 0 0,1-1 0,-1 1 0,0 0 0,1-1 0,-1 0 0,1 1 0,0-1 1,-1 0-1,1 0 0,0 0 0,0 0 0,0 0 0,0 0 0,0 0 0,0-1 0,0 1 0,0-1 0,0 1 0,0-1 0,0 0 1,0 0-1,0 0 0,0 0 0,0 0 0,0 0 0,3-1 0,4-1 18,0 0 0,0 0-1,0-1 1,0 0 0,-1-1 0,1 0 0,14-10-1,13-6-816,-17 10-468,-1-1-3433,2-5-10576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40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15191,'1'6'13241,"3"12"-11208,-2 1-1302,-1 1 0,-1 0 0,-4 34 1,1 15-1599,3-59-382,0 1-1,1-1 1,1 1-1,4 15 1,-3-18-3332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12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12806,'6'5'14034,"5"4"-9976,2 3-3406,22 17-355,38 28 510,153 129-694,-157-126-422,-46-41-2118,0 0-3374,-18-12 1284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13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13990,'-1'4'7599,"-6"16"-5185,-48 117 3109,-54 157-4614,109-293-933,-8 34-1578,7-33 1305,1-1 0,0 1 0,-1 0 0,1 0 1,0 0-1,0 0 0,0-1 0,1 1 0,-1 0 1,0 0-1,1 0 0,-1-1 0,1 1 0,-1 0 0,1-1 1,1 4-1,-1-5 7,-1 0 0,0 0 0,1 0 0,-1 1 1,1-1-1,-1 0 0,0 0 0,1 0 0,-1 0 0,1 0 0,-1 0 0,1 0 1,-1 0-1,0 0 0,1 0 0,-1 0 0,1 0 0,-1 0 0,1 0 0,-1 0 1,0-1-1,1 1 0,-1 0 0,0 0 0,1 0 0,-1-1 0,1 1 0,-1 0 1,2-3-2610,-1 2 2609,-1 1 0,0-1 0,0 1 0,0 0 1,0-1-1,0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13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12502,'9'6'11628,"-8"-5"-11100,5 17 5042,0 28-4268,-4-27-297,-1-13-1232,0-1 0,0 1 0,1-1 1,0 0-1,5 10 0,8 0-5312,-15-14 4835,1-1-1,0 1 1,0-1-1,0 0 1,0 1-1,0-1 0,0 0 1,0 0-1,0 0 1,0 0-1,0 0 1,0 0-1,0 0 0,0 0 1,0 0-1,0 0 1,0 0-1,0-1 1,1 1-1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14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10261,'7'-2'10645,"11"-5"-6785,-12 5-3786,0 0-1,1 0 1,-1 1-1,0-1 1,1 1-1,9 0 1,-11 1-40,-1 1 1,0-1 0,0 1-1,0 0 1,0 0-1,0 0 1,0 1 0,-1-1-1,1 1 1,0 0-1,-1 0 1,6 4 0,-7-5-25,-1 1 0,0 0 0,1-1 0,-1 1 0,0 0 0,0-1 0,-1 1 0,1 0 0,0 0 0,0 0 0,-1 0 0,1 0 0,-1 0 0,0 0 0,0 0 0,0 0 0,0 0 0,0 0 0,0 0 1,0 0-1,0 0 0,-1 0 0,1 0 0,-1 0 0,0 0 0,1 0 0,-3 2 0,-25 45 97,68-28 325,-38-20-296,0 0 0,0 1 0,1-1 0,-1 0 0,0 1 0,0-1 0,-1 1-1,1 0 1,0-1 0,-1 1 0,1 0 0,1 3 0,-2-3-92,-1-1 0,0 1 0,0 0 0,0 0 0,0-1 0,0 1-1,0 0 1,0 0 0,-1-1 0,1 1 0,-1 0 0,1 0 0,-1-1 0,1 1-1,-1-1 1,0 1 0,0 0 0,-2 1 0,-29 49 100,9-28-3919,22-23 2799,-1 0 1,1 0-1,-1 0 1,1 0-1,-1 0 1,1-1-1,-1 1 1,1 0-1,-1-1 1,0 1-1,1-1 1,-1 0 0,-2 1-1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20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 12710,'-1'1'525,"0"0"0,0 0 1,1 0-1,-1-1 0,1 2 1,-1-1-1,0 0 0,1 0 0,0 0 1,-1 0-1,1 0 0,0 0 1,-1 0-1,1 1 0,0-1 1,0 0-1,0 0 0,0 0 0,0 1 1,1 0-1,10 28 4198,-2-18-3783,0 1 1,14 14-1,-21-24-477,32 38 108,41 67 0,-21-29-7612,-49-72 2381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20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1 13446,'-5'-1'8317,"-3"4"-3956,-20 11-2217,23-11-1129,-11 5-566,1 1 0,0 1 1,1 0-1,0 1 1,-20 21-1,6 3-2515,6 5-3454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21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13062,'2'1'762,"-1"0"1,0-1-1,0 1 0,1 0 0,-1 0 1,0 0-1,0 0 0,0 0 1,0 0-1,0 0 0,0 0 1,1 3-1,2 17 5015,-4-12-4944,-1 0 0,-1 0-1,-3 15 1,3-17-968,0 0 0,1 0-1,-1 0 1,1 13 0,2-14-1247,1 19-1282,-3-17-2874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22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12150,'-3'33'11239,"-3"1"-8499,3-19-2636,1 1-1,-1 19 0,3-34-103,0 0 1,0 0-1,1 0 1,-1 0-1,0 0 0,1 0 1,-1 0-1,1 0 1,-1 0-1,1 0 1,-1 0-1,1-1 1,-1 1-1,1 0 1,0 0-1,-1-1 0,1 1 1,0 0-1,0-1 1,0 1-1,-1-1 1,1 1-1,0-1 1,0 1-1,0-1 0,0 0 1,0 1-1,0-1 1,0 0-1,0 0 1,0 0-1,0 0 1,0 0-1,0 0 1,0 0-1,0 0 0,0 0 1,2-1-1,46-7 4,-40 5-4,29-3-1980,-29 5 514,0 0 1,0 0-1,0-1 0,0 0 1,0-1-1,0 0 0,-1-1 1,1 1-1,14-10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22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0 13622,'-5'6'3348,"-21"20"6479,17-16-8945,1-1-1,0 2 0,0-1 0,-9 19 1,9-13-503,0 2 1,-10 31-1,16-39-1579,0-1-1,0 1 1,1-1-1,0 11 1,1-19 927,1 9-4868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24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15703,'7'11'11313,"5"3"-7437,21 29-2943,-16-13-527,2 7-645,2-1 0,2 0 0,53 62 1,-62-83-1190,-1 1 0,12 19 0,-10-11-2915,-1 0-3873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24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9 12710,'-3'-8'7327,"3"8"-7083,-1 0 1,1 0-1,0 0 0,-1-1 0,1 1 0,0 0 1,-1 0-1,1 0 0,-1 0 0,-15 6 2726,-12 17-2183,5 2-268,0 2 0,2 0-1,-25 43 1,37-54-911,0 1-1,2 0 1,-1 0 0,2 1-1,1 0 1,0 0-1,1 0 1,-2 20-1,7-26-2169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24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12726,'4'1'1134,"-1"-1"0,1 1 0,0-1 0,0 0-1,0 0 1,0 0 0,7-2 0,-7 1-738,0 0 0,1 1-1,-1 0 1,0 0 0,1 0-1,7 1 1,-11 0-316,1-1 1,-1 1-1,1 0 1,-1-1-1,0 1 0,1 0 1,-1 0-1,0 0 1,0 0-1,0 0 1,1 0-1,-1 0 0,0 0 1,-1 1-1,1-1 1,0 0-1,0 1 1,0-1-1,-1 0 0,1 1 1,-1-1-1,1 1 1,-1-1-1,1 3 1,-1-2-62,0 1 0,1-1 0,-1 0 0,0 1 0,-1-1 1,1 0-1,0 1 0,-1-1 0,1 1 0,-1-1 1,0 0-1,0 0 0,0 1 0,0-1 0,0 0 0,0 0 1,0 0-1,-1 0 0,1 0 0,-1-1 0,0 1 1,-3 3-1,-14 20-271,65-12-7,-43-12 273,-1-1 0,1 1 0,0 0 0,0 0 0,0 0 0,0 0 0,-1 1 0,1-1 0,0 1 0,-1-1 0,1 1-1,-1 0 1,3 3 0,-4-4-15,-1 0-1,1-1 0,-1 1 0,1 0 1,-1-1-1,0 1 0,0 0 1,1-1-1,-1 1 0,0 0 0,0 0 1,0-1-1,0 1 0,0 0 1,0 0-1,0 0 0,0-1 0,0 1 1,0 0-1,0 0 0,-1 0 0,0 1-70,0 0-1,0-1 1,0 1-1,0-1 0,0 1 1,0-1-1,0 1 0,-1-1 1,1 0-1,-1 1 0,1-1 1,-3 1-1,-9 3-3697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25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31 11013,'0'0'263,"1"0"0,-1-1 0,1 1 1,-1 0-1,0 0 0,1-1 0,-1 1 0,0 0 0,1-1 0,-1 1 1,0 0-1,1-1 0,-1 1 0,0 0 0,0-1 0,1 1 0,-1-1 1,0 1-1,0 0 0,0-1 0,0 1 0,1-1 0,-1 1 0,0-1 1,0 1-1,0-1 0,0 1 0,0 0 0,0-1 0,0 1 0,0-1 0,-1 0 1,-14 1 2328,-22 13-2223,37-13-363,-33 22 276,32-21-275,0-1-1,0 1 0,0 0 1,0 0-1,0-1 1,0 1-1,0 0 1,0 0-1,1 0 0,-1 0 1,0 0-1,1 0 1,-1 0-1,1 0 0,-1 0 1,1 0-1,-1 0 1,1 0-1,0 0 0,-1 0 1,1 0-1,0 1 1,0-1-1,0 0 1,0 0-1,0 0 0,0 0 1,0 1-1,1 1 1,3-1 79,0 1 1,0-1-1,0 0 1,0 0 0,0-1-1,1 1 1,-1-1 0,1 0-1,-1 0 1,9 0 0,-10 0-27,24 5 271,0 1-1,0 2 1,41 19-1,-33-13-30,-33-15-281,0 1 0,-1-1 0,1 1 0,0 0 0,0 0 0,-1 0 0,1 0 0,0 0 0,-1 0-1,1 1 1,-1-1 0,0 1 0,1-1 0,-1 1 0,0-1 0,0 1 0,0-1 0,1 3 0,-2-3-14,0 0 0,0 1 0,0-1 0,-1 0 1,1 0-1,0 0 0,-1 0 0,1 0 0,-1 0 1,1 0-1,-1 0 0,1 0 0,-1 0 0,0 0 1,0 0-1,1 0 0,-1 0 0,0-1 0,0 1 1,0 0-1,0 0 0,0-1 0,0 1 0,0-1 1,0 1-1,0-1 0,0 1 0,0-1 0,0 0 1,0 0-1,-2 1 0,-3 1-6,-1 1 0,1-2-1,-1 1 1,1-1 0,-1 1 0,1-2 0,-1 1 0,-9-1-1,15 0 0,-1 0-1,1-1 1,0 1-1,-1 0 1,1-1-1,0 1 1,0-1-1,0 1 1,-1-1-1,1 1 1,0-1 0,0 0-1,0 0 1,0 1-1,0-1 1,0 0-1,0 0 1,0 0-1,0-1 1,0 0-2,0 0 1,1 0 0,-1 0 0,1 0 0,0 0-1,-1 0 1,1 0 0,0 0 0,0 0 0,0 0-1,0 0 1,1 0 0,-1 0 0,0 1 0,1-1 0,1-3-1,23-59 99,-18 50-849,0-1 0,-2 0 1,0 0-1,5-22 1,-10 24-3753,-2 4-1783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38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12566,'2'11'9424,"3"4"-3695,4 5-2569,8 13-3042,10 22 131,-1 25-156,12 28-2077,-31-93 87,1 1 0,14 20 0,-21-35 1551,7 12-2543,-6-9-700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39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 29 10597,'15'-23'9093,"-16"17"-5437,-14 12-2052,-7 9-1061,0 1 0,1 1 1,1 1-1,-23 27 0,-64 87-2451,82-96-2424,11-10-7508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40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17 11621,'-2'-2'835,"1"1"0,-2-1 0,1 1 0,0-1 0,0 1 0,0 0 0,0 0 0,-1 0 0,1 0 0,-5 0-1,-30-1 939,32 2-1814,0 1 1,0 0-1,0-1 1,1 2 0,-1-1-1,0 1 1,1-1 0,-1 1-1,1 1 1,0-1-1,0 0 1,-6 5 0,9-6 47,1 0 0,-1-1 1,1 1-1,-1-1 0,1 1 0,0 0 0,-1-1 1,1 1-1,0 0 0,-1 0 0,1-1 1,0 1-1,0 0 0,-1 0 0,1-1 1,0 1-1,0 0 0,0 0 0,0-1 1,0 1-1,0 0 0,0 0 0,1 0 1,-1-1-1,0 1 0,1 1 0,15 19 47,29 11-37,-43-31-8,0 0 0,0 0 1,0 0-1,-1 1 1,1-1-1,-1 1 1,1 0-1,-1-1 1,1 1-1,-1 0 1,0 0-1,0 0 1,0 0-1,0 0 1,0 0-1,0 0 1,0 0 0,-1 0-1,1 0 1,-1 1-1,0-1 1,0 0-1,1 0 1,-1 1-1,-1-1 1,1 0-1,0 0 1,-1 0-1,1 1 1,-1-1-1,1 0 1,-1 0-1,0 0 1,0 0-1,0 0 1,0 0 0,0 0-1,-1 0 1,1 0-1,0-1 1,-1 1-1,0-1 1,1 1-1,-1-1 1,0 1-1,0-1 1,1 0-1,-1 0 1,-4 2-1,0-2 1,1 0 0,-1-1 0,1 0 0,-1 0 0,1 0 0,-1-1 0,1 0 0,0 0 0,-1 0 0,1-1 0,0 1 0,0-1 0,0-1 0,0 1 0,-6-5 1,10 7-8,1-1 1,0 0 0,-1 1 0,1-1-1,0 0 1,0 1 0,0-1 0,0 0-1,0 0 1,0 1 0,0-1 0,0 0-1,0 0 1,0 1 0,0-1 0,0 0-1,0 0 1,1 1 0,-1-1 0,0 0-1,0 1 1,1-1 0,-1 0 0,1 1 0,-1-1-1,0 0 1,1 1 0,-1-1 0,1 1-1,-1-1 1,1 1 0,0-1 0,-1 1-1,1 0 1,0-1 0,-1 1 0,2-1-1,25-20 190,-26 21-190,40-32 260,-11 8 1717,-9 10-3794,-3 4-3395,2 4-4655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40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 12726,'6'24'10025,"-10"-3"-6374,2-17-3738,0 0 0,-1-1-1,0 1 1,0-1 0,0 1-1,0-1 1,0 0 0,-1 0-1,-3 2 1,-4-3-5724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40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 11717,'5'6'10572,"-6"-5"-10314,-3 15 3204,-11 15-1928,15-31-1374,-14 23 823,-12 21-100,24-41-1091,1-1 0,0 0 0,0 1 0,0-1 0,1 1-1,-1 0 1,0-1 0,1 1 0,0-1 0,0 1-1,0 0 1,0-1 0,0 1 0,1 4 0,2-2-2545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41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0 11381,'39'1'10205,"-26"0"-9253,1 0 0,-1 1 0,1 1 0,24 8-1,-38-11-905,0 0 0,1 0 0,-1 0 0,0 0 0,1 0 0,-1 0 0,0 1-1,1-1 1,-1 0 0,0 0 0,1 0 0,-1 1 0,0-1 0,0 0-1,1 0 1,-1 1 0,0-1 0,0 0 0,1 1 0,-1-1 0,0 0 0,0 1-1,0-1 1,0 0 0,0 1 0,0-1 0,1 0 0,-1 1 0,0-1 0,0 0-1,0 1 1,0-1 0,0 1 0,-9 11 526,-21 9-548,28-19 16,-88 52-373,90-54 330,0 0 1,-1 0-1,1 0 1,0 0 0,-1 1-1,1-1 1,0 0 0,0 0-1,-1 1 1,1-1-1,0 0 1,0 0 0,-1 1-1,1-1 1,0 0 0,0 0-1,0 1 1,0-1-1,0 0 1,-1 1 0,1-1-1,0 0 1,0 1-1,0-1 1,0 0 0,0 1-1,0-1 1,0 0 0,0 1-1,0-1 1,0 0-1,0 1 1,0-1 0,0 0-1,1 1 1,-1 0 0,13 7-8,24 0 81,-34-8-63,0 1 36,-1-1 1,1 1-1,-1 0 0,1 0 1,-1-1-1,0 2 1,1-1-1,-1 0 0,0 0 1,0 1-1,0-1 0,0 1 1,0 0-1,0 0 1,0 0-1,-1 0 0,1 0 1,-1 0-1,1 0 0,-1 0 1,0 0-1,0 1 1,0-1-1,0 0 0,0 1 1,-1-1-1,1 1 0,-1-1 1,1 1-1,-1-1 0,0 1 1,0 0-1,0-1 1,0 1-1,-1-1 0,1 1 1,-1-1-1,1 1 0,-1-1 1,0 1-1,0-1 1,0 0-1,0 1 0,-1-1 1,1 0-1,0 0 0,-1 0 1,-3 3-1,2-2 23,-1 1-1,0-1 0,0-1 1,0 1-1,-1-1 0,1 0 0,-1 0 1,1 0-1,-1 0 0,0-1 1,1 0-1,-1 0 0,-8 1 1,-29-1-2193,7-10-6580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42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13686,'2'5'7129,"1"4"-4531,4 12-1245,102 127 3273,-99-132-4548,1-1 1,16 18-1,-21-27-866,1 0 0,-1 0 0,1-1-1,8 6 1,-8-9-1895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42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7 13702,'-5'-5'5187,"5"5"-4754,-1 0-1,1-1 0,-1 1 0,1 0 1,-1 0-1,1 0 0,-1 0 0,1 0 1,-1 0-1,-1 0 0,-16 2 2602,-16 11-2036,33-13-816,-22 11 263,0 1 0,-35 25 1,49-30-837,0 1 1,0 0 0,0 0-1,-11 15 1,20-22 194,-1 0 0,0 1 0,0-1 0,1 0 0,-1 0 0,0 1 0,1-1 0,-1 0 0,1 1 0,0-1 0,-1 1 0,1-1 0,0 2 0,4 5-4071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43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12 12998,'0'0'261,"0"0"-1,0-1 1,0 1 0,0-1-1,0 1 1,0-1 0,0 1-1,0 0 1,0-1 0,0 1-1,-1-1 1,1 1 0,0 0-1,0-1 1,0 1 0,0-1 0,-1 1-1,1 0 1,0-1 0,0 1-1,-1 0 1,1-1 0,0 1-1,-1 0 1,1 0 0,0-1-1,-1 1 1,1 0 0,0 0-1,-1 0 1,1-1 0,-1 1-1,1 0 1,0 0 0,-1 0-1,1 0 1,-1 0 0,-20 6 2266,-15 18-2093,32-21-302,1 1 1,-1 0-1,1 0 0,0 0 0,0 0 0,0 0 0,1 1 1,-4 7-1,5-11-111,1-1 1,0 1 0,0 0-1,-1-1 1,1 1 0,0 0-1,0-1 1,0 1 0,0 0-1,0 0 1,0-1 0,0 1-1,0 0 1,0-1 0,0 1-1,0 0 1,0-1 0,1 1-1,-1 0 1,0-1 0,1 1-1,-1 0 1,0-1 0,1 1-1,0 0 1,0 0-13,0 0 1,1-1-1,-1 1 1,1-1-1,-1 0 1,1 1-1,-1-1 1,1 0-1,-1 0 1,1 0-1,-1 0 1,1 0-1,-1 0 1,1 0-1,-1 0 1,1-1-1,2 0 1,37-15 26,-36 13-24,1 0 0,0 0-1,0 1 1,0 0 0,1 0 0,-1 1 0,11-2-1,-16 3 56,0 0-1,0 1 1,1-1-1,-1 0 0,0 1 1,0-1-1,0 1 0,1-1 1,-1 1-1,0 0 1,0-1-1,0 1 0,0 0 1,0 0-1,0 0 0,0 0 1,0 0-1,-1 0 1,1 0-1,0 0 0,-1 0 1,1 0-1,0 0 0,-1 1 1,1-1-1,-1 0 1,0 0-1,1 0 0,-1 1 1,0-1-1,0 2 1,3 55 1393,-2-28-1347,-1-21 219,2 1-4999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43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 12118,'1'1'664,"-1"0"0,1 0 0,0 0 0,0 0 0,-1 0 0,1 0 0,-1 0 0,1 0 0,-1 1 1,0-1-1,1 0 0,-1 0 0,0 0 0,0 1 0,0-1 0,0 2 0,-6 25 3179,-17 21-2248,19-44-2341,-10 17-80,7-17-4144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44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14279,'0'2'7452,"-1"4"-3315,-3 22-2258,2-18-661,-2 9-375,-2 21-104,6-39-891,-1 1-1,1-1 1,0 1 0,1 0-1,-1-1 1,0 1 0,0 0-1,1-1 1,-1 1 0,1-1-1,-1 1 1,1-1 0,0 1-1,-1-1 1,1 1 0,0-1 0,0 0-1,0 1 1,1 0 0,0-1-227,-1 0 0,1-1 0,-1 1 0,0-1 0,1 0 0,-1 1 0,1-1 1,-1 0-1,1 0 0,-1 0 0,1 0 0,2 0 0,3-2-3695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1:44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14182,'11'-3'4731,"36"-7"1592,-44 9-6161,-1 1 0,1-1-1,-1 1 1,1 0-1,0 0 1,-1 1 0,1-1-1,0 0 1,-1 1 0,1 0-1,-1-1 1,1 1-1,-1 0 1,4 2 0,-5-2-110,-1-1 0,1 1 0,-1 0 0,1 0 0,-1-1 0,0 1 1,1 0-1,-1 0 0,0 0 0,0-1 0,0 1 0,1 0 0,-1 0 1,0 0-1,0 0 0,0-1 0,0 1 0,0 0 0,-1 0 0,1 0 0,0 0 1,0-1-1,0 1 0,-1 0 0,1 0 0,-1 0 0,1-1 0,-1 2 1,-17 27 251,12-19-250,1-2-172,1 1 1,0-1 0,0 1-1,-3 12 1,10-18 82,0 1 0,0-1 0,1 0-1,-1 0 1,1 0 0,-1 0 0,1-1 0,0 0 0,5 3 0,-3-2 18,-4-2 83,-1 0 0,1 0 0,0 0 0,0 0 0,-1 0 0,1 1 0,-1-1 0,1 0 0,-1 1 0,1 0 0,-1-1 0,0 1 0,0 0 0,0-1 0,0 1 0,0 0 1,0 0-1,0 0 0,0 0 0,-1 0 0,1 0 0,-1 0 0,1 4 0,-2-3-11,0 0 0,0 0 0,0-1 0,0 1 0,-1 0 0,1 0 0,-1-1 0,1 1 0,-1-1 0,0 0 0,0 1 0,0-1 0,-1 0 0,1 0 0,-5 3 0,4-3-459,1 0 0,-1 0 1,0 0-1,0-1 0,0 1 1,0-1-1,0 0 0,-5 2 1,-3-2-4536,-1-5-4241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26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1303 12134,'-4'-7'7387,"9"-4"-4946,12-14-2203,-14 21 509,32-37 263,2 2 0,2 1 1,59-46-1,-33 31-577,147-124 282,8 10 1,416-239 0,-347 272-448,8 24-1171,-280 103-568,-22 7-2473,-28 11-8598,16-2 1566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26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4 12374,'0'-1'288,"0"1"0,-1 0 0,1-1 0,-1 1 0,1 0 0,0 0 0,-1 0 0,1-1 0,-1 1 0,1 0 0,0 0 0,-1 0 0,1 0 0,-1 0 0,1 0 0,-1 0 0,1 0 0,-1 0 0,1 0 0,0 0 0,-1 0 0,1 0 0,-1 0 0,1 0 0,-1 0 0,1 0-1,0 1 1,-2-1 0,-12 13 2198,-11 22-2515,22-32 714,-16 29-209,1 0 1,1 1-1,2 1 1,1 0-1,1 1 1,3 0-1,0 1 1,3 0-1,-4 39 1,10-70-390,1-1 0,0 1 1,0-1-1,0 1 0,1 0 1,-1-1-1,1 1 0,0-1 1,1 0-1,-1 1 0,1-1 1,0 0-1,0 0 0,0 0 1,4 7-1,-3-9 3,-1 0 0,1 0 0,0 0 0,-1 0 0,1 0-1,0 0 1,0-1 0,0 0 0,0 1 0,0-1 0,0 0 0,1 0 0,-1-1 0,0 1-1,0-1 1,1 1 0,-1-1 0,0 0 0,1 0 0,-1-1 0,7-1 0,197-26 297,-137 19-3427,-1 0-3897,-61 8 5820,19-3-7148,0-2-4770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29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12998,'0'2'5977,"0"16"-182,0 36-4916,-13 75 1500,6-73-1903,3 0 0,3 86 0,2-135-921,0 0-1,0 0 1,1 0-1,3 10 1,8 3-4056,-12-19 3802,0 0 0,-1-1 0,1 1 0,0 0 0,1-1 0,-1 1 0,0 0 0,0-1 0,0 0 0,0 1 0,0-1 0,0 0 0,1 1 0,-1-1 0,0 0 0,1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50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1236 13462,'-1'1'410,"1"0"0,-1 0 0,1 0 0,-1 0 0,1 0 0,-1 0 0,1-1 0,-1 1 0,0 0 0,0 0 0,1-1 0,-1 1 0,0 0 0,0-1 0,0 1 0,-1 0 0,2-1-299,-1 0 0,1-1 0,0 1 0,0 0 0,-1-1 0,1 1-1,0 0 1,-1 0 0,1-1 0,0 1 0,0 0 0,0-1 0,0 1-1,-1-1 1,1 1 0,0 0 0,0-1 0,0 1 0,0 0 0,0-1-1,0 1 1,0-1 0,0 1 0,0 0 0,0-1 0,0 1 0,0-1-1,5-38 1403,28-55-128,81-162 0,70-77-1187,-125 229-77,155-268-820,-210 365 555,-2 6 25,-1-1 0,1 0 0,-1 0 0,0 0 0,0-1 0,0 1 0,0 0-1,0 0 1,0 0 0,-1-1 0,1 1 0,-1-1 0,1-3 0,-2 6-11,1-1 0,-1 1 0,0 0 0,1 0-1,-1 0 1,1 0 0,-1 0 0,1 0 0,-1 1 0,1-1 0,-1 0 0,1 0 0,-1 0 0,1 0 0,-1 1 0,1-1 0,-1 0 0,1 1 0,-1-1 0,1 0 0,-1 1 0,1-1-1,-1 0 1,1 1 0,0-1 0,-1 1 0,-14 12-4092,0 3-2574,0 5-4302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50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12646,'0'4'10400,"-3"19"-8320,-2 34-292,-4 98 629,9-140-2214,1-1 1,1 1-1,0-1 0,1 1 1,0-1-1,1 0 0,1-1 1,8 18-1,-11-27-139,-1-1-1,2 1 1,-1 0 0,0-1-1,1 0 1,0 0 0,-1 0-1,1 0 1,0 0 0,1 0-1,-1-1 1,0 1 0,1-1-1,0 0 1,-1 0 0,1-1-1,0 1 1,5 1 0,-2-2-35,-1 0-1,0-1 1,1 0 0,-1 0 0,1 0-1,-1-1 1,0 1 0,1-2 0,-1 1 0,11-4-1,9-6-615,-1-1-1,0-2 0,-1 0 0,28-22 1,-49 34 412,19-14-809,56-39-5142,-27 17-3708,-14 9-2796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54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30 11109,'1'-1'388,"-1"1"0,1-1 0,-1 0 0,1 1 1,-1-1-1,1 0 0,-1 1 0,1-1 0,-1 0 0,0 0 0,1 0 0,-1 1 0,0-1 0,0 0 1,0 0-1,0 0 0,0 0 0,0 1 0,0-1 0,0 0 0,0 0 0,0 0 0,0 0 0,0 0 0,0 1 1,-1-1-1,1 0 0,0 0 0,-1-1 0,0 2-303,1-1 0,-1 1 0,1 0 0,-1-1 1,1 1-1,-1 0 0,1-1 0,-1 1 0,0 0 0,1-1 0,-1 1 0,1 0 0,-1 0 1,0 0-1,1 0 0,-1 0 0,0 0 0,1 0 0,-1 0 0,0 0 0,1 0 0,-1 0 1,1 0-1,-1 0 0,0 0 0,1 0 0,-1 1 0,0-1 0,1 0 0,-1 1 0,1-1 1,-1 0-1,1 1 0,-1-1 0,1 0 0,-1 1 0,1-1 0,-1 1 0,1-1 1,0 1-1,-1 0 0,-4 5 99,0 0 1,1 1 0,-1-1 0,1 1-1,1-1 1,0 1 0,0 0-1,0 0 1,1 1 0,0-1-1,0 0 1,0 1 0,1 0-1,0 14 1,1-13-66,0 0 0,1 0 1,0 0-1,0 1 0,1-1 0,0 0 0,0 0 0,1-1 0,0 1 1,1-1-1,0 1 0,5 7 0,-8-14-165,1-1-1,-1 1 1,0-1-1,0 0 1,0 1-1,1-1 1,-1 0-1,1 0 1,-1 0-1,1 0 1,-1 0-1,1 0 1,0 0-1,-1 0 1,1-1-1,0 1 1,0-1-1,0 1 1,-1-1-1,4 0 1,-1 0-147,-1 0 0,1-1 1,-1 1-1,0-1 0,1 0 1,-1 0-1,0 0 0,0-1 1,0 1-1,5-4 0,30-25-5450,-12-1-5907,-19 19 1193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54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49 10261,'-9'6'8611,"9"-5"-8236,0-1-1,0 1 1,0-1-1,0 1 1,-1 0-1,-1 21 2699,10 19-1605,-8-39-1391,1-1 0,0 1-1,0 0 1,-1-1 0,1 1 0,0-1 0,0 1 0,1-1 0,-1 0 0,0 0-1,0 1 1,1-1 0,-1 0 0,1 0 0,-1 0 0,1 0 0,-1 0 0,1-1-1,0 1 1,-1 0 0,1-1 0,0 1 0,1-1 0,1 0-9,-1 0 1,0 0-1,0 0 0,0-1 1,1 0-1,-1 1 1,0-1-1,0 0 0,0 0 1,0-1-1,0 1 1,2-3-1,5-2 127,-1 0 0,0-1-1,0-1 1,-1 0 0,0 0 0,9-11 0,-16 17-149,0 1 0,1 0 0,-1-1 0,0 1 1,0-1-1,0 0 0,0 1 0,-1-1 0,1 0 1,0 0-1,-1 1 0,1-1 0,-1 0 0,0 0 0,1 0 1,-1 0-1,0 0 0,0 1 0,0-1 0,-1-3 1,0 3-55,0 0 0,0 0 1,-1 1-1,1-1 0,-1 0 1,1 1-1,-1-1 0,1 1 1,-1 0-1,0-1 1,0 1-1,0 0 0,0 0 1,0 0-1,0 0 0,0 0 1,-4 0-1,-1-1-381,1 0 1,-1 1-1,0 0 0,0 0 1,-11 1-1,-18-4-6406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55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15 12134,'4'-3'999,"12"-9"4639,-14 16-3490,-6 9-1449,-9 15 581,11-24-994,-1 1 1,1 1-1,-1-1 0,2 0 0,-1 0 0,-1 8 1,3-10-219,0-1 1,0 0-1,0 1 1,0-1-1,0 0 1,1 1 0,-1-1-1,1 0 1,0 0-1,0 1 1,0-1 0,0 0-1,0 0 1,0 0-1,0 0 1,1 0 0,-1 0-1,1-1 1,3 4-1,3 1 129,0 0-1,1 0 0,0-1 0,0 0 1,1 0-1,-1-1 0,1 0 0,15 3 0,-9-2 318,-1 0 1,23 12-1,-31-13-314,-1 0 0,1 0 0,-1 1 0,0 0 0,-1 0 0,1 0 0,5 8 1,-10-12-163,0 1 0,0-1 1,0 1-1,0-1 0,0 1 1,0 0-1,0-1 0,-1 1 1,1 0-1,-1 0 0,1 0 1,-1-1-1,0 1 0,0 0 1,0 0-1,0 0 0,0 0 1,0 0-1,0-1 0,0 1 1,-1 0-1,1 0 0,-1 0 1,1-1-1,-1 1 0,0 0 1,0-1-1,0 1 0,0 0 1,0-1-1,0 1 0,0-1 1,0 0-1,-2 2 0,-28 23-491,30-25 212,-1 0 0,1 0 0,-1 0 0,1 0 0,-1 0-1,1-1 1,-1 1 0,1 0 0,-1-1 0,0 1 0,1-1-1,-1 0 1,0 1 0,0-1 0,1 0 0,-1 0 0,0 0 0,0 0-1,1 0 1,-3-1 0,3 0 10,0 1 0,1-1 0,-1 1 0,1-1 0,-1 0 0,1 1 0,-1-1 1,1 0-1,0 1 0,-1-1 0,1 0 0,0 0 0,0 1 0,-1-1 0,1 0 0,0 0 0,0 1 0,0-1 0,0 0 0,0 0 0,0 1 1,0-1-1,0 0 0,0 0 0,1-1 0,4-23-6657,-3 19 3154,3-12-6647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55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13926,'1'1'375,"-1"-1"-1,1 0 0,0 1 1,-1-1-1,1 1 0,0-1 0,-1 0 1,1 1-1,-1-1 0,1 1 1,-1 0-1,1-1 0,-1 1 1,1-1-1,-1 1 0,0 0 0,1-1 1,-1 1-1,0 0 0,0 0 1,1-1-1,-1 1 0,0 0 1,0 0-1,0 0 0,5 28 1590,-4-19-630,8 39 1466,18 55-1,-23-90-3095,2 0 0,-1 0 0,1-1 0,1 1 0,1-2 0,0 1 0,0-1 0,16 17 0,-7-15-1654,-6-7-1795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55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3 158 16616,'-2'-5'9076,"4"2"-6291,3-1-1184,3-1-497,4-3-303,0-1-321,3-1-480,0-4-544,2 1-593,0-2-528,-1-2-512,-1 1-2513,9-2-3153,-2-3-6564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56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9 13974,'7'-7'10633,"-8"6"-10380,1 1-111,0 0 0,-1 0 0,1 0 0,-1 0 0,1 0 0,0 0 0,-1 0 0,1 0 0,-1 0 0,1 0 0,-1 0 0,1 0 0,0 0 0,-1 0 0,1 0 0,-1 0 0,1 0 0,0 1 0,-1-1 0,1 0 0,0 0 0,-1 1 0,1-1 0,0 0 0,-1 0 0,1 1 0,0-1-1,-1 0 1,1 1 0,0 0 0,-10 9 256,2 0 0,-1 2 0,1-1-1,1 1 1,0 0 0,1 0-1,0 1 1,-6 20 0,9-25-403,1 0 1,0 0-1,0 0 0,1 1 1,0-1-1,0 1 1,1-1-1,0 1 0,1-1 1,-1 1-1,2-1 0,-1 0 1,1 1-1,0-1 1,5 9-1,-7-15 6,2 0 0,-1 0 1,0 0-1,0-1 0,1 1 0,-1 0 1,1 0-1,-1-1 0,1 1 0,0-1 0,-1 0 1,1 1-1,0-1 0,0 0 0,0 0 1,0 0-1,0 0 0,0 0 0,1-1 0,-1 1 1,0-1-1,0 1 0,1-1 0,-1 0 1,0 0-1,0 0 0,1 0 0,-1 0 0,0 0 1,0-1-1,0 1 0,1-1 0,-1 1 1,0-1-1,0 0 0,2-1 0,10-5-79,0 0 0,-1-1-1,0 0 1,16-13 0,-11 7-438,26-19-2905,-17 8-5142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58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10533,'1'-4'11259,"3"-3"-8253,3 2-2783,1 1 1,-1 0-1,0 1 0,1-1 1,0 1-1,0 1 0,0 0 1,0 0-1,0 0 0,0 1 1,0 0-1,1 1 0,12 0 1,-20 1-206,1-1-1,-1 1 1,-1 0 0,1 0 0,0 0 0,0 0 0,0 0 0,0 0-1,-1 0 1,1 0 0,0 0 0,-1 0 0,1 1 0,-1-1-1,1 0 1,-1 0 0,0 1 0,1-1 0,-1 0 0,0 0 0,0 1-1,0-1 1,0 0 0,0 1 0,0-1 0,-1 0 0,1 0 0,0 1-1,0-1 1,-1 0 0,1 0 0,-2 2 0,0 5-3,0-1 0,-1 0 0,0 0 0,-5 9 0,0-4 1,-12 16-18,19-27 4,0 0-1,1 0 1,-1 0 0,0 0 0,1 0-1,-1 0 1,1 0 0,0 0 0,-1 0-1,1 0 1,0 1 0,0-1 0,0 0-1,-1 0 1,1 0 0,0 0 0,0 0 0,1 1-1,-1-1 1,0 1 0,1-1 0,0 0 1,0 0-1,0 0 0,1 0 1,-1 0-1,0-1 1,0 1-1,0 0 0,1-1 1,-1 1-1,0-1 1,1 1-1,-1-1 0,1 0 1,-1 0-1,0 0 1,1 1-1,2-2 1,31-1 28,-17 0 20,-17 2-43,0 0 0,0 0 0,1 0 0,-1 1 0,0-1 0,0 0 0,0 0 0,0 1 1,1-1-1,-1 1 0,0-1 0,0 1 0,0-1 0,0 1 0,0 0 0,0-1 0,0 1 0,0 0 0,-1 0 0,1 0 0,0 0 1,0 0-1,-1 0 0,1 0 0,0 0 0,-1 0 0,1 0 0,-1 0 0,1 0 0,-1 0 0,0 0 0,1 1 0,-1-1 0,0 0 1,0 0-1,0 0 0,0 1 0,0-1 0,0 0 0,0 0 0,0 0 0,-1 1 0,1-1 0,0 0 0,-1 0 0,1 0 0,-2 2 0,2-2-189,-1 0-1,0 0 0,1-1 1,-1 1-1,0 0 0,0 0 1,0-1-1,1 1 0,-1 0 1,0-1-1,0 1 0,0-1 1,0 1-1,0-1 0,0 0 1,0 1-1,0-1 0,0 0 0,0 0 1,0 0-1,0 0 0,-2 0 1,-4-2-2582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58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59 12326,'0'-6'10750,"-13"14"-8422,12-7-2279,0 0 0,0 0 0,0-1 0,1 1 0,-1 0 1,0 0-1,0 0 0,1 0 0,-1 0 0,1 0 0,-1 0 1,1 0-1,-1 0 0,1 0 0,0 0 0,0 0 0,-1 0 1,1 1-1,0-1 0,0 0 0,0 0 0,0 0 0,0 0 1,0 0-1,1 1 0,-1-1 0,0 0 0,0 0 0,1 0 1,-1 0-1,1 0 0,-1 0 0,1 0 0,-1 0 0,1 0 1,0 0-1,0 0 0,-1-1 0,1 1 0,0 0 0,0 0 1,0-1-1,0 1 0,1 1 0,7 2 33,-1-1 1,0 1-1,1-2 0,0 1 0,9 1 1,17 6 313,-28-6-340,0 0 0,0 0 0,-1 0 0,0 1 0,0 0-1,0 1 1,0-1 0,-1 1 0,8 11 0,-12-16-45,0 1-1,0 0 1,0-1 0,0 1 0,0 0-1,0 0 1,-1 0 0,1-1 0,-1 1 0,1 0-1,-1 0 1,0 0 0,0 0 0,0 0-1,0 0 1,0 0 0,0 0 0,-1 0 0,1 0-1,0 0 1,-1 0 0,0 0 0,1-1-1,-1 1 1,0 0 0,0 0 0,0-1 0,0 1-1,0 0 1,-1-1 0,1 1 0,0-1-1,-1 0 1,1 1 0,-1-1 0,1 0 0,-1 0-1,0 0 1,1 0 0,-1 0 0,0 0-1,-3 0 1,-4 3-4,0 0 0,-1-1 0,1 0 0,-1 0 0,-10 0 0,17-2-5,-1 0 0,1-1-1,-1 0 1,0 0 0,1 0 0,-1 0 0,0 0-1,1-1 1,-1 1 0,1-1 0,-1 0-1,1 0 1,-1-1 0,1 1 0,0-1-1,-6-3 1,7 3 2,1 0 0,0 0 0,0 0 0,0 0 0,0 0 0,0-1 0,0 1 0,1 0 0,-1-1 0,1 1 0,-1 0 0,1-1 0,0 1 0,0 0 0,0-1 0,0 1 0,1-1 0,-1 1 0,1 0 0,-1-1-1,1 1 1,0 0 0,0-1 0,2-3 0,2-6 38,1-1 0,15-22-1,6 2-189,-17 21 409,0 0 1,14-22-1,-22 31-638,-1 1 0,1-1-1,-1 0 1,0 0 0,0 1 0,0-1 0,0 0-1,-1 0 1,1 0 0,-1-1 0,1 1 0,-1 0-1,0 0 1,0 0 0,-1 0 0,1 0 0,-1 0 0,-1-6-1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00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43 232 12486,'-25'38'8178,"22"-32"-7515,0 1 1,0-1 0,1 0 0,-3 11 0,5-12-530,-1-1 1,1 0-1,-1 1 1,1-1-1,0 0 1,1 1-1,-1-1 1,1 0-1,0 1 0,0-1 1,0 0-1,1 0 1,-1 0-1,1 0 1,0 0-1,0 0 1,1 0-1,4 6 0,-5-8-63,-1 0-1,1-1 0,0 1 0,-1-1 0,1 0 0,0 1 0,0-1 0,0 0 0,0 0 0,0 0 0,0 0 0,0 0 0,1-1 0,-1 1 0,0-1 0,0 1 0,0-1 0,1 0 0,3 0 0,-1 0-8,-1-1 1,0 0 0,0 1 0,0-2 0,0 1 0,0 0-1,0-1 1,0 0 0,0 0 0,5-4 0,-6 5-52,0-1 1,0 0-1,0 0 0,0-1 1,-1 1-1,1 0 1,-1-1-1,1 0 1,-1 1-1,0-1 1,0 0-1,-1 0 1,1 0-1,0-1 0,-1 1 1,0 0-1,0-1 1,0 1-1,0 0 1,0-1-1,-1 1 1,1-1-1,-1 1 0,0-1 1,0 1-1,-1-1 1,0-5-1,0 7-43,1 0-1,-1 1 1,0-1-1,0 1 1,0 0 0,0-1-1,0 1 1,-1 0-1,1-1 1,0 1-1,-1 0 1,1 0 0,0 0-1,-1 0 1,1 0-1,-1 1 1,0-1-1,1 0 1,-1 1-1,0-1 1,1 1 0,-1-1-1,0 1 1,1 0-1,-1 0 1,0 0-1,0 0 1,1 0-1,-1 0 1,0 0 0,0 1-1,1-1 1,-1 1-1,0-1 1,-1 2-1,-1-1-53,1 0 0,0 0 0,0 1-1,0-1 1,0 1 0,0 0-1,0 0 1,0 0 0,1 0-1,-1 0 1,1 1 0,0-1 0,-1 1-1,1-1 1,0 1 0,0 0-1,-2 5 1,4-8 84,0 0-1,0 0 0,0 1 1,0-1-1,0 0 1,0 1-1,0-1 1,0 0-1,0 0 1,0 1-1,0-1 1,0 0-1,0 0 1,0 1-1,0-1 1,0 0-1,0 0 1,0 1-1,0-1 1,0 0-1,1 0 1,-1 1-1,0-1 1,0 0-1,0 0 1,0 0-1,1 1 1,-1-1-1,0 0 1,0 0-1,0 0 1,1 0-1,-1 1 1,0-1-1,0 0 1,1 0-1,-1 0 1,0 0-1,15 2 58,13-7 263,-19 2-158,0 0-1,0-1 1,0 0 0,-1-1-1,1 0 1,-1 0 0,0-1 0,12-12-1,3-5-43,25-33 0,-25 28-86,-14 14-41,0 0 0,-1-1 0,0 1-1,-2-2 1,0 1 0,0-1 0,3-18 0,3-4 10,-7 199 2332,-2-95-1749,15 90 1,-13-131-537,0-1 0,2 1 1,1-1-1,1-1 0,1 1 1,23 39-1,-24-48-232,-7-13-214,-7-13-169,-9-18-372,6 13 642,0-1-1,1 0 1,-8-29-1,14 41 302,0 0 0,0 0 0,1 0-1,0 0 1,0 0 0,0-1-1,0 1 1,1 0 0,0 0-1,0 0 1,0 0 0,0 0 0,1 0-1,0 1 1,0-1 0,0 0-1,6-7 1,-3 6-38,0 1 0,0 0 1,1 0-1,-1 0 0,1 1 0,0 0 0,8-4 1,-8 5-606,0-1 1,0 1 0,-1-1 0,0 0 0,0-1 0,0 1-1,0-1 1,8-10 0,4-16-10618,-6 12-105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07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11733,'9'-5'11300,"-4"15"-10120,-3-4-491,8 27 923,7 44 0,3 93-1064,-20-169-567,2 14-897,-1 0-1,-1 0 1,-1 0-1,-3 24 0,4-39 809,0 1 0,0-1-1,0 0 1,0 1-1,0-1 1,0 0 0,0 0-1,0 1 1,0-1 0,0 0-1,0 1 1,-1-1-1,1 0 1,0 0 0,0 1-1,0-1 1,0 0 0,0 0-1,-1 0 1,1 1-1,0-1 1,0 0 0,0 0-1,-1 0 1,1 1-1,0-1 1,0 0 0,-1 0-1,1 0 1,0 0 0,0 0-1,-1 0 1,1 0-1,0 1 1,-1-1 0,1 0-1,0 0 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08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1 175 11989,'41'-29'7626,"6"2"-5072,-40 24-2452,-1 0-1,1 0 1,-1 1-1,1 0 0,0 0 1,0 0-1,0 1 1,0 0-1,0 1 1,0-1-1,0 1 1,12 2-1,-16-1-15,0 0 1,-1 0-1,1 0 0,-1 1 1,0-1-1,1 1 0,-1-1 0,0 1 1,0 0-1,0 0 0,0 0 1,0 0-1,0 0 0,-1 0 0,1 1 1,-1-1-1,1 1 0,-1-1 1,0 1-1,0-1 0,0 1 0,0-1 1,-1 1-1,1 4 0,2 11 371,0-1 1,-1 33-1,-1-25-374,-2 4 277,1-48 94,2-6-459,1 0-1,2 0 1,8-29-1,-9 40-35,1 1 0,1 0-1,-1 0 1,2 1 0,0-1 0,0 2-1,13-16 1,-17 24 35,0 0 1,1 0-1,-1 1 1,1-1-1,0 1 1,0 0-1,0 0 1,0 0-1,0 0 0,0 1 1,0 0-1,0 0 1,1 0-1,-1 0 1,0 0-1,1 1 1,-1 0-1,1 0 1,7 1-1,8 2 15,1 0 1,38 13-1,-33-8-3,-14-6-11,-9-2 4,-1 0 0,1 1 0,-1-1 0,1 1 1,-1-1-1,1 1 0,-1 0 0,1 0 0,2 2 0,-4-3 15,-31 12 50,25-7-57,0-1 1,-1 0 0,1 1-1,1 0 1,-1 0 0,1 1-1,0-1 1,0 1 0,0 0-1,1 0 1,0 0 0,-3 7-1,4-6 51,-1 0 1,1 0-1,-1-1 0,2 1 0,-1 0 0,1 1 0,0-1 1,1 0-1,0 0 0,0 0 0,1 11 0,-1-17-48,1 1 1,-1-1-1,0 1 0,1-1 0,-1 0 0,1 1 0,-1-1 1,1 1-1,-1-1 0,1 0 0,0 0 0,0 1 0,0-1 0,0 0 1,0 0-1,0 0 0,0 0 0,0 0 0,0 0 0,0 0 1,2 0-1,-2-1-6,0 0 1,0 0 0,0 0-1,0 0 1,1 0 0,-1 0-1,0 0 1,0-1-1,0 1 1,0 0 0,0-1-1,0 1 1,0-1 0,0 1-1,0-1 1,0 0 0,0 1-1,0-1 1,0 0 0,1-1-1,7-7-18,-1-1-1,0-1 1,12-19-1,-11 17-40,4-11-55,-11 19 94,0 0 1,1 1 0,-1 0-1,1-1 1,0 1-1,0 0 1,0 0-1,1 0 1,-1 1-1,1-1 1,6-4-1,-9 8 25,0 1 0,-1-1-1,1 0 1,-1 1 0,1-1 0,-1 1-1,1-1 1,-1 0 0,0 1-1,1-1 1,-1 1 0,1 0 0,-1-1-1,0 1 1,0-1 0,1 1 0,-1-1-1,0 1 1,0 0 0,0-1-1,1 1 1,-1 0 0,0-1 0,0 2-1,5 25 204,-3-18-124,-1-6-188,0 0 0,0 0 1,0-1-1,1 1 0,-1 0 1,1 0-1,-1-1 0,1 1 0,0-1 1,0 0-1,0 1 0,0-1 0,0 0 1,1 0-1,-1 0 0,1-1 1,-1 1-1,1 0 0,0-1 0,0 0 1,-1 0-1,1 1 0,5 0 1,17-3-5288,1-11-5066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08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1 176 12310,'0'28'6619,"0"2"-2174,4 43-1,-4-74-4429,0 1-1,0 0 1,0 0 0,1-1 0,-1 1-1,0 0 1,0-1 0,0 1-1,0 0 1,1 0 0,-1-1-1,0 1 1,0 0 0,0 0 0,1 0-1,-1-1 1,0 1 0,0 0-1,1 0 1,-1 0 0,0 0-1,1 0 1,-1 0 0,0-1 0,0 1-1,1 0 1,-1 0 0,0 0-1,1 0 1,-1 0 0,0 0-1,1 0 1,-1 0 0,0 0 0,0 0-1,1 0 1,-1 1 0,0-1-1,1 0 1,-1 0 0,0 0-1,0 0 1,1 0 0,-1 1 0,0-1-1,0 0 1,1 0 0,-1 0-1,0 1 1,0-1 0,0 0-1,1 0 1,-1 0 0,0 1 0,0-1-1,0 0 1,0 1 0,0-1-1,1 0 1,-1 0 0,0 1-1,0-1 1,0 0 0,0 1-1,0-1 1,0 0 0,0 1 0,0-1-1,16-24-45,-14 20 89,28-49-61,-21 35-10,1 0-1,14-19 1,-24 37 21,0-1 0,0 1 0,0 0 0,1-1 0,-1 1 1,0 0-1,0 0 0,1-1 0,-1 1 0,0 0 0,0-1 0,1 1 0,-1 0 1,0 0-1,1 0 0,-1-1 0,0 1 0,1 0 0,-1 0 0,0 0 0,1 0 1,-1 0-1,1 0 0,-1 0 0,0 0 0,1 0 0,-1 0 0,1 0 0,-1 0 1,0 0-1,1 0 0,-1 0 0,0 0 0,1 0 0,-1 0 0,1 0 0,-1 0 1,0 1-1,1-1 0,-1 0 0,0 0 0,1 0 0,-1 1 0,0-1 0,0 0 1,1 1-1,-1-1 0,0 0 0,0 0 0,1 1 0,-1-1 0,0 0 0,0 1 0,0-1 1,0 1-1,0-1 0,1 0 0,-1 1 0,11 35 666,-2-7-624,-8-28-140,0 0 0,-1 0 0,1-1 0,0 1 0,0 0 0,0 0 0,-1 0 0,1-1 0,0 1-1,0-1 1,0 1 0,0-1 0,0 1 0,0-1 0,1 1 0,-1-1 0,0 0 0,0 1 0,0-1 0,0 0 0,0 0 0,0 0 0,1 0 0,-1 0 0,0 0 0,0-1 0,0 1-1,0 0 1,0 0 0,0-1 0,0 1 0,1-1 0,-1 1 0,0-1 0,0 1 0,-1-1 0,1 0 0,1 0 0,6-5-1000,-1 0 1,0 0-1,11-13 0,-10 10 114,49-41-2716,5-7 2162,-53 49 2112,-2-1 0,1-1 0,-1 1-1,-1-1 1,6-11 0,-11 21-519,-1 0 1,0 0-1,0 0 1,0 0-1,0 0 1,0-1-1,0 1 1,0 0-1,0 0 1,0 0-1,0 0 1,1 0-1,-1-1 1,0 1-1,0 0 1,0 0-1,0 0 1,0 0-1,0-1 1,0 1-1,0 0 1,0 0-1,0 0 1,0 0-1,0 0 1,0-1-1,-1 1 1,1 0-1,0 0 1,0 0-1,0 0 1,0 0-1,0-1 1,0 1-1,0 0 1,0 0-1,0 0 1,0 0-1,-1 0 1,1 0-1,0-1 1,0 1-1,0 0 1,0 0-1,0 0 1,-1 0-1,1 0 1,0 0-1,0 0 1,0 0-1,0 0 0,0 0 1,-1 0-1,1 0 1,0 0-1,0 0 1,0 0-1,0 0 1,-1 0-1,1 0 1,0 0-1,0 0 1,0 0-1,0 0 1,-1 0-1,-18 7 1869,14-4-1756,1-1 0,0 0 0,0 1 0,0 0-1,0 0 1,1 0 0,-1 0 0,-3 5 0,5-6-104,1 1 0,0-1 1,0 1-1,0-1 0,0 1 1,0 0-1,0-1 0,0 1 1,1 0-1,0 0 0,-1 0 1,1-1-1,0 1 0,0 0 1,1 0-1,-1 0 0,1 0 1,1 4-1,1 0 129,0 0 1,1 0-1,0-1 0,0 1 1,7 7-1,16 27 491,-26-38-681,1 0 0,-1 0 0,0 0 0,-1 0 1,1 0-1,-1 0 0,1 0 0,-1 0 0,0 0 0,0 0 1,0 0-1,0 0 0,-1 0 0,0 4 0,0-5-100,1-1 0,-1 1 0,0 0 0,1-1 0,-1 1 0,0-1-1,0 1 1,0-1 0,0 1 0,0-1 0,0 0 0,-1 0 0,1 1-1,0-1 1,-1 0 0,1 0 0,-1 0 0,1 0 0,-1-1 0,1 1-1,-1 0 1,0-1 0,-1 1 0,-4 1-1419,0-1-1,0 0 1,0-1-1,-11 0 1,-8 1-8366,11 1-1158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09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0 168 13062,'4'7'1046,"0"0"-1,-1 0 1,0 1 0,0-1 0,-1 1-1,1-1 1,-2 1 0,2 9-1,2 69 1090,-3-34-483,1-16-844,3 56 1127,-6-82-1659,-1 1 0,1-1 1,-2 0-1,0 1 0,0-1 1,-6 15-1,8-25-266,0 1-1,0-1 1,0 1 0,0-1-1,0 0 1,0 1 0,0-1-1,0 1 1,-1-1 0,1 1-1,0-1 1,0 0 0,0 1-1,-1-1 1,1 0 0,0 1-1,-1-1 1,1 0 0,0 1-1,-1-1 1,1 0 0,0 1-1,-1-1 1,1 0 0,-1 0-1,1 0 1,0 1 0,-1-1-1,1 0 1,-1 0 0,-6-12 12,2-22-213,4-19-502,2 0 1,12-86 0,-9 112 447,2 1 1,0 0-1,2 1 0,1-1 1,1 2-1,1-1 0,17-26 1,-22 42 188,0 1-1,0 0 1,1 0 0,0 1 0,12-10 0,-15 14 52,0 0 1,0 0-1,0 0 0,0 1 1,1-1-1,-1 1 1,1 0-1,-1 1 1,1-1-1,0 1 1,0 0-1,0 0 0,6 0 1,-10 1 19,-1 0 1,1 1 0,0-1-1,0 0 1,0 1-1,0-1 1,0 0 0,-1 1-1,1-1 1,0 1-1,0-1 1,-1 1-1,1 0 1,0-1 0,-1 1-1,1 0 1,-1-1-1,1 1 1,-1 0-1,1 0 1,-1 0 0,1 0-1,-1-1 1,0 1-1,1 0 1,-1 0 0,0 0-1,0 0 1,0 0-1,0 0 1,0 0-1,0 0 1,0-1 0,0 1-1,0 0 1,0 0-1,0 0 1,0 0-1,-1 0 1,1 1 0,-11 42 390,10-41-392,-6 18 81,-1-1 0,-14 27 0,18-40-426,0 1 0,-1-2 0,1 1 0,-1 0 0,-1-1 0,1 0 0,-1 0 0,0-1 0,-10 8 0,15-13 173,1-1 1,0 1-1,0-1 1,-1 1-1,1-1 1,0 1 0,0-1-1,0 1 1,0-1-1,-1 1 1,1-1-1,0 1 1,0-1 0,0 1-1,0-1 1,0 1-1,0-1 1,0 1-1,1-1 1,-1 1 0,0-1-1,0 1 1,0-1-1,0 1 1,1-1-1,-1 1 1,0-1 0,1 0-1,6-21-4374,-1 8-1427,1 1-3753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09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26 163 14070,'-13'30'6964,"3"7"-4004,10-34-2806,-1-1-1,1 1 0,-1 0 1,1-1-1,0 1 1,0-1-1,0 1 0,0 0 1,1-1-1,-1 1 0,1-1 1,-1 1-1,1-1 1,0 1-1,0-1 0,0 0 1,0 1-1,1-1 0,-1 0 1,1 0-1,-1 0 1,1 0-1,0 0 0,3 3 1,-4-4-100,0-1 1,0 1-1,0-1 1,-1 1-1,1-1 1,0 1-1,0-1 0,1 1 1,-1-1-1,0 0 1,0 0-1,0 0 1,0 0-1,0 0 1,0 0-1,0 0 1,0 0-1,0 0 1,0 0-1,0 0 0,0-1 1,0 1-1,0 0 1,2-1-1,-1-1 7,0 1 0,-1-1 0,1 1 0,0-1 0,-1 1-1,1-1 1,-1 0 0,1 0 0,-1 0 0,0 0 0,2-2 0,-1-1-40,0 1 0,-1 0 1,1-1-1,-1 1 0,0-1 1,0 1-1,0-1 0,0 0 0,-1 1 1,0-1-1,0-6 0,-16-23-427,13 31 78,1-1-1,0 1 0,0-1 1,0 0-1,1 0 0,-1 0 1,1 0-1,-1-8 0,2 11 146,0 0-1,1 0 1,-1-1-1,1 1 1,0 0 0,-1 0-1,1 0 1,0 0-1,0 0 1,0 0-1,-1 0 1,1 0-1,0 0 1,0 0-1,1 0 1,-1 1-1,0-1 1,0 0 0,0 1-1,2-1 1,28-13-1375,-26 13 1339,-2-1 244,0 1 0,1 0 0,-1 0 0,1 1 0,-1-1 0,1 1 0,-1 0 0,1 0 0,-1 0 0,1 0 0,-1 0 0,1 1 0,-1 0 0,1-1 0,-1 1 0,1 1 0,-1-1 0,0 0 0,0 1 0,6 3 0,2 3 496,-1 1-1,0 0 0,-1 0 1,12 15-1,21 20 993,-25-31-445,0-2 0,35 19 0,-53-66-137,1 25-1249,0-1 1,1 1-1,1 0 0,0-1 1,0 1-1,1 0 1,0 1-1,1-1 1,9-17-1,-7 18-1208,0 1 0,1-1 0,0 1 1,0 0-1,16-13 0,-6 6-5211,0-1-4153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0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0 14134,'-1'20'8728,"-2"0"-5966,-1 20-1027,5-1 453,7 47 1,14 36-1137,-6-34-1721,-16-86 327,1 1 1,-1-1-1,0 0 1,0 0 0,0 0-1,0 1 1,0-1-1,0 0 1,-1 0-1,1 0 1,-1 0 0,-1 4-1,2-6 169,0 0 1,0 1-1,-3 1-2418,2-2 2418,1 0 0,0 0 1,0 0-1,-1 0 0,1 0 0,0 0 1,0 0-1,-1 0 0,1 0 0,0 0 1,0 0-1,0 0 0,-1 0 0,1 0 1,0-1-1,0 1 0,-1 0 0,1 0 1,-13-15-10029,7 2-887</inkml:trace>
  <inkml:trace contextRef="#ctx0" brushRef="#br0" timeOffset="1">1 292 14967,'5'-3'3858,"0"-1"159,2 1-1984,0-4-640,1 2-160,4 1-209,0-4-320,-2 1-207,2-1-321,0-1-384,1 2-529,-1-1-639,0-4-401,-5 0-2577,5-3-3058,-4-4-6626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2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1190 12694,'7'-30'8230,"11"-14"-4843,31-60-2644,-29 64 484,235-566 1366,-159 364-2072,-88 222-557,-1 6-123,-2 0 1,0 0-1,0-1 0,4-28 0,-9 43 132,0 0 0,1 0 0,-1 0 0,0 0 0,0 0 0,0-1 0,0 1 0,0 0 0,0 0 0,0 0 0,0 0 0,0 0 1,0 0-1,0 0 0,0 0 0,0 0 0,0-1 0,0 1 0,0 0 0,0 0 0,0 0 0,0 0 0,0 0 0,0 0 0,0 0 0,0 0 0,0-1 0,0 1 0,0 0 0,0 0 0,0 0 0,0 0 0,-1 0 0,1 0 0,0 0 0,0 0 0,0 0 0,0 0 0,0 0 0,0-1 0,0 1 1,0 0-1,0 0 0,0 0 0,0 0 0,-1 0 0,1 0 0,0 0 0,0 0 0,0 0 0,0 0 0,0 0 0,0 0 0,0 0 0,0 0 0,-1 0 0,1 0 0,0 0 0,0 0 0,0 0 0,0 0 0,0 0 0,0 0 0,0 0 0,0 0 0,-1 0 0,1 1 0,0-1 0,0 0 0,-9 9-1423,-7 15-694,2 1-54,-19 32-7895,9-23-699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3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10837,'5'14'9000,"13"6"-5273,-15-17-3506,0-1 0,0 1 0,0 0 0,-1 0-1,0 0 1,4 7 0,0 6 515,-2 1 0,0-1 1,-1 1-1,2 30 0,-4-25-120,2 0 0,1 0 1,6 23-1,-8-39-533,0-1 0,0 0 0,0 0 0,1 0 0,-1 0-1,1 0 1,1 0 0,-1-1 0,1 0 0,-1 1 0,1-1 0,0-1 0,1 1 0,-1-1 0,1 1 0,8 4 0,-8-6-100,-1-1 1,1 1-1,0-1 1,1 0-1,-1 0 1,0-1 0,0 1-1,0-1 1,0 0-1,0-1 1,1 1-1,-1-1 1,0 0 0,0 0-1,0 0 1,0-1-1,-1 0 1,1 0-1,0 0 1,5-4-1,10-6-836,1-2 0,-2 0 0,18-17-1,-29 25 328,45-40-4317,0-1-5793,-17 12-2266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4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9364,'-2'14'12001,"-2"5"-8960,-5 30-3220,8-32 583,0 0 0,1 0-1,1 0 1,1-1 0,5 24 0,-6-36-350,-1-1 1,1 1 0,0 0-1,1-1 1,-1 1 0,1 0-1,0-1 1,-1 0 0,1 1 0,1-1-1,-1 0 1,0 0 0,1 0-1,0 0 1,0-1 0,-1 1-1,2-1 1,-1 0 0,0 0-1,0 0 1,1 0 0,-1 0-1,1-1 1,-1 1 0,1-1 0,0 0-1,-1 0 1,1 0 0,5-1-1,3 1-345,0-2 0,1 0 0,-1 0 0,0-1 0,0 0 0,0-1 0,0-1 0,0 0 0,-1-1 0,1 0 0,-1 0 0,20-14 0,-23 13-507,0-1 0,0 0 0,-1 0 0,1 0 0,-2-1 0,11-15 0,-12 15-464,-1 1 0,0-1 0,0-1 0,-1 1 0,0 0 0,0-1 0,-1 0 0,2-11 0,-3-1-6301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4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25 150 5827,'0'-1'319,"-1"1"0,1 0 0,0-1-1,-1 1 1,1 0 0,-1 0 0,1-1 0,-1 1 0,1 0 0,-1 0 0,1 0 0,-1 0 0,1-1 0,-1 1 0,1 0 0,-1 0 0,1 0 0,-1 0 0,1 0 0,-1 0 0,1 0-1,-1 0 1,1 1 0,-1-1 0,1 0 0,-1 0 0,1 0 0,-1 1 0,1-1 0,-1 0 0,1 0 0,0 1 0,-1-1 0,1 0 0,-1 1 0,-7 21 3141,8 25-1477,0-44-1847,1-1 1,-1 1 0,1-1-1,-1 1 1,1-1 0,0 0-1,0 1 1,0-1-1,0 0 1,0 0 0,1 0-1,-1 0 1,1 0 0,-1 0-1,1 0 1,0 0 0,-1 0-1,1-1 1,0 1-1,0-1 1,1 0 0,-1 1-1,0-1 1,2 1 0,-1-2-66,-1 0 1,0 0-1,0 0 1,0 0-1,0 0 0,0 0 1,0-1-1,0 1 1,0-1-1,0 1 1,0-1-1,0 0 1,-1 0-1,1 0 1,0 0-1,0 0 1,-1 0-1,1 0 0,0-1 1,-1 1-1,1 0 1,-1-1-1,0 0 1,0 1-1,1-1 1,-1 0-1,0 1 1,0-1-1,1-4 1,0 2-1,1-1 0,-1 1 0,-1-1 0,1 1 0,-1-1 0,1 0 0,-1 0 1,-1 0-1,1 0 0,-1 1 0,0-1 0,0 0 0,-1-7 0,1 10-135,-1-1-1,0 1 0,0-1 0,0 1 1,0 0-1,0-1 0,0 1 0,-1 0 1,1 0-1,-1 0 0,1 0 0,-1 0 1,0 0-1,0 0 0,0 1 0,0-1 1,0 1-1,0-1 0,-1 1 0,1 0 1,0 0-1,-1 0 0,1 0 1,-1 0-1,1 1 0,-5-2 0,6 2-94,1 0 0,-1-1-1,1 1 1,-1 0-1,1-1 1,-1 1 0,0 0-1,1-1 1,0 1-1,-1-1 1,1 1 0,-1-1-1,1 1 1,0-1-1,-1 0 1,1 1 0,0-1-1,-1 1 1,1-1 0,0 0-1,0 1 1,0-1-1,0 0 1,0 1 0,0-1-1,-1 0 1,1 1-1,1-1 1,-1 1 0,0-1-1,0 0 1,0 1 0,0-1-1,0 0 1,1 1-1,-1-2 1,10-26-2158,-8 23 1706,14-34-8399,-6 16-714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5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 12374,'-4'4'850,"0"0"0,1 0 0,-1 1 0,1-1 0,0 1 0,1 0 0,-4 6 0,5-7-572,-1 1 0,1-1 1,0 1-1,0-1 0,0 1 0,1-1 0,0 1 0,0 0 0,0-1 0,0 1 0,1 0 0,1 5 1,0-2-69,1 1 1,0-1-1,1-1 1,0 1-1,0 0 1,1-1-1,0 0 1,0 0-1,1-1 1,-1 1-1,13 9 1,-8-7 287,-1 0 1,0 1 0,0 0-1,-1 1 1,0 0 0,-1 0 0,0 1-1,9 20 1,-14-26-558,0 0-1,0 1 0,0-1 1,-1 1-1,0-1 1,0 1-1,0-1 1,-1 1-1,0 0 1,0-1-1,-1 1 1,0-1-1,0 1 0,-1-1 1,1 1-1,-1-1 1,-1 0-1,1 0 1,-6 9-1,8-15-22,0 0 1,0 1-1,0-1 0,0 0 1,0 0-1,0 0 0,0 1 0,0-1 1,0 0-1,0 0 0,0 0 1,-1 1-1,1-1 0,0 0 0,0 0 1,0 0-1,0 0 0,0 1 1,-1-1-1,1 0 0,0 0 0,0 0 1,0 0-1,0 0 0,-1 0 1,1 0-1,0 0 0,0 1 0,0-1 1,-1 0-1,1 0 0,0 0 1,0 0-1,0 0 0,-1 0 0,1 0 1,0 0-1,0 0 0,0 0 1,-1 0-1,1 0 0,0 0 0,0-1 1,0 1-1,-1 0 0,1 0 1,0 0-1,0 0 0,0 0 0,0 0 1,-1 0-1,1-1 0,-5-14-3495,1-23-6259,4 9-1033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5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13318,'0'0'345,"1"-1"1,-1 1-1,1 0 0,-1 0 1,1 0-1,-1 0 0,1 0 1,-1 0-1,1 0 0,-1 0 1,1 0-1,-1 0 0,1 0 1,-1 0-1,1 0 0,-1 0 1,1 0-1,-1 1 1,1-1-1,-1 0 0,1 0 1,-1 1-1,0-1 0,1 0 1,0 1-1,11 14 2379,2 18-1648,7 54 580,-14-54-1322,13 40 1,-17-65-730,1 1 0,0 0 0,0-1 0,0 0 0,1 0 0,0-1 0,1 1 0,0-1 0,8 8 1,-5-8-2142</inkml:trace>
  <inkml:trace contextRef="#ctx0" brushRef="#br0" timeOffset="1">46 190 15079,'2'-3'3522,"0"-4"31,3-2-2496,3-1-385,4-2-176,4 1-288,0-3-368,3-1-496,0-1-401,3 5-2528,-2-6-2722,-1-2-6515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5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15 11301,'2'-5'8019,"-1"-2"-3655,-4 4-2153,-3 12-656,-1 7-736,0 1 1,1 0 0,1 0-1,-6 34 1,8-30-646,1 1 0,1 0 0,1 0 1,0 0-1,2 0 0,7 34 0,-9-53-191,1 1 0,0-1 1,1 1-1,-1-1 0,0 1 0,1-1 1,0 0-1,0 0 0,0 0 0,0 0 1,0 0-1,1 0 0,-1-1 0,1 1 1,0-1-1,0 0 0,0 1 0,0-1 1,0-1-1,0 1 0,1 0 0,-1-1 0,0 0 1,1 1-1,-1-1 0,1-1 0,-1 1 1,1 0-1,0-1 0,-1 0 0,1 0 1,0 0-1,-1 0 0,1-1 0,0 1 1,3-2-1,1 0-617,-1 0 1,1 0 0,-1 0-1,0-1 1,1 0 0,-2-1 0,11-6-1,-12 7-835,0-1 0,0 0 0,0 0 0,-1 0 0,1-1 0,-1 0 0,0 1 0,-1-2 0,5-5 0,3-14-10921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6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14663,'12'13'9518,"3"23"-7062,-11-26-1123,4 10-804,12 28 1692,-5-28-5017,4-8-5623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6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12342,'35'-22'9609,"-32"20"-9312,1 0-1,0 0 1,0 1-1,-1-1 1,1 1-1,0 0 1,0 1 0,0-1-1,0 0 1,1 1-1,-1 0 1,0 0-1,5 1 1,-9 0-289,1-1-1,0 1 1,0 0 0,0 0 0,0-1 0,0 1 0,-1 0 0,1 0 0,0 0 0,-1 0 0,1 0 0,-1 0 0,1 0 0,-1 0 0,1 0 0,-1 0 0,0 0 0,0 0-1,1 1 1,-1-1 0,0 0 0,0 0 0,0 1 0,1 32 23,-1-31-20,0 9 0,-1-9-10,1 0 0,-1 0 1,1 0-1,0 0 0,0 1 0,0-1 0,1 0 0,-1 0 1,1 0-1,0 0 0,0 0 0,1 4 0,2-7 0,-1 0-1,1 0 0,0 0 1,-1 0-1,1 0 1,-1-1-1,1 0 0,5-1 1,-3 1 17,-3 0 41,-1 1 0,1-1 1,-1 1-1,1 0 0,-1 0 1,1 0-1,0 0 0,-1 0 1,1 1-1,-1-1 0,1 1 0,-1 0 1,1 0-1,-1 0 0,0 0 1,1 0-1,-1 0 0,0 0 1,0 1-1,0-1 0,3 4 1,-4-4-105,1 1 1,-1 0 0,0 0-1,0 0 1,0 0 0,0 0-1,0 1 1,-1-1 0,1 0 0,-1 0-1,1 1 1,-1-1 0,0 0-1,0 0 1,0 1 0,0-1 0,0 0-1,0 0 1,-1 1 0,1-1-1,-1 0 1,0 0 0,0 0-1,-1 4 1,2-5-53,0-1-1,0 0 0,0 0 1,0 0-1,0 0 0,0 0 1,0 1-1,0-1 0,0 0 1,0 0-1,0 0 0,0 0 1,0 0-1,-1 1 0,1-1 1,0 0-1,0 0 0,0 0 1,0 0-1,0 0 0,0 1 1,0-1-1,-1 0-390,1 0 390,0 0 0,0 0 1,0 0-1,0 0 0,-1 1 1,1-1-1,0 0 0,0 0 1,0 0-1,0 0 0,0 0 1,-1 0-1,1 0 0,0 0 1,0 0-1,0 0 0,0 0 1,0 0-1,-1 0 0,1 0 1,0 0-1,0-1 0,0 1 1,0 0-1,0 0 0,-1 0 1,1 0-1,0 0 0,0 0 1,0 0-1,-1-1-390,1 1 390,0 0 0,-3-11-8996,3-2-1946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7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19 366 13398,'-1'0'420,"0"0"0,1 0-1,-1 0 1,0 0 0,1 1-1,-1-1 1,1 0 0,-1 0 0,0 1-1,1-1 1,-1 0 0,1 0-1,-1 1 1,1-1 0,-2 2 1259,1-2-1259,1 1-1,-1 0 1,1-1 0,0 1-1,-1-1 1,1 2 0,-5 20 3119,10 21-1298,-4-41-2177,-1 1 0,1-1 0,0 0 0,0 1 0,0-1 1,0 0-1,0 0 0,0 0 0,0 0 0,1 0 0,-1 0 0,1 0 0,0 0 0,0 0 0,-1-1 0,1 1 0,0-1 0,0 1 1,0-1-1,1 0 0,-1 0 0,0 0 0,0 0 0,1 0 0,-1 0 0,1-1 0,-1 1 0,0-1 0,1 0 0,-1 1 0,1-1 1,-1 0-1,1 0 0,-1-1 0,1 1 0,-1-1 0,0 1 0,1-1 0,-1 0 0,0 1 0,4-3 0,1 0-65,-1 0-1,0 0 1,-1 0-1,1-1 1,-1 0-1,1 0 0,-1 0 1,0-1-1,-1 1 1,1-1-1,-1 0 1,0-1-1,0 1 1,5-11-1,-8 14-42,0 0 0,0 0 0,0 0 0,0 0 1,-1-1-1,1 1 0,-1 0 0,0 0 0,1 0 0,-1 0 0,0 0 0,0-1 0,-1 1 1,1 0-1,0 0 0,-1 0 0,1 0 0,-1 0 0,0-1 0,1 1 0,-1 0 1,0 1-1,0-1 0,0 0 0,-3-3 0,1 3-157,0-1 1,0 1-1,0 0 0,0 0 1,0 0-1,-1 1 0,1-1 1,-1 1-1,1 0 0,-1 0 0,1 0 1,-1 0-1,0 0 0,-5 1 1,-7 0-995,0 1 1,-30 6-1,34-5 444,12-2 723,0 0 0,0 0 0,0 0 0,0 0 1,0 0-1,0 0 0,0-1 0,0 1 0,0 0 0,0 0 1,0 0-1,0 0 0,0 0 0,0 0 0,0 0 1,0 0-1,0 0 0,0 0 0,14-5 112,1-1-1,-1 0 1,0-1 0,0 0-1,-1-1 1,0-1-1,0 0 1,-1-1 0,-1 0-1,1-1 1,10-13-1,-9 7-81,0 0 1,-2-1-1,0 0 0,-1-1 0,-1-1 0,0 1 0,-2-1 0,0-1 1,6-35-1,-14 71 115,1 0 1,1 0-1,0 0 0,1 0 1,1 0-1,0 0 1,1-1-1,0 1 1,2-1-1,8 19 1,-4-13 63,1 1 1,1-1 0,1-1-1,1 0 1,0-1 0,30 28 0,-43-45-231,1 1 0,-1-1 0,1 1 0,-1 0 0,0 0 0,0-1 0,0 1 0,0 0 0,0 0 0,0 3 0,-3 0-823,-11-12 106,-28-31 61,39 36 762,0 1 0,1-1 0,-1 0 0,1 1 0,-1-1 0,1 0 0,0 0 0,-1 0 0,1 0 0,0 0 0,1-1 0,-1 1 0,0 0 0,1 0 0,-1 0 0,1-1 0,-1 1 0,1 0 0,0-1 0,0 1 0,1-3 0,1 1-56,1 0 0,-1 0 1,1 0-1,1 1 0,-1-1 0,0 1 0,5-4 1,9-10-1719,-13 13 1343,12-15-3479,0-2-4451,-3 1-3163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8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9 191 14455,'44'60'9696,"6"-5"-4922,-34-39-4301,-1 0 0,0 1 0,-2 0 1,0 2-1,-1-1 0,0 1 1,8 21-1,-19-38-469,0 0 0,-1 0-1,1 0 1,0 0 0,-1 0 0,0 0-1,1 0 1,-1 0 0,0 0 0,0 0 0,0 0-1,0 0 1,0 0 0,-1 0 0,0 4 0,0-6-5,1 1 1,0-1 0,0 0 0,0 1-1,-1-1 1,1 0 0,0 0 0,0 1-1,-1-1 1,1 0 0,0 0 0,-1 0-1,1 0 1,0 1 0,-1-1-1,1 0 1,0 0 0,-1 0 0,1 0-1,0 0 1,-1 0 0,1 0 0,-1 0-1,1 0 1,0 0 0,-1 0 0,1 0-1,0 0 1,-1 0 0,-17-13 3,-8-12-79,2-2 0,0 0 0,2-2 1,1 0-1,2-2 0,-22-44 0,38 69 18,0-1-1,1 0 1,0 0 0,0 0 0,1-1-1,-1 1 1,2 0 0,-1 0-1,1-1 1,0 1 0,0 0-1,1-1 1,0 1 0,1 0-1,-1 0 1,1 0 0,1 0 0,-1 0-1,1 0 1,4-7 0,-2 7 65,1-1 0,-1 1 1,1 0-1,0 1 0,1 0 1,0 0-1,0 0 1,0 1-1,0 0 0,1 0 1,0 1-1,0 0 0,0 0 1,0 1-1,1 0 1,9-2-1,-16 4 6,0 1 0,1-1 0,-1 0 0,1 1 0,-1-1 1,0 1-1,1 0 0,-1 0 0,1 0 0,-1 0 0,0 0 0,1 1 0,-1-1 0,1 1 1,-1 0-1,0-1 0,0 1 0,1 0 0,-1 0 0,0 0 0,0 1 0,0-1 0,2 2 1,-2 0 36,0-1 0,-1 1 0,1 0 0,-1 0 0,0-1 0,1 1 0,-1 0 0,-1 0 1,1 0-1,0 0 0,-1 0 0,0 0 0,1 0 0,-1 0 0,-1 6 0,0 2-255,0-1 0,-1 1 0,-1-1 0,-4 14 0,4-15-1087,-1 1 0,0 0 0,-9 13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8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0 167 11813,'4'2'925,"1"1"0,-1-1-1,0 1 1,0 0-1,-1 0 1,1 0-1,3 5 1,-1-1-45,-1 1 0,0-1 0,-1 1 0,6 13 0,-6-12-285,1 1-1,0-1 1,0-1-1,8 10 1,-13-18-581,0 0 1,0 1-1,0-1 1,0 0-1,0 0 1,0 1-1,0-1 1,0 0-1,0 1 1,1-1 0,-1 0-1,0 0 1,0 1-1,0-1 1,0 0-1,1 0 1,-1 0-1,0 1 1,0-1-1,1 0 1,-1 0-1,0 0 1,0 0-1,1 0 1,-1 1-1,0-1 1,0 0-1,1 0 1,-1 0-1,0 0 1,1 0-1,-1 0 1,0 0-1,0 0 1,1 0-1,-1 0 1,0 0-1,1 0 1,-1 0 0,0 0-1,0 0 1,1-1-1,-1 1 1,0 0-1,1 0 1,-1 0-1,0 0 1,0 0-1,1-1 1,-1 1-1,0 0 1,0 0-1,0 0 1,1-1-1,-1 1 1,0 0-1,0 0 1,0-1-1,-1-16 157,-15-16-128,6 15-295,-12-34 0,20 47 168,1 1-1,0-1 1,0 0-1,0 0 0,0 0 1,1 0-1,-1 1 0,1-1 1,1 0-1,-1 0 1,1 0-1,1-8 0,-1 11 80,1 1 0,-1-1 0,0 0 0,0 1 0,1-1 1,-1 1-1,1-1 0,-1 1 0,1 0 0,0-1 0,0 1 0,-1 0 0,1 0 0,0 0 0,0 1 0,0-1 0,0 0 0,0 1 0,0-1 0,0 1 0,0 0 0,0 0 0,0-1 0,1 1 0,3 1 0,53 5 358,14 13 352,-56-14-430,1 0 1,-1-1-1,1 0 1,0-2-1,0 0 1,27 0 0,-44-3-252,0 1 1,0 0 0,0 0 0,1-1-1,-1 1 1,0 0 0,0-1-1,0 1 1,0-1 0,0 0 0,0 1-1,0-1 1,0 0 0,0 0 0,0 1-1,0-1 1,0 0 0,0 0 0,0 0-1,-1 0 1,1 0 0,0 0-1,0-2 1,0 0-7,0 0 0,0-1 0,-1 1 0,1 0-1,-1 0 1,0 0 0,1 0 0,-1 0 0,-1-6 0,0 5-14,1 0 0,-1 0 0,0 0 0,0 0 0,0 0 0,0 0 0,-1 0 0,0 0 1,0 1-1,0-1 0,0 1 0,0-1 0,-1 1 0,0 0 0,-3-4 0,0 4-104,0 0 0,0 1 1,-1 0-1,1 0 0,0 1 0,-1 0 0,1 0 0,-1 0 0,1 1 0,-1 0 0,1 0 0,-1 1 0,1-1 0,-12 4 0,-31 1-8942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9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12 260 12838,'1'-26'9252,"-4"40"-8209,-1 18 815,-1 41 0,4-66-1605,1 1 1,1 0 0,0 0 0,0-1-1,0 1 1,1 0 0,0-1 0,0 1-1,1-1 1,0 0 0,5 9 0,-7-15-230,-1 1 0,1-1-1,0 0 1,0 0 0,0 1 0,0-1 0,0 0 0,0 0 0,0 0 0,0 0 0,0 0 0,0 0 0,1 0 0,-1-1-1,0 1 1,1 0 0,-1-1 0,1 1 0,-1-1 0,1 1 0,-1-1 0,0 0 0,1 1 0,0-1 0,-1 0-1,1 0 1,-1 0 0,1 0 0,-1-1 0,1 1 0,-1 0 0,1 0 0,-1-1 0,0 1 0,1-1 0,-1 0 0,1 1-1,-1-1 1,0 0 0,0 0 0,1 0 0,-1 0 0,1-1 0,2-2-19,0 0 1,-1 0-1,1 0 1,-1 0-1,0-1 1,0 0-1,-1 1 1,1-1-1,-1 0 1,3-10-1,0-6-167,-2-1-1,0 0 0,-1 0 1,-1 0-1,-1 0 0,-5-38 1,3 47-34,0 0-1,-1 0 1,-1 0 0,0 0 0,0 1 0,-1-1 0,-1 1 0,0 1 0,-1-1 0,0 1 0,0 0 0,-14-14 0,21 25 207,-1-1 0,1 1 0,0-1 0,-1 1 0,1-1 0,0 1 0,-1 0 0,1-1 0,0 1 0,-1 0 0,1-1 0,-1 1 0,1 0 0,0-1 0,-1 1 0,1 0 0,-1 0 0,1 0 0,-1-1 0,1 1 0,-1 0 0,1 0 0,-1 0 0,1 0 0,-1 0 0,0 0 0,2 12 930,12 20 708,-8-22-1260,12 19 355,2-1 0,32 39 0,-46-61-794,1 0 0,0 0-1,0 0 1,0-1 0,1 1 0,0-2 0,0 1 0,0-1 0,0 0 0,1-1 0,0 1 0,0-1 0,0-1-1,0 0 1,13 2 0,-19-4-86,-1 0 0,1 0 0,-1 0 0,1 0 0,-1-1-1,1 1 1,-1 0 0,0-1 0,1 1 0,-1-1 0,0 0-1,1 1 1,-1-1 0,0 0 0,0 0 0,0 0 0,1 0-1,-1 0 1,0 0 0,0 0 0,-1 0 0,1 0 0,0-1-1,0 1 1,-1 0 0,1-1 0,0 1 0,-1 0 0,1-1-1,-1 1 1,0-1 0,1 1 0,-1 0 0,0-1 0,0 1-1,0-3 1,1-8-964,-1 0 1,0 0-1,-3-17 0,2 19 397,-3-9-253,3 15 730,0 0 1,1-1-1,-1 1 1,1 0-1,0 0 1,0-8-1,3 13 556,0 1 0,-1-1-1,1 1 1,0 0 0,-1 0 0,0 0-1,1 0 1,2 4 0,6 4 1030,-5-6-710,0 0 0,0-1 1,1 0-1,-1 0 1,1 0-1,-1-1 1,13 3-1,-16-4-487,0-1-1,0 1 1,-1-1-1,1 0 1,0 0-1,0 1 0,0-2 1,0 1-1,-1 0 1,1-1-1,0 1 1,0-1-1,0 0 0,-1 0 1,1 0-1,-1 0 1,1 0-1,-1-1 1,1 1-1,-1-1 0,5-3 1,-7 4-150,1 0 0,0 0 0,-1-1 0,1 1 0,-1 0 0,1 0 0,-1 0 0,1-1 0,-1 1 0,0 0 0,0-1 0,0 1 0,0 0 0,0-1 0,0 1 0,0 0 0,0 0 0,0-1 0,-1 1 0,1 0 0,0-1 0,-1 1 0,1 0 0,-1 0 0,1 0 0,-1 0 0,0 0 0,0-1 0,1 1 0,-1 0 0,-2-1 0,-36-35-1076,24 25-1214,1-9-3078,8-4-6410,6 4-646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19.7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60 14327,'-4'50'10928,"1"-30"-9702,2-1 1,0 1-1,2 31 1,0-47-1162,-1 0 1,1-1 0,0 1-1,-1 0 1,2 0-1,-1 0 1,0 0-1,1-1 1,0 1 0,0-1-1,0 1 1,0-1-1,0 0 1,1 0-1,0 0 1,-1 0 0,1 0-1,0 0 1,0-1-1,1 1 1,-1-1-1,0 0 1,5 2 0,-5-3-126,0 0 1,0 0 0,0 0-1,0 0 1,0 0 0,0-1 0,0 1-1,1-1 1,-1 0 0,0 0 0,0 0-1,0 0 1,0-1 0,1 1 0,-1-1-1,0 0 1,0 0 0,0 0 0,0 0-1,2-2 1,0 0-259,-1 0 0,0 0 0,0-1 0,-1 1 0,1-1 0,-1 0 0,0 0 0,0 0 0,0-1 0,0 1 0,2-7 0,2-6-1104,0-1 0,-2 0 0,0-1 0,-1 0 0,3-28 0,-4-21-7639,-6 30-20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0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8 293 12486,'-7'15'6328,"6"5"-3942,8 20-1670,-5-32 42,5 16 77,1 0-1,1-1 1,1 0-1,1-1 1,25 39-1,-16-27 160,20 43 1,-42-86-1090,1 0 0,0 0 0,0 0 0,1 0 1,2-16-1,8-57-1367,-8 75 1324,-2 3 102,1 0 0,0 1 0,-1-1 0,2 1 0,-1-1 0,0 0 0,1 1 0,-1 0 0,1-1-1,0 1 1,0 0 0,0 0 0,4-4 0,15 37 1063,-12-23-992,0 1-1,0-1 0,0 0 0,1-1 1,0 0-1,13 5 0,-19-10-167,-1 0 0,1 0 0,0 0 0,-1-1-1,1 1 1,-1-1 0,1 0 0,0 0 0,-1 0 0,1 0-1,0-1 1,-1 0 0,1 1 0,-1-1 0,1 0 0,-1-1 0,1 1-1,-1-1 1,0 0 0,0 1 0,0-1 0,0-1 0,5-3-1,-4 2-256,0 0 0,-1 0-1,1-1 1,-1 1-1,0-1 1,-1 1 0,1-1-1,-1 0 1,3-10-1,12-51-1673,-10 34 1533,-3 15 510,0-1 0,-1 1-1,1-29 1,-3 49 430,1-1-1,-1 0 1,0 1 0,1-1-1,0 0 1,-1 0 0,1 0-1,0 0 1,0 0 0,0-1-1,0 1 1,1 0 0,-1-1-1,4 2 1,41 21 2849,-39-21-2787,-1-1-1,1-1 0,0 1 0,0-1 0,11 0 0,-16-1-385,0 0 1,-1-1-1,1 1 0,0 0 1,0-1-1,-1 0 0,1 1 1,0-1-1,-1 0 0,1 0 1,-1-1-1,1 1 0,-1 0 1,0-1-1,1 1 0,-1-1 1,0 0-1,4-4 0,-6 5-79,1 1 0,-1-1-1,0 1 1,1-1-1,-1 1 1,0-1-1,1 0 1,-1 1-1,0-1 1,0 0 0,0 1-1,1-1 1,-1 0-1,0 1 1,0-1-1,0 0 1,0 1-1,0-1 1,0 0 0,-1 1-1,1-1 1,0 0-1,0 1 1,0-1-1,-1 0 1,1 1-1,0-1 1,-1 0-1,-18-15-503,-26 0-1224,19 11 583,-79-17-2277,93 18 3111,0 0-1,0-1 0,0 0 1,1 0-1,0-1 1,-12-9-1,22 15 297,0-1 0,1 1 0,-1 0 0,0-1 1,1 1-1,-1-1 0,1 1 0,-1-1 0,1 1 0,-1-1 0,1 1 0,-1-1 0,1 0 0,0 1 1,-1-1-1,1 1 0,0-1 0,-1 0 0,1 0 0,0 1 0,0-1 0,0 0 0,0 1 0,0-1 0,0 0 1,0 0-1,0 1 0,0-1 0,0-1 0,1 1 8,0-1 1,-1 1 0,1 0-1,0 0 1,0 0-1,0 0 1,0 0 0,1 0-1,-1 0 1,0 0-1,0 1 1,1-1 0,1-1-1,5-1 65,0 0 0,0 1-1,0 0 1,10-1-1,3 0 527,-1 2 0,1 0-1,0 1 1,0 2-1,0 0 1,-1 1 0,1 1-1,-1 0 1,0 2 0,0 1-1,-1 0 1,0 1-1,0 1 1,21 14 0,-39-22-576,1 1 1,-1-1-1,0 0 1,1 0-1,-1 0 1,1-1-1,-1 1 1,1 0-1,-1-1 1,1 1-1,-1-1 1,1 1-1,0-1 1,-1 0-1,1 1 1,0-1-1,-1 0 1,1 0-1,0 0 1,0 0 0,-1-1-1,1 1 1,2-1-1,-3-1-20,1 0 0,0 0 0,-1 0 0,1 0 0,-1 0-1,0 0 1,0-1 0,0 1 0,0-1 0,0 1 0,0 0 0,-1-1 0,1 1 0,-1-1-1,1-3 1,5-41-569,-6 35 331,1 0-1,1 0 0,0 0 1,0 1-1,1-1 1,1 0-1,8-17 0,-12 28 262,1 1 0,0-1 0,-1 0 0,1 1 0,-1-1 0,1 0 0,0 1 0,0-1 0,-1 1 0,1-1 0,0 1 0,0 0-1,0-1 1,0 1 0,0 0 0,-1 0 0,1-1 0,0 1 0,0 0 0,0 0 0,0 0 0,0 0 0,0 0 0,0 0-1,0 0 1,0 0 0,-1 1 0,1-1 0,0 0 0,0 0 0,0 1 0,0-1 0,0 1 0,-1-1 0,1 1 0,0-1 0,1 1-1,35 29 1149,-19-16-755,-15-12-539,0 1 1,0-1-1,1-1 1,0 1-1,-1 0 1,1-1-1,0 0 1,-1 0 0,1 0-1,0 0 1,0 0-1,0-1 1,0 0-1,0 0 1,0 0-1,0 0 1,4-1 0,-5 0-483,-1 0 0,1 0 1,0 0-1,-1 0 1,1-1-1,-1 1 1,0-1-1,1 1 1,3-5-1,-3 3-1096,1-1 1,-2 0-1,1 0 0,0 0 1,-1 0-1,4-7 0,4-14-10314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1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1386 779 13478,'-7'0'1261,"1"-1"0,-1 0-1,0 0 1,0 0 0,-12-5-1,10 3-382,0-1 1,0-1-1,-12-7 0,-3-5-314,-39-38 1,24 20 118,-33-27-452,-99-63-1,-174-85-196,-16 32-439,336 168 265,1-1-272,1 1 0,-2 2 0,1 0-1,-44-6 1,67 13 376,0 1-1,0 0 0,0 0 1,0 0-1,1 0 0,-1 0 1,0 0-1,0 0 0,0 0 1,0 0-1,0 0 0,1 0 1,-1 1-1,0-1 1,0 0-1,0 0 0,1 1 1,-1-1-1,0 1 0,0-1 1,1 1-1,-2 0 0,2 0 8,0-1 1,-1 1-1,1 0 0,0-1 0,0 1 0,0 0 0,0 0 0,0-1 1,1 1-1,-1 0 0,0-1 0,0 1 0,0 0 0,1-1 0,-1 1 1,0-1-1,0 1 0,1 0 0,-1-1 0,1 1 0,0 0 0,27 29-691,20 10-255,8 7-2398,-19-15-3908,-7-5-3148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1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0 557 12422,'14'14'4203,"-8"-8"-2663,-1 0 0,1-1 0,0 0 0,9 7 1,-12-11-1321,0 1 0,0-1 0,1 1 1,-1-1-1,0 0 0,1-1 1,-1 1-1,0 0 0,1-1 1,-1 0-1,1 0 0,-1 0 1,6-1-1,4-1-111,0-1 1,0-1-1,-1-1 0,1 1 0,-1-2 1,16-9-1,-18 9-96,0 1 0,0 0 0,0 0 0,0 1 0,1 1-1,-1 0 1,1 0 0,0 1 0,0 0 0,15 0 0,36 8 11,-43-4-22,0 0 1,0 0 0,0-2 0,26-3-1,-43 3 6,0-1-1,0 1 1,0-1-1,0 1 1,0-1-1,0 0 0,-1 0 1,1 0-1,0 0 1,0 0-1,-1-1 1,1 1-1,-1 0 1,1-1-1,-1 1 0,1-1 1,-1 1-1,2-4 1,-1 1 17,0 0 0,-1 0 1,1 0-1,-1 0 0,0 0 1,0-1-1,0 1 0,0-7 1,-1 0 141,0-1 0,0 1 0,-2-1 0,1 1 0,-7-23 0,-13-24 237,-3 0 0,-2 1 0,-59-93 0,79 141-538,4 4-49,-1 0 0,1 1 0,-1-1 0,0 1 0,-1 0-1,1 0 1,-1 0 0,0 0 0,0 1 0,0 0 0,-7-5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3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97 12294,'11'5'9592,"-3"10"-6244,3 18-3208,-9-26 989,1 3-805,6 24 763,2-1-1,1 0 0,27 50 1,-35-75-1009,1 0 1,0-1-1,1 1 1,0-1 0,0 0-1,0 0 1,1 0-1,0-1 1,0 0-1,1-1 1,0 0 0,0 0-1,0 0 1,0-1-1,1 0 1,-1-1-1,1 0 1,17 4 0,-22-7-79,0 1 1,0-1 0,0 0 0,-1 0-1,1 0 1,0 0 0,0-1 0,0 1-1,-1-1 1,1 0 0,0 0 0,-1-1-1,1 1 1,-1-1 0,1 1 0,-1-1 0,4-3-1,-3 2-22,0-1-1,0-1 1,0 1-1,0 0 1,-1-1-1,1 0 1,-1 0-1,0 0 1,-1 0-1,3-7 1,1-3-146,-2-1 0,0 0 0,-1 0 0,0 0 1,-2 0-1,0 0 0,-1-18 0,-1 2-778,-2 0 1,-1 0-1,-12-46 0,4 43-4637,-3 1-4649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4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0 174 14118,'63'148'10294,"-37"-93"-9188,-2 2 1,-3 0-1,20 87 0,-41-143-1077,0 1 0,1-1 0,-1 1 0,0-1 0,0 1 0,0-1 0,0 1 0,0 0 0,0-1 0,0 1 0,-1-1 0,1 1 0,0-1 0,-1 1 0,1-1 0,-2 3 0,-6-4 115,-3-15-154,-1-10-31,2 1 0,0-2 0,-10-46-1,-8-82-78,24 121 63,0 0 1,2 0 0,3-41 0,0 63 35,0 1 0,0-1 0,1 0 0,1 1 0,-1 0 0,2-1 0,0 1 0,0 0 0,0 1 0,1-1 1,1 1-1,0 0 0,0 0 0,8-8 0,-13 16 30,1-1 0,-1 1 1,0 0-1,0 0 0,0-1 1,1 1-1,-1 0 0,1 0 1,-1 1-1,1-1 0,-1 0 1,1 0-1,-1 1 0,1-1 1,-1 1-1,1-1 0,0 1 1,0 0-1,3-1 0,-4 2 4,0-1 0,0 1 0,0-1-1,0 1 1,0 0 0,-1-1 0,1 1-1,0 0 1,0 0 0,0-1 0,-1 1 0,1 0-1,0 0 1,-1 0 0,1 0 0,-1 0-1,1 0 1,-1 0 0,1 0 0,-1 0 0,0 0-1,1 1 1,1 7 29,-1 0 1,0 0-1,0 0 0,-1-1 1,0 1-1,-2 10 0,-3 13-243,-13 47-1,5-32-2395,5-20-704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4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1 238 11141,'52'57'7862,"-3"5"-3747,83 134-135,-123-182-3500,-5-8-389,23 44 427,-26-48-502,0 0 0,0 0 0,0 0 0,-1 0 0,1 0 0,-1 0 0,1 1 0,-1-1 0,0 0 0,0 0 0,0 0 0,0 0 0,0 0 0,0 1 0,-1-1 0,1 0 0,-1 0 0,1 0 0,-1 0 0,0 0-1,0 0 1,0 0 0,-1 2 0,1-4-13,0 1 0,0-1 0,0 1 0,1-1-1,-1 0 1,0 1 0,0-1 0,0 0 0,0 0 0,0 0-1,0 1 1,0-1 0,1 0 0,-1 0 0,0 0-1,0 0 1,0-1 0,0 1 0,0 0 0,0 0-1,0-1 1,0 1 0,1 0 0,-1-1 0,0 1 0,0-1-1,0 1 1,1-1 0,-1 1 0,0-1 0,1 1-1,-2-2 1,-23-21-16,12 7-30,1 0-1,1 0 0,1-1 0,0 0 1,1-1-1,-9-25 0,0-8-211,-12-56 0,22 74 137,1 1-1,2-1 0,-1-39 1,5 63 95,1 0 1,0 0-1,1 0 1,0 0-1,1 0 1,0 0-1,0 0 1,1 0 0,0 1-1,0-1 1,1 1-1,0 0 1,1 0-1,0 0 1,0 1-1,10-11 1,-13 15 35,1 1 1,-1 0 0,1 0 0,0 1 0,0-1 0,0 0-1,0 1 1,0 0 0,0 0 0,0 0 0,0 0 0,0 0-1,1 1 1,-1-1 0,0 1 0,0 0 0,1 0-1,-1 0 1,0 0 0,1 1 0,-1-1 0,0 1 0,0 0-1,4 1 1,-5-1-3,0 0-1,0 0 0,0 0 1,-1 0-1,1 0 1,0 0-1,0 1 1,-1-1-1,1 1 0,0-1 1,-1 1-1,0 0 1,1 0-1,-1-1 0,0 1 1,0 0-1,0 0 1,0 0-1,0 0 1,-1 0-1,1 0 0,0 1 1,-1-1-1,0 0 1,1 0-1,-1 0 1,0 1-1,0-1 0,-1 0 1,1 0-1,0 0 1,-1 0-1,1 1 0,-1-1 1,1 0-1,-3 3 1,-7 18-358,-1 0 0,-1-1 0,-1-1 0,-25 31 0,38-52 316,-18 21-2190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5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0 470 11493,'1'1'354,"0"0"0,0-1 0,0 1 0,1 0-1,-1-1 1,0 1 0,0-1 0,0 1 0,1-1-1,-1 0 1,0 1 0,0-1 0,1 0 0,-1 0 0,0 0-1,0 0 1,1 0 0,-1 0 0,0-1 0,1 1 0,-1 0-1,0 0 1,0-1 0,2 0 0,0-1-106,0 0 0,0 0 0,0 0 0,0 0 1,0-1-1,-1 1 0,1-1 0,3-5 0,3-5-141,-1 0 0,-1 0 0,8-19 0,-11 21 0,5-8 108,-1-1 0,8-35 0,-15 50-196,0 1-1,0 0 1,-1-1 0,1 1-1,-1-1 1,0 1 0,0 0-1,0-1 1,-1 1 0,0-1 0,0 1-1,0 0 1,0 0 0,0-1-1,-1 1 1,0 0 0,0 0-1,0 0 1,-4-5 0,5 8-13,0 0 1,1 1-1,-1-1 1,0 0 0,1 0-1,-1 1 1,0-1-1,0 0 1,0 1-1,0-1 1,0 1-1,1-1 1,-1 1 0,0 0-1,0-1 1,0 1-1,0 0 1,0-1-1,0 1 1,0 0-1,0 0 1,-1 0 0,1 0-1,0 0 1,0 0-1,0 0 1,0 1-1,0-1 1,0 0-1,0 1 1,0-1 0,0 0-1,1 1 1,-1-1-1,0 1 1,0-1-1,0 1 1,0 0-1,0-1 1,1 1 0,-1 0-1,0 0 1,1-1-1,-1 1 1,1 0-1,-1 0 1,0 0 0,1 0-1,0 0 1,-1 0-1,0 2 1,-1 2 24,-1 1 1,1-1-1,0 1 0,0 0 1,1 0-1,0-1 1,-1 12-1,2-12-18,0 0 1,0-1-1,0 1 1,1 0-1,0 0 1,0 0-1,1 0 1,-1-1-1,1 1 0,0 0 1,0-1-1,0 0 1,1 1-1,0-1 1,-1 0-1,2 0 1,-1-1-1,0 1 0,1-1 1,-1 1-1,1-1 1,0 0-1,0 0 1,1-1-1,8 5 1,-7-5-11,0 0 0,0 0 0,0-1 0,0 0 0,0 0 1,1-1-1,-1 1 0,0-1 0,1-1 0,-1 1 0,0-1 1,0 0-1,1-1 0,-1 1 0,0-1 0,0 0 0,-1-1 1,1 1-1,0-1 0,6-5 0,55-43 21,-54 39-56,1 1-1,-1 0 1,2 2 0,-1-1-1,1 2 1,1 0 0,21-8-1,-49 21 742,10-3-581,0-1-1,0 1 0,0-1 0,0 0 0,-1 0 0,1 0 0,0 0 0,-1-1 1,1 1-1,-1 0 0,1-1 0,-1 0 0,1 1 0,-1-1 0,1 0 0,-1-1 1,1 1-1,-1 0 0,1-1 0,-1 1 0,1-1 0,-1 0 0,1 1 0,-4-3 1,0-2 19,2 1 1,-1-1 0,0 0 0,1 0 0,0 0-1,0 0 1,0-1 0,1 1 0,0-1 0,0 0-1,0 0 1,-2-11 0,4 13-354,0 0 0,0 0-1,1 0 1,-1-1 0,1 1 0,0 0 0,0 0-1,1 0 1,0-1 0,-1 1 0,1 0-1,0 0 1,1 0 0,-1 0 0,1 0 0,0 0-1,0 1 1,0-1 0,0 0 0,5-4-1,11-10-4517,3 3-4766,0 3-2673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5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13062,'21'52'7452,"-11"-26"-5797,0-1 0,2 0 0,1-1 0,26 38 0,-25-40-611,-7-14 22,-9-28-988,1 11-197,1-1-1,-1 1 1,2-1 0,-1 1-1,1-1 1,1 1 0,0 0 0,0 0-1,1 0 1,0 0 0,7-15 0,-8 20 116,0 0 0,0 1 1,1 0-1,-1-1 0,1 1 1,-1 0-1,1 0 1,0 0-1,0 1 0,0-1 1,1 1-1,-1-1 0,0 1 1,1 0-1,0 0 1,-1 1-1,1-1 0,0 1 1,0 0-1,0 0 0,0 0 1,0 0-1,0 1 1,0 0-1,0 0 0,0 0 1,0 0-1,1 0 0,5 2 1,-8-1 6,-1-1 0,0 0 0,1 1 0,-1-1 1,0 0-1,0 1 0,1-1 0,-1 1 0,0 0 1,0 0-1,0-1 0,0 1 0,0 0 0,0 0 0,0 0 1,0 0-1,0 0 0,0 0 0,0 0 0,0 0 0,-1 0 1,1 1-1,-1-1 0,1 0 0,0 3 0,-1-2 35,1 1 0,-1 0 0,0-1 0,0 1 0,-1-1 0,1 1 0,0 0 0,-1-1 0,0 1 0,1-1 0,-1 1 0,-2 3 0,1-1-304,0-2 0,0 1 0,-1 0 0,1 0 0,-1-1 0,1 1 0,-1-1 0,0 0 0,-1 0 0,1 0 0,0 0 0,-1-1 0,1 1 0,-1-1 0,0 0 0,-7 3 0,11-5 165,0 0 0,0 0 0,-1 0 0,1 0 0,0 0 0,0 0 0,-1 0 0,1 0 0,0 0 1,0 0-1,-1 0 0,1 0 0,0-1 0,0 1 0,-1 0 0,1 0 0,0 0 0,0 0 0,-1 0 0,1-1 0,0 1 0,0 0 0,0 0 0,0 0 0,-1-1 0,1 1 0,0 0 0,0 0 0,0-1 1,0 1-1,0 0 0,0 0 0,-1-1 0,1 1 0,0 0 0,0 0 0,0-1 0,0 1 0,0 0 0,0 0 0,0-1 0,0 1 0,0 0 0,0-1 0,1 1 0,-1 0 0,0 0 0,0-1 0,0 1 1,0 0-1,6-18-6850,-5 14 3963,4-9-7556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5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1 139 11525,'1'0'381,"0"0"0,0 0 0,0 0-1,0 0 1,0 0 0,0 0 0,0 1-1,0-1 1,0 0 0,0 0 0,0 1 0,0-1-1,0 1 1,0-1 0,0 1 0,0-1-1,0 1 1,0-1 0,-1 1 0,1 0-1,0-1 1,0 1 0,-1 0 0,1 0 0,0 0-1,-1 0 1,2 1 0,13 35 2053,-13-32-2223,-1 0 1,1-1-1,-1 1 0,2-1 0,-1 0 1,5 8-1,-5-10-156,-1-1 0,0 1 0,0-1 0,1 0 0,-1 0 0,1 1 1,-1-1-1,1 0 0,-1 0 0,1 0 0,0 0 0,-1-1 0,1 1 0,0 0 0,0-1 0,0 1 0,0-1 0,0 0 1,-1 0-1,1 1 0,0-1 0,0 0 0,0-1 0,0 1 0,0 0 0,0 0 0,0-1 0,-1 1 0,1-1 0,0 0 0,0 0 1,-1 1-1,1-1 0,1-1 0,0-1 51,0 0-1,0 0 1,0 0 0,-1 0 0,1-1 0,-1 1-1,0-1 1,0 1 0,-1-1 0,1 0-1,-1 1 1,1-1 0,-1 0 0,0 0-1,0-4 1,0 0 12,2-7-5,-1 1-1,0-1 0,-1 1 1,-1-1-1,0 0 0,-1 1 0,-3-20 1,3 33-118,0-1-1,0 0 1,0 1 0,-1-1 0,1 1 0,0 0 0,-1-1 0,1 1 0,-1 0-1,1 0 1,-1 0 0,0 0 0,1 0 0,-1 0 0,0 1 0,0-1-1,1 0 1,-1 1 0,0-1 0,0 1 0,0 0 0,0 0 0,0 0-1,0 0 1,1 0 0,-3 0 0,-56 5-1139,53-4 853,-9 2 83,-6-1-5890,22-3 5300,1 0 0,0-1-1,0 1 1,0 0 0,0 0 0,0 0 0,0 0 0,1 0 0,-1 0 0,0 0 0,0 0 0,1 0 0,-1 1-1,0-1 1,3 0 0,10-8-9289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6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1 150 12934,'53'19'6786,"23"16"-2535,-68-31-3576,0 0 0,0-1 0,1 0 0,-1 0 0,1-1 0,0 0 0,13 1 0,-22-9-212,1 1 1,-1-1-1,-1 1 0,1 0 1,-3-9-1,3 8-338,-2-11-104,1 0-1,0 0 0,2 0 1,0 0-1,1 0 1,0 0-1,2 0 1,5-17-1,-9 35-18,0 0-1,0 0 0,1 0 1,-1 0-1,0 1 0,1-1 1,-1 0-1,1 0 0,0 0 0,-1-1 1,1 1-1,-1 0 0,1 0 1,0 0-1,0 0 0,0-1 1,0 1-1,-1 0 0,1-1 1,0 1-1,0 0 0,0-1 1,0 1-1,0-1 0,1 0 1,-1 1-1,0-1 0,0 0 1,0 0-1,0 0 0,0 1 1,2-1-1,-2 0-12,0 0 1,0 1-1,1-1 0,-1 0 1,0 1-1,0-1 0,1 0 0,-1 0 1,0 0-1,0 0 0,1 0 1,-1-1-1,0 1 0,0 0 0,1-1 1,-1 1-1,0 0 0,0-1 1,0 0-1,0 1 0,1-1 0,-1 0 1,0 1-1,0-1 0,0 0 1,-1 0-1,1 0 0,0 0 1,0 0-1,0 0 0,-1 0 0,2-2 1,-1 2-538,0 0 0,0-1 0,1 1 0,-1 0 0,0 0 0,0 0 0,1 0 0,-1 0 0,0 0 0,1 1 0,-1-1 0,1 0 0,-1 1 0,1-1 0,1 0 0,10-3-5734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7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26 455 13446,'-1'0'468,"0"0"-1,0 0 1,0 0 0,1 1-1,-1-1 1,0 0 0,0 1-1,0-1 1,1 0-1,-1 1 1,0-1 0,0 1-1,1-1 1,-1 1 0,0-1-1,1 1 1,-1 0-1,1-1 1,-1 1 0,1 0-1,-1-1 1,1 1 0,-1 0-1,0 1 1,-6 29 2820,6-22-2897,1 1 0,0-1 0,1 0-1,2 16 1,-3-24-359,0 0 0,0 0 0,0 0 1,1-1-1,-1 1 0,0 0 0,0 0 0,0 0 0,1 0 0,-1 0 0,0-1 0,1 1 0,-1 0 0,1 0 1,-1-1-1,1 1 0,-1 0 0,1-1 0,0 1 0,-1 0 0,1-1 0,0 1 0,-1-1 0,1 1 0,0-1 0,0 1 1,0-1-1,-1 0 0,1 1 0,0-1 0,0 0 0,0 0 0,0 1 0,0-1 0,-1 0 0,1 0 0,0 0 1,1 0-1,0-1-22,-1 0 0,1 0 0,-1 0 1,0 0-1,1 0 0,-1 0 0,0 0 1,0-1-1,0 1 0,0 0 1,0-1-1,0 1 0,0-1 0,0 1 1,-1-1-1,1 1 0,0-1 0,-1 0 1,1-1-1,9-33-164,-2 0 0,-2-1 0,3-52 0,-9 74 7,0 1 1,0 0 0,-2-1 0,0 1-1,-1 0 1,0 0 0,-1 0-1,0 0 1,-1 1 0,-1-1-1,-13-22 1,19 35 146,-1 1 0,1-1 0,-1 0 1,1 0-1,-1 0 0,0 0 0,1 1 0,-1-1 0,0 0 0,1 0 0,-1 1 0,0-1 0,0 1 1,0-1-1,0 1 0,1-1 0,-1 1 0,0-1 0,0 1 0,-2-1 0,3 2 8,-1-1-1,1 0 1,-1 0-1,1 0 1,-1 1-1,0-1 1,1 0-1,-1 1 1,1-1-1,0 1 1,-1-1-1,1 1 1,-1-1-1,1 0 1,0 1-1,-1 0 0,1-1 1,0 1-1,-1-1 1,1 1-1,0-1 1,0 1-1,-1 0 1,0 4 51,0 0 1,0 0-1,0 0 1,0 0-1,1 0 0,0 8 1,1-7-71,0 1 1,0-1-1,0 0 1,1 0-1,0 1 0,0-1 1,1 0-1,-1-1 1,1 1-1,1 0 1,-1-1-1,1 0 0,0 0 1,0 0-1,0 0 1,1-1-1,0 1 1,0-1-1,0 0 1,0-1-1,1 1 0,-1-1 1,1 0-1,0 0 1,0-1-1,9 3 1,-6-3-434,0 0 0,1 0 0,-1-1 0,0 0 0,1 0 0,-1-1 0,1-1 0,-1 0 0,1 0 0,-1 0 0,0-2 0,0 1 1,0-1-1,0 0 0,0-1 0,0 0 0,13-8 0,-14 6 130,0-1-1,-1 0 1,1 0 0,-1-1-1,-1 1 1,1-2 0,-2 1-1,1-1 1,-1 1 0,0-1-1,-1-1 1,0 1 0,5-19-1,-6 18 388,-1 1 0,0-1-1,-1 1 1,0-1 0,0 0-1,-1 0 1,0 0 0,-1 1-1,0-1 1,0 0 0,-1 0-1,-1 1 1,1-1-1,-7-13 1,9 22 33,-1 0 0,1 0 1,-1-1-1,0 1 0,1 0 0,-1 0 0,0 0 0,0 0 1,1 0-1,-1 0 0,0 0 0,0 0 0,0 0 0,0 0 0,0 1 1,0-1-1,-1 0 0,1 1 0,0-1 0,0 1 0,-3-2 0,3 2-5,0 1-1,0-1 0,0 0 0,0 0 1,1 1-1,-1-1 0,0 1 0,0-1 1,0 1-1,0-1 0,0 1 0,1-1 1,-1 1-1,0 0 0,0-1 0,1 1 1,-1 0-1,0 0 0,1 0 0,-1-1 1,0 3-1,-1 0 84,0 1 0,1 0 0,-1 0 0,1-1-1,0 1 1,0 0 0,0 0 0,0 0 0,1 0 0,-1 0 0,1 0 0,0 1 0,1 3-1,1-2 24,0 0 0,1-1 0,-1 1 0,1-1 0,0 0 0,0 0 0,1 0 0,6 8 0,39 35 1581,-21-23-812,0 3-33,-11-14-575,-2 2 1,0 0-1,22 31 1,-33-42-365,-1 0 1,-1 0-1,1 0 1,-1 0-1,0 1 1,0-1-1,0 1 1,-1-1-1,0 1 1,0 0 0,0-1-1,-1 1 1,0 0-1,0 0 1,0-1-1,-1 1 1,0 0-1,0-1 1,-2 8-1,2-12-206,0 1 0,1 0 0,-1 0 0,0-1-1,0 1 1,0-1 0,0 1 0,-1-1 0,1 1 0,0-1-1,-1 0 1,1 0 0,-1 0 0,1 1 0,-1-1 0,-1 1-1,-31 9-9306,17-7 2646,-7 3-6052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9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13750,'0'-3'7638,"1"-5"-3110,18 103-259,-10-46-3465,18 55 0,-23-90-1113,1-1 1,1 1-1,0-2 1,0 1-1,2-1 1,-1 0-1,2 0 0,15 17 1,-18-24-378,-1 0 1,1 0-1,0-1 0,0 0 0,1 0 1,6 3-1,24 4-10879,-20-10-1086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29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 14102,'-1'0'389,"0"-1"0,0 1-1,0 0 1,1 0-1,-1-1 1,0 1 0,0 0-1,0 0 1,0 0-1,1 0 1,-1 0-1,0 0 1,0 1 0,0-1-1,0 0 1,1 0-1,-1 1 1,-1-1-1,-15 12 1718,-8 17-1323,17-18-483,2 1-1,-1 0 1,2 0 0,-8 21 0,12-28-232,-1 0-1,1 1 1,-1-1 0,1 1 0,1-1 0,-1 1 0,1-1 0,0 1 0,0 0-1,1-1 1,0 1 0,0-1 0,2 9 0,-1-12-45,-1 1 0,1-1 0,-1 0-1,1-1 1,0 1 0,0 0 0,0 0 0,0-1 0,0 1 0,0-1 0,0 0 0,1 1-1,-1-1 1,0 0 0,1 0 0,-1-1 0,0 1 0,1 0 0,5 0 0,55 3 350,-45-4-204,3 1 49,46 3 293,-64-4-471,1 1 0,0 0 0,-1 0-1,1 0 1,-1 0 0,1 0 0,-1 1 0,0-1-1,1 1 1,-1 0 0,0 0 0,0 1 0,0-1 0,3 4-1,-5-4-17,0 0 0,-1 0-1,1 0 1,0 0 0,-1 1-1,0-1 1,1 0 0,-1 1-1,0-1 1,0 0-1,0 0 1,0 1 0,-1-1-1,1 0 1,-1 1 0,1-1-1,-1 0 1,0 0 0,0 0-1,0 0 1,0 0 0,0 0-1,0 0 1,-1 0 0,1 0-1,-4 3 1,3-2-514,-1 0 1,1-1-1,-1 1 1,0-1-1,0 1 1,1-1-1,-8 3 0,9-4-211,0 0 0,-1-1 0,1 1 0,0-1 0,-1 1 0,1-1 0,-1 0 0,1 1 0,-1-1 0,1 0 0,0 0 0,-1 0-1,1 0 1,-1 0 0,1-1 0,-1 1 0,1 0 0,-3-1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0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12886,'5'26'6623,"8"37"-2328,-12-60-4124,0 1 0,1-1-1,-1 1 1,1-1 0,0 0 0,0 1 0,0-1 0,0 0 0,1 0-1,-1-1 1,1 1 0,0 0 0,-1-1 0,5 3 0,-6-5-98,-1 1 0,1-1-1,0 0 1,0 1 0,-1-1 0,1 0 0,0 0 0,0 1 0,0-1 0,0 0 0,-1 0 0,1 0-1,0 0 1,0 0 0,0 0 0,0 0 0,0 0 0,-1 0 0,1-1 0,0 1 0,0 0 0,0 0-1,-1-1 1,1 1 0,1-1 0,0-1 54,-1 1-1,1-1 1,0 1 0,-1-1-1,1 0 1,-1 0-1,1 0 1,-1 1-1,2-4 1,-1-1 96,1 0 1,-1 0-1,0-1 0,0 1 1,0 0-1,0-8 1,-2 9-120,-1-1 1,1 1 0,-1 0-1,0-1 1,-1 1 0,1 0-1,-1 0 1,-5-10 0,-2-10-2657,4 0-6099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0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29 155 11029,'6'11'3090,"0"0"0,16 19 0,43 40-1367,-25-29-574,-21-21-629,-5-6 265,-1 1 0,19 27 1,-31-42-774,-1 0 1,0 1-1,0-1 1,1 0 0,-1 0-1,0 1 1,0-1 0,1 0-1,-1 1 1,0-1-1,0 0 1,0 1 0,0-1-1,0 0 1,1 1 0,-1-1-1,0 0 1,0 1-1,0-1 1,0 0 0,0 1-1,0-1 1,0 0 0,0 1-1,0-1 1,0 1 0,0-1-1,-1 0 1,1 1-1,0-1 1,0 0 0,0 1-1,0-1 1,0 0 0,-1 1-1,1-1 1,0 0-1,0 0 1,-1 1 0,1-1-1,0 0 1,-1 1 0,-19-2 86,-22-12-205,31 7 52,0 0 0,1 0 0,0-1 0,0 0 0,0-1 0,1 0 0,0 0 0,0-1-1,1 0 1,0-1 0,1 0 0,-12-20 0,11 15-39,0 0 0,1 0 0,1-1 0,0 0 0,2 0 0,-1-1 0,2 0 0,-3-31 0,6 43 93,1 0 0,-1 0-1,1 0 1,0 0-1,0 0 1,1 0-1,-1 0 1,1 1-1,0-1 1,0 1-1,1-1 1,-1 1-1,1 0 1,0 0 0,0 0-1,0 0 1,1 1-1,-1-1 1,6-3-1,-7 5 46,1 0-1,0 1 0,0-1 1,-1 0-1,1 1 0,0-1 1,0 1-1,1 0 0,-1 0 1,0 0-1,0 1 0,0-1 0,1 1 1,-1-1-1,0 1 0,1 0 1,-1 0-1,0 1 0,1-1 1,-1 1-1,0 0 0,0 0 1,0 0-1,0 0 0,0 0 1,0 0-1,0 1 0,0 0 1,4 3-1,-4-3 50,-1 1 1,1 0-1,-1 0 1,0 0-1,0 1 0,0-1 1,-1 0-1,1 1 1,-1-1-1,0 1 1,0 0-1,0-1 0,0 1 1,0 0-1,-1 0 1,0-1-1,0 1 0,0 0 1,0 4-1,-7 36-2541,1-24-2505,0-4-3583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0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38 183 13686,'44'65'8171,"11"18"-4922,-49-72-2530,-1-1 0,0 1-1,-1-1 1,0 2 0,5 21 0,-8-32-685,-1-1 1,0 0 0,0 1-1,0-1 1,1 1 0,-1-1 0,0 0-1,0 1 1,0-1 0,0 1-1,0-1 1,0 0 0,0 1-1,0-1 1,0 1 0,0-1-1,0 0 1,0 1 0,0-1-1,0 1 1,0-1 0,-1 0-1,1 1 1,0-1 0,0 0-1,0 1 1,-1-1 0,1 0-1,0 1 1,0-1 0,-1 0-1,1 1 1,0-1 0,0 0-1,-1 0 1,1 1 0,-1-1-1,-13-9 328,-13-21-382,9 7-199,0-1 0,2 0 0,0-2 0,2 0 0,-12-30 0,23 48 162,0 0 0,0 0 1,1 0-1,0 0 0,0-1 1,1 1-1,0-1 1,1 0-1,0 1 0,0-1 1,0 1-1,2-1 0,-1 1 1,1-1-1,0 1 0,0 0 1,1 0-1,0 0 1,1 0-1,0 0 0,0 1 1,6-9-1,-9 15 59,-1 0 1,1 0-1,0 0 0,-1 0 1,1 0-1,0 0 0,0 0 1,0 0-1,0 0 0,0 0 1,0 1-1,0-1 0,0 0 1,0 1-1,0-1 0,0 0 1,0 1-1,0-1 0,1 1 1,-1 0-1,0 0 0,3-1 1,-4 2 2,1-1 0,0 1 0,0-1 1,-1 1-1,1 0 0,0 0 1,-1-1-1,1 1 0,0 0 1,-1 0-1,1 0 0,-1 0 0,0 0 1,1 0-1,-1-1 0,0 1 1,1 0-1,-1 0 0,0 0 1,0 0-1,0 2 0,1 7 27,0 0-1,-1 1 1,-1-1 0,-1 12-1,-11 36-657,12-54 124,-1 0-1,0 1 1,0-1-1,0 0 1,0 0-1,-4 4 1,6-8 420,0 0 1,0 1-1,0-1 1,0 0-1,0 0 0,0 0 1,0 0-1,-1 0 0,1 0 1,0 0-1,-1 1-1223,1-1 1223,0 0 0,0 0 1,-1 0-1,1 0 1,0 0-1,0 0 0,0 0 1,0 0-1,0 0 1,0 0-1,-1 0 0,1 0 1,0 0-1,0 0 1,0 0-1,0 0 0,0 0 1,0 0-1,0 0 1,-1-1-980,-1-8-5657,2 7 5147,-2-13-9890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1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13510,'31'50'10121,"10"32"-6269,-16-29-1796,-7-12-994,-13-28-913,1 1 0,0-1 1,1-1-1,0 1 1,1-1-1,0-1 0,11 11 1,-19-21-167,0-1 1,1 1-1,-1-1 0,1 1 1,-1-1-1,1 1 0,-1-1 1,1 0-1,-1 1 0,1-1 1,-1 0-1,1 1 0,-1-1 1,1 0-1,0 0 0,-1 0 1,1 0-1,-1 1 0,1-1 1,0 0-1,-1 0 1,1 0-1,0 0 0,-1 0 1,1-1-1,-1 1 0,1 0 1,0 0-1,-1 0 0,1 0 1,-1-1-1,1 1 0,-1 0 1,1-1-1,0 1 0,-1 0 1,1-1-1,-1 1 0,0-1 1,1 1-1,-1 0 0,1-1 1,-1 1-1,0-1 0,1 1 1,-1-1-1,0 0 1,1 1-1,-1-1 0,0 1 1,0-1-1,0 0 0,0 1 1,1-1-1,-1 1 0,0-1 1,0 0-1,6-43-664,-6 39 599,0-113-819,-3 42 946,10 86 542,1-1 1,1 0 0,16 15-1,19 35-827,-44-59 226,1 0-1,-1 0 1,0 1-1,0-1 1,0 0-1,0 0 1,0 0 0,1 0-1,-1 0 1,0 0-1,0 0 1,0 0 0,1 0-1,-1 1 1,0-1-1,0 0 1,0 0-1,1 0 1,-1 0 0,0 0-1,0 0 1,0 0-1,1 0 1,-1 0-1,0 0 1,0-1 0,0 1-1,1 0 1,-1 0-1,0 0 1,0 0 0,0 0-1,0 0 1,1 0-1,-1 0 1,0-1-1,0 1 1,0 0 0,0 0-1,0 0 1,1 0-1,-1-1 1,6-11-398,1-14-27,-7 26 435,1-4-9,0-1 1,0 1-1,-1-1 1,0 1-1,0-1 1,0 1-1,0-1 1,-1 1-1,1-1 1,-1 1-1,0 0 1,0-1-1,-1 1 1,0 0-1,-2-5 1,36 64 286,211 287 1519,-229-321-1616,0 1 0,-1 1 0,10 26 0,-20-41-150,1 1-1,-2-1 0,1 1 0,-1 0 0,-1 0 0,1-1 1,-1 1-1,-1 0 0,0 0 0,0 0 0,-1 0 0,-3 15 1,4-23-27,0 0 1,0 0-1,-1 0 1,1 0-1,0 1 0,-1-1 1,1 0-1,-1 0 1,1 0-1,-1 0 1,1 0-1,-1 0 1,0-1-1,0 1 1,1 0-1,-1 0 1,0 0-1,0-1 1,0 1-1,0 0 1,0-1-1,0 1 0,0-1 1,0 1-1,0-1 1,0 0-1,0 1 1,-2-1-1,0 0-4,1 0-1,-1-1 1,0 1 0,1-1-1,-1 1 1,1-1-1,-1 0 1,1 0-1,-1 0 1,1-1 0,0 1-1,-3-2 1,-7-6-111,0-1 1,0-1 0,-11-12 0,21 21 78,-27-28-898,-95-109-3942,87 90-828,6-3-4034,15 21-1235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1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17448,'42'7'8176,"1"5"-4039,-19-3-3407,-1 1 1,0 1 0,27 17 0,-42-21-728,0-1 0,0 1 0,0 0-1,-1 1 1,0-1 0,0 1-1,-1 1 1,0-1 0,-1 1 0,0 1-1,0-1 1,-1 0 0,0 1 0,0 0-1,-1 0 1,-1 0 0,0 0 0,0 1-1,-1-1 1,0 20 0,-1-8-1098,-1 1 1,0-1-1,-9 35 0,4-29-3636,-2-1 0,-13 30-1,4-15-9437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44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 12070,'-4'3'1172,"0"-1"0,1 1 1,-1 0-1,1 0 0,-1 1 1,1-1-1,0 1 1,0 0-1,1-1 0,-3 5 1,1-1-766,0 0 0,1 0 1,0 0-1,0 0 1,1 0-1,-3 14 0,5-18-472,-1 0 0,1 0 0,-1 0 0,1 0 0,0 1 0,1-1 0,-1 0 0,0 0 0,1 0 0,0 1 0,0-1 0,0 0 0,0 0 0,0 0 0,0 0 0,3 2 0,-2-3 111,0 0 1,0 0-1,0 0 1,0 0-1,1 0 1,-1-1-1,1 1 1,-1-1-1,1 0 1,0 0-1,-1 0 1,1 0 0,0 0-1,0-1 1,-1 1-1,1-1 1,0 1-1,0-1 1,0 0-1,0 0 1,4-1-1,-4 1 10,1-1 0,0 1 0,0-1 0,-1 0 0,1 0 0,0 0 0,-1 0 0,1 0 0,-1-1 0,1 0-1,-1 1 1,0-1 0,0-1 0,0 1 0,0 0 0,0-1 0,0 0 0,-1 1 0,1-1 0,-1 0 0,0 0-1,0 0 1,0-1 0,0 1 0,0 0 0,-1-1 0,1 0 0,-1 1 0,0-1 0,0 1 0,-1-1 0,1 0 0,-1 0-1,0 0 1,0 1 0,0-1 0,0 0 0,0 0 0,-1 1 0,0-1 0,0 0 0,0 1 0,0-1 0,-1 1 0,1-1-1,-1 1 1,-4-7 0,4 6-228,-1 0 0,0 0-1,0 0 1,0 0-1,-1 1 1,1-1 0,-8-5-1,10 8-336,-1 0-1,0 0 1,1 1 0,-1-1-1,0 0 1,0 1-1,0-1 1,0 1 0,0-1-1,1 1 1,-1 0-1,0 0 1,0 0 0,-3 0-1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44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13542,'0'18'5202,"0"9"-1292,0-18-3450,1 0 1,-1 0-1,2 0 1,-1 0-1,4 9 1,-5-18-454,1 1 0,-1-1 0,0 0-1,1 1 1,-1-1 0,0 0 0,1 1 0,-1-1 0,1 0 0,-1 0-1,1 0 1,-1 1 0,1-1 0,-1 0 0,1 0 0,-1 0-1,1 0 1,-1 0 0,1 0 0,-1 0 0,0 0 0,1 0 0,-1 0-1,1 0 1,-1 0 0,1 0 0,-1-1 0,1 1 0,-1 0 0,1 0-1,-1 0 1,1-1 0,-1 1 0,0 0 0,1-1 0,-1 1 0,0 0-1,1-1 1,-1 1 0,1-1 0,17-13 32,-5-1 46,-1 0 0,0-1 0,18-32 0,-23 36 109,-6 12-178,-1 0 1,0 0-1,1 0 1,-1 0-1,0 0 1,1 1 0,-1-1-1,0 0 1,1 0-1,-1 0 1,0 0-1,0 1 1,1-1-1,-1 0 1,0 0-1,1 1 1,-1-1 0,0 0-1,0 0 1,0 1-1,1-1 1,-1 0-1,0 1 1,0-1-1,0 0 1,0 1-1,0-1 1,1 0 0,-1 1-1,0-1 1,0 0-1,0 1 1,0-1-1,0 0 1,0 1-1,7 22 212,-5-18-158,0 0 26,0 1 0,0-1 0,1 0-1,-1 0 1,1 0 0,0-1 0,1 1-1,-1-1 1,1 0 0,0 1-1,0-2 1,0 1 0,8 5 0,-9-8 36,-1 1 0,1-1 0,0 0 0,0 0 0,0 0-1,0-1 1,0 1 0,0-1 0,0 1 0,1-1 0,-1 0 0,0 0 0,0-1 0,0 1 0,0-1 0,0 1 0,0-1 0,0 0 0,0 0 0,0 0 0,0 0 0,-1-1 0,1 1 0,0-1 0,-1 0 0,5-4 0,-1 1-49,0-1 0,-1 0-1,0 0 1,0 0 0,0-1 0,-1 0-1,0 0 1,0 0 0,-1 0 0,5-13 0,-6 15-368,-1-1 1,1 1 0,-1-1 0,0 1 0,-1-1-1,1 0 1,-1 1 0,0-1 0,-1-8-1,1 13 80,-1 1-1,1-1 1,0 0-1,0 0 1,0 1-1,-1-1 1,1 0-1,0 1 1,-1-1-1,1 0 1,0 1-1,-1-1 1,1 0-1,-1 1 1,1-1-1,-1 1 1,0-1-1,1 1 0,-1-1 1,0 0-1,-5-1-4215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44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0 208 10645,'3'0'778,"0"0"1,-1 0-1,1 0 1,0 0-1,-1 0 1,1-1-1,0 1 0,-1-1 1,1 1-1,4-3 1,27-18 2112,-24 13-2247,-1-1 0,1 0 0,13-18 0,-20 24-554,-1-1 0,0 1-1,0 0 1,-1-1-1,1 1 1,-1-1 0,0 0-1,0 0 1,0 1-1,0-1 1,0 0 0,-1 0-1,0 0 1,0 0-1,0 0 1,0 1 0,-1-1-1,1 0 1,-1 0 0,0 0-1,0 1 1,-1-1-1,1 0 1,-1 1 0,1-1-1,-1 1 1,0-1-1,-1 1 1,1 0 0,0 0-1,-1 0 1,0 0-1,-4-3 1,6 5-80,0 1 0,1-1 0,-1 1 0,0 0 0,0-1 0,1 1 1,-1 0-1,0-1 0,0 1 0,0 0 0,1 0 0,-1 0 0,0 0 0,0 0 0,0 0 0,1 0 0,-1 0 0,0 0 1,0 0-1,0 0 0,1 1 0,-1-1 0,0 0 0,0 1 0,1-1 0,-2 1 0,-1 1 48,1-1-1,0 1 1,0 0 0,0 0-1,1 0 1,-1 0-1,0 0 1,-1 4 0,-21 47 1168,22-45-1049,-1 1-1,1 0 1,0-1-1,1 1 1,0 0-1,0 0 1,1 0-1,0 0 1,2 13 0,-1-20-241,-1 1 1,1 0 0,0 0 0,0 0-1,0 0 1,0-1 0,1 1 0,-1 0-1,1-1 1,0 1 0,-1-1-1,1 0 1,0 1 0,1-1 0,-1 0-1,0 0 1,0-1 0,1 1 0,-1 0-1,1-1 1,0 1 0,-1-1 0,1 0-1,0 0 1,0 0 0,0 0-1,0-1 1,0 1 0,0-1 0,0 0-1,4 1 1,0-1-436,0-1 0,0 1 0,-1-1 0,1 0 0,0-1 0,-1 1 0,1-1 0,-1-1 0,1 1-1,8-6 1,21-16-3966,-3-3-4130,-9 6-2335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45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25 137 14967,'-11'46'8387,"7"-32"-6175,1 0 0,1 0 0,-2 23-1,6-45-2130,0 0 0,1 0 0,0 0 0,0 0-1,1 0 1,5-7 0,1-2-302,1 0 0,1 1 0,0 0 0,1 1 0,1 0 0,25-20 0,8 3-5834,5 7-6952,-24 14 849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45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13078,'-2'56'11423,"-2"1"-5908,1-14-4139,3 84-1,0-127-1375,0 1 0,0-1 0,0 0 0,0 1 0,0-1 0,0 0 0,0 1 0,0-1 0,0 0 0,0 0 0,0 1 0,0-1 0,0 0 0,0 1 0,1-1 0,-1 0 0,0 0 0,0 1 0,0-1 0,0 0 0,0 0 0,1 1 0,-1-1 0,0 0 0,0 0 0,1 0 0,-1 1 0,0-1 0,0 0 0,1 0 0,-1 0 0,0 0 0,0 0 0,1 0 0,-1 1 0,0-1 0,1 0 0,-1 0 0,0 0 0,0 0 0,1 0 0,-1 0 0,0 0 0,1 0 0,-1 0 0,0 0 0,16-12 0,12-22 0,-23 26 0,0 0 0,1 1 0,0 0 0,1 0 0,-1 0 0,1 1 0,1 0 0,-1 0 0,10-5 0,-14 9 0,1 0 0,-1 1 0,1-1 0,0 1 0,0 0 0,0 0 0,0 0 0,-1 0 0,1 1 0,0-1 0,0 1 0,0 0 0,0 0 0,0 1 0,0-1 0,0 1 0,0 0 0,0 0 0,0 0 0,0 1 0,-1-1 0,1 1 0,-1 0 0,6 3 0,-9-5 0,1 1 0,0-1 0,-1 1 0,1-1 0,0 1 0,-1-1 0,1 1 0,-1-1 0,1 1 0,-1-1 0,1 1 0,-1 0 0,1-1 0,-1 1 0,0 0 0,0 0 0,1-1 0,-1 1 0,0 0 0,0 0 0,0-1 0,1 1 0,-1 0 0,0 0 0,0 0 0,0-1 0,0 1 0,-1 0 0,1 0 0,0 1 0,-1 0 0,-1 1 0,1-1 0,0 0 0,-1 1 0,1-1 0,-1 0 0,0 0 0,0 0 0,-3 2 0,-5 4 0,0 0 0,-21 11 0,-32 10-180,18-17-3877,58-30-10335,4 4 254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46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25 13238,'-3'10'7620,"-9"7"-4059,0 2-1680,11-16-1673,-1 1 1,1-1-1,0 1 0,1 0 1,-1-1-1,1 1 0,-1 0 1,1 0-1,0-1 0,0 1 0,1 0 1,-1 0-1,1-1 0,0 1 1,0 0-1,0-1 0,0 1 1,1-1-1,-1 1 0,1-1 1,0 0-1,0 0 0,0 1 1,0-1-1,6 4 0,-6-5-174,1 0 0,-1 0 0,1 0 0,0 0 0,0-1 0,0 0-1,0 1 1,0-1 0,0 0 0,0-1 0,0 1 0,0 0 0,0-1 0,1 0 0,-1 0 0,0 0-1,0 0 1,1 0 0,-1-1 0,0 1 0,0-1 0,0 0 0,0 0 0,0 0 0,0 0 0,0 0-1,0-1 1,0 0 0,-1 1 0,4-4 0,-1 2-21,0-1 0,-1 0 0,0 0 0,0-1 0,-1 1 0,1-1 1,-1 0-1,0 0 0,0 0 0,0 0 0,-1 0 0,1-1 0,-2 1 0,1-1 0,2-10 0,-4 14-106,0-1 0,1 0 0,-1 1 0,0-1-1,0 0 1,-1 1 0,1-1 0,0 1 0,-1-1-1,0 1 1,1-1 0,-1 1 0,0-1 0,0 1-1,-1 0 1,1-1 0,0 1 0,-1 0 0,0 0-1,1 0 1,-1 0 0,0 0 0,0 0 0,0 1 0,0-1-1,0 1 1,0-1 0,0 1 0,-1 0 0,1 0-1,-1 0 1,1 0 0,-1 0 0,1 0 0,-1 1-1,-4-1 1,5 0-916,-23-4-1448,14 1-1967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46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74 14263,'-2'32'9043,"1"-19"-7650,0 1 0,1-1 0,2 14 0,-2-24-1198,0 0-1,1 0 1,0 1-1,0-1 1,0 0-1,0 0 1,0 0 0,1 0-1,0 0 1,-1 0-1,1-1 1,0 1-1,0 0 1,0-1-1,1 0 1,-1 1 0,3 1-1,-3-3-178,0 0-1,0-1 1,0 1 0,-1-1-1,1 1 1,0-1-1,0 0 1,0 1-1,0-1 1,0 0 0,0 0-1,0-1 1,0 1-1,0 0 1,0-1 0,-1 1-1,1-1 1,0 0-1,0 1 1,0-1-1,-1 0 1,1 0 0,0 0-1,-1 0 1,1 0-1,1-2 1,3-1-22,-1-1 1,0 0-1,1 0 0,-1 0 1,7-10-1,-7 5 51,0 0 1,0 0-1,-1 0 1,0-1-1,3-15 0,3-7-1135,3 1-3662,-11 28 2535,1-1 1,0 1-1,0 0 0,0-1 0,1 2 1,7-8-1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46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0 359 12262,'5'26'8696,"0"0"-4071,0-6-3213,-1 0 0,-1 1-1,0 22 1,-3-42-1375,0-1 0,0 0-1,0 1 1,0-1 0,0 1 0,0-1-1,0 0 1,0 1 0,0-1-1,0 1 1,0-1 0,0 0 0,0 1-1,0-1 1,0 1 0,0-1-1,0 0 1,0 1 0,1-1-1,-1 0 1,0 1 0,0-1 0,0 0-1,1 1 1,-1-1 0,0 0-1,0 1 1,1-1 0,-1 0 0,0 0-1,1 1 1,-1-1 0,0 0-1,1 0 1,0 1 0,11-12 327,18-34-648,-24 34 419,-3 6-135,28-37 0,-30 40 0,1 0 0,0 0 0,-1 0 0,1 1 0,0-1 0,0 0 0,0 1 0,1-1 0,-1 1 0,0 0 0,0 0 0,1 0 0,-1 0 0,1 0 0,-1 0 0,4 0 0,-5 2 0,0 1 0,0-1 0,0 1 0,0 0 0,0-1 0,-1 1 0,1 0 0,0 0 0,-1-1 0,0 1 0,1 0 0,-1 0 0,0 3 0,2 7-11,-1-9-171,0 0 0,0 1 0,1-1 0,-1 0-1,1-1 1,-1 1 0,1 0 0,0 0 0,0-1-1,0 1 1,0-1 0,1 1 0,-1-1 0,1 0-1,-1 0 1,1 0 0,0-1 0,-1 1 0,1 0-1,0-1 1,0 0 0,0 0 0,1 0 0,-1 0-1,0 0 1,0-1 0,1 1 0,-1-1 0,0 0-1,0 0 1,1 0 0,-1 0 0,0-1 0,0 1-1,7-3 1,8-3-687,0 0-1,0-2 0,0 0 1,-1-1-1,16-12 0,-4 4 850,-20 11-47,0 1 1,-1-1-1,0-1 0,0 0 1,11-11-1,-17 16 108,0-1 1,1 0-1,-1 1 0,0-1 0,0 0 0,-1 0 1,1 0-1,0 0 0,-1-1 0,0 1 0,0 0 1,0 0-1,0-1 0,0 1 0,-1-1 0,0 1 1,0-1-1,0 1 0,0-7 0,0 9-1,0 1-1,0-1 1,0 1-1,-1-1 1,1 1-1,0 0 0,0-1 1,0 1-1,0-1 1,0 1-1,-1-1 1,1 1-1,0 0 1,0-1-1,-1 1 1,1 0-1,0-1 1,-1 1-1,1 0 1,0-1-1,-1 1 1,1 0-1,0 0 1,-1-1-1,1 1 1,-1 0-1,1 0 0,0 0 1,-1 0-1,1-1 1,-1 1-1,0 0 1,-13 9 1067,-8 20 573,22-29-1656,-8 12 712,1 0 0,0 0 0,1 1 0,0 0 0,1 0 0,-4 21 0,8-30-665,0-1-1,0 1 1,1 0-1,-1 0 1,1-1 0,0 1-1,0 0 1,1 0-1,-1 0 1,1-1 0,0 1-1,-1 0 1,2 0-1,-1-1 1,0 1 0,1-1-1,0 1 1,0-1-1,0 0 1,0 0 0,0 0-1,1 0 1,-1 0-1,1 0 1,0-1 0,0 1-1,0-1 1,0 0-1,3 2 1,-3-2-71,0-1 0,0 0 0,0-1 0,0 1 0,0 0 0,0-1 0,1 0 0,-1 0 0,0 0 0,0 0 0,0 0 0,0 0 0,0-1 0,0 0 0,0 1 0,0-1 0,0-1 0,0 1 0,0 0 0,0 0 0,0-1 0,-1 0 0,1 0 0,-1 1 0,1-1 0,-1-1 0,4-3 0,2-2 0,1-2 0,-1 1 0,0-1 0,-1 0 0,11-20 0,-2-5-26,-2 0 0,-1-1 0,-2-1 0,-1 0 0,-2-1 0,-2 1 0,2-44 0,-8 79 23,1-7 11,-1 1 0,1-1-1,-2 0 1,1 0 0,-1 1-1,0-1 1,-1 1 0,-3-12 0,5 20-7,0 0 1,-1 0-1,1 0 1,0 0 0,0-1-1,0 1 1,0 0-1,0 0 1,0 0 0,0 0-1,0 0 1,0 0-1,0 0 1,0 0 0,0 0-1,0 0 1,-1 0-1,1 0 1,0-1 0,0 1-1,0 0 1,0 0-1,0 0 1,0 0 0,0 0-1,0 0 1,-1 0-1,1 0 1,0 0 0,0 0-1,0 0 1,0 0-1,0 0 1,0 0 0,0 0-1,0 0 1,-1 0-1,1 0 1,0 0 0,0 1-1,0-1 1,0 0-1,0 0 1,0 0 0,0 0-1,0 0 1,0 0-1,0 0 1,-1 0 0,1 0-1,0 0 1,0 0 0,0 0-1,0 1 1,0-1-1,0 0 1,0 0 0,0 0-1,0 0 1,-5 11 38,-2 14-35,4-4-34,2-1-1,0 1 1,1 0 0,1 0-1,1 0 1,1-1 0,1 1-1,1-1 1,0 0 0,2 0-1,0 0 1,1-1-1,1 0 1,22 34 0,-29-50-329,0 0-1,1 0 1,-1-1 0,1 1 0,-1-1 0,1 0-1,0 0 1,-1 0 0,5 2 0,10-1-5188,2-10-5605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2:47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5 15543,'-5'-1'1331,"1"0"-1,0 0 1,-1 0-1,1 1 1,-1 0-1,1 0 1,0 0-1,-5 1 1,-42 12 2418,43-9-3603,0-1 0,0 1 0,1 0 0,-1 0 0,1 1 0,0 0 0,0 0 0,1 1 0,-9 8 0,14-12-144,0 0 0,-1-1-1,1 1 1,0 0 0,1 0 0,-1-1 0,0 1-1,0 0 1,1 0 0,-1 0 0,1 0 0,0 0-1,-1 0 1,1 0 0,0 0 0,0 0 0,0 0-1,1 0 1,-1 2 0,1 0-1,1-1-1,-1 0 1,0 1 0,1-1 0,0 0-1,0 0 1,0 0 0,0 0-1,0 0 1,4 2 0,6 6-3,1 0 0,0-1 1,26 15-1,-28-18 5,56 28-3,-52-28 0,0 0 0,-1 1 0,1 0 0,-2 1 0,1 1 0,-1 0 0,-1 1 0,13 13 0,-24-22-3,1 0 1,0 0-1,-1 1 0,1-1 0,-1 0 1,0 1-1,0-1 0,0 1 1,0-1-1,0 1 0,0 0 0,-1-1 1,1 1-1,-1 0 0,0 0 1,0-1-1,0 1 0,0 0 0,0 0 1,-1 3-1,-1-3 14,1 1 0,-1-1 0,0 1-1,0-1 1,0 1 0,0-1 0,-1 0 0,1 0 0,-1 0 0,0-1-1,0 1 1,-5 3 0,-4 2-306,-1 0 0,0-1 0,0-1-1,0 0 1,-1-1 0,-22 6 0,23-9-957,1 1 0,-1-2 0,0 1 0,1-2 0,-16 0 0,17-1-1685,1-1-1,0 0 0,-19-6 1,-1-3-8586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2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28 14983,'2'-5'1419,"9"-17"8750,-11 34-7895,-4 28-1236,-3-1 0,-1 1-1,-18 50 1,15-57-1082,1 0-1,2 1 1,2 0 0,1 0-1,-1 41 1,6-70-107,0 1 1,1-1-1,-1 0 1,1 1-1,1-1 1,-1 0-1,1 0 1,0 0-1,0 0 1,0 0-1,1 0 1,-1 0-1,1-1 1,0 1-1,1-1 1,-1 0-1,1 0 1,7 6-1,-6-6-674,1 0 0,-1-1-1,1 0 1,0 0 0,-1 0 0,10 2 0,-7-2-1646,1-1 1,0 0-1,0-1 1,13 1-1,7-2-9270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3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63 346 15655,'-3'3'1033,"-1"1"0,1-1 0,0 0 0,0 1 0,0 0 0,0-1 0,-2 5 0,-14 36 1410,15-29-1984,0 0 1,1 0-1,-2 29 1,5-40-285,0 1 0,0-1 1,1 0-1,-1 1 0,1-1 1,0 0-1,2 6 0,-3-10-139,1 1-1,-1 0 1,0-1-1,1 1 1,-1-1 0,0 1-1,1 0 1,-1-1-1,1 1 1,-1-1-1,1 1 1,-1-1-1,1 1 1,-1-1-1,1 1 1,0-1-1,-1 0 1,1 1 0,0-1-1,0 1 1,0-1-19,0-1 1,0 1-1,0 0 1,0 0-1,0 0 1,0 0-1,0-1 1,0 1-1,0-1 1,0 1 0,0 0-1,0-1 1,-1 1-1,1-1 1,0 0-1,0 1 1,-1-1-1,1 0 1,1-1-1,9-10 16,0-1-1,0-1 0,-1 1 0,-1-2 1,-1 1-1,0-1 0,-1-1 0,0 1 0,-1-1 1,4-17-1,1-20-186,10-98 1,4-20-575,-31 199 993,2 1-1,1 1 1,1-1-1,3 44 0,1-49-932,1 1-1,9 34 0,-8-44-1086,1 0-1,1 0 0,0-1 0,14 25 0,-11-26-6064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3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0 255 10101,'10'-2'1482,"0"-1"0,-1 0 1,1-1-1,-1 0 1,13-7-1,-15 6-1025,0 1 1,-1-1-1,1-1 1,-1 1-1,0-1 1,8-10-1,-10 10-377,0 1 1,-1-1-1,1 0 0,-1 0 0,-1 0 0,1 0 0,-1-1 0,0 1 1,0-1-1,-1 0 0,0 1 0,0-1 0,-1 0 0,0 1 0,0-1 1,0 0-1,-1 0 0,0 1 0,-3-13 0,4 17-35,-1 0 0,1 0 0,-1 0 0,0 0 0,1 0 0,-1 0 0,0 0 0,0 0 0,0 0-1,0 0 1,-1 1 0,1-1 0,0 0 0,-1 1 0,1-1 0,-1 1 0,0-1 0,1 1 0,-1 0 0,0 0 0,0 0-1,0 0 1,-4-2 0,4 3-8,0 0 0,0 1-1,0-1 1,-1 0 0,1 1-1,0-1 1,0 1 0,0 0-1,0 0 1,0-1 0,0 2-1,0-1 1,0 0 0,0 0-1,1 0 1,-1 1 0,0-1-1,1 1 1,-1 0 0,1-1-1,-1 1 1,1 0 0,-1 2-1,-3 4 182,0 1-1,1-1 1,0 1-1,1 0 1,0 0-1,1 0 1,-1 0-1,2 0 1,-1 1-1,1-1 1,1 1-1,0 16 1,1-21-175,-1 1 0,1-1 0,0 1 0,1-1 0,-1 0 0,1 1 0,0-1 0,0 0 0,1 0 0,4 7 0,-5-10-150,0 1-1,1 0 1,-1-1-1,0 0 1,1 0 0,0 0-1,-1 0 1,1 0-1,0 0 1,0 0-1,0-1 1,1 0-1,-1 0 1,0 0-1,0 0 1,1 0 0,-1 0-1,4-1 1,-1 0-276,0 0 0,0 0 0,0-1 0,0 0 0,0 0 0,-1 0 0,1-1 0,0 0 0,-1 0 0,9-5 0,19-13-3588,-4-3-4077,-10 5-2738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3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10693,'-14'65'11098,"10"-49"-10307,0-1-1,1 0 1,1 1 0,0 0 0,1-1 0,2 24 0,-1-39-775,0 1 0,0-1 0,0 1 0,0-1 0,0 1-1,0-1 1,0 1 0,0-1 0,0 1 0,0-1 0,0 0 0,0 1 0,0-1 0,1 1-1,-1-1 1,0 1 0,0-1 0,1 0 0,-1 1 0,0-1 0,1 1 0,-1-1 0,0 0-1,1 1 1,-1-1 0,0 0 0,1 0 0,-1 1 0,1-1 0,-1 0 0,1 0 0,-1 0-1,1 1 1,-1-1 0,1 0 0,-1 0 0,0 0 0,2 0 0,16-13 129,12-26-128,-11 7 10,-15 23-69,1 1-1,0-1 1,0 1-1,1 0 1,0 1-1,0-1 1,0 1-1,1 0 1,14-10-1,-21 17 47,1-1 0,-1 1 1,1 0-1,-1 0 0,1-1 0,-1 1 0,1 0 0,-1 0 0,1 0 0,-1 0 0,1-1 0,0 1 0,-1 0 0,1 0 0,-1 0 0,1 0 0,-1 0 0,1 1 0,-1-1 0,1 0 0,0 0 0,-1 0 1,1 0-1,-1 1 0,1-1 0,-1 0 0,1 0 0,-1 1 0,1-1 0,-1 0 0,1 1 0,8 20 309,-6 30 325,-3-46-590,0 0-3,0 0 0,0 1 0,1-1 1,0 0-1,0 0 0,1 1 0,-1-1 0,1 0 1,2 5-1,-3-9-49,-1 0 0,1-1 0,-1 1 1,1 0-1,0 0 0,-1-1 0,1 1 1,0 0-1,0-1 0,-1 1 0,1 0 1,0-1-1,0 1 0,0-1 0,0 1 0,-1-1 1,1 0-1,0 1 0,0-1 0,0 0 1,2 0-1,-2 0-41,1 0-1,0-1 1,0 1 0,-1-1 0,1 1-1,0-1 1,0 0 0,-1 1 0,1-1-1,-1 0 1,1 0 0,-1 0 0,1-1-1,-1 1 1,0 0 0,2-2 0,63-83-6873,-66 85 6932,1 1 0,-1 0 0,0 0 0,0 0 0,0 0 0,0-1 0,0 1 0,0 0 0,1 0 0,-1 0 0,0 0 0,0 0 0,0 0 0,0 0 0,1-1 1,-1 1-1,0 0 0,0 0 0,0 0 0,1 0 0,-1 0 0,0 0 0,0 0 0,0 0 0,1 0 0,-1 0 0,0 0 0,0 0 0,0 0 0,0 0 0,1 0 0,-1 0 0,0 0 0,0 1 0,0-1 0,1 0 0,-1 0 0,0 0 0,0 0 0,0 0 1,0 0-1,1 0 0,-1 1 0,0-1 0,0 0 0,0 0 0,4 14 1415,-2 16 1444,-2-29-2774,0 5 157,0 0 0,1-1 0,-1 1 0,1 0 1,1-1-1,-1 1 0,3 6 0,-3-11-372,-1 1-1,1-1 1,0 0 0,-1 0 0,1 0-1,0 0 1,0 0 0,-1 0 0,1 0-1,0-1 1,0 1 0,0 0 0,0 0-1,0-1 1,0 1 0,2 0 0,-1-1-285,-1 1 0,0-1 0,1 0 0,-1 0 1,0 0-1,1 0 0,-1 0 0,1 0 1,-1-1-1,0 1 0,1 0 0,-1-1 0,0 1 1,1-1-1,-1 0 0,0 1 0,0-1 0,2-1 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4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5 15527,'-5'-4'6519,"4"4"-6209,1 0 1,-1 0-1,1-1 0,0 1 1,-1 0-1,1 1 1,0-1-1,-1 0 1,0 0-1,-13 7 2098,-9 13-1868,-29 41 2067,48-55-2388,0 0 0,0 0 0,1 1 0,0-1 0,0 1 0,0 0 0,1 0 0,-3 13 0,5-20-218,0 1 0,-1 0 0,1-1 0,0 1 0,0 0 0,0-1 0,0 1 0,0 0 0,-1-1 0,1 1 0,0 0 0,1-1 0,-1 1 0,0 0 1,0-1-1,0 1 0,0 0 0,0-1 0,1 1 0,-1 0 0,0-1 0,0 1 0,1-1 0,-1 1 0,1-1 0,-1 1 0,0 0 0,1-1 0,-1 1 0,1-1 0,-1 0 0,1 1 0,0-1 0,-1 1 0,1-1 0,-1 0 0,1 0 0,0 1 0,-1-1 0,1 0 0,0 0 0,-1 0 0,1 1 0,0-1 0,-1 0 0,1 0 0,0 0 0,-1 0 0,1 0 0,0-1 0,-1 1 0,1 0 0,0 0 0,-1 0 0,1 0 0,-1-1 0,1 1 0,0-1 0,4 0-74,-1-1 0,0 0 0,0 0-1,0-1 1,0 1 0,0-1 0,4-4 0,5-7-520,0-1 1,14-24 0,-2 3 298,-25 36 304,0-1 0,1 1 0,-1 0-1,0-1 1,0 1 0,1 0 0,-1-1-1,0 1 1,0 0 0,1-1-1,-1 1 1,0 0 0,1 0 0,-1-1-1,1 1 1,-1 0 0,0 0 0,1 0-1,-1 0 1,0-1 0,1 1-1,-1 0 1,1 0 0,-1 0 0,1 0-1,-1 0 1,0 0 0,1 0 0,-1 0-1,1 0 1,8 13 741,3 34 822,-6-23-1512,-6-23-56,1 1 1,0-1-1,-1 1 1,1-1-1,0 0 1,0 1-1,0-1 1,0 0-1,0 1 1,0-1-1,0 0 1,0 0-1,0 0 1,3 2-1,-3-3-25,-1 0-1,1 0 1,0 1 0,0-1-1,0 0 1,0 0 0,0 0-1,0 0 1,-1 0 0,1 0-1,0 0 1,0 0 0,0 0-1,0 0 1,0-1 0,0 1-1,-1 0 1,1-1 0,1 0-1,4-2-392,-1-1 0,0-1 1,0 1-1,0 0 0,7-11 0,-1 3-838,-1 1-4,0 1 0,2-1 0,-1 2 0,1 0-1,17-10 1,-27 19 1447,-1 0-1,0 0 1,0 0 0,0 1-1,1-1 1,-1 0 0,0 1-1,0-1 1,0 1 0,0-1-1,0 1 1,0 0 0,0-1-1,0 1 1,0 0 0,0 0-1,0 0 1,1 1 0,22 22 4137,-19-18-3269,-1-2-754,0 0 0,0-1 0,1 1 0,-1-1 0,1 0 0,8 5 0,-9-7-780,0 0 0,0 0 0,0 0 0,0-1 0,0 1 0,0-1-1,0 0 1,0 0 0,0 0 0,0-1 0,0 1 0,0-1 0,0 0 0,0 0 0,5-3 0,24-7-4047,5-1-4460,-8 2-2288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5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70 258 15383,'-3'1'975,"0"0"0,0 1 0,1-1 0,-1 1 0,1 0 0,-1 0 1,1 0-1,0 0 0,-4 4 0,-18 30 2584,22-31-3286,-1 1 0,1-1 0,0 1 0,0 0 0,0 0 0,1-1 0,0 1 0,0 0 0,1 0 0,-1 0 0,1 7 0,0-12-241,1 0-1,-1 1 0,0-1 0,0 1 0,1-1 1,-1 0-1,0 1 0,1-1 0,-1 0 0,1 0 1,0 1-1,-1-1 0,1 0 0,0 0 1,0 0-1,0 0 0,0 0 0,0 0 0,0 0 1,0 0-1,0 0 0,0-1 0,2 2 1,-1-2-26,-1 0 1,1 0-1,-1 0 1,1 0-1,-1 0 1,1 0-1,-1 0 1,1-1 0,-1 1-1,1 0 1,-1-1-1,0 0 1,1 1-1,-1-1 1,0 0-1,1 0 1,1-1 0,3-3-17,0 0 0,0-1 0,-1 1 0,0-1 0,0-1 0,8-11 0,12-35 10,-3 0 0,-2-2 0,-2 0 0,13-73 0,-30 114 0,-9 23 0,-8 23 0,9-7 1,1 0 0,1 1 0,1-1 0,-2 48 0,6-60-6,0 0 0,1 0 0,0 1 0,1-1 0,1 0-1,0 0 1,1-1 0,0 1 0,1-1 0,0 0 0,9 15 0,-11-23-215,0 0 0,0-1 0,0 1 0,0-1-1,1 0 1,-1 0 0,1 0 0,5 3 0,14 1-4582,-21-7 4067,-1-1 0,1 1-1,-1 0 1,1 0 0,-1 0 0,0-1 0,1 1-1,-1-1 1,1 1 0,-1-1 0,0 0 0,0 1 0,1-1-1,1-1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36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16279,'5'14'4178,"4"6"352,6 4-2417,2 8-432,3 7-320,2 10-225,-1 6-303,-1 2-337,-1 1-336,-1 1-160,-3-3 0,-4-3 0,-5-7-448,-6-2-689,-6 0-768,-13-2-2769,-12 1-3521,-4 2-8213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47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1155 11733,'-3'2'1791,"-16"11"3214,13-12-3291,7-11-72,12-17-999,0 2 0,2 0 1,1 1-1,0 0 0,2 1 1,27-27-1,12-5 309,67-51 1,374-271 1633,-344 274-2640,228-115 0,-315 184-372,69-32-3454,-120 63 1580,-18 9-1980,-21 16-5662,4-5-1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48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0 12950,'0'0'323,"1"0"0,0 0 0,-1 0-1,1 1 1,-1-1 0,1 0 0,-1 0 0,1 0 0,-1 1 0,1-1-1,-1 0 1,1 1 0,-1-1 0,1 0 0,-1 1 0,1-1 0,-1 0 0,1 1-1,-1-1 1,0 1 0,1-1 0,-1 1 0,0-1 0,0 1 0,1-1 0,-1 1-1,0 0 1,0-1 0,0 1 0,1 0 0,-1 28 2485,-11 29-2828,10-56 357,-51 154 541,36-118-534,3-1 0,1 2 0,1 0 0,-8 67 0,19-102-297,0 0-1,-1 0 0,1-1 0,1 1 0,-1 0 0,0-1 1,1 1-1,0 0 0,0-1 0,0 1 0,0-1 0,1 1 1,0-1-1,1 4 0,-1-5-8,0-1 1,-1 1-1,1 0 1,0-1-1,0 0 1,0 0-1,0 1 1,0-1-1,0 0 1,0-1 0,0 1-1,0 0 1,1-1-1,-1 1 1,0-1-1,0 1 1,1-1-1,-1 0 1,0 0-1,1 0 1,-1 0-1,0-1 1,5 0-1,18-6 65,0-1 0,0 0 0,-1-2 0,0-1-1,-1-1 1,24-16 0,17-8-1789,59-32-5518,-74 41-1804,-6 3-4113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49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1 125 12454,'8'1'9434,"-4"1"-7458,0 13-1333,3 40 1067,-2 94 0,-6-109-1184,1 1-1,3 0 1,1 0 0,18 71-1,-41-281-525,14 112-139,1-75 0,5 114 131,1 0 1,0 0-1,1 0 1,1 0-1,0 1 0,1-1 1,2 1-1,10-21 0,-13 31 17,0 1 0,1-1 0,-1 2-1,1-1 1,1 0 0,-1 1-1,1 0 1,0 0 0,0 1-1,1-1 1,-1 2 0,1-1-1,0 1 1,7-3 0,-10 4 21,-1 1 1,0 0-1,1 0 1,-1 1-1,1-1 1,-1 0 0,1 1-1,-1 0 1,1 0-1,-1 0 1,1 1-1,-1-1 1,1 1 0,-1-1-1,0 1 1,1 0-1,-1 1 1,0-1 0,0 1-1,1-1 1,-1 1-1,0 0 1,-1 0-1,1 0 1,0 0 0,-1 1-1,1-1 1,-1 1-1,1-1 1,-1 1 0,0 0-1,2 4 1,-2-2 15,0 1 0,0-1 0,0 1 0,-1 0 0,0-1 0,0 1 0,0 0 0,-1 0 0,0 0 0,0-1 0,-1 1 0,1 0 0,-1 0 1,0-1-1,-1 1 0,1 0 0,-1-1 0,-5 10 0,-4 10 49,-2-1 1,-25 36-1,36-56-82,-11 14 1,3-4-29,1 1 1,0-1-1,0 2 0,-6 17 1,53-50 33,-28 14-8,0 0-1,0 0 1,0 1 0,0 0 0,0 1 0,0 0 0,1 1 0,-1 0 0,0 0 0,1 1 0,-1 1 0,15 3 0,-4 1-1,0 0 0,-1 1 0,1 2 0,36 20 0,-55-29-8,-1 1 0,1 0 0,0 0 0,0 1 0,0-1 0,-1 0 0,1 0 0,0 1 0,-1-1 0,1 1 0,-1 0 0,0-1 0,0 1 0,1 0 0,-1 0 0,0 0 0,0 0 0,-1 0 0,1 0 0,0 0 0,-1 0 0,1 0 0,-1 0 0,0 0 0,1 0 0,-1 0 0,0 0 0,-1 0 0,1 1 0,0-1 0,0 0 0,-1 0 0,1 0 0,-1 0 0,0 0 0,0 0 0,1 0 0,-1 0 0,-1 0 0,1-1 0,0 1 0,0 0 0,-1-1 0,-1 3 0,-7 7-1,0-1-1,-1 0 1,0 0-1,0-1 1,-15 8-1,9-7-8,0 0 0,-1-1-1,0-1 1,-24 8 0,35-14-206,0 0 0,-1 0 1,1 0-1,0-1 0,-1 0 1,1 0-1,-1-1 0,1 0 0,-1 0 1,1-1-1,-1 0 0,1 0 1,0-1-1,-9-3 0,14 4 0,1 0-1,-1 0 1,1 0-1,-1 0 1,1 0-1,0 0 1,-1-1-1,1 1 1,0-1-1,0 1 1,0-1-1,0 1 1,0-1-1,0 1 1,1-1-1,-1 0 1,1 1-1,-1-1 1,1 0-1,-1 0 1,1 0-1,0 1 1,0-1-1,0 0 1,0 0-1,0 0 1,0 0-1,1 1 1,0-4-1,0-3-1763,1 1 0,1 0 0,-1 0-1,1 0 1,7-13 0,8-8-9238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50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97 223 13462,'-14'19'4625,"-11"19"756,-10 24-2470,31-54-2652,1 1 0,-1-1 0,1 1 0,1 0 0,0 0 1,0 0-1,1 0 0,0 1 0,0-1 0,1 12 0,0-19-222,0-1-1,0 0 0,0 0 1,1 1-1,-1-1 0,0 0 1,0 0-1,1 1 1,-1-1-1,1 0 0,-1 0 1,1 0-1,-1 1 0,1-1 1,0 0-1,-1 0 0,1 0 1,0 0-1,0 0 0,0-1 1,2 3-1,-2-3-23,0 0 1,0 0-1,0 0 0,0 1 0,0-1 0,0 0 1,0-1-1,0 1 0,0 0 0,0 0 0,0 0 1,0-1-1,0 1 0,0 0 0,0-1 0,0 1 1,0-1-1,0 1 0,0-1 0,1 0 1,3-3-6,0 0 0,0-1 0,0 0 0,-1 0 0,1 0 0,5-10 0,29-61-59,-28 53 17,1-1-1,21-30 0,-32 53 38,0 0 0,-1 0-1,1-1 1,0 1 0,0 0-1,0 1 1,0-1-1,0 0 1,0 0 0,0 0-1,0 0 1,0 1 0,0-1-1,0 1 1,1-1-1,-1 1 1,0-1 0,3 0-1,-3 1 18,0 1 0,0-1-1,0 0 1,0 0 0,0 1-1,0-1 1,-1 0 0,1 1-1,0-1 1,0 1 0,0-1 0,0 1-1,-1 0 1,1-1 0,0 1-1,0 0 1,-1-1 0,1 1-1,0 1 1,4 6 194,-1 0 0,0 1 0,0-1 0,3 14 0,0-2 76,-7-19-311,1 0 1,-1 0-1,1 1 0,-1-1 0,1 0 1,-1 0-1,1 0 0,0 0 1,-1 0-1,1 0 0,0-1 0,0 1 1,0 0-1,0 0 0,0 0 1,0-1-1,0 1 0,0-1 0,0 1 1,0-1-1,0 1 0,0-1 1,0 1-1,0-1 0,1 0 0,-1 0 1,2 1-1,-1-2-142,0 1 0,0-1-1,0 0 1,0 0 0,0 0 0,0 0 0,0 0 0,0 0-1,0 0 1,0 0 0,-1-1 0,1 1 0,2-4 0,4-4-967,-1 0 0,1-1 0,-2 0 1,8-15-1,-7 10 154,0-1 1,-2 0 0,0 0-1,-1 0 1,4-27-1,-4 2 854,-1-46 1,-2 74 2312,2 22 402,1 24-118,-3-2-1508,0-4 99,1 1 1,10 55 0,-10-77-1055,-1 1 0,1-1 0,0 0-1,1 1 1,0-1 0,0 0 0,0 0 0,0-1-1,1 1 1,0-1 0,0 0 0,1 0 0,0 0-1,-1-1 1,2 1 0,-1-1 0,0 0 0,7 3-1,-9-6-189,0 0 0,0 0 0,0 0 0,0-1 0,0 1 0,0-1 0,0 1 0,0-1 0,0 0 0,0 0 0,0-1 0,0 1 0,0-1 0,0 1 0,0-1 0,0 0 0,0 0 0,0-1 0,-1 1 0,1 0 0,0-1 0,-1 0 0,1 1 0,-1-1 0,1 0 0,2-4 0,7-5-1011,0-2 1,-1 0-1,15-22 1,-20 25 605,29-44-8597,-20 27-550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50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90 12838,'-15'36'8160,"-13"32"-2981,26-61-4937,1-1 1,-1 0-1,1 1 1,0-1-1,1 1 1,0-1 0,0 1-1,1 11 1,-1-17-234,0-1-1,0 1 1,0-1 0,0 1 0,1-1 0,-1 1 0,0-1 0,0 1 0,0-1 0,0 1-1,1-1 1,-1 1 0,0-1 0,0 0 0,1 1 0,-1-1 0,0 1 0,1-1-1,-1 0 1,1 1 0,-1-1 0,0 0 0,1 1 0,-1-1 0,1 0 0,-1 0 0,1 1-1,-1-1 1,1 0 0,-1 0 0,1 0 0,0 0 0,16-7 88,13-21-50,-1-17-14,-21 31-52,0 1-1,1 0 0,17-19 1,-11 83 2065,-15-48-1967,1 0-1,0-1 0,0 1 1,0 0-1,0-1 1,0 1-1,1-1 1,-1 1-1,1-1 0,0 0 1,-1 1-1,1-1 1,0 0-1,0 0 1,1 0-1,-1-1 0,0 1 1,1 0-1,-1-1 1,5 2-1,-4-2-159,-1-1 1,1 1-1,0-1 0,0 0 1,-1 0-1,1 0 0,0 0 1,0-1-1,-1 1 0,1-1 1,0 1-1,-1-1 0,1 0 1,-1 0-1,1-1 0,-1 1 0,1 0 1,-1-1-1,0 1 0,0-1 1,3-2-1,8-9-1329,0 0 0,-1 0 0,0-1-1,-2-1 1,1 0 0,13-28 0,3-17-9683,-20 39 1387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50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7 13590,'-2'32'7356,"1"32"-1613,2-60-5443,-1 0 1,1 1-1,0-1 0,0 0 0,0 0 0,0 0 0,1 0 1,-1 0-1,1 0 0,0 0 0,5 6 0,-6-10-289,-1 1 0,1 0 0,0-1 0,0 1 0,-1-1 0,1 1 0,0-1 0,0 1 0,0-1 0,0 0 0,0 1 0,0-1 0,0 0 0,-1 0 0,1 0 0,0 0 0,0 0 0,0 0 0,0 0 0,0 0 0,0 0 0,0 0 0,0 0 0,0-1 0,0 1 0,0 0 0,0-1 0,-1 1 0,1-1 0,0 1 0,0-1 0,0 1 0,-1-1 0,1 1 0,0-1 0,-1 0 0,1 1 0,0-1 0,-1 0 0,2-1 1,31-42-43,-23 29 24,-9 13 9,7-9-32,1 1 0,0 0 0,0 0 0,19-14 0,-26 22 75,1 0 0,0 0-1,0 1 1,0-1 0,0 1-1,0 0 1,0 0 0,0 0-1,0 0 1,0 0 0,0 1-1,1-1 1,-1 1 0,0 0-1,0 0 1,1 0 0,-1 0-1,0 1 1,0 0 0,1-1-1,-1 1 1,0 0 0,0 0-1,0 1 1,3 1 0,17 11 486,-17-10-781,1 1 0,-1-2 0,1 1 0,0-1 0,11 4 0,-16-7-159,-1 1 1,1-1-1,0 0 0,0 0 0,0 0 0,0 0 1,0 0-1,0 0 0,0 0 0,0-1 0,0 1 1,0-1-1,0 1 0,0-1 0,-1 0 0,1 1 1,0-1-1,0 0 0,-1-1 0,1 1 0,-1 0 0,1 0 1,-1-1-1,1 1 0,1-3 0,18-23-10334,-8 10 1365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51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0 13558,'-2'6'7148,"-7"8"-4398,0 0-1661,0 8 789,2 1 0,-9 38 0,14-48-1562,0 1-1,0-1 1,1 1-1,1 0 1,1-1 0,1 15-1,-1-26-363,-1 1 0,0-1-1,1 0 1,-1 0 0,1 0 0,0 0-1,0 0 1,0 0 0,0 0 0,0 0-1,0 0 1,0 0 0,1 0-1,-1-1 1,1 1 0,-1 0 0,1-1-1,0 0 1,-1 1 0,1-1 0,0 0-1,3 2 1,-2-2-196,1-1-1,-1 1 1,1 0 0,-1-1-1,1 0 1,-1 1 0,1-1-1,-1-1 1,1 1 0,0-1-1,-1 1 1,6-3-1,4-1-624,-1-1 0,0 0-1,0-1 1,0 0-1,-1-1 1,16-12-1,27-29-2571,-21 13-5187,-18 18-1318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51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34 266 13686,'8'-5'1734,"-1"1"0,0-1 1,1 0-1,7-8 0,25-31 860,-30 30-2355,-1 0 1,0 0-1,-1 0 0,11-31 1,-17 39-202,0 1 1,0-1 0,-1 0-1,0 0 1,-1 0-1,1 0 1,-1 0-1,-1-11 1,1 16-24,0 0 1,-1 0 0,1-1-1,0 1 1,-1 0 0,1 0-1,-1-1 1,0 1 0,1 0-1,-1 0 1,0 0 0,1 0-1,-1 0 1,0 0 0,0 0-1,0 0 1,0 0 0,-2 0-1,2 0 20,-1 0 0,1 1 0,-1 0-1,0-1 1,0 1 0,1 0 0,-1 0-1,0 0 1,1 0 0,-1 0 0,0 0-1,0 0 1,1 0 0,-1 1 0,0-1-1,1 1 1,-4 1 0,-4 2 211,0 1-1,0 0 1,0 1 0,1 0 0,0 0-1,0 1 1,0 0 0,1 0 0,0 1-1,1 0 1,-1 0 0,2 0 0,-1 1-1,1 0 1,-4 10 0,6-13-118,1 0 1,0 0-1,0 1 0,0-1 1,1 1-1,0-1 0,0 1 1,1-1-1,0 1 0,1 12 1,0-14-129,0 0 0,0-1 1,1 1-1,-1-1 0,1 0 1,0 1-1,1-1 0,-1 0 1,1 0-1,-1 0 0,1-1 0,0 1 1,1-1-1,-1 1 0,1-1 1,5 4-1,-4-4-24,0 1 0,1-2 0,-1 1 0,1-1 0,-1 0 0,1 0 0,0 0 0,0-1 0,0 0 0,0 0 0,0 0 0,0-1 0,0 0 0,0 0 0,10-2 0,-10 1-329,-1 0-1,1 0 0,-1-1 1,0 0-1,1 0 0,-1-1 1,0 1-1,0-1 0,-1 0 1,8-6-1,43-42-6177,-19 16-4213,-17 15-474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52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96 200 13686,'0'0'240,"1"-1"1,-1 1-1,0 0 0,0-1 0,0 1 0,0-1 1,0 1-1,0-1 0,-1 1 0,1 0 0,0-1 0,0 1 1,0-1-1,0 1 0,0-1 0,-1 1 0,1 0 0,0-1 1,0 1-1,-1 0 0,1-1 0,0 1 0,-1 0 1,1-1-1,0 1 0,-1 0 0,1 0 0,-1-1 0,-11 4 2646,-11 16-790,16-9-1674,1 0 0,1 0-1,0 0 1,0 1 0,1 0 0,1 0 0,-3 12-1,1-2 410,1 1 0,-1 38 0,4-53-740,2-1-1,-1 1 1,1 0 0,0 0 0,0 0-1,1-1 1,-1 1 0,2-1 0,-1 1 0,1-1-1,0 0 1,4 6 0,-6-10-138,1 1-1,-1-1 1,1 0-1,0 0 1,0-1 0,0 1-1,0 0 1,1-1-1,-1 1 1,0-1 0,0 1-1,1-1 1,-1 0-1,1 0 1,-1 0-1,1-1 1,0 1 0,-1-1-1,1 1 1,0-1-1,-1 0 1,1 0 0,0 0-1,0 0 1,-1 0-1,1-1 1,0 1 0,-1-1-1,1 0 1,-1 0-1,1 0 1,3-2 0,7-3-588,1-2 0,-1 0 0,-1 0 0,1-2 0,-1 1 0,-1-1 0,13-14 1,68-90-4125,-68 82 3648,-7 11 456,-2 3-191,-1-1-1,-1 0 1,20-38 0,-30 45 972,-10 17 1090,-9 21 1145,14-21-2033,0 1 0,1-1 0,0 1 0,0 0-1,1-1 1,-1 1 0,1 0 0,0-1 0,1 1-1,-1 0 1,1-1 0,1 1 0,-1 0 0,1-1-1,-1 0 1,2 1 0,-1-1 0,0 0 0,1 0 0,6 8-1,-7-10-191,1 0 1,0 0-1,0 0 0,0 0 0,0-1 0,0 1 0,1-1 0,-1 0 0,1 0 1,0 0-1,0 0 0,-1-1 0,1 1 0,0-1 0,0 0 0,0 0 0,0-1 1,1 1-1,-1-1 0,0 0 0,0 0 0,0 0 0,0 0 0,0-1 1,0 0-1,0 0 0,0 0 0,7-3 0,-9 3-114,1 0 1,-1 0-1,0 0 1,0 0-1,0 0 1,0 0-1,0-1 0,0 1 1,0-1-1,-1 1 1,1-1-1,-1 0 0,1 0 1,-1 1-1,1-1 1,-1 0-1,0 0 0,0-1 1,0 1-1,1-4 1,-1 3-46,-1-1 1,1 1 0,-1-1 0,0 0-1,0 1 1,-1-1 0,1 1 0,-1-1-1,0 1 1,0-1 0,0 1 0,-2-5-1,0 1-367,0 0-1,-1 1 1,1-1-1,-1 1 1,-1 0-1,1 0 1,-1 1-1,0-1 1,-1 1-1,1 0 1,-1 1-1,-9-7 0,15 10 280,0 1-1,1-1 1,-1 0-1,0 0 1,0 0-1,1 1 1,-1-1-1,0 0 0,1 0 1,-1 1-1,0-1 1,1 0-1,-1 1 1,1-1-1,0 0 1,-1 1-1,1-1 0,-1 1 1,1-1-1,0 1 1,-1-1-1,1 1 1,1-1-1,18-15-625,-9 10 698,1 0 0,0 0 0,0 1 0,0 1 1,1 0-1,-1 1 0,1 0 0,0 1 0,0 1 1,20-1-1,-29 2 127,-1 0 0,1 0 0,0 1 0,0-1 1,-1 1-1,1 0 0,-1 0 0,1 0 0,-1 0 0,1 1 0,-1 0 1,1-1-1,-1 1 0,0 0 0,0 0 0,0 1 0,0-1 1,4 6-1,-3-2 221,0 0 0,0 0 0,0 0 1,-1 1-1,0 0 0,0 0 0,-1 0 1,2 10-1,-4-16-286,0 0 1,0 0 0,1-1-1,-1 1 1,0 0 0,0 0-1,0-1 1,1 1 0,-1 0-1,0 0 1,1-1-1,-1 1 1,0 0 0,1-1-1,-1 1 1,1 0 0,-1-1-1,1 1 1,-1-1 0,1 1-1,0-1 1,-1 1 0,1-1-1,0 1 1,-1-1-1,2 1 1,-1-1-12,0-1-1,0 1 0,0 0 1,0-1-1,-1 1 1,1-1-1,0 1 1,0-1-1,-1 1 1,1-1-1,0 1 0,-1-1 1,1 0-1,0 0 1,-1 1-1,1-1 1,-1 0-1,1-1 1,19-41-39,24-88-194,-44 130 239,0 1 0,1-1 0,-1 1 0,0-1 0,0 0 0,1 1 0,-1 0 0,0-1 1,1 1-1,-1-1 0,1 1 0,-1-1 0,1 1 0,-1 0 0,1-1 0,-1 1 0,1 0 0,-1-1 0,1 1 0,-1 0 0,1 0 0,-1 0 0,1-1 0,-1 1 0,1 0 1,0 0-1,-1 0 0,1 0 0,-1 0 0,1 0 0,1 0 0,22 11 823,17 26 422,-39-35-1240,1 1-141,0 1-1,1-1 0,-1 0 1,1 0-1,0-1 0,-1 1 1,1-1-1,0 0 1,0 0-1,1 0 0,7 2 1,-8-3-210,-1-1 1,0 0-1,1 0 1,-1-1 0,0 1-1,1-1 1,-1 1-1,0-1 1,0 0-1,0 0 1,0-1 0,0 1-1,0-1 1,0 1-1,0-1 1,5-4-1,30-26-4333,-15 8-3681,-11 7-1361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52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62 105 8196,'18'-30'4581,"-12"21"-3298,0 0 1,-1 0 0,0 0-1,0-1 1,3-13 0,-8 23-1233,0 0 0,1 0-1,-1 0 1,0-1 0,0 1 0,0 0 0,0 0 0,0 0 0,0 0 0,0 0 0,0 0 0,0-1 0,0 1 0,0 0 0,0 0-1,0 0 1,0 0 0,0 0 0,0 0 0,0-1 0,0 1 0,0 0 0,0 0 0,0 0 0,0 0 0,0 0 0,0-1 0,0 1-1,0 0 1,0 0 0,0 0 0,0 0 0,0 0 0,-1 0 0,1 0 0,0-1 0,0 1 0,0 0 0,0 0 0,0 0 0,0 0-1,0 0 1,-1 0 0,1 0 0,0 0 0,0 0 0,0 0 0,0 0 0,0 0 0,0 0 0,-1 0 0,1 0 0,0 0 0,0 0-1,0 0 1,0 0 0,0 0 0,-1 0 0,1 0 0,0 0 0,-12 7 1201,-11 15-288,12-12-673,2 0 0,-1 1 0,1 0 0,1 0 0,-11 21 0,17-29-248,1-1 0,-1 1-1,1 0 1,0 0 0,0 0 0,0 0 0,1 0 0,-1 1 0,1-1 0,0 0 0,-1 0 0,2 0 0,-1 0 0,0 0 0,1 1-1,-1-1 1,1 0 0,0 0 0,0 0 0,0 0 0,0 0 0,0 0 0,1-1 0,0 1 0,-1 0 0,1-1 0,0 1-1,0-1 1,0 1 0,5 2 0,4 3 125,0 0 1,0-1-1,1-1 0,0 0 0,16 6 1,25 13 88,-53-25-270,1 0-1,-1 0 1,0 0-1,1 0 1,-1 0-1,0 1 1,1-1-1,-1 0 1,0 0-1,1 0 1,-1 1-1,0-1 1,1 0-1,-1 0 1,0 1-1,0-1 1,1 0-1,-1 0 1,0 1-1,0-1 1,1 0-1,-1 1 1,0-1-1,0 0 0,0 1 1,0-1-1,0 1 1,0-1-1,1 0 1,-1 1-1,0-1 1,0 0-1,0 1 1,0-1-1,0 1 1,0-1-1,-1 1 1,-13 6-1992,-23-3-3611,9-8-5437,14 0 96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53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1 259 14359,'1'-1'373,"0"1"1,1-1-1,-1 0 0,0 1 1,0-1-1,1 1 1,-1-1-1,1 1 1,-1-1-1,0 1 1,1 0-1,-1 0 1,1 0-1,-1 0 1,1 0-1,-1 0 1,0 0-1,1 0 1,-1 1-1,1-1 1,-1 0-1,0 1 1,3 0-1,-2 1-94,0 0 0,0-1 0,0 1 0,0 0 0,0 0 0,0 0 0,0 1 0,-1-1 0,1 0 0,-1 1 0,2 3 0,3 9 207,-1 0 0,-1 0 0,4 24 1,-7-33 18,11 69 1122,8 37-856,-15-161-2643,-2 27 1389,0 0 215,1 0 0,1 0 0,0 1 1,2-1-1,0 1 0,2 1 0,16-31 0,-25 50 270,1 0-1,0 0 1,-1-1 0,1 1-1,0 0 1,0 0-1,0 0 1,0 0-1,0 0 1,0 0-1,0 0 1,0 0-1,0 1 1,0-1-1,0 0 1,1 0-1,-1 1 1,0-1 0,0 1-1,1 0 1,-1-1-1,1 1 1,-1 0-1,0-1 1,1 1-1,-1 0 1,0 0-1,1 0 1,-1 1-1,1-1 1,-1 0-1,0 0 1,1 1 0,-1-1-1,0 1 1,1-1-1,-1 1 1,0-1-1,0 1 1,0 0-1,1 0 1,-1 0-1,0-1 1,0 1-1,0 0 1,1 3 0,7 5 105,-1 1 1,0 1-1,0 0 1,7 14-1,-3-5 156,-11-18-217,24 40 945,-24-40-897,0 0 1,0 0 0,0 0 0,0 1 0,-1-1 0,1 0 0,-1 0 0,1 1 0,-1-1 0,0 0 0,0 1 0,0-1-1,0 0 1,0 1 0,-1-1 0,1 0 0,-2 5 0,2-7-91,-1 0 1,1 0-1,-1 0 0,1 0 1,-1 0-1,1 0 0,0 0 1,-1-1-1,1 1 1,-1 0-1,1 0 0,-1 0 1,1 0-1,0-1 0,-1 1 1,1 0-1,0 0 0,-1-1 1,1 1-1,0 0 0,-1-1 1,1 1-1,0 0 0,0-1 1,-1 1-1,1-1 1,0 1-1,0 0 0,0-1 1,-1 0-1,-8-13-78,6 9-11,0 0-1,1 0 0,0-1 1,0 1-1,0-1 0,0 0 0,1 0 1,0 1-1,0-1 0,1 0 1,-1 0-1,1 0 0,1 0 1,-1 0-1,1 0 0,0 0 1,0 1-1,1-1 0,0 0 0,0 1 1,0-1-1,0 1 0,1 0 1,5-7-1,1-2-96,1 1 0,1 0 0,0 0 0,1 2 0,0-1 0,1 1-1,19-12 1,-15 11 127,38-23-33,-51 33 110,-1 1 0,1-1 0,-1 1 0,1-1 0,0 1 0,0 1 1,0-1-1,0 0 0,0 1 0,-1 0 0,1 0 0,0 0 0,8 2 0,-12-2 2,1 0 1,0 0 0,-1 1-1,1-1 1,0 0-1,-1 1 1,1-1 0,-1 1-1,1-1 1,0 1-1,-1-1 1,1 1 0,-1-1-1,0 1 1,1-1 0,-1 1-1,1 0 1,-1-1-1,0 1 1,1 0 0,-1-1-1,0 1 1,0 0-1,0 0 1,1 1 0,-3 25 482,-13 25 128,15-51-630,-7 16 233,2 0 0,-6 29 0,10-42-203,0 1-1,1-1 0,-1 0 0,1 1 0,0-1 0,1 0 0,-1 0 0,1 1 0,-1-1 0,1 0 1,1 0-1,-1 1 0,0-1 0,1 0 0,0-1 0,4 8 0,-6-10-37,1 0-1,-1-1 1,1 1-1,-1 0 1,1 0-1,-1-1 1,1 1 0,0 0-1,-1-1 1,1 1-1,0 0 1,0-1-1,-1 1 1,1-1-1,0 1 1,0-1-1,0 0 1,0 1-1,0-1 1,-1 0 0,1 0-1,0 1 1,0-1-1,0 0 1,0 0-1,0 0 1,0 0-1,0 0 1,0 0-1,0-1 1,0 1-1,0 0 1,-1 0-1,1-1 1,0 1 0,0 0-1,0-1 1,0 1-1,-1-1 1,1 1-1,0-1 1,0 1-1,-1-1 1,1 0-1,0 1 1,-1-1-1,1 0 1,-1 0 0,1 1-1,-1-1 1,1-1-1,2-3-54,0-1 0,0 1 0,-1-1 0,0 1 0,0-1-1,2-8 1,1-29-110,-4 32 124,1 0 1,-1-1 0,2 1-1,-1 0 1,2 0-1,5-12 1,21 58 1793,-28-32-1778,1-1 0,-1 1 0,0-1 0,1 0 0,0 0 0,-1 0 0,1 0 0,0-1 0,0 1 0,0-1 0,0 1 0,0-1 0,0 0 0,0 0 0,1 0 0,-1-1 0,0 1 0,1-1 0,-1 0 0,0 0 0,0 0 0,1 0 0,-1-1 0,0 1 0,1-1 0,-1 0 0,0 0 0,0 0 0,0 0 0,0 0 0,0-1 0,0 0 0,0 1 0,0-1 0,-1 0 0,1 0 0,-1-1 0,1 1 0,-1 0 0,0-1 0,0 0 0,0 1 0,0-1 0,0 0 0,-1 0 0,1 0 0,-1 0 0,0 0 0,1-4 0,8-29-764,-8 29 615,-1-1 0,1 0 0,1 1 0,-1 0 0,1-1 0,1 1 0,-1 0 0,10-12-1,-13 19 201,0-1-1,1 1 1,-1 0-1,0 0 1,1 0-1,-1 0 1,0 0-1,1 1 0,-1-1 1,0 0-1,0 0 1,1 0-1,-1 0 1,0 0-1,1 0 1,-1 0-1,0 1 0,0-1 1,1 0-1,-1 0 1,0 0-1,0 1 1,1-1-1,-1 0 1,0 0-1,0 0 0,0 1 1,0-1-1,1 0 1,-1 1-1,0-1 1,0 0-1,0 0 1,0 1-1,0-1 0,0 0 1,0 1-1,0-1 1,0 0-1,0 1 1,0-1-1,0 0 1,0 1-1,0-1 0,0 0 1,0 0-1,0 1 1,4 25 1251,-2-18-747,-2-6-448,0 0 0,1 0-1,-1 0 1,1 0 0,0 0-1,0 0 1,0 0 0,0 0-1,0-1 1,0 1 0,0 0-1,0-1 1,1 1 0,-1-1 0,1 1-1,-1-1 1,1 0 0,-1 0-1,1 0 1,3 2 0,-2-2-21,0 0 0,0-1 0,0 1 0,0-1 0,0 1 0,0-1 0,0 0 0,0 0 0,0-1 0,0 1 0,0-1 0,5 0 0,7-5-21,0 1 1,0-2-1,-1 0 1,17-11-1,-24 14-32,6-3-279,0-1 0,22-19 0,-12-2-2301,-22 27 2024,0-1 0,0 1 0,0-1 0,0 1 0,-1-1 1,1 1-1,-1-1 0,1 1 0,-1-1 0,0 0 0,0-3 0,-8-10-10958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54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61 19433,'-15'9'4498,"9"-2"-48,3-4-2721,6-3-1649,9-5-480,7-4-705,1 1-512,4-6-384,0 2-2449,0-3-2769,4-2-6179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3:54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0 16151,'1'45'9602,"4"-2"-4468,1-9-4670,2 1 0,1-2 0,24 59 0,-28-82-633,15 47-811,-18-53 360,-1 0 0,0 0 0,-1 1 0,1-1 0,-1 1 0,0-1 0,0 0 0,0 1 0,-1-1 0,-1 9 0,-4-4-4559</inkml:trace>
  <inkml:trace contextRef="#ctx0" brushRef="#br0" timeOffset="1">0 346 17928,'2'-1'4418,"5"-3"64,3 1-2641,5-2-672,4-5-465,3-4-432,4 0-608,-1-4-689,2-3-655,2-4-225,-4-2-2593,6-4-2994,-2-1-6386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08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47 14182,'-3'-42'12374,"3"38"-9035,-1 16-1515,-1-1-1654,-20 288 787,22-255-979,1 0 1,3 0-1,1 0 0,20 77 1,-21-109-130,1 1 0,0 0 0,0-1 0,1 0 0,1 0 0,0-1 0,15 20 0,-16-24-472,1-1 0,0 1 1,0-1-1,14 9 0,-13-10-869,1-1-1,0 1 1,-1-2-1,19 6 1,-2-3-6648,-2 1-4674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09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13958,'7'39'10948,"-5"23"-5998,1 0-2930,-2-52-1811,0 1 0,1-1 0,0 1 0,1-1 0,0 0 0,8 16 0,-10-24-381,0 0 0,1 0-1,-1 0 1,0 0 0,1 0-1,-1-1 1,1 1 0,0 0 0,0-1-1,-1 1 1,1-1 0,0 0 0,0 0-1,0 1 1,3 0 0,-2-2-450,-1 1 0,0-1 1,1 0-1,-1 0 0,1 0 1,-1 0-1,1 0 1,-1-1-1,1 1 0,-1-1 1,0 1-1,1-1 0,-1 0 1,0 0-1,0 0 0,1 0 1,2-3-1,4-1-6952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09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1 119 13126,'16'38'7311,"27"46"-3761,-37-71-3132,-5-11-372,-1 0 1,1 1-1,0-1 0,0 0 0,0 0 0,1 0 1,-1 0-1,0 0 0,1 0 0,0 0 1,-1-1-1,4 4 0,-3-8-326,0 0 0,0 0 0,-1 1 0,0-1-1,1-1 1,-1 1 0,0 0 0,-1 0 0,1 0 0,0 0 0,-1-5 0,0 8 250,0 1 177,0 0-1,1 0 1,-1 0 0,0 0-1,0 0 1,0 0-1,0 0 1,-1 0 0,1 0-1,0 0 1,0 0-1,-1 0 1,1 0-1,0 0 1,-1 0 0,1 0-1,-1-1 1,0 3-1,-6-2 1925,1-15-1972,3-11-107,1 0 1,1 0 0,2 0 0,0 0-1,7-37 1,-5 41 5,-3 19 5,0 1 0,0-1-1,0 0 1,1 1 0,-1-1 0,0 0 0,1 1-1,0-1 1,-1 0 0,1 1 0,0-1-1,0 1 1,0-1 0,0 1 0,0-1 0,0 1-1,0 0 1,0 0 0,0-1 0,1 1-1,-1 0 1,1 0 0,-1 0 0,1 1 0,-1-1-1,1 0 1,-1 0 0,1 1 0,0-1-1,-1 1 1,1-1 0,0 1 0,-1 0 0,1 0-1,0 0 1,-1 0 0,1 0 0,0 0-1,0 0 1,-1 0 0,1 1 0,2 0 0,1 0 12,-1 1 1,1-1 0,-1 1-1,0 0 1,0 0 0,0 1-1,0-1 1,0 1 0,0 0-1,-1 0 1,1 0 0,-1 0 0,0 1-1,6 7 1,-4-1 227,-1 1 1,0 0-1,0 1 0,-1-1 1,0 1-1,-1 0 1,1 19-1,-2-16-203,1-1-1,1 1 1,0-1-1,6 17 1,-8-29-227,0 0 0,1 0 1,-1 0-1,0 0 0,1 0 0,0 0 1,-1 0-1,1 0 0,0 0 0,0-1 1,3 3-1,8-2-4140,-12-2 3786,0 0-1,0-1 1,-1 1-1,1 0 1,0-1-1,-1 1 1,1-1-1,3-4-3789,-4 5 3789,1-1 1,-1 0-1,1-1 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10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0 146 12998,'19'68'9087,"1"-1"-3783,102 235-211,-110-271-4958,-13-28-88,-8-20-147,-12-28-707,2 0-1,2-2 0,3 0 0,1-1 1,2 0-1,3-1 0,-3-63 1,10 105 715,1 0 0,0 0 0,1 0 1,0 0-1,0 0 0,1 0 0,0 0 1,0 0-1,0 1 0,1-1 0,0 1 1,0 0-1,0 0 0,7-9 0,-6 11 82,0-1-1,1 1 1,-1 0-1,1 0 1,0 1-1,0-1 1,0 1-1,0 0 0,0 1 1,1-1-1,-1 1 1,1 0-1,0 0 1,-1 1-1,1 0 1,0 0-1,9 0 1,-13 0 40,0 1 0,0 0 0,0 0 1,0 0-1,0 0 0,0 1 0,-1-1 1,1 0-1,0 1 0,0-1 1,0 1-1,-1 0 0,1-1 0,0 1 1,-1 0-1,1 0 0,0 0 0,-1 1 1,1-1-1,-1 0 0,0 0 0,3 3 1,-3-1 33,1 0 1,-1 0-1,0 0 0,1 0 1,-2 1-1,1-1 1,0 0-1,0 0 1,-1 1-1,0-1 0,0 7 1,-1 6-11,-1 0 1,-1 0 0,0 0-1,-6 16 1,8-29-288,-13 38-524,13-38 199,0 0-1,0 0 1,-1-1 0,1 1 0,-1 0-1,0-1 1,1 0 0,-1 1 0,0-1-1,-1 0 1,-2 3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10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14263,'10'35'7117,"-7"-25"-6170,0 0 1,1 0 0,9 15 0,-11-22-844,-1 0 0,1 0 0,0 0 0,0 0 0,1-1 0,-1 1 0,1-1 0,-1 1 0,1-1 0,0 0-1,-1 0 1,1 0 0,0-1 0,0 1 0,1 0 0,-1-1 0,0 0 0,0 0 0,1 0 0,-1 0 0,1-1 0,-1 1 0,1-1 0,-1 0 0,6 0 0,-8 0-6,0-1 0,0 1 1,0 0-1,0 0 0,0-1 0,0 1 0,0-1 1,0 1-1,-1-1 0,1 1 0,0-1 0,0 1 0,0-1 1,-1 0-1,1 1 0,0-1 0,-1 0 0,1 0 1,-1 1-1,1-1 0,-1 0 0,1 0 0,-1 0 0,1 0 1,-1 0-1,0 0 0,1 0 0,-1 0 0,0 0 1,0 0-1,0 0 0,0 0 0,0 0 0,0 0 0,0-1 1,-8-47 1098,3 18-1503,5 26-479,0 1 0,1-1-1,0 0 1,0 1 0,0-1-1,0 1 1,1 0 0,2-6-1,11-18-12325,-14 26 12003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10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13558,'1'21'3843,"0"0"0,5 23 1,-2-25-2399,1 0 0,7 20 0,0-10-1574,1-1 0,1-1 0,25 36 0,-33-56-1239,7 14-323</inkml:trace>
  <inkml:trace contextRef="#ctx0" brushRef="#br0" timeOffset="1">85 250 15271,'-8'-10'9780,"10"8"-8419,1-1-240,4-1-369,1-1-304,2-1-432,6-3-368,-3-1-304,2-2-433,2-2-383,-1 1-1698,1-2-944,1-1-2417,9-2-4834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11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93 17624,'6'12'8486,"2"-9"-4932,14-12-2053,-21 8-1441,35-20-319,23-13 1971,-17 14-3558,-6 7-4177,2 4-6012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11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 15399,'2'5'3698,"5"0"63,1-3-2032,6-4-960,-1 1-321,4-4-80,-1-2-160,2-2-112,-1-1-208,2 0-336,0-5-481,3 1 113,-2-1-2994,4-2-2897,3-5-6947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11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28 14967,'-2'0'705,"0"0"-1,0 1 1,0-1 0,0 1 0,0-1 0,0 1 0,0 0-1,0-1 1,1 1 0,-1 0 0,0 0 0,-2 2-1,-20 22 2370,18-18-2551,1 1 1,0 1-1,0-1 0,-6 15 0,10-19-345,0 1 0,0 0 0,0-1 0,0 1 0,1-1 0,-1 1 0,1 0 0,1 0 0,-1-1 0,1 1 0,-1 0 0,1-1 1,1 1-1,1 5 0,-2-9-171,-1 1 0,1 0 0,0-1 0,0 1 0,0-1 0,0 1 0,0-1 0,0 0 1,1 1-1,-1-1 0,0 0 0,1 0 0,-1 1 0,1-1 0,-1-1 0,1 1 1,-1 0-1,1 0 0,0 0 0,0-1 0,-1 1 0,1-1 0,0 0 0,0 1 0,-1-1 1,1 0-1,0 0 0,0 0 0,0 0 0,0 0 0,-1-1 0,1 1 0,0 0 0,0-1 1,-1 1-1,1-1 0,0 0 0,2-1 0,6-2-8,-1-1 1,1 0-1,-1 0 0,0-1 1,-1 0-1,1-1 0,-1 0 1,-1 0-1,1-1 0,-1 0 1,0 0-1,-1 0 0,0-1 1,0 0-1,5-12 0,-11 20-35,0 0 1,1 0-1,-1 0 0,0 0 0,0 0 0,0 0 1,0 0-1,0 1 0,0-1 0,0 0 0,0 0 0,0 0 1,0 0-1,0 0 0,-1 0 0,1 0 0,0 1 0,0-1 1,-1 0-1,1 0 0,-1 0 0,1 1 0,-1-1 0,1 0 1,-1 0-1,0 1 0,1-1 0,-1 1 0,0-1 0,0 0 0,-32-13-2225,30 13 2042,1 1 1,0-1-1,-1 1 1,1-1-1,0 0 1,-1 0-1,1 0 1,0 0-1,0 0 1,0 0-1,0-1 1,0 1-1,0-1 1,0 0-1,0 1 1,1-1-1,-1 0 1,0 0-1,1 0 1,-3-4-1,5 5 114,-1 0-1,0 1 1,1-1 0,-1 0-1,0 0 1,1 0-1,-1 1 1,1-1-1,-1 0 1,1 1 0,0-1-1,-1 0 1,1 1-1,-1-1 1,1 1-1,0-1 1,0 1-1,-1-1 1,1 1 0,0 0-1,0-1 1,0 1-1,-1 0 1,1-1-1,0 1 1,0 0 0,0 0-1,0 0 1,0 0-1,0 0 1,1 0-1,29-2-6017,-21 1 456,2 0-3964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12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76 13462,'30'23'7253,"-23"-16"-6359,0-1 0,0 2 0,-1-1-1,0 1 1,0 0 0,7 13 0,-13-19-711,1 0-1,0 0 0,0 0 0,0-1 1,1 1-1,-1 0 0,0-1 0,1 1 1,-1-1-1,1 1 0,-1-1 0,1 1 1,0-1-1,0 0 0,-1 0 0,1 0 1,0 0-1,0 0 0,2 0 0,-2-1-141,-1-1 1,1 1-1,-1 0 0,0-1 0,1 1 0,-1-1 0,0 0 0,1 1 1,-1-1-1,0 0 0,0 0 0,1 0 0,-1 0 0,0 0 0,0 0 1,0 0-1,0 0 0,-1 0 0,1-1 0,0 1 0,0 0 0,-1-1 1,1 1-1,-1 0 0,1-1 0,-1 1 0,1-3 0,1-2 12,-1 0-1,0 0 0,0-1 1,-1 1-1,0 0 0,0 0 1,0-1-1,-1 1 0,-1-9 0,-2-35-3461,11 27-2809,8 3-4532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12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46 11509,'-1'9'9304,"5"5"-6228,10 15-2921,-12-25 935,34 60 1087,0-2-2275,-30-49-1324,-1-1 0,0 1 0,5 15 0,-21-58-6926,3 13 7962,-3-1 3322,10 17-2798,1 1 1,0-1-1,0 1 0,0-1 0,0 0 1,0 1-1,0-1 0,0 1 0,0-1 1,0 0-1,0 1 0,0-1 0,1 1 1,-1-1-1,0 1 0,0-1 0,1 0 1,-1 1-1,0-1 0,1 1 0,-1-1 0,0 1 1,1 0-1,-1-1 0,1 1 0,-1-1 1,0 1-1,1 0 0,-1-1 0,1 1 1,-1 0-1,1-1 0,0 1 0,-1 0 1,1 0-1,-1 0 0,1 0 0,1-1 1,30-11 972,-25 10-453,32-15 595,-27 10-1187,1 1 0,1 1 0,-1 0 0,28-5 0,-38 9-142,0 1 0,1 0 0,-1 0 0,0 0 0,1 0-1,-1 0 1,0 1 0,0 0 0,1-1 0,-1 1 0,0 0 0,0 1-1,0-1 1,0 0 0,0 1 0,0 0 0,-1 0 0,1-1 0,0 2 0,-1-1-1,0 0 1,1 0 0,-1 1 0,0-1 0,0 1 0,2 4 0,10 15 50,8 14 365,25 51 1,-43-77-150,0 0 0,0 0 0,-1 0 0,0 0 0,-1 1 0,0-1 0,0 1-1,-1-1 1,-1 1 0,-1 19 0,1-29-131,0 0 0,0 0 0,0 1 0,-1-1 0,1 0 0,0 0-1,-1 0 1,1 0 0,-1 0 0,1 1 0,-1-1 0,1 0 0,-1 0 0,0 0 0,0 0-1,1 0 1,-3 1 0,2-2-25,1 0 1,-1 1-1,1-1 0,-1 0 0,1 0 0,-1 0 1,0 0-1,1 0 0,-1 0 0,0 0 0,1 0 0,-1 0 1,1 0-1,-1-1 0,0 1 0,1 0 0,-1 0 1,1-1-1,-1 1 0,1 0 0,-1 0 0,1-1 1,-1 1-1,0-1 0,-2-2 38,0 0 1,0 0-1,0-1 1,1 1-1,-1-1 0,1 1 1,0-1-1,-3-7 1,-2-9-1,0-2 1,2 1 0,0-1-1,2 0 1,0 0 0,1 0-1,2 0 1,0 0 0,1 0-1,1 0 1,1 0-1,8-29 1,-7 41-82,0 1 0,0 0 0,1 0-1,0 1 1,1-1 0,0 1 0,0 0-1,1 0 1,14-12 0,-17 16 14,0 1-1,0 0 1,0 0 0,1 0-1,-1 0 1,1 1 0,-1 0-1,1 0 1,0 0 0,0 1-1,0-1 1,0 1 0,0 0-1,0 1 1,0-1 0,1 1-1,-1 0 1,0 0 0,0 1-1,0 0 1,6 1 0,-9-2 23,0 1-1,-1-1 1,1 1 0,0 0 0,0-1 0,-1 1 0,1 0 0,0 0-1,-1 0 1,1 0 0,-1 0 0,0 1 0,1-1 0,-1 0-1,0 1 1,0-1 0,0 1 0,0-1 0,0 1 0,0-1-1,0 1 1,0 0 0,-1 0 0,1-1 0,0 1 0,-1 0 0,0 0-1,1 0 1,-1-1 0,0 1 0,0 0 0,0 0 0,0 0-1,0 0 1,-1 0 0,1-1 0,-1 1 0,1 0 0,-1 0-1,1-1 1,-1 1 0,0 0 0,0-1 0,-1 3 0,-2 3 47,0 0 0,0-1 0,0 1 0,-1-1 0,0 0 0,-1 0 0,1 0 0,-1-1 0,-8 6 0,5-5-458,0 0 0,0-1-1,-1 0 1,1-1-1,-1 0 1,-1 0 0,1-1-1,0-1 1,-12 2 0,21-3-428,1-1 730,0 0 0,0 0-1,0 0 1,0 0 0,-1 0 0,1 0 0,0 0 0,0 0 0,0 0 0,0 0 0,0 0 0,0 0-1,-1 0 1,1 0 0,0 0 0,0 0 0,0 0 0,0 0 0,0 0 0,0 0 0,0 0 0,0 0 0,-2-2-1298,2 2 1298,0 0 0,0 0 0,0-1 0,0 1 0,0 0-1,0 0 1,0 0 0,0 0 0,0 0 0,0 0 0,1-1 0,7-6-4472,15-8-3789,-2 5-585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13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1 101 13574,'13'21'7141,"-2"17"-3826,-10-32-3009,1 0 0,-1 0 0,1 0 0,0 0 0,1 0 0,5 9 0,-7-12-128,1-1 1,-1 0-1,1 0 1,0 0-1,0 0 0,0-1 1,0 1-1,1-1 0,-1 1 1,0-1-1,0 0 1,1 1-1,-1-1 0,1 0 1,-1-1-1,1 1 0,0 0 1,-1-1-1,1 0 1,0 1-1,-1-1 0,1 0 1,0 0-1,-1-1 1,5 0-1,-5 1-121,0-1 1,0 0-1,0 1 0,0-1 1,-1 0-1,1 0 0,0 0 1,0-1-1,-1 1 0,1 0 1,-1-1-1,1 1 0,-1-1 0,1 1 1,-1-1-1,0 0 0,0 1 1,0-1-1,0 0 0,0 0 1,0 0-1,0 0 0,-1 0 1,1 0-1,-1 0 0,0 0 1,1 0-1,-1 0 0,0 0 1,0 0-1,0 0 0,0 0 1,-1-3-1,-2-13-84,-2 0-1,1 1 1,-15-33-1,7 17-2265,1-1-3356,10 32 4542,-1-7-3597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13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16231,'7'12'7795,"0"10"-4262,3 7-1972,45 62 1579,-39-67-3638,-1 1 0,-1 1-1,18 43 1,-30-51-3534,-2-18 3696</inkml:trace>
  <inkml:trace contextRef="#ctx0" brushRef="#br0" timeOffset="1">12 231 15191,'-2'-6'8532,"4"2"-5571,3-3-1376,4 1-465,2-3-335,5-1-401,2-2-432,4-1-432,6-4-369,0 0-463,3-2-369,-2 2 256,-2 2-2945,-3 0-2705,-4 4-6243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13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20057,'18'21'4674,"1"4"16,3 9-3153,3 3-448,-1 2-481,0 9-496,-2 4-112,0 3 0,-5 1 0,-4 0 0,-6-2 0,-5 0-176,-9-5-849,-6-3-1039,-9-5-2627,-11 1-3536,-6-3-8357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23T15:40:08.13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4166 6675 3011 0,'0'0'428'0,"0"0"-171"16,0 0-12-16,0 0-109 0,0 0-36 15,0 0 56-15,0 0 60 0,0 0 3 0,0 0-41 16,82 59-28-16,-43-37-68 0,3 1 19 16,-1 3-16-16,3 0-34 0,-3 2-14 15,0 1-37-15,-5-1-24 16,-3 1-13-16,-4 0-15 0,-3-4-30 0,-5 0-27 16,-3-2-44-16,-4-4-52 0,-4-1-107 15,-1-3-42-15,-2-3-33 0,-4-3-83 16,0-1-159-16,-3-4-154 0,0-1-468 0</inkml:trace>
  <inkml:trace contextRef="#ctx0" brushRef="#br0" timeOffset="217.44">4564 6692 1281 0,'0'0'1547'0,"0"0"-1213"0,0 0-47 16,0 0-107-16,0 0-19 0,0 0 50 15,0 0 68-15,0 0-68 0,0 0-119 16,-39 92-61-16,37-63 80 0,1 5-79 16,-2 3-32-16,0 2-22 0,0 1-18 15,-2 0-52-15,2-5-22 0,1-1-13 16,2-6-72-16,0-4-132 0,0-5-159 16,6-5-229-16,-1-4-378 0,3-3-245 0</inkml:trace>
  <inkml:trace contextRef="#ctx0" brushRef="#br0" timeOffset="419.78">4810 7027 2674 0,'0'0'334'0,"0"0"-334"16,0 0 0-16,0 0 13 0,0 0 83 15,14 76-16-15,-9-60-16 0,1 0-35 16,-2-4-29-16,2 0-29 0,1-4-26 16,-3 3-28-16,2-7-64 0,-3 0-97 15,3-4-137-15,-3 0-206 0,0 0-538 0</inkml:trace>
  <inkml:trace contextRef="#ctx0" brushRef="#br0" timeOffset="850.16">4960 6969 2659 0,'0'0'587'0,"0"0"-558"16,0 0-29-16,0 0-13 0,0 0 13 16,0 0 76-16,0 0 58 0,0 0-48 0,0 0-29 15,86-44-23-15,-72 41 11 0,-3 2-4 16,-1 1 12-16,-4 0 48 0,-3 0-29 0,0 5-12 15,-2 1 16-15,-1 2 2 16,0 2-13-16,0 3-15 0,-3 3 0 0,-1-3-22 16,-2 5-27-16,2-4-1 0,-2 0-13 15,3-1-5-15,-1-3-4 16,1-1 0-16,2-4 10 0,1-1-19 16,-2-1-10-16,2-1-12 0,0-2 13 15,0 0 5-15,0 0-5 0,4 0 40 0,5 0 16 16,0 0-15-16,1 0 0 0,1 0 14 15,-2 0 10-15,3 0 3 0,-3 0-26 16,-1 0-2-16,-1 0-11 0,-3 2-11 16,1 3 22-16,-2 0 3 0,-1 0 38 15,-2 1-4-15,0 0 4 0,0 5-1 0,0-3-3 16,-7 2-14-16,3-1-23 0,-2 1-31 16,-1 0-31-16,2-3-57 0,0-3-26 15,2 0-53-15,2-4-115 0,-2 0-195 0,0 0-306 16,0 0-640-16</inkml:trace>
  <inkml:trace contextRef="#ctx0" brushRef="#br0" timeOffset="1851.63">5488 6511 346 0,'0'0'573'15,"0"0"-266"-15,0 0-135 0,0 0-3 16,0 0 49-16,0 0 16 0,0 0-13 15,0 0-1-15,0 0 22 0,0 0 21 16,0 0-7-16,0 0-7 0,0 0-27 16,0 2-27-16,0 2 22 0,0 2-27 0,0 2-90 15,-3 3-66-15,-6 6-16 0,-1 2-16 16,-2 6 20-16,-1-2-6 0,-1 3-14 16,1-2 10-16,2-1 10 0,2-2-22 15,0-3-12 1,5-3-3-16,-1-5-1 0,4-3-21 0,1-2-31 15,0-3-16-15,3 0 44 0,4 0 39 0,2-1 1 16,5-1 12-16,2 0 22 0,3 0-6 16,0 0-25-16,1-3-1 0,0 1 10 15,-1-3-10-15,4 2-2 0,-3-1-16 16,-3 0 4-16,0 0 9 0,-4 2-37 0,-1 0-38 16,-5 2-60-16,-1 0-48 0,-3 0-69 15,0 3-3-15,0 2-161 0,-3 1-187 0,0 1-474 16,0 3-126-16</inkml:trace>
  <inkml:trace contextRef="#ctx0" brushRef="#br0" timeOffset="2059.65">5482 6981 2692 0,'0'0'600'0,"0"0"-422"0,0 0-124 16,0 0 16-16,0 0 135 0,0 0 40 15,0 0-60-15,0 0-48 0,0 0-29 16,92 5-49-16,-69-11-59 0,-4-2-12 0,1-1-47 16,0 2-65-16,-1-4-94 0,-1 2-141 15,0 1-187-15,-5-1-420 0,0-3-559 0</inkml:trace>
  <inkml:trace contextRef="#ctx0" brushRef="#br0" timeOffset="2351.35">5926 6428 1535 0,'0'0'1577'0,"0"0"-1103"0,0 0-284 16,0 0-108-16,0 0 71 0,0 0 39 16,0 0 1-16,23 66-39 0,-15-43-52 15,2 2-52-15,-2 0-38 0,-1 0-11 16,-1-1-1-16,2-2-6 0,1-3-40 0,-2-3-22 16,3-3-99-16,-3-1-69 0,2-6-66 15,0-1-175-15,-1-5-238 0,-2 0-605 16,0-2-58-16</inkml:trace>
  <inkml:trace contextRef="#ctx0" brushRef="#br0" timeOffset="2800.17">6143 6388 2164 0,'0'0'588'0,"0"0"-453"0,0 0 0 16,0 0 98-16,0 0-45 0,0 0-76 15,0 0-18-15,0 0-56 0,72-69-36 16,-66 64-1-16,-2 2 13 0,-2 1 2 16,-2 2 19-16,0 0 18 0,0 0 48 15,0 0 57-15,0 2 10 0,-3 5-93 16,-4 1-75-16,-2 2-65 0,-4 3 18 15,0 1 13-15,2 3 34 0,-1 0 1 16,2-1 20-16,0 0 1 0,3-1 34 0,4 1 10 16,0-2-14-16,3 0 1 0,0-2-16 15,0-2-12-15,6-1-10 16,4 0 1-16,6-2 9 0,0-2 2 0,2 0-14 16,2-2-13-16,-2 2 2 15,0-1-2-15,-3-1 2 0,-2 1-2 0,-5 1 0 16,-2 2 21-16,-1-1 16 0,-5 2 3 0,0 4-3 15,0 0-6-15,-8 3-31 0,0-2-15 16,-5 2-93-16,3-5-37 16,1-2-32-16,0-3-19 0,1-5-59 0,2 0-115 15,3-5-249-15,2-4-89 0,-1 0-110 16,2-9-7-16</inkml:trace>
  <inkml:trace contextRef="#ctx0" brushRef="#br0" timeOffset="3110.79">6442 6325 290 0,'0'0'2389'16,"0"0"-1799"-16,0 0-294 0,0 0-81 15,0 0-67-15,0 0-70 0,0 0 5 16,0 0-2-16,-8 67-22 0,8-49 6 16,0 3 19-16,2-4 12 0,4 2 6 15,1-5-31-15,6-2-22 0,-2-1-27 16,3-5-4-16,1 0 7 0,1-5 9 15,1-1 6-15,3 0-19 0,2-8-2 16,-3-3-7-16,4-1-12 0,-2-2-3 0,-3-3 1 16,-1 0 2-16,-4 1 2 0,-4 0 1 15,-4 1 18-15,-3 2 19 0,-2-4-6 16,-2 5-10-16,-8-3 1 0,-1-2 2 31,-5 2-27-31,0 1 0 0,-4 2-40 0,-1 5-39 0,-1 4-50 16,-4 3-71-16,-3 0-134 0,3 6-238 0,6 0-709 15,-6 4-745-15</inkml:trace>
  <inkml:trace contextRef="#ctx0" brushRef="#br0" timeOffset="5033.04">28354 6957 3283 0,'0'0'615'15,"0"0"-361"-15,0 0-58 0,0 0 24 16,0 0-44-16,0 0 8 0,30 75-44 16,-14-41-70-16,6 6-39 0,2 1-14 15,-2-2-16-15,4 3 1 0,-3-7-2 16,0 1-29-16,-4-5 7 0,-2-1-26 15,-1-8-47-15,-2-1-43 0,-5-4-25 16,0-5-37-16,-1-2-89 0,-2-3-176 16,0-5-212-16,-5 1-405 0,-1-3-384 0</inkml:trace>
  <inkml:trace contextRef="#ctx0" brushRef="#br0" timeOffset="5252.53">28582 7066 2857 0,'0'0'741'0,"0"0"-407"16,0 0-33-16,0 0 133 0,0 0-97 15,0 0-172-15,0 0-61 0,-59 93-41 16,33-55-14-16,0 1 0 0,1 1-4 16,-2 1-27-16,3-2-18 0,2-4-1 15,6-2-50-15,3-7-80 0,6-2-67 16,1-7-56-16,5-3-143 0,1-2-209 15,0-5-409-15,1-3-429 0</inkml:trace>
  <inkml:trace contextRef="#ctx0" brushRef="#br0" timeOffset="5730.77">28788 7351 2111 0,'0'0'560'0,"0"0"-332"16,0 0-39-16,0 0 9 0,0 0-83 15,0 0-115-15,0 0-32 0,0 0 29 16,0 0-28-16,-76 64 31 0,64-50 16 16,3 0 4-16,2-2-20 0,5-4-41 15,2 1-42-15,0-3 22 0,5-2 61 16,8 0 60-16,3 0 36 0,3-2-14 15,2 3-44-15,4-3-25 0,-3 2 9 16,0-2-22-16,0 3-1 0,-6-1 1 16,-2 1 4-16,-4 0 46 0,-2-1 23 15,-5 0 13-15,-2-1 21 0,-1 0 18 0,0 0-43 16,0 3-22-16,-6-3 6 0,-2 3-32 16,-3-2-15-16,-6 3 15 0,0 0-6 15,-2-3 16-15,1 0-19 0,3-1 12 0,2-2 9 16,4-1-21-16,5 0-8 0,1-3-17 15,3-2 0-15,0 1-19 0,0-6-111 16,0-1 40-16,6-4 49 0,1-2 4 16,5-2 9-16,-1-2-4 15,1 1 10-15,2 0-13 0,-1 1-3 0,3 0 10 16,-4 2 0-16,0 3-19 0,-3 2 6 16,-2 3-16-16,1 2-25 0,-4 1-57 15,3 0-102-15,-1 2-118 0,-2 0-159 16,-1 2-251-16,0-3-440 0</inkml:trace>
  <inkml:trace contextRef="#ctx0" brushRef="#br0" timeOffset="6098.38">29135 7533 1137 0,'0'0'1077'0,"0"0"-676"16,0 0 33-16,0 0-26 0,0 0-57 0,0 0-92 15,0 0-113-15,22 74-74 0,-22-63-4 16,-3 2-46-16,0-1-22 0,-4-1-50 16,1 0-158-16,2-4-132 0,-2-1-200 15,3-4-538-15,-5-2-605 0</inkml:trace>
  <inkml:trace contextRef="#ctx0" brushRef="#br0" timeOffset="6351.78">29356 7353 2093 0,'0'0'785'0,"0"0"-344"15,0 0-28-15,0 0-149 16,0 0 15-16,0 0-90 0,3 74-90 0,-2-58-44 16,1 0-52-16,-2-3-3 0,1-3-46 15,3-1-65-15,-1-1-91 0,-3-3-114 0,3-3-139 16,-3-1-502-16,0-1-411 0</inkml:trace>
  <inkml:trace contextRef="#ctx0" brushRef="#br0" timeOffset="6757.32">29563 7294 1167 0,'0'0'1183'15,"0"0"-948"-15,0 0 7 0,0 0 21 16,0 0-80-16,0 0-97 16,0 0-42-16,94-14-12 0,-75 13-30 0,-3 1 1 15,-2 0 35-15,-4 0 20 0,-1 2-17 0,-5 0 22 16,-2 3 19-16,-2 1 88 16,0 2-19-16,-2 1-35 0,-2 4-56 0,-3-2-35 15,-2 3-25-15,-1 0-11 0,1-2-45 16,5-3 0-16,-2 1 28 0,3-1-17 15,3-4-2-15,0 0 12 0,0-1 7 16,0-1 9-16,0 1 17 0,3-1 0 16,3 1 2-16,1-1 13 0,3 1 21 15,3 1 16-15,0 1-26 0,3-1-24 16,-4 0-1-16,-1 2-11 16,-4-3 12-16,-4 4 0 0,-3-3 73 0,0 3 39 15,0 1-18-15,-4 1-35 0,-6 2-19 16,-2 1-9-16,-1-1-31 0,-3-2-12 15,3 0-113-15,-1-3-90 0,5-3-103 0,2-4-222 16,4 0-486-16,3 0-537 0</inkml:trace>
  <inkml:trace contextRef="#ctx0" brushRef="#br0" timeOffset="7213.83">30219 7138 2989 0,'0'0'688'0,"0"0"-408"0,0 0-35 15,0 0-71-15,0 0-135 0,0 0-38 16,0 0 48-16,0 0 0 15,0 0-2-15,0 0-10 0,0 0-9 0,75 31 5 16,-62-28-33-16,1-1-1 0,2 2-1 16,0-3 1-16,-1 4-14 0,0-1-13 15,1 0 3-15,-4 3 23 0,1-2-10 16,-3 2 11-16,-3 0 0 0,0-1 0 0,-4-2-11 16,1 1 11-16,-1 0 1 0,-1 1 12 15,-2 0-10-15,0 2 26 0,0 3 49 16,-2 2-25-16,-5 4 13 0,-6 2-13 15,0 2 64 1,-5 3 46-16,-3-3-49 16,-2 2-40-16,-1 1-33 0,-2-1-10 15,0-3-12-15,4 1-18 0,4-6 0 16,3-1-27-16,5-3-28 0,6-5-73 0,2-2-82 16,1-2-33-16,1-2-65 0,1 0-158 0,7-7-236 0,0-1-79 15,11-8-469-15</inkml:trace>
  <inkml:trace contextRef="#ctx0" brushRef="#br0" timeOffset="7383.41">30523 7377 2910 0,'0'0'682'0,"0"0"-448"16,0 0 93-16,0 0-4 0,0 0-61 15,-59 83-99-15,45-61-65 0,-2 0-58 16,0-2-40-16,2-2-51 0,2-1-133 0,3-2-96 15,2-4-200-15,3-2-470 0,1-4-131 16,3-5-895-16</inkml:trace>
  <inkml:trace contextRef="#ctx0" brushRef="#br0" timeOffset="7749.38">31065 7035 3109 0,'0'0'730'16,"0"0"-463"-16,0 0-49 0,0 0 8 0,0 0 30 15,0 0-54-15,-2 78-80 0,2-52-18 16,5 2-22-16,-1 2 6 16,2-1-6-16,-3-3-33 0,1 0-34 0,2-4-15 15,-5 0-61-15,2-5-57 0,0-3-86 16,-1-2-89-16,0-5-157 0,1-1-261 15,0-2-525-15,3-4-524 0</inkml:trace>
  <inkml:trace contextRef="#ctx0" brushRef="#br0" timeOffset="8518.79">31473 7060 342 0,'0'0'2235'0,"0"0"-1644"15,0 0-221-15,0 0 58 0,0 0-33 16,0 0-71-16,0 0-106 0,0 0-160 16,0 0-15-16,0 0-6 0,-50 78 27 15,39-55 40-15,4 0 60 0,1 0-73 16,2-4-49-16,4 0-20 0,0-3-19 0,4-1-2 15,5-3-1-15,1-1-31 0,3-6-2 16,0 1-19-16,0-5-24 0,6-1 3 16,1 0 16-16,-1-8 29 0,1-3 4 15,0-3-1-15,-3-3 13 16,-1-3 9-16,-4 1-36 0,-3-3 11 0,-4 1 26 16,-2 1-16-16,-3 2 18 0,-3 2 1 15,-7 2-1-15,-3 3-17 0,-3 0-50 16,0 4-3-16,1 0 21 0,1 2-37 0,3 1-31 15,4 3-69-15,4-1-109 0,0 2-120 16,3-2-180-16,0 1-375 0,0 0-267 16</inkml:trace>
  <inkml:trace contextRef="#ctx0" brushRef="#br0" timeOffset="8817.76">31830 6997 646 0,'0'0'1824'0,"0"0"-1347"0,0 0-211 15,0 0 122-15,0 0 107 0,0 0-175 16,0 0-196-16,0 0-53 0,0 0-43 0,0 0 12 16,-69 68 3-16,62-49 3 0,4-2-24 15,3 1-7-15,0-1-15 0,6-3 0 16,5 0-28-16,1-4-2 0,1 0 14 16,3-4-8-16,0-4 11 0,2 1 13 15,4-3 2-15,-2 0 20 0,6-4-10 16,-3-3-10-16,0-3 0 0,-4 2 20 15,-2-2 5-15,-4 1 13 16,-4 0 10-16,-5 0 5 0,-1-1 12 0,-2 1 9 16,-1-1 13-16,0-1-31 0,-7 0-19 0,-7 3-39 15,-4-2-82-15,-9 3-86 0,-5 0-49 16,-5 2-79-16,-2-1-197 0,6 5-544 16,-19-1-683-16</inkml:trace>
  <inkml:trace contextRef="#ctx0" brushRef="#br0" timeOffset="10129.7">30229 8154 1615 0,'0'0'973'0,"0"0"-651"0,0 0-107 15,0 0 27-15,0 0 25 0,0 0-37 0,0 0-45 16,-79-7-59-16,66 17 10 0,-3 5-136 15,3 3 0-15,0 3 17 0,3 1 4 16,3 5 1-16,1-3 3 0,6-1-25 16,0-4-6-16,10-4-22 0,3-3-31 15,4-2 21-15,1-7 4 0,2-1 31 16,1-2 2-16,0-6 1 0,-1-7-44 16,0-4-15-16,-3-5-17 0,-1-4-12 15,-4-1-22-15,-5 0 13 16,-4 0 2-16,-3 0-6 0,0 2 40 0,-3 0 42 15,-3 3 19-15,-1 0 23 0,0 7 49 16,0 3 14-16,1 6 21 0,3 3 60 16,0 3 47-16,0 0-37 0,0 5-22 0,0 5-19 15,2 4-105-15,-1 4 21 0,2 5 13 16,0 1 30-16,6 2 12 0,3 1 13 16,5-2-23-16,1-1-51 0,3-4-46 15,0-2-62-15,2-5-48 0,0-2-67 0,-1-2-29 16,-2-4-82-16,1-3-149 0,-1-2-69 15,-4 0-467-15,-2-2-687 0</inkml:trace>
  <inkml:trace contextRef="#ctx0" brushRef="#br0" timeOffset="10442.86">30555 8265 1175 0,'0'0'1159'0,"0"0"-858"16,0 0-18-16,0 0 37 0,0 0-132 15,0 0-89-15,88-51-45 0,-74 38-10 16,-1-2-25-16,-4 0-18 0,-2-2 12 16,-3 1 31-16,-4 2 0 0,0 0 7 15,-4 1 34-15,-3 2 68 0,-2 7 82 16,-1-2-33-16,-3 6-32 0,0 0-35 16,-4 6-67-16,4 5-13 0,-1 2-55 15,2 5-24-15,-1 5 23 0,4 1-3 0,2 2 4 16,4-4 28-16,3 2-28 0,0-4-12 15,3-3-22-15,9-3 0 0,2-4-39 16,5-4-48-16,1-3 1 16,4-3-4-16,1-3-28 0,2-8-49 0,-2-4-101 0,1-4-104 15,-3-2-174 1,-2-2-170-16,-6 5-313 0,2-6 430 16</inkml:trace>
  <inkml:trace contextRef="#ctx0" brushRef="#br0" timeOffset="10839.48">30856 8116 280 0,'0'0'698'0,"0"0"-43"0,0 0-201 16,0 0-56-16,0 0-123 0,0 0-73 15,0 0-35-15,0 0 18 0,0 0-16 16,7 74 21-16,-4-61 43 0,0-2-22 16,0-3-62-16,1-1-77 0,-1-4-32 15,0 0-12-15,0-3-3 0,-2 0-7 0,5 0-18 16,0-3-14-16,2-3 14 16,1-2 2-16,1-4-1 0,2-1-1 0,-5-2-3 15,0 3 0-15,-1-1 2 0,-3 3 1 16,0 3 0-16,0 2 2 0,-1 2-2 0,-2 1-16 15,0 2-21-15,3 0 3 0,-1 0 25 16,2 2 9-16,0 3 87 0,4 2-16 16,-1 0 6-16,3 3-28 0,0 0 7 15,-1-1-28-15,2 3-4 0,1-3-24 16,-2-3-1-16,4-2-11 16,1 0-10-16,0-2-33 0,0-2-38 0,2-2-15 15,-4-5 18-15,3 0-6 16,-3-5-7-16,-2 3 28 0,-2-1 30 0,0 1 29 15,-3 3 16-15,-2 2 2 0,-3 2 13 16,2 0-2-16,0 0 7 0,-1 1 2 16,-1 1-1-16,2 0 29 0,1 0 44 15,1 3 33-15,1 1-49 0,2 0-35 0,-1 2-25 16,3-2-2-16,2 1-16 0,1-2-11 16,1-1-110-16,-1-2-100 0,4-2-115 15,-1-7-190-15,-4 3-289 0,8-5-728 0</inkml:trace>
  <inkml:trace contextRef="#ctx0" brushRef="#br0" timeOffset="11244.4">31509 8041 2561 0,'0'0'505'0,"0"0"-326"15,0 0 63-15,0 0-5 0,0 0-32 0,0 0-19 16,-48 77-30-16,48-63-54 0,0-3-99 15,0-1-3-15,7-4-22 0,1-2 19 16,-1-1 3-16,3-3-25 0,0 0 14 0,2-6 10 16,2-3-1-16,-1-1-26 0,3-3-6 15,-3 1 32-15,-3-1-33 0,1 3 35 16,-5-1 11-16,0 4 1 0,-3 1 1 16,0 4 15-16,-3-2 34 0,1 4-6 15,2 0-53-15,-3 0-3 0,0 0-3 0,0 0 3 16,0 0 46-16,0 0 4 0,0 0 21 15,1 0 0-15,1 2-31 0,-2 0-3 16,1 0 3-16,4-1 33 0,-1 3-30 16,2-2-21-16,1 3 21 0,3-4-10 15,0 2 1-15,0-2-13 0,0-1 22 16,1 2-12-16,-3-2-20 31,1 0-10-15,-4 0-2-16,0 0 1 0,-1 0-24 0,1 0-10 0,-1 0-15 0,4 0-37 0,1-2-58 0,0 1-56 0,5-5-132 15,-2 1-218-15,-2 0-430 0,7-3-488 0</inkml:trace>
  <inkml:trace contextRef="#ctx0" brushRef="#br0" timeOffset="11636.95">32098 7972 1516 0,'0'0'1671'0,"0"0"-1371"16,0 0-82-16,0 0 207 0,0 0-173 15,0 0-211-15,0 0-39 0,0 0 32 16,0 0 3-16,0 0 28 0,-43 64 3 16,43-53-22-16,0-2-28 0,4-2-18 15,2-3-24-15,0-2 2 0,1-2 10 0,2 0-22 16,1 0-6-16,1-4 24 0,4-5-5 16,2-4-16-16,-1-4-4 15,4-2-21-15,-1-4-37 0,1-4-32 0,-1 0-23 16,-3-3 16-16,-2-1 56 15,-4 0 32-15,-4 0 50 0,-3 2 6 16,-2 2 47-16,-1 7 73 0,0 4 41 0,-1 8 49 0,-2 4 22 16,0 4 27-16,0 0-35 15,-1 5-35-15,-2 5-49 0,-4 3-137 0,0 6-9 16,0 5-2-16,-3 7-1 16,4 0 3-16,2 1 2 0,4-1 16 15,1-5-15-15,2-4-3 0,0-3-13 0,6-4-48 16,0-3-54-16,0-4-65 0,0-3-32 15,2-3-56-15,-2 0-194 0,1-2-199 16,-1 0-440-16,2-4-520 0</inkml:trace>
  <inkml:trace contextRef="#ctx0" brushRef="#br0" timeOffset="12867.43">5022 7786 2572 0,'0'0'546'0,"0"0"-345"0,0 0-45 16,0 0 44-16,0 0 61 0,0 0 31 15,0 0-7-15,0 0-63 0,0 0-105 16,0 0-117-16,0 0-3 0,-78 31 3 0,65-7 10 16,3 2 21-16,-1 2-13 15,5 1 10-15,1-4 5 0,4 0 10 0,1-3-15 16,4-5-16-16,8-2-12 0,2-4 0 15,5-3-34-15,3-4-8 0,4 0 14 16,1-3 25-16,-1-1-15 16,0 0-7-16,-6 1 10 0,-4 0-7 0,-3 4 22 15,-6-1 0-15,-1 3 49 0,-5 0 3 16,-1 3-3-16,0 2-6 0,-1 1-15 16,-8 2-28-16,1 1-1 0,-4 0-73 15,1-3-30-15,-1-1-19 0,2-3-21 16,4-3-54-16,-1-3-94 0,4-3-171 0,2-3-269 15,-1-3-529-15,2-9-84 0</inkml:trace>
  <inkml:trace contextRef="#ctx0" brushRef="#br0" timeOffset="13121.76">5267 7974 1740 0,'0'0'474'0,"0"0"-206"16,0 0-19-16,0 0 40 0,0 0-21 15,0 0-57-15,0 0-3 0,85 69-25 16,-68-65-39-16,3-2-49 0,2-2 21 16,-3-2 48-16,1-6-55 0,-4 0-42 15,-3-4-5-15,-4 0-13 0,-5-1-9 16,-1-1 19-16,-3 2-1 0,0 1-9 16,-6-1-21-16,-1 2-7 0,-2 0-20 0,1-1-1 15,-1 4-46-15,3 2-52 0,0 2-83 16,2-2-110-16,1 4-157 0,3-1-333 15,0 1-644-15,0 1-257 0</inkml:trace>
  <inkml:trace contextRef="#ctx0" brushRef="#br0" timeOffset="13485.18">5740 7974 752 0,'0'0'775'0,"0"0"-235"0,0 0-3 0,0 0-84 16,59 69-105-16,-46-49-94 0,-3-1-43 15,0 4-79-15,-2-4-53 16,0 0-41-16,-1 1 6 0,2-5 2 0,-2 0 38 0,-4-7-25 16,-2 2 0-16,0-7-12 0,-1 1-16 15,0-4 18-15,-1 0 34 0,-6 0 13 16,-3-4-96-16,-2-7-19 0,-3-4-36 16,-3-9 37-16,1-5-16 0,-2-6 0 15,-1-7 18-15,3-1 4 0,2 0-28 16,6 0 6-16,4 4 32 0,5 8-2 15,0 3-36-15,8 4-9 0,5 3 14 0,5 4 14 16,-1 2-10-16,5 2 24 0,-5 4 7 16,-1 9 1-16,-3 0 52 0,-3 4 37 15,-3 10 0-15,-5 3-37 16,-2 2-38-16,0 6-15 0,-5 2 0 0,-5 1-25 16,-1-1-49-16,-1-2-38 0,2-2-62 0,-3-6-33 15,6-3-102-15,1-7-142 16,3-2-275-16,-1-5-627 0</inkml:trace>
  <inkml:trace contextRef="#ctx0" brushRef="#br0" timeOffset="13862.16">6087 7874 382 0,'0'0'1049'0,"0"0"-542"0,0 0-31 16,0 0-76-16,55 86-41 0,-42-65-88 0,-5-1-52 15,0 1-64-15,-1-2-39 0,-3-3-25 16,-4 1-5-16,1-5-12 0,-1-1-2 16,0-4-16-16,0-5-16 0,0-2-6 0,-1 0-3 15,-3-6-31-15,-3-8-134 16,1-2 50-16,0-8 50 0,-1-7-10 0,1-8-3 16,-4-3 2-16,3-4 14 15,-2-1 12-15,1 3 19 16,3 1 1-16,4 4 14 0,1 8-15 0,0 4 0 0,4 6 0 15,6 4 0-15,-3 5 23 0,2 5 25 16,1 6-23-16,-1 1-23 0,1 0 51 16,1 5 15-16,-2 7-21 0,0 2-3 15,-2 3-29-15,-4 4 10 0,-3 2-6 16,0 2-17-16,-3 2-2 0,-6 2-17 16,-1-4-35-16,-4-3-39 0,4-5-9 15,-1-6-48-15,3-5-47 0,1-6-131 0,-1-6-160 16,3-6-201-16,-2 1-442 0,4-20 320 0</inkml:trace>
  <inkml:trace contextRef="#ctx0" brushRef="#br0" timeOffset="14413.72">6222 7382 833 0,'0'0'749'0,"0"0"-434"0,0 0-46 15,0 0-36-15,0 0-36 0,0 0-10 16,0 0-23-16,68 88 6 0,-56-61-29 15,-5 0-14-15,2 2 19 0,-2 0 44 16,0-1 49-16,-1-6-112 0,1-4-115 16,0-5-12-16,3-4-76 0,0-4-12 15,2-5 13-15,1-2 40 0,3-10-12 16,1-2-13-16,2-7 6 0,1-3-38 16,-2 0 51-16,0 1-111 0,-1 1 114 15,-2 6 3-15,-4 2 19 0,-2 6 13 0,-2 3 0 16,-3 1 2-16,1 2 1 0,-1 2 0 0,0 0 124 15,2 2 3-15,0 5-38 0,3 1-41 16,-1 2-7-16,4 3-27 16,-2-1-13-16,4 3 1 0,1 1 32 0,0 1 23 15,1 0-35-15,3-1 3 16,-4 1-12-16,2 1 24 0,-4 0 1 16,1-4 3-1,-1 3-38-15,0-2 13 0,0-2-16 0,-1-1 2 0,-1-1-1 0,-2-2 1 16,-3-3-1-16,0 0 0 0,-3 0 24 15,-1-2 17-15,-2-1 57 0,-3 3 60 16,-7 5-88-16,-3 2-58 0,-7 5-13 16,1 3-11-16,-4 2 7 0,3-1 1 15,2-5-18-15,6-1-1 0,3-7-22 0,5-4-5 16,1-5 5-16,3 0-28 16,0-4 4-16,0-7-52 0,0-7 86 0,0-8 34 15,4-5 13-15,2-4 6 0,3-7-1 16,2-2-18-16,2-3 38 0,3-2-2 0,-2 2-24 15,5 5-12-15,-2 3-6 0,2 7-14 16,-1 6 17-16,-4 6-32 16,-4 8-55-16,-4 1-150 0,-2 8-355 0,-4 1-557 15,0 2-611-15</inkml:trace>
  <inkml:trace contextRef="#ctx0" brushRef="#br0" timeOffset="32711.84">23378 9417 1448 0,'0'0'462'16,"0"0"-122"-16,0 0-116 0,0 0 66 15,0 0 73-15,0 0-51 0,0 0-24 16,0 0 8-16,0 0-39 0,0 0-25 16,7 7-10-16,0 1-13 0,-1 4-47 15,1 3-40-15,6 6-22 0,3 0 37 16,4 7-28-16,4-1-69 0,1 2-4 15,4-2 0-15,6-2-22 0,1-6-14 16,2-5-26-16,2-3 25 0,-3-6-16 16,2-4-22-16,-2-1 11 0,-7 0 16 0,-3-5-27 15,-9-1-37-15,-6 4-27 0,-4-2-22 16,-8 3-21-16,0 1-32 0,-8-1-108 0,-7 0-179 16,-5-4-254-16,4 5-465 0,-12-7-342 15</inkml:trace>
  <inkml:trace contextRef="#ctx0" brushRef="#br0" timeOffset="33165.01">23388 9511 795 0,'0'0'1426'0,"0"0"-1219"15,0 0-126-15,0 0-58 0,0 0 77 16,0 0 58-16,0 0 60 0,0 0-4 15,0 0-13-15,0 0-7 0,0 0 24 0,-19-36-2 16,19 36-6-16,0 6 7 0,-3 6 27 16,0 6-87-16,-1 3-44 0,0 8-46 15,-2 2 6-15,2 3 1 0,-2 2-32 0,0-5 7 16,-1 0-34-16,1-6 22 16,3-5-37-16,1-7-13 15,2-5-5-15,0-4-21 0,0-4-28 0,0-3 3 0,0-6 27 16,4-6 37-16,0-6 0 15,-1-6-3-15,1-5 3 0,-4-2 0 0,0-1 12 16,-7-3-11-16,-1 1-1 0,-1 1 3 16,0 4-1-16,2 3-2 0,0 5 3 15,2 5 13-15,4 4-14 0,-1 6 1 16,2 4-2-16,0-1-1 0,0 1 0 16,6 0 25-16,0 3 51 0,4 2 3 15,3 0-3-15,3 7 28 0,3 5 23 16,1 4-3-16,2-1-61 0,2 3-32 0,3-1-19 15,2-1-12-15,2-2-3 0,-1-3-40 16,3 0-87-16,0-5-64 0,2-1-40 16,1-3-181-16,-9-1-531 0,15-1-670 0</inkml:trace>
  <inkml:trace contextRef="#ctx0" brushRef="#br0" timeOffset="34118.36">24519 9932 2511 0,'0'0'634'0,"0"0"-414"16,0 0-90-16,0 0 54 0,0 0 118 15,0 0-13-15,0 0-54 0,-85 43-87 16,75-17-52-16,4 2-38 0,1 3-9 16,2 4 19-16,3 0 2 0,0 1 0 15,4-3 10-15,5-1-13 0,2-5-40 16,5-3-27-16,0-7-30 0,4-8-16 16,3-5-36-16,2-4-16 0,-2 0-49 15,3-12-22-15,-2-6-91 0,1-2-187 31,-5-4-310-31,0-2-371 0,-6 7-45 0</inkml:trace>
  <inkml:trace contextRef="#ctx0" brushRef="#br0" timeOffset="34362.87">24721 10043 1398 0,'0'0'628'0,"0"0"-198"15,0 0-62-15,0 0-6 0,0 0-24 16,0 0-22-16,0 0-49 0,3 76-61 16,9-58-8-16,3-1-34 0,4-3-57 15,4-6-39-15,0-4-4 0,2-3-6 16,-2-1-24-16,0-6 9 0,-2-6-3 15,-3-2-7-15,-4-3-18 0,-4-1-2 16,-5 0 14-16,-4 1 10 0,-1 0-10 16,-9 1 19-16,-5 1 12 0,-5 2-21 15,-1 1-37-15,-2 2-12 0,2 2-3 0,0 2-4 16,1 5-32-16,2-1-47 16,4 2-15-16,0 0-43 0,6 3-58 0,4 1-64 15,3-2-125-15,0-2-187 16,7 0-111-16,6 0-34 0,0-1-61 0,4-7 167 15,1-1 192-15</inkml:trace>
  <inkml:trace contextRef="#ctx0" brushRef="#br0" timeOffset="34633.14">24894 9911 223 0,'0'0'248'0,"0"0"58"16,55-65 23-16,-32 38 33 0,0-2-5 15,0-1-61-15,-3 6-5 0,-7 5 25 16,-3 7 19-16,-6 6 3 0,-4 6 36 16,0 0 0-16,-4 4-35 0,-4 5-83 15,-1 8-137-15,-1 3-39 0,2 3-34 16,2 1-10-16,4 1 4 0,2-1-9 0,8-1-30 15,6-4 2-15,4-2 15 0,4 0-3 16,4-3 16-16,1 0-13 16,-1-5 3-1,0 2-18-15,0-2 33 0,-4 0-18 0,-2-3-16 0,-7 1-2 16,-2-1 13-16,-6 0 29 0,-4 1 10 0,-1 3 21 16,0 1 21-16,-7 3-46 0,-7 0-48 15,-4 1-19-15,-2-1-63 0,-4-1-48 0,-1-2-38 16,5-7-67-16,0-3-100 15,5-1-142-15,1-9-164 0,5-7-410 0,5 3-33 16,2-13 302-16</inkml:trace>
  <inkml:trace contextRef="#ctx0" brushRef="#br0" timeOffset="34874.99">25286 9649 554 0,'0'0'734'0,"0"0"-74"0,0 0-32 15,0 0-53-15,0 0-180 0,0 0-60 16,0 0-46-16,43 83-19 0,-27-58-41 16,3 5-23-16,-2 1-14 0,3 0-48 15,-4 1-56-15,1-2-49 0,-2-3-22 16,-4-7-17-16,1-2-73 0,-5-4-28 16,0-4-42-16,-1-3 27 0,-5-2-139 0,-1-5-92 15,0 0-50-15,-7 0-198 16,-4 0-498-16,-4-5-11 0,3 2 384 0</inkml:trace>
  <inkml:trace contextRef="#ctx0" brushRef="#br0" timeOffset="34982.36">25365 9925 541 0,'0'0'698'0,"0"0"-48"16,0 0-21-16,0 0-37 0,0 0-131 0,0 0-70 15,0 0-40-15,22-75-32 0,-11 65-67 16,2 0-115-16,0-1-89 0,2 3-48 16,-4 0-61-16,2 1-147 0,0 2-196 15,2 0-286-15,-4 2-519 0,8-4-265 0</inkml:trace>
  <inkml:trace contextRef="#ctx0" brushRef="#br0" timeOffset="35608.91">25299 10726 1623 0,'0'0'1261'0,"0"0"-800"15,0 0-65-15,0 0 66 0,0 0-68 16,0 0-72-16,0 0-102 0,0 0-40 16,-81 27-22-16,61-4-9 0,4 2-37 15,0 6 27-15,5 5-6 0,5 3-31 16,6 0-27-16,0 2 34 0,7 0 23 16,9-5-20-16,7-5-46 0,3-7-13 15,4-6-53-15,2-8-87 0,1-8 9 0,0-2 47 16,2-6 28-1,-2-7 2-15,3-5-1 16,-1-7 0-16,-2-5 2 0,-4-1 0 16,-3-4 0-16,-5-1 0 0,-4 0 19 0,-8 1-1 15,-6 0 15-15,-3 2-15 0,-6 0-3 0,-8 7-15 0,1 1-1 16,-7 7 0-16,-2 7 1 0,-5 4-24 16,-5 7-39-16,-7 0-58 0,2 7-42 15,1 3-99-15,4-1-195 0,3 1-119 16,6-1-119-16,7-3-582 0,-4 4-819 0</inkml:trace>
  <inkml:trace contextRef="#ctx0" brushRef="#br0" timeOffset="38338.75">24868 11598 2187 0,'0'0'523'16,"0"0"-163"-16,0 0-63 0,0 0-34 16,0 0 37-16,0 0-96 0,0 0-54 15,0 0-10-15,0 0 8 0,90-5 0 16,-65-7 2-16,6-4-21 0,3-2-34 15,5-3-19-15,3-6-18 0,4-3-31 16,9-4-15-16,4-6-12 0,3-2-50 16,4-4-26-16,-1 1-34 0,3 3 3 0,-8 6-16 15,-6 2-46 1,-10 10-45-16,-9 5-112 0,-12 6-68 16,-10 6-67-16,-10 3-78 15,-3 4 129-15,-12 0-122 0,-1 6-223 0,-20 6-246 0</inkml:trace>
  <inkml:trace contextRef="#ctx0" brushRef="#br0" timeOffset="38559.33">24976 11522 1573 0,'0'0'403'15,"0"0"-137"-15,0 0-88 0,-85 60 138 16,75-53 95-16,7-3-35 0,3-4-170 16,0 0-90-16,9 0 41 0,6 0 72 0,6 0 10 15,9-4 5-15,6-9-23 0,10-5-26 16,10-6-15-16,9-9-46 0,10-6-58 15,9-4-28-15,4-4-48 0,1-1-6 16,0 0-39-16,-5 4-83 0,-2 2-67 47,-8 5-129-47,-8 2-240 0,-21 12-471 0,1 0-326 0</inkml:trace>
  <inkml:trace contextRef="#ctx0" brushRef="#br0" timeOffset="57475.15">29049 10145 355 0,'0'0'385'16,"0"0"-153"-16,0 0-24 0,0 0 56 16,0 0 29-16,0 0-30 0,0 0-59 15,0 0-39-15,0 0-20 0,0 0 10 16,0-2 29-16,0 2 18 0,0 0 12 15,0 0-4-15,0 0-19 0,0 0-21 0,0 0-23 16,0 0-17-16,0 0-15 0,0 1-22 16,0 0-15-16,0 3-25 0,0-4-16 15,0 0-22-15,0 0-14 0,0 0 0 16,0 1 1-16,0-1 0 0,0 0 11 16,0 0 5-16,0 0 10 0,0 0 6 15,0 0-3-15,0 1 34 0,0-1 27 0,0 2-46 16,0-2-44-16,0 0-2 0,0 1-1 15,0-1-1-15,0 0-1 0,0 0 0 16,0 0 3-16,0 0 0 0,0 0 0 16,0 0-3-16,0 0-19 0,0 0-12 0,0 0 0 15,0 0 7-15,0 0 8 16,1 0 7-16,-1 0 10 0,0 0 2 16,0 0 1-16,0-1 1 0,0-1-1 15,0 1-1-15,0 1 0 0,0 0-3 0,0-1-12 16,0 1 13-16,0 0 1 0,0 0 1 15,0 0 1-15,0 0 2 0,0 0 21 16,0 0-11-16,0 0-13 0,0 0 0 16,0 0 0-16,0 0-2 0,0 0-17 15,0 0 7-15,0 0 10 0,0 0-1 16,0 0 0-16,0 0 1 0,0 0 2 0,0 0 2 16,0 0 1-16,0 0 9 0,0 0 0 15,0 0-11-15,0 0-1 0,0-3-1 16,0 3 1-16,0-1 2 0,0 1-2 15,0-1-1-15,0 1 1 0,0 0 2 16,0-1-2-16,0 1-2 0,0-2 2 0,0 1 0 16,0-1-2-16,0 1-13 0,-1-4 15 15,1 4 3-15,0 0-1 0,-1 1 1 16,1 0 9-16,0 0-12 16,0 0 0-16,0 0-18 0,0 0 6 0,0 0 9 15,0 0-22-15,0 0 22 0,-2 0 3 16,2 0 21-16,0 0-5 0,0 0-16 15,-1 0 2-15,-1 0-2 0,2 0-21 0,-1 0-16 16,1 0 35-16,-2 0-10 0,2 0-28 16,0-2-7-16,0 0 13 0,0 2 10 15,0 0-7-15,0 0 6 0,0 0-3 16,0 0-3-16,0 0-12 0,0-1-32 16,0-3-50-16,0 1-92 0,0-1-127 15,0-1-138-15,0 2-210 0,3-6-689 0,-6 38 399 16</inkml:trace>
  <inkml:trace contextRef="#ctx0" brushRef="#br0" timeOffset="58360.67">29036 10125 1524 0,'0'0'393'0,"0"0"-97"0,0 0-138 16,0 0 75-16,0 0 102 0,0 0-50 0,0 0-88 15,0 0-57-15,0 0 2 0,0 0 63 16,0 0-25-16,26 59-77 0,-19-40-41 15,2 2 102-15,-3 2-117 0,-1 0-22 16,1 3-13-16,-2 2-9 0,-1-5-1 0,2 1-2 16,-3-5 1-16,1-5-1 0,0-3-20 15,-1-1 7-15,-1-4 12 0,-1-4 0 16,0 2-20-16,4-4-1 16,-4 0 9-16,2-3 1 0,-1-3-10 0,2-4 22 15,3-7 53-15,-3-6-25 0,1-5-26 16,-2-4-2-16,-2-4-22 0,0 3 21 15,-2 0-11-15,-2 2 12 0,-1 3 18 16,1 4 5-16,3 4-23 16,-1 3-12-16,1 3 12 0,1 6-1 0,0 1-12 15,0 4-18-15,0 1 0 0,0 2 13 16,1 0-13-16,8 7 31 0,3 2 43 16,6 4 25-16,2 3-9 0,2 3-31 0,4 5 12 15,-3 1-40-15,1-1 0 0,-3-1-15 16,-1 1 14-16,-2-5-1 15,-3-3-11-15,-1-3 11 0,-5-2 1 0,0-4-1 16,-2-4-20-16,-4 0 7 0,2-3 15 0,-2 0 3 16,3-6 50-16,0-5 42 15,0-6 10-15,-2-5-35 0,0-5-23 0,-2-4-11 16,-2-4-24-16,0-2 1 0,0 1-13 16,0 2-3-16,-2 3-25 0,2 5-12 15,0 3-79-15,0 6-97 0,0 3-60 16,0 6-192-16,3 4-491 0,1 3-402 15,2 3-102-15</inkml:trace>
  <inkml:trace contextRef="#ctx0" brushRef="#br0" timeOffset="58673.51">29619 10204 1990 0,'0'0'343'0,"0"0"-152"0,0 0 77 0,0 0 50 16,0 0-98-16,0 0-93 0,55-67-76 15,-49 48-49-15,-3-2 17 0,-3 2 32 16,0 0-13-16,-3 0 19 0,-8 1-16 16,-1 1 9-16,-1 5-28 0,0 1 67 15,0 4 67-15,3 6 48 0,0 1-45 16,1 0-42-16,3 2-39 0,-2 8-17 16,2 3-16-16,0 0-45 0,3 7-24 15,3 2 15-15,0 2 9 0,2-1 15 63,5 2-13-63,6-2 0 0,0-4-2 0,3-3-2 0,3-3-23 0,1-4 4 0,0-4-4 0,3-4-18 0,2-1-13 0,-1-5-46 15,-2-5-56-15,1-7-62 0,-2-2-107 0,-1-5-133 0,-2-6-118 0,-8 7-439 16,0-12-265-16</inkml:trace>
  <inkml:trace contextRef="#ctx0" brushRef="#br0" timeOffset="59307.68">29817 9769 897 0,'0'0'1237'0,"0"0"-797"0,0 0-240 16,0 0 8-16,0 0 23 0,0 0 2 16,23 87-46-16,-11-54-64 0,2 3-19 15,1 1-23-15,0 0-12 0,0-3-34 0,-3-3-35 16,-1-4-11-16,-2-3-23 0,-1-2-1 16,-4-5-8-16,-1-3-8 0,0-3 29 15,-3-5 0-15,2-4-60 0,-2-2 22 16,0 0 13-16,0-2-23 0,0-8-63 15,-2-3-87-15,-1-5 121 0,0 0 45 16,0-2 31-16,3 0 10 0,0 3-9 16,0 2-26 15,6 2 12-31,4 1 21 16,2 2 15-16,2 1 4 0,2-1-4 0,3-1 25 0,-2 3-22 0,2-1 30 0,1 5 11 0,-2-1 21 0,-3 4 5 0,1 1-51 15,-3 0 32-15,-3 1 55 0,0 7 5 16,-1 3 6-16,-3 0-28 0,1 2-7 15,-1 3-25-15,-1-1-10 0,1 2-9 16,0 1 12-16,0 0-6 0,0-2-31 16,-1-5-11-16,1-2 11 0,-2-2-13 0,-1-2-22 15,0-3 1-15,0-2 2 0,0 0 19 16,0-3 14-16,0-4 52 16,1-5-5-16,0 0-24 0,-1-6-19 15,0 1-17-15,1-1-2 0,-1 1-8 0,2 5-23 16,-1 0 0-16,3 5 7 0,-3 2 0 15,1 1-10-15,-1 2 17 0,2 2 2 16,2 0 0-16,0 0 16 0,2 5 32 16,4 1-4-16,-1 1 3 0,3 5-12 15,0-5 10-15,1 3 6 0,-2-2-4 16,0 0-6-16,-5-1-13 0,-1-2-9 0,-2-2 19 16,-1-3-9-16,-2 0-1 0,-1 0 22 15,0 0 44-15,0-7 43 0,-1-1 31 0,-1-2-38 16,-1-3-44-16,0-3-36 0,0-2-31 15,0-3-3-15,0-1-10 0,0 0-36 16,-3 5-53-16,0-1-21 0,2 5-38 16,-1 1-41-16,1 5-96 15,1-2-151-15,0 3-155 0,0 2-68 0,4-1-149 16,2 1 32-16</inkml:trace>
  <inkml:trace contextRef="#ctx0" brushRef="#br0" timeOffset="59786.39">30573 9837 160 0,'0'0'430'0,"0"0"-127"0,0 0-62 15,0 0 46-15,0 0 9 0,0 0 6 16,0 0 25-16,0 0-36 0,0 0-62 16,0 0-50-16,0 0-25 0,60 72-14 0,-56-55 23 15,0 1-8-15,1 0-26 0,-1-2-31 16,0-1-35-16,3-3-23 0,-1-4-38 16,3-2 1-16,-2-1 15 0,5-5 14 0,-4 0 22 15,4 0 52-15,-1-9 40 0,1-1-53 16,0-2-34-16,-1-6-28 0,-7 1 0 15,1 2-3-15,-5-2 5 0,0 2-17 16,-6 1 18-16,-6-1-13 16,-2 4-21-16,-1 1-18 0,-2 0-13 15,-3 4-55-15,4 4-44 0,-1-1-19 0,2 1-10 16,4 2-49-16,5 0-25 0,5 0-36 16,1 0-124-16,1 0-132 0,8 0 156 15,2 0 145-15,4 0 146 0,1 2 62 16,2 0 16-16,-2-2 3 0,3 1 69 15,0 0 2-15,2 4 124 0,1-4-7 0,-2 5-19 16,3-1 5-16,0 2 26 0,-1-3 5 16,-5 3-106-16,0-1-41 0,-5 1 22 15,-5-2-42-15,-1-1 29 0,-2-1 45 16,-3 1 46-16,-1-3 40 0,0-1 1 0,0 0-47 16,0 0-49-16,0 0-13 0,-1-6-19 15,-3-4-74-15,1-4-68 0,0-6-28 16,2-6 49-16,1 0 13 0,0-5-6 15,0 2 9-15,0 6 29 0,3-1-23 16,5 5-28-16,-1 1-53 0,5 5-58 16,1-2-114-16,1 2-151 15,2 1-159-15,-3 3-176 0,4-3 28 0</inkml:trace>
  <inkml:trace contextRef="#ctx0" brushRef="#br0" timeOffset="60223.43">31101 9537 1228 0,'0'0'1242'15,"0"0"-730"-15,0 0-252 0,0 0-47 16,0 0-16-16,0 0-103 0,0 0 20 16,0 0 46-16,0 0 41 0,33 74-15 15,-25-48-22-15,-1 2-38 0,0 1-46 16,0 1-3-16,-3 0-19 0,2-5-42 0,0-1-5 16,1-3-11-16,-3-8-3 0,2 0-22 15,-3-4-2-15,0-5 5 0,0-1 7 16,-3-3-7-16,3 0-14 0,0-4-23 15,1-7 38-15,2-3 21 0,1-5 18 16,2-5-16-16,0-5-2 0,0 1-2 16,3 1-16-1,-1 3-13-15,-1 1 9 0,1 7-2 16,0 3 2-16,-4 5-15 0,-1 2-22 0,-3 1-9 16,0 3-18-16,0 1-8 0,-2 1 10 0,1 0 3 0,-2 0-1 15,0 3 3-15,0 3 79 0,0 4 63 16,-2 1-16-16,1 3-15 0,-4 4 6 15,1-4-4-15,1 3 25 0,3-1 13 16,-1-1-1-16,1 0 1 0,0-1-1 16,0-3 3-16,3 3-12 0,1-5-10 0,2-1-24 15,2-3-25-15,4-3-3 0,1-2 0 16,4 0-16-16,3-5-37 0,2-7-49 16,4-3-68-16,3-5-132 0,0-4-333 15,-8 7-716-15,12-13-712 0</inkml:trace>
  <inkml:trace contextRef="#ctx0" brushRef="#br0" timeOffset="61333.95">31894 9238 2674 0,'0'0'1607'0,"0"0"-1353"0,0 0-211 15,0 0 16-15,0 0 15 0,0 0-53 16,0 0-5-16,14 70-4 0,-5-35 0 15,2 3-9-15,1 2 31 0,4-4-3 16,-2 2-10-16,3-4-19 0,-1-3 9 0,-2-6-11 16,-2-3-4-16,-3-7-23 15,-1 0 24-15,-3-6-22 0,-4-2 4 0,-1-2-13 16,0-1-3-16,0-4-28 0,-3 0-46 0,-4 0-84 16,0-11-41-16,-2-1 19 0,0-3 87 15,-2-5 10-15,1 1 57 0,1-1 41 16,1-1 22-16,1 2 25 0,2 1 16 15,4 1-37-15,1 3-4 16,0 3-26-16,4 3 4 0,2 0-9 0,5 0 8 16,1 0 23-16,1 1 10 0,3-2-10 15,2-1 0-15,0 2 3 16,-1-3 13-16,2 1-14 0,1-1-2 0,1-2 1 16,0-2-3-16,-1 0-9 0,0-2-30 15,-1 0-7-15,-2-1 20 0,-4 2-10 16,0 2 31-16,-4 3 7 0,-5 4 26 0,-1 2 6 15,0 4 50-15,-3 1 124 16,0 0 30-16,0 0 5 0,0 6-36 0,0 4-75 16,0 5-49-16,-3 4-38 0,2 7-22 15,-1 2 22-15,2 4 40 0,0-1 46 16,0-1-28-16,6-1-40 0,4-4-34 0,0-1-24 16,0-6-3-16,6-4-21 0,-3-4-15 15,1-3-13-15,1-5-46 0,-1-2-52 16,2 0-97-16,1-7 34 0,2-8-39 15,-2-3-51-15,2-3 9 0,-2 0-30 16,-2-3-80-16,-1 3 136 0,-1 1 84 16,-3 2 74-16,-1 4 107 0,-3 4 13 15,-2 4 29-15,-4 1 33 0,2 5 128 0,-2 0 171 16,0 0 39-16,0 5-61 16,0 1-110-16,0 2-115 0,0 5-68 15,0 4 10-15,0-3 27 0,1 3 38 16,4-1-14-16,1-3-33 0,3-3-41 0,0-4-18 15,2 0 2-15,-1-5 22 0,2-1-2 16,-1-1-4-16,1-6-3 0,-2-2-4 16,0 0-14-16,-3-5-1 0,-1 2-12 0,-6-3-12 15,0-1-15-15,-1 4-22 0,-8-1-2 16,-4 1-26-16,0 0-27 0,-2 5-31 16,0 1-9-16,0 0 5 0,4 3-7 15,2 2-28-15,3 0-58 0,5 0-30 16,1 0-201-16,3-4-128 0,5 3 308 15,4-2 228-15,4-2 41 0,2 4-7 0,0-1 9 16,2-1 52-16,0 2 71 16,3 1 28-16,2 1 30 0,-1 0-59 15,2 0-19 1,0 1 31-16,0 5-19 0,0-1-25 0,-1 1 8 0,-4 0 48 16,-5 2 0-16,-2 0 2 0,-4 1 15 0,-2-3-12 15,-4 1-36-15,-1-1-7 0,-3 0-21 16,2-1-13-16,0-4-18 0,-2 0-44 15,0-1-12-15,0 0-34 0,3-1-58 16,0-8-38-16,1-2 102 0,2-6 9 0,3 0-12 16,-1-2-22-16,1-2-40 15,0 2 27-15,-2 1 29 0,3 6 7 0,-1 4-1 16,-2 3-3-16,3 5-4 0,0 0 22 16,2 3 16-16,5 3 44 0,3 2-16 15,3-1 42-15,5-1-7 0,-1 0-51 16,-4-2 7-16,-3-3 40 0,-1-1-24 15,-9 0-17-15,-3 0 44 0,-4 0 41 0,-2-3 85 16,-1 1 123-16,0-7-18 0,0-2-132 16,0-5-122-16,0-3-39 0,0-1-24 15,0-7 9-15,0 2-34 0,0-4-103 16,0-2-92-16,-4-2-97 0,-3 0-395 16,1 6-673-16,-5-14-857 0</inkml:trace>
  <inkml:trace contextRef="#ctx0" brushRef="#br0" timeOffset="71525.56">20017 11232 339 0,'0'0'271'0,"0"0"-98"0,0 0-33 0,0 0-26 16,0 0-78-16,0 0-17 0,91-74 66 16,-68 59 198-16,0-2-198 0,5 2-72 15,-4-3 16-15,0 1 43 0,-1-2 15 16,-1 1 34-16,0-3 12 0,-1 2-36 16,-2-4 0-16,1 0-48 0,0 1-20 15,-1-3-26-15,3-3-1 0,-1 3 2 16,-3-3 15-16,0 2-19 0,-2-5 0 0,0 0-81 31,-4-1-75-31,2 1-51 16,-4-4-31-16,3 2 53 15,2-2 71-15,-4-2 49 0,3 2 19 0,0-5 10 16,0 2-3-16,-1 0 36 0,-1-2-13 0,-1 3 15 16,1-3 1-16,-1 3 2 0,-1-2 31 0,2 0 58 0,0 1 150 0,2-3-88 15,0 0-108-15,0-1-9 0,2-1-36 16,-3 0 58-16,4 1-54 0,-2-4-3 15,1 2-1-15,-5-3-4 0,2-1 4 16,-1 3-18-16,-2-4 18 0,-1 4 13 0,-1-4 3 16,-2 5 49-16,-2-3-19 0,1 0 51 0,-2-2-68 15,-3 2-3-15,0-1-13 16,0-2-13-16,0-2-36 0,0-1-48 16,-3 2-26-16,0-3 15 0,1 1 8 15,-1 0 74-15,3 1-13 0,-1 0 22 0,-1 0-67 16,1 0-11-16,-1 1-2 15,1-4-24-15,-1 3-28 0,0-3 5 0,2 1 40 16,0-1 49-16,0-1 29 0,2-1-20 16,3 1-6-16,-1-3-10 0,4 2 33 15,-4 0 16-15,0 0 1 0,2 3 28 16,0-3-29-16,-3 1 2 0,-1 1 24 16,1 0 33-16,0-1-56 0,0 0 56 0,0 0-56 15,-3-2 10-15,2 3-13 0,-2-1-68 16,0-1-85-16,0 3 42 0,-2 0-3 15,-1-1 62-15,0 0 52 0,2 0-3 16,-2-1-19-16,0 1-53 0,2 0 29 16,1-2 13-16,0 1-6 0,0 13-111 0</inkml:trace>
  <inkml:trace contextRef="#ctx0" brushRef="#br0" timeOffset="72773.09">20633 4838 189 0,'0'0'144'15,"-25"-65"-82"-15,9 24-10 0,-4-9-29 16,0 3-20-16,-1-2-1 0,-1 2-1 15,-3 1-1-15,-1 1-19 0,-1 1-4 0,1 3 13 16,-5 1 10-16,3 2 2 0,-3 1 1 16,3 3 36-16,-3-1 134 15,1 1-26-15,-2 0-101 0,3-1-33 16,-1 1-13-16,0 1 0 0,-2 2-56 16,1-1-32-16,-3 1 10 0,-3 4-7 15,0 0 56-15,-1 3 29 0,-2 2 0 16,0 1 16-16,-2 2 56 0,1 3 6 0,-2-1-58 15,1 1-20-15,5-1-19 0,-3 3 19 16,1 1 0-16,1-2 39 0,2 5-36 16,1-1 55-16,2 3 46 0,1 1 105 15,1 2-36-15,2-2-92 0,2 4-65 16,-1 0-16-16,2 0 0 0,0 2-13 0,3 1 13 16,2 0 17-16,1 3 31 0,0 2 70 15,3 4 125-15,3 0-25 0,5 1-85 16,-1 2-133-16,0 1-57 0,2 2-102 0,-1 2-75 15,0 1 19-15,-2 2 98 16,4 1 45-16,-5 2 36 0,1 2 35 0,-4 0 1 16,-1 4 39-16,0-1-35 0,-1 1 18 15,0 1 1-15,-2 2-23 0,1-2 0 16,-1 2-23-16,-1-1-71 0,2 0-20 16,-2 0 55-16,1 1 30 15,-1 2-69-15,-2-1-9 0,-1 2 9 16,-1 1 62-16,1 1 13 0,-3 1 23 0,-2 3 27 15,3 1 16 1,-3 0 2-16,1 2-25 0,0 2 9 16,2-2-28-16,-1 1-1 0,1 1 4 0,3 0-1 15,0 0 30-15,0-1-32 0,1 3-1 0,2-2 0 0,-1 2-4 16,0 1-9-16,1 1-3 0,-1 1 4 16,0 1 12-16,-2 2 36 0,0 1 55 15,1 2 7-15,-1-2 71 0,2 0-32 16,3 3-39-16,0-2-7 0,2 0-61 15,5-4-28-15,-1 4-4 0,2 0-4 0,-2-1-7 0,3-1 0 16,-2 2-9-16,1-2 21 16,-1 4 0-16,0-1-20 0,1 2 21 15,0 0 1-15,1 1 35 0,-2 1 13 16,3-1-20-16,-4 1-16 16,3 0-11-16,-1-1 2 0,2 0-1 0,0 2-3 0,-2 0-9 15,3 1 9-15,1-3 0 0,-1 4 0 16,0-3 7-16,1 3 32 0,2-1-7 15,0 1 4-15,3 3-3 0,0-2-1 16,0 1-19-16,0 1-13 0,0 1 2 16,0-1 24-16,0 4-3 0,0-3 42 15,1 3-42-15,4-4-11 0,-2 2-12 16,2-1-20-16,1 0 20 0,-2 0 4 16,0 1-1-16,4 1-6 0,2-1 3 15,-2 0 0-15,4 0-19 0,-1-2 6 0,2 2 15 16,2-2-2-16,-2-1 1 0,2 7 2 15,0-6 23-15,1 4-26 0,-2-3 23 16,5 1 1-16,0-5-24 0,2 4-1 16,1-2-2-16,-2 0-23 0,3 3 9 15,-3-1-2-15,1 1-14 0,0-1 20 0,-1-2-22 16,-1 1-1-16,1-1-23 16,-1-1 20-16,-2 2 13 0,3-3 26 0,-2-3 2 15,2 1 9-15,0-2-11 0,2 1-3 16,-1-2-26-16,2 2-20 0,0-1-19 15,-1-1 6-15,6 1 13 0,-3-1 46 0,3-3 3 16,2 3 19-16,0-1 1 16,3-1 6-16,2 3 29 0,3-2-3 15,0-1 39-15,4 1 98 0,2-2-82 16,3 0-58-16,2-3-27 0,3-1 1 0,3-2-23 16,1 0 2-16,3-4 0 0,0 1 0 15,3-1-4-15,1-2 4 0,1-1-5 16,1 3-11-16,-3-4 13 0,0-1 1 15,-2-3-3-15,1-2-16 0,-2-4-85 0,-16-10-299 16,18 7-301-16</inkml:trace>
  <inkml:trace contextRef="#ctx0" brushRef="#br0" timeOffset="75434.86">17838 8435 121 0,'0'0'0'0</inkml:trace>
  <inkml:trace contextRef="#ctx0" brushRef="#br0" timeOffset="88557.45">11536 5917 329 0,'0'0'149'16,"0"0"-149"-16,0 0-98 0,0 0 4 16,-78 39-27-16,58-22-19 0,3 2 140 15,-2 0 23-15,4 1 58 0,3-2 4 16,3-6-85-16,5 2-127 0</inkml:trace>
  <inkml:trace contextRef="#ctx0" brushRef="#br0" timeOffset="104352.14">18543 5261 1095 0,'0'0'404'16,"0"0"-179"-16,0 0-134 0,0 0-59 16,0 0-9-16,0 0 6 0,0 0 13 0,0 0-39 15,0 0-3-15,0 0-26 0,-16-20 7 16,13 19 19-16,3-1 2 0,0 0 18 15,0 2 15-15,0 0 8 0,0 0 12 16,0 0-7-16,0 0 7 0,0 0 20 16,0 0 3-16,0 0-20 0,-1 0-19 15,1 0 9-15,0 0 4 0,0 0-4 16,-2 0-6-16,2 0-13 0,0 0-6 16,-1 2-10-16,1 0 0 0,0-1 9 15,0-1 20-15,0 1 0 0,0-1-3 0,0 0 9 16,-2 0 13-16,2 1 13 0,0-1 35 15,0 0 41-15,0 0-32 0,0 2-48 16,0 0-32-16,-1-1 3 0,0 1 29 16,-2 2-1-16,0 1 4 0,-2 2-26 0,-1 1-21 15,0 3-4-15,0 1 19 0,0 0 31 16,2-1-28-16,-2-1 6 0,1-1 29 16,-2 0-79-1,2 0 0-15,-1 1-12 0,0 1-7 0,0 0 9 0,1 3 10 16,-1-3 16-16,0 2 9 0,2-1-3 15,-1 2 0-15,1-2 3 0,-2 1-4 16,3 0 14-16,1 1-1 0,0 1 0 16,1 1 6-16,-2 1-2 0,1-1-4 15,-1 1-6 1,0 1 0-16,2 0-4 0,-1-1 16 0,1 1 0 0,0 0-15 16,1-1 0-16,0 2 15 0,-2 0-9 0,1 0-10 15,1 2 13-15,-4 0-3 0,4-2 9 16,-3 2-7-16,1-1 4 0,1 1 6 15,-1-2-19-15,2 0-11 0,-1 2 5 0,-1-2 22 16,2 2 6-16,-1 0-13 16,1-2 1-16,0 1-1 0,0-1 10 0,0-1-7 15,0-1-5-15,0-2 8 0,1-1-17 16,4-1-19-16,-1 2 12 0,2-1 12 16,-2 0 0-16,2 2-26 0,0 2 19 15,0-1 25-15,-1 1-14 0,4 0-19 16,-1 0-9-16,1 1 24 0,1 0-9 15,0-1-18-15,-1 4 1 0,1-5 14 16,2 1 19-16,-4-2-13 0,4 2-18 0,-1-1 15 16,-1-1-1-16,3-1-17 15,-1 0-10-15,1-3 10 0,-2 1 24 0,1 0-23 16,1 0 2-16,0-2 16 16,0-1-1-16,-2-1-18 0,2 1 2 0,2-1 10 15,-2 0 3-15,1 0-15 0,1 1 0 16,0 2 14-16,-2-2-12 0,3 2-2 0,-1-2-9 15,0 1 9-15,1 1 15 0,1-1-14 16,1-1 0-16,1 0 1 0,2-2 0 16,-1 1-2-16,3-3 1 0,0 1 0 15,-1-1 11-15,3 0-12 0,1-2 0 16,-3 0 0-16,2 0 0 0,-1 0-3 16,3-3-12-16,-1-1 15 0,1 2 0 15,1-2-11-15,-2 0-4 0,-1 0 0 16,0 0 14-16,4 0 1 0,-2 0-1 0,4 0 1 15,-1-2-1-15,2-2 1 0,-2 1-12 16,2-1 11-16,-2 0-14 16,0 0 12-16,-1 0-22 0,-2-1 22 0,2 1-18 15,-3 0 12-15,-2 0 9 0,3 2 0 16,-1-1-1-16,-2 0 1 0,0 0-3 16,2 0 0-16,-1-2 3 0,-1 1-1 15,2 0 0-15,0-3 0 0,-1-3-1 16,0 4 1-16,-1-2 1 0,0-3 2 0,2 4 0 15,-1-3 0-15,-4-2 16 0,4 2-3 16,-1-1 0-16,-1 0 7 0,0 1-20 16,1-2-2-16,-3 1 0 0,1-2 1 15,-3 1 0-15,1-1 0 0,0 0 17 16,-1 0-16-16,-2-2-2 0,0 1 1 16,0 0 1-16,-2 0-2 0,1 0-1 15,-2 1-2-15,0-3 3 0,0 4 0 0,-3-2 0 16,1-2 2-16,-2 2 13 0,2-2-13 15,-1 1-1-15,-1-2 2 0,1 2 12 16,-2-3-3-16,-2-1-11 0,2 1 2 0,-4 0 18 16,1 0-9-16,2-1-12 15,-4-1 3-15,0 0 16 0,2-1-18 16,0-1 11-16,-3-2-10 0,-2 3 28 0,0-3-9 16,1 1-19-16,-1-1 10 0,2 1 3 15,-1-1-14-15,-1 2-1 0,2 1 2 16,-1-1 1-16,0 4-1 0,0-2-2 15,-2 4 1-15,0 2 17 0,0-2-4 16,0 1-14-16,0-1-2 0,-2-1 1 16,0 2 1-16,2-2-16 0,-2 0 16 15,-1 2 2-15,2 0 0 0,-1 1-1 16,-1-2-1-16,0 4 13 0,-1 0 2 0,-2-1-15 16,2 0 1-16,-2 0 11 0,1 1 3 15,0 0-14-15,-1-1 0 0,0 0 2 16,2 0 9-16,-3 1-12 0,0-2 1 0,3 1 2 15,-4-2-3-15,1 3 0 16,2-2 0-16,-3 1 1 0,1 1 1 16,0 1 0-16,-2-1 10 0,1 4 18 15,-3-1-9-15,3-3-21 0,-1 3 0 0,0 0 21 16,1-1-19-16,-2 1-2 0,3-2-11 16,-4 2 10-16,2 0-1 0,-2 0-4 15,2 0 6-15,0 2 21 0,1 0-21 16,1 0 0-16,-2 1 0 0,1 0 1 15,-1 0-1-15,-1-1 0 0,-1-1-9 16,1 0 9-16,-2-1 0 0,-1 1-11 0,0-3 8 16,0 1-9-16,2 1 12 0,-1-1 0 15,1 2 14-15,0 0 1 0,1 2-5 16,-1-4-10-16,2 4-19 0,0-1 19 16,0 0 9-16,1 1-9 0,-1 0-2 15,2-1 1-15,-3 1 1 0,3-1-1 0,-2 0 1 16,-1 1 3-16,2 1 15 0,-1 0-15 15,-1-1 0-15,0 1-3 0,0 0 1 16,-1 1 0-16,0-1 21 16,-1 2-10-16,0-1 0 0,-1 1-9 0,1-1 9 15,-4 0-10-15,5 2-2 0,-2-4 3 16,1 4 21-16,0-2-24 0,0 2-2 16,2-2 0-16,-3-1 2 0,3 3 0 15,-1-3 0-15,0 3 2 0,-1-2 10 16,2-1-9-16,-3 3 0 0,2-3 9 0,-2 3-9 15,0-1-3-15,0 0 1 0,-1-1 1 16,-1 2 1-16,-2-1-2 0,2 1 0 16,0-1 0-16,-1 2 14 0,1-2-12 15,4-1-3-15,-4 3 2 0,4-1-1 16,1-1 1-16,-5 1-1 0,5-1 0 0,-3 1 0 16,3 0 0-16,0 0 0 15,-3 1 1-15,4-1-2 0,-1 1 0 0,-1 0 0 16,-1-1 0-16,4 2-17 0,-7-1 2 15,4 1 15-15,-2-2 2 0,1 0 9 16,1 1-10-16,-5-1 1 0,3 0 10 16,-1 0-10-16,0 1 10 15,0 1 9-15,1-2-19 0,0 2-2 0,-3-3 2 16,3 2 10-16,-3-1-10 0,2 2 0 16,-2-1-1-16,2 1 0 0,-3 0-1 15,2 0 2-15,-1 0-1 0,5 0 0 0,-4 0-1 16,2 0-2-16,-2 1 2 0,0 1 0 15,-1-1 0-15,0 2-2 0,1-1-17 16,0 1 19-16,1-1 3 0,4 1-1 16,-1-2-1-16,2 2 2 0,0-2-3 15,0 2-2-15,-2-2-1 0,2 1-12 16,-3 2 14-16,3 1-11 0,-3-2 12 0,2 2 0 16,-3 0 1-16,3 1 2 0,-2-3 0 15,-1 2 10-15,3-1-13 0,-3 3-18 16,5-2 18-16,-3 0 9 0,0-2-9 0,1 3-15 15,0 0 2-15,-3 1 13 0,3-1 15 16,-4 0-14-16,0 1-1 16,3-1 11-16,-1 1-11 0,2 0-21 0,1-2 3 15,2 1 18-15,-3 0-1 16,3 0-11-16,0 0 12 0,-1-2 11 0,0 2 3 16,1 0-13-16,-1-1 1 15,1 0 9-15,-1 0-11 0,0 1-24 0,3 0 6 16,-3 1 17-16,0 4-2 0,-1 0-15 15,-1 4 18-15,-1-1 6 0,-2 5-3 16,-2-1-3-16,4 0 0 0,-4 0 6 16,2-1 6-16,0 0-12 0,-2 1-24 0,0 3 21 15,-1 0 0-15,2 2-42 0,-3 2 2 16,3-1 7-16,0 4-12 0,3-2-57 16,0 2-68-16,4 1-54 0,3 2-180 0,3 0-574 15,1-8-265-15,-3 10-907 0</inkml:trace>
  <inkml:trace contextRef="#ctx0" brushRef="#br0" timeOffset="141670.26">27400 12243 2485 0,'0'0'442'15,"0"0"-144"-15,0 0-72 0,0 0 37 16,0 0 77-16,0 0-78 0,0 0 1 16,0 0-44-16,0 0-41 0,-35 29-68 15,35-23 69-15,6 6-27 0,3 1-36 0,1 3 2 16,6 4-55-16,1 3-11 0,8 2-31 16,2 4-9-16,6 7-12 0,-1 1 1 15,1 1 14-15,0 0-15 0,-2 2 0 78,-4-2 1-78,0 0-1 0,-4-3-1 0,-3-2-17 0,-1-4 3 0,-3-4-30 0,-3-3-40 0,1-6-24 0,-5-1-28 0,-3-5-118 0,-2-2-23 0,-1-3-80 0,-1-2-112 0,-2-3-123 0,0 0-221 0,0-4-609 0</inkml:trace>
  <inkml:trace contextRef="#ctx0" brushRef="#br0" timeOffset="141980.12">27792 12353 2598 0,'0'0'566'0,"0"0"-327"15,0 0-109-15,0 0 107 0,0 0 163 0,0 0-86 16,0 0-86-16,0 0-35 0,0 0 33 15,0 0-22-15,-16 16-131 0,6 2-27 16,-4 7-4-16,-1 4 7 0,-2 2-7 16,1 5 13-16,-2-1 14 0,-1 1 7 15,0 1-28-15,0 2-23 0,2-1-25 16,1-5-16-16,3-2-14 0,3-4-27 31,3-3-43-31,1-5-64 0,3-3-54 0,0-6-103 0,3-4-162 0,0-3-262 0,0-3-441 16,2 0-322-16</inkml:trace>
  <inkml:trace contextRef="#ctx0" brushRef="#br0" timeOffset="145662.28">27972 12723 1676 0,'0'0'739'0,"0"0"-319"16,0 0-106-16,0 0-43 0,0 0-119 15,0 0-111-15,0 0-41 0,0 0-19 16,0 0 3-16,0 0 3 0,13 7 12 0,-4-6 1 15,0 1 31-15,2-2 7 0,-2 0 0 16,-2 2 25-16,2-2 3 0,-1 1-16 16,-2 0-28-16,0 1 7 0,-2 0-14 0,-1 2-14 15,0-2 0-15,1 1-1 0,-1 1 13 16,-3 0 3-16,0 3 6 0,0 0 6 16,-5 1-7-16,-3 2-21 0,2 2 0 15,-1-3 0-15,-3 0 2 0,4-1-1 16,1-1 1-16,0-1 10 0,1-1 4 15,2-1-12-15,1-1 12 0,-2 0-13 16,3-1 16-16,0-2-19 0,0 1-25 16,0 2-4-16,6-1 13 0,1 0 14 15,-1 0 2-15,5-1 19 0,-2 0 13 16,-2 1-10-16,1 0-10 0,0 2 7 16,-4 0 9-16,-1 0 0 0,0 1 22 0,-1 1 74 15,-1 2 13-15,-1-2-63 16,0 2-28-16,0 1-18 0,-3 0-13 0,-1 0-2 15,-1 0-12-15,1 0 1 0,-3-2-2 16,1-2-27-16,2-3-81 0,-2 1-115 16,2-3-78-16,-2 0-152 0,2-2-141 0,1-1-412 15,0-7-252-15</inkml:trace>
  <inkml:trace contextRef="#ctx0" brushRef="#br0" timeOffset="146236.28">28431 12668 1175 0,'0'0'1005'15,"0"0"-607"-15,0 0-108 16,0 0-46-16,0 0-14 0,0 0-52 0,0 0-61 16,0 0-32-16,0 0-12 0,-77 57 9 15,70-49-42-15,4 0-5 0,2 0-10 16,1-1-22-16,0-1-3 0,0-2-19 16,3 3 0-16,2-2 7 0,4 1-4 15,1-3 14-15,1 1 2 0,1 1 2 16,1-4-2-16,0 4 1 0,-1-3 0 15,0 3 2-15,-3 1-3 0,0 0 0 16,0 4 41-16,-1-2-19 0,-2 0-19 16,-2 1 51-16,-1-3-35 0,-1 2-4 0,-2 1-15 15,0-2 0-15,0-2 19 16,-5 2 3-16,-1 0-22 0,-2-2 1 16,-4 1 1-16,1 0 16 0,-2 0-2 0,4-3 3 15,0-2 3-15,2-1 18 0,0 0 57 16,3-4 2-16,-2-2-71 0,3-5-28 15,0 0-28-15,0-5 7 0,3-2 21 16,0 0 0-16,0-2 0 0,3 4 0 0,3 0 2 16,1-2 1-16,-1 2-3 0,4 1 0 15,-3 1 0-15,4-1 0 0,0 3-15 16,-2 1 2-16,1 3 13 0,-2 0 0 16,-2 4-1-16,0-2-17 0,-5 3-13 15,2 2-69-15,-3 0-56 0,0 1-36 16,0 0-98-16,-1 0-146 0,-2 0-549 15,-6 0-336-15</inkml:trace>
  <inkml:trace contextRef="#ctx0" brushRef="#br0" timeOffset="146724.16">28170 13008 1018 0,'0'0'1550'0,"0"0"-1122"0,0 0-63 15,0 0 110-15,0 0-133 0,0 0-75 16,0 0-87-16,0 0-94 0,0 0-63 16,0 0-23-16,0 0-27 0,53 67-109 15,-53-58-152-15,0-3-312 0,-3 1-942 0</inkml:trace>
  <inkml:trace contextRef="#ctx0" brushRef="#br0" timeOffset="150782.07">29069 12598 3134 0,'0'0'749'16,"0"0"-420"-16,0 0-105 0,0 0 97 15,0 0-91-15,0 0-74 0,-9 92-62 0,9-61-42 16,0 1-25-16,0 0-24 0,0 2-3 15,3-3-18-15,2-2-3 0,-1-3-62 16,0-4-115-16,-1-4-53 0,0-4-123 16,0-2-281-16,-1-6-566 0,-2 0-378 0</inkml:trace>
  <inkml:trace contextRef="#ctx0" brushRef="#br0" timeOffset="150966.59">28906 12819 2638 0,'0'0'540'0,"0"0"-358"0,0 0-4 15,0 0 43-15,78 0-4 0,-45-5-91 16,3-1-82-16,3-6-44 0,-3 0-95 16,-3 0-162-16,0 1-206 15,-10 3-698-15,6-4-559 0</inkml:trace>
  <inkml:trace contextRef="#ctx0" brushRef="#br0" timeOffset="151392.53">29736 12503 3146 0,'0'0'701'16,"0"0"-365"-16,0 0-183 15,0 0-1-15,0 0 85 0,0 0-34 0,0 0-57 16,58 69-36-16,-36-44-15 16,-1 5-32-16,2 1-26 0,-1 4-25 0,-1-2-11 15,-2 0-1-15,-3 2 0 0,0-6-27 16,-3-1-64-16,-3-5-68 0,0-4-33 0,-4-2-60 15,-2-5-175-15,-1-3-326 0,0-4-525 16,-3-2-202-16</inkml:trace>
  <inkml:trace contextRef="#ctx0" brushRef="#br0" timeOffset="151598.97">29976 12569 470 0,'0'0'2600'0,"0"0"-1970"0,0 0-372 0,0 0-7 16,0 0-15-16,0 0-4 0,-36 78-60 15,24-47-31-15,-4 5 5 0,0 4-21 16,-2 2-43-16,-1-3-45 0,0 0-24 16,2-7-13-16,5-4-85 0,3-7-89 0,5-5-85 15,-1-4-142-15,3-5-381 0,1-3-749 16,1-3-505-16</inkml:trace>
  <inkml:trace contextRef="#ctx0" brushRef="#br0" timeOffset="152346.65">30147 12790 1223 0,'0'0'1240'0,"0"0"-1024"15,0 0-103-15,0 0 96 0,0 0-27 16,0 0-16-16,0 0-67 0,0 0-55 16,85-22-42-16,-69 16-2 0,1 0-12 15,-4 0-27-15,0 0-56 0,-6 3-71 16,-2-1-17-16,-4 3 33 0,-1 0 150 15,0-1 54-15,-6 0-34 0,-5 2-17 16,-1 0-3-16,-1 0-20 0,-4 5 20 0,1 2 19 16,-4 2 22-16,4 0 4 0,0 1 7 15,-1 0 47-15,5 0-7 0,2 1 10 16,0-1 26-16,3-1-14 0,3 2-19 16,1 0 9-16,0 1 15 0,0-2 36 0,3 0-2 15,0 1-23 1,0-4-18-16,3 1-32 0,1 0-21 0,2-2-10 15,3-1-12-15,-1 2 0 0,1-3 9 16,-2 2-3-16,1 0-12 0,0 3 3 16,-2-3-1-16,-2 1 22 0,-1 0 13 0,0 4 32 15,-3-4-20-15,0 2-35 0,0-2-29 16,0-1-15-16,-1 0-1 0,-4-1-13 16,2-2-81-16,0-1-83 0,-1 0-62 15,1-2-122-15,-2 0-212 0,3 0-415 16,-1 0-472-16</inkml:trace>
  <inkml:trace contextRef="#ctx0" brushRef="#br0" timeOffset="152594">30402 12971 673 0,'0'0'1847'0,"0"0"-1249"0,0 0-120 16,0 0-28-16,0 0-100 0,-3 65-103 15,-1-51-121-15,-2 2-80 0,2-4-26 0,-2 1-20 16,2-1-49-16,1-4-105 0,0-3-131 16,0 0-172-16,3-5-320 0,0 0-565 15,0 0-178-15</inkml:trace>
  <inkml:trace contextRef="#ctx0" brushRef="#br0" timeOffset="153052.78">30705 12740 1489 0,'0'0'1057'0,"0"0"-610"0,0 0 29 0,0 0 1 0,0 0-117 16,0 0-122-16,0 0-59 16,0 0-56-16,0 0-59 0,0 0-24 15,-91 51-12-15,76-34-10 0,1-4-15 16,5 0 11-16,5-1-14 0,1 0-27 0,3-2-10 16,3-3-6-16,6 2 19 0,1-2 21 15,6-1-16-15,1 0 16 0,2-1-12 16,2-2 12-16,0 2 0 0,0 1-13 15,2-1-2-15,-4 0 17 0,-2 0-2 0,-5-1-9 16,-1 2 12-16,-5 0 1 16,-4 0 17-16,-2-1 3 0,0 2 4 0,-3-1-10 15,-5 0-12-15,-3 0-3 0,1 0 3 16,-4-1-1-16,2-2-2 0,0-3-12 16,1 0 0-16,2 0-28 0,2-3-6 15,0-6 0-15,-2 1 6 0,5-4 25 16,1 0 11-16,0-2-11 0,3 0 3 15,0 1-4-15,0 0-5 0,6-1-10 16,5 0 9-16,1-1 1 0,1 1 5 16,1-1 4-16,2 1-13 0,1-2-34 0,-2 2-87 15,-4-2-117-15,-2 4-229 0,-5 3-221 16,-2-3-542-16</inkml:trace>
  <inkml:trace contextRef="#ctx0" brushRef="#br0" timeOffset="155474.76">28614 11750 3447 0,'0'0'577'0,"0"0"-342"0,0 0-98 16,0 0 67-16,0 0 8 0,0 0-83 0,-8 89-77 16,8-64-40-16,0 0-12 0,2 0 0 15,2 0-3-15,2-4-18 0,-3-2-7 16,4-2-27-16,-4-3-80 0,1-2-84 16,-1-3-63-16,0-6-192 0,-2 0-289 15,1-3-645-15,2-3-209 0</inkml:trace>
  <inkml:trace contextRef="#ctx0" brushRef="#br0" timeOffset="155863.35">28824 11854 205 0,'0'0'1733'0,"0"0"-1354"0,0 0-162 16,0 0 41-16,0 0 40 0,10 75-26 15,-7-58-82-15,3-1-44 0,-2-2-29 16,-1-1-26-16,0-5-3 0,-2 0 4 0,2-4-36 16,-3-1-31-16,2-1-23 0,-1-2-2 15,-1 0 1-15,3-5 17 0,3-1 17 16,1-6-10-16,0-1-7 0,3-3-4 16,3-5-14-16,-3 2-28 0,2-2-13 15,-1 4 20-15,1 2 8 0,-3 2-6 16,2 1 7-1,-2 2 12-15,1 2-1 0,-2 2-1 0,1 2 2 0,0 3 0 16,-3 1 25-16,2 0 40 0,-1 1 32 16,1 9 107-16,-1 3 12 0,1-1-69 0,-2 3-46 15,0 4-22-15,1-1-24 0,-1 0-27 16,2 0-25-16,0-4 7 0,-1-3-10 16,0-3-37-16,3-2-17 0,-3-1-14 15,2-5-91-15,4 0-109 0,-3-11-132 16,2-1-207-16,-4-1-549 0,1-6-901 15</inkml:trace>
  <inkml:trace contextRef="#ctx0" brushRef="#br0" timeOffset="162580.12">31205 12664 1459 0,'0'0'1173'0,"0"0"-784"16,0 0-152-16,0 0 106 0,0 0-25 16,0 0-76-16,0 0-67 0,0 0-67 15,0 0-61-15,0 0 15 0,16 15 58 16,-5-11 58-16,5-4-46 0,-1 3-28 0,3-3-4 15,0 0-30-15,0 0-33 16,2 0-25-16,-1-3 3 0,1-1-15 16,-1 1-26-16,0-2-35 0,-2-1-61 15,-1 1-49-15,1 2-81 0,-5-2-137 0,-2 0-198 16,0 4-210-16,-6 0-521 0,-1 1-233 0</inkml:trace>
  <inkml:trace contextRef="#ctx0" brushRef="#br0" timeOffset="162815.12">31285 12936 1041 0,'0'0'1809'0,"0"0"-1358"0,0 0-282 0,0 0 21 16,0 0 172-16,0 0-18 0,0 0-84 15,0 0-51-15,0 0-50 16,84 36-25-16,-67-32-51 0,2-3-19 16,0 0-19-16,-2 0-17 0,-2-1-28 0,-1 0-19 15,-4 0-102-15,3 0-115 0,0-1-73 16,-3-5-234-16,0 3-414 0,0-6-498 0</inkml:trace>
  <inkml:trace contextRef="#ctx0" brushRef="#br0" timeOffset="164099.12">31920 12496 2989 0,'0'0'517'0,"0"0"-343"16,0 0-16-16,0 0 116 0,0 0 68 16,0 0-59-16,79 83-98 0,-53-59-69 15,-2 1-70-15,-2 0-46 0,1 1-16 16,-3-1 14-16,-1-1-1 0,-2-2-46 16,-5 0-27-16,2-4-44 0,-5 0-46 15,-2-5-78-15,-1 0-128 0,-2-3-192 0,-3-2-413 16,-1-1-356-16</inkml:trace>
  <inkml:trace contextRef="#ctx0" brushRef="#br0" timeOffset="164339.67">32195 12478 2674 0,'0'0'561'0,"0"0"-268"0,0 0-34 16,0 0 91-16,0 0 19 0,0 0-55 15,0 0-148-15,0 0-136 0,0 0-5 16,-30 84 11-16,18-49-2 0,2 5 0 16,-3 0 14-16,-1 1-11 0,-2-1-37 15,3-2-2-15,-1-6-1 0,3-4-31 16,4-5-66-16,4-5-50 0,2-6-34 16,1-3-97-16,0-5-215 0,4-2-229 0,0-2-429 15,2 0-372-15</inkml:trace>
  <inkml:trace contextRef="#ctx0" brushRef="#br0" timeOffset="165218.21">32363 12839 218 0,'0'0'1528'0,"0"0"-1038"0,0 0-283 16,0 0-19-16,0 0-24 0,0 0-39 16,0 0-57-16,0 0-36 0,0 0 0 15,0 0 58-15,0 0-39 0,25-6-19 16,-16 6-4-16,1-1 20 0,1 1 32 16,-2 0-1-16,1-1-28 0,0 1-10 15,-3 0-12-15,-1 0-13 0,0 0-4 0,-3 0-8 16,1 1 21-16,0 0-3 0,-1 5 19 15,-1-2 28-15,-2 3 20 0,0 1-20 16,0 0-22-16,-5 3-6 0,-3-1-10 16,1 0-29-16,-2 2-1 0,-1-2 19 15,1 0-9-15,-1 0-11 0,3-3 0 16,0 0 4-16,4-4-4 16,0 0 0-16,3-2-26 0,0 0-9 0,0 2-15 0,0-3-22 15,3 1 72-15,7 0 31 0,0 2 19 16,0-1-6-16,4-1-5 0,-1-1 1 15,0 4-2-15,-1-2-10 0,-2 1-3 16,-3 0 12-16,-1 2 19 0,-2 1 102 16,-4 1 9-16,2-1-65 0,-2 0-41 0,0 2-39 15,-2 0-22-15,-2-2 0 0,-2 1-2 16,-1-3-53-16,-2 2-69 0,-1-4-52 16,-3 2-66-16,3-4-132 0,0 0-155 15,3 0-235-15,1-2-592 0</inkml:trace>
  <inkml:trace contextRef="#ctx0" brushRef="#br0" timeOffset="165475.51">32698 13000 1231 0,'0'0'1694'16,"0"0"-1221"-16,0 0-169 0,0 0 65 15,0 0-145-15,0 0-109 0,-19 66-76 16,16-57-39-16,-1 0-49 0,1-2-47 16,0-1-85-16,0 1-99 0,-4-2-166 15,6-2-285-15,-8 0-624 0</inkml:trace>
  <inkml:trace contextRef="#ctx0" brushRef="#br0" timeOffset="165945.81">32927 12801 1034 0,'0'0'1331'0,"0"0"-979"15,0 0-127-15,0 0 200 0,0 0-29 0,0 0-74 16,0 0-45-16,0 0-33 0,9 64-72 15,-9-47-61-15,0 1-25 0,0 1-19 16,0 1-37-16,-3-1-27 0,-1-3-2 16,1-1-1-16,1-4-45 0,-1-2-50 15,3-3-43-15,0-3-62 0,0-2-113 16,0-1-249-16,6-1-410 0,-3-3-184 0,3-8-134 16</inkml:trace>
  <inkml:trace contextRef="#ctx0" brushRef="#br0" timeOffset="166393.67">33189 12768 46 0,'0'0'2771'0,"0"0"-2128"0,0 0-364 16,0 0 105-16,0 0-104 0,0 0-128 0,0 0-51 0,0 0-98 15,0 0-3-15,-79 60-3 0,69-48 0 16,0 1 1-16,4-1-10 0,2-3-4 15,2-2-5-15,2-2-7 0,0-2-12 16,0-1 3-16,3 1 6 0,6 0 9 16,1-2 11-16,2-1 11 0,3 0 12 15,1 0-11-15,3 0 1 0,0 0 1 0,1 2-1 16,0 1-1-16,-4-1-1 0,0 2 0 16,-6 1 2-16,-3 0-2 0,-2 3 18 15,-3-1 41-15,-2 4-10 0,-4 0-18 16,-2 2-17-16,-4 1-14 0,1-2-13 15,-2 2-8-15,1-2-6 0,1-2 27 16,-1-2 28-16,3-2-7 0,1-4 13 0,3 0 3 16,-1-2-3-16,1 0-22 15,-1-4-12-15,1-4-23 0,0-1 20 16,0-4 2-16,3-2 1 0,0-2 0 0,0-1 14 16,6 0-14-16,2-1-3 0,2 0-12 15,2-1-4-15,2-1-9 0,1 1-6 16,1 3-6-16,-3 0 9 0,-2 4-33 15,-5-2-91-15,-2 6-35 0,-4-2-37 16,0-1-136-16,-7 5-301 0,-6-3-825 0</inkml:trace>
  <inkml:trace contextRef="#ctx0" brushRef="#br0" timeOffset="167093.85">31813 11608 2764 0,'0'0'545'0,"0"0"-393"0,0 0 7 16,0 0 106-16,0 0-4 0,-52 86-81 15,45-62-62-15,3 1-37 0,2 0-38 16,2-1-15-16,0-4-13 0,2-1 10 16,5-3-4-16,4-2 29 0,1-5-13 15,1-5-36-15,1-4-1 0,4 0 18 0,0-10-18 16,2-3 12-16,-1-5 7 0,1-4-16 16,-5 1 0-16,-1-1 9 0,-5-1 0 15,-5 3 4-15,-2-2 5 0,-2 3-8 16,0 3-11-16,-6 1 16 15,-3 3 3-15,-2 2-2 0,1 1 5 16,-2 4-21-16,-1 0-3 0,2 3-33 0,-1 0-32 16,-1 0-27-16,3 1-22 0,1 1 22 15,2 0-10-15,3 0-25 0,1 0-29 16,3 1-73-16,0 1-64 0,0 2-95 0,4-4-76 16,6 5-150-16,-1-4-146 15,7 3-355-15</inkml:trace>
  <inkml:trace contextRef="#ctx0" brushRef="#br0" timeOffset="167364.14">32195 11731 2375 0,'0'0'645'0,"0"0"-310"16,0 0 65-16,0 0-35 0,0 0-110 0,0 0-112 15,-4 70-69-15,4-57-65 16,1-4-9-16,7 2 0 0,1-4 34 0,0-1 9 15,1-2-22-15,3-4 10 0,-3 0 21 16,3 0 1-16,-3-8-7 0,2-2 0 16,2-2-1-16,-4-5 1 15,1 0-6-15,-2-2-6 0,-1 0-7 0,-4 0-12 16,-1 1-12-16,-3 1-2 0,0 1 12 16,0 4 8-1,0 3-6-15,-6 1-12 0,0 1-3 0,-4 1-44 0,0 3-106 16,0 0-86-16,1 1-60 0,1-1-138 15,3 1-363-15,4 0-759 0</inkml:trace>
  <inkml:trace contextRef="#ctx0" brushRef="#br0" timeOffset="167556.16">32450 11472 2255 0,'0'0'1196'0,"0"0"-861"15,0 0-77-15,0 0 95 0,0 0-72 16,0 0-72-16,0 0-56 0,16 86-77 15,-10-51-33-15,-1-3-34 0,-2 2-9 16,3 0-21-16,0-5-22 0,0-1-21 16,1-5-49-16,0-4-59 0,-3-5-90 15,-1-4-61-15,-3 0-333 0,0-6-659 16,-4 0-447-16</inkml:trace>
  <inkml:trace contextRef="#ctx0" brushRef="#br0" timeOffset="167696.31">32424 11660 2055 0,'0'0'983'0,"0"0"-686"16,0 0 141-16,0 0-80 0,0 0-146 15,101-52-113-15,-71 37-65 0,2 3-34 0,-2-1-13 16,-1-2-130-16,-3 2-251 0,-6 6-357 16,-7-1-863-16</inkml:trace>
  <inkml:trace contextRef="#ctx0" brushRef="#br0" timeOffset="170827.75">25983 14689 1497 0,'0'0'1383'0,"0"0"-881"0,0 0-175 16,0 0-41-16,0 0 5 0,0 0-12 16,0 0-73-16,0 0-74 0,0 0-13 15,0 0 16-15,0 0-16 0,98 60-37 16,-66-35-34-16,3 2-5 0,2 4-13 15,1 2-6-15,2 2-23 0,-4 1-1 0,0 0 3 16,-3-3-3-16,-4-1-21 16,-3-3 6-16,-3-2-9 0,-3-4-37 15,-1-3-42-15,-6-7-28 0,1-1-19 16,-5-2-34-16,-2-7-142 16,-1 0-133-16,-3-3-108 0,-3 0-157 0,0 0-429 0,-2-9 112 15</inkml:trace>
  <inkml:trace contextRef="#ctx0" brushRef="#br0" timeOffset="171093.55">26368 14685 2636 0,'0'0'476'0,"0"0"-253"16,0 0-38-16,0 0 187 0,0 0 107 15,0 0-66-15,0 0-170 0,0 0-191 16,0 0-40-16,-36 89 24 16,26-55 16-16,-3 4-9 0,0 4-1 0,-1 1 4 15,1 0-6-15,-3-1-39 16,3-3-1-16,3-4-13 0,-1-5-20 0,5-9-80 16,3-3-82-16,3-9-63 0,0-2-171 0,0-3-205 15,1-4-328-15,4 0-221 0,-1-2-259 16</inkml:trace>
  <inkml:trace contextRef="#ctx0" brushRef="#br0" timeOffset="171769.76">26596 15062 1357 0,'0'0'1196'0,"0"0"-922"0,0 0-161 0,0 0 85 16,0 0 16-16,0 0-83 0,0 0-20 15,0 0 25-15,0 0-39 0,0 0-40 16,46-16-10-16,-34 14 0 0,-1-1-3 0,-1 3-9 15,-2 0 6-15,-3 0 3 0,1 0 21 16,-5 3 78-16,1 2 28 0,-2 1-85 16,0 4-46-16,0 0-21 0,-6 2-1 15,-1 2-18-15,0-2-25 0,0 0-33 16,-1 0 12-16,4-1-4 0,-2 0-2 16,2-4 17-16,1-1 32 0,3 1-9 15,-3-6 12-15,3 2-1 0,0-3-18 16,0 0-5-16,0 0 2 0,0 0 0 15,3 0 22-15,3 0 73 0,2-3-7 16,3 2-32-16,0-1-19 0,2 0-15 16,-3 2-14-16,0 0 2 0,0 0 12 0,-4 2 3 15,-2 3 1-15,1 1 20 16,-4 1 10-16,-1 0 0 0,0 2-6 16,0-1 0-16,-1 0 3 0,-5 1-1 0,0-2-16 15,0 0-14-15,-2 0-16 0,2-2-48 0,-1-3-51 16,-1-2-36-16,0 0-64 0,2-2-52 15,0-2-208-15,2-4-297 0,1 3-481 16,2-4-126-16</inkml:trace>
  <inkml:trace contextRef="#ctx0" brushRef="#br0" timeOffset="171959.25">26804 15210 1891 0,'0'0'729'0,"0"0"-337"0,0 0 4 16,0 0-3-16,0 0-138 0,0 0-108 15,0 0-69-15,-3 64-59 0,3-52-19 16,0-5-22-16,0 2-16 0,0-4-36 16,0-3-71-16,0 1-176 0,0-3-223 0,0 0-509 15,1-1-366-15</inkml:trace>
  <inkml:trace contextRef="#ctx0" brushRef="#br0" timeOffset="172492.37">27038 15054 893 0,'0'0'1128'0,"0"0"-771"0,0 0-60 0,0 0 50 16,0 0-69-16,0 0-49 0,0 0-29 16,0 0-56-16,0 0-46 0,0 0-20 15,0 0-2-15,-31 12 5 0,23-1 9 0,0-1-12 16,2 1-19-16,-1-1 6 16,1 0-25-16,2-1-9 0,1 0 3 0,0-2-34 15,3-1-12-15,0 0-32 0,4-2-5 16,2-1 3-16,3 0 21 0,1-2 12 15,4-1 10-15,-1 0-12 0,0 0-1 16,2 0-2-16,-1 0 15 0,-4 0-13 16,0 0 1-16,0 2 13 0,-4 2 2 15,-2-1 4-15,-1 1 11 0,-1 1-3 16,-2 2-9-16,0 0-1 0,0-1 26 16,0 1-1-16,-6 1-5 0,0-1 6 0,-2 0 9 15,0 0 6-15,1-2-21 0,-2 2 18 16,1-4-18-16,-1 3 9 0,2-3-4 15,1-1-2-15,3 1 2 0,-1-3 16 16,1 0-6-16,3 0-9 0,-1 0-10 16,1-1-18-16,0-5-48 0,0-4 21 15,4-2 7-15,2-2 20 0,1-3 0 0,0-1 0 16,1 2-12-16,1 0 9 16,-3-2 1-16,0 6-20 0,0-1 1 0,-3 3-41 15,-2 2-30-15,1 0-72 0,0 2-51 16,-2 1-102-16,0-1-282 0,0 3-695 0,-2 1-579 15</inkml:trace>
  <inkml:trace contextRef="#ctx0" brushRef="#br0" timeOffset="172928.67">27429 14972 924 0,'0'0'2211'0,"0"0"-1771"0,0 0-263 15,0 0 157-15,0 0 5 0,0 0-80 16,7 82-71-16,-2-56-51 0,0 2-51 15,0-2-47-15,-1 1-26 0,3-2-13 0,-4-3-1 16,0-1-21-16,0-5-17 0,-2-4-53 16,-1-3-74-16,0-2-58 0,0-3-135 15,0-2-236-15,0-2-479 0,-1 0-540 0</inkml:trace>
  <inkml:trace contextRef="#ctx0" brushRef="#br0" timeOffset="173106.2">27357 15188 2308 0,'0'0'619'16,"0"0"-321"-16,0 0 99 15,0 0 15-15,0 0-55 0,0 0-98 0,82-16-102 16,-62 7-96-16,-1 1-61 0,3-1-26 16,-1-1-42-16,1-4-138 0,1 3-119 15,1 1-232-15,-9 2-589 0,5-1-727 0</inkml:trace>
  <inkml:trace contextRef="#ctx0" brushRef="#br0" timeOffset="173326.6">27808 14945 2734 0,'0'0'733'0,"0"0"-496"0,0 0 9 16,0 0 58-16,0 0-19 0,0 0-32 15,0 0-63-15,0 0-89 0,0 0-53 16,0 0-11-16,62 75-13 0,-49-60-15 16,0 1-9-16,0-1-15 0,0 1-9 15,0-1-22-15,-3-1-42 0,3-3-23 16,-4 1-20-16,-1-3-54 0,-1 0-72 16,-1-3-165-16,0-2-234 0,-3-1-73 0,1-3-422 15</inkml:trace>
  <inkml:trace contextRef="#ctx0" brushRef="#br0" timeOffset="173543.53">27977 14974 833 0,'0'0'1755'0,"0"0"-1231"0,0 0-59 0,0 0 49 0,0 0-95 0,0 0-83 15,0 0-103-15,0 0-72 0,-54 72-76 16,41-50-27-16,2 4-16 0,-5 0-20 15,3 1-22-15,1-2 0 16,1-4 0-16,2-3-46 0,6-3-84 0,2-8-84 0,1-2-92 16,1-3-245-16,8-2-412 0,-3 0-225 15,7-4-350-15</inkml:trace>
  <inkml:trace contextRef="#ctx0" brushRef="#br0" timeOffset="174023.2">28092 15139 421 0,'0'0'769'16,"0"0"-346"-16,0 0-1 0,0 0-36 15,0 0-57-15,0 0-30 0,0 0-40 0,0 0-34 16,0 0-16-16,0 0-39 0,0 0-60 15,76-21-40-15,-67 19-33 0,-2-2-12 16,-1 1-6-16,-3 2-18 0,1-1 0 16,-3 1-1-16,1 1 2 0,-2 0 20 15,0 0 25-15,0 0 30 0,0 0 63 16,-3 0 17-16,-2 3-92 0,-3 4-64 16,-1-1 10-16,-1 2-11 0,-1 0 0 15,-1 3-3-15,1 0 1 0,2 1 1 0,2-4 1 16,0 1 0-16,1-2 2 0,3-4 14 15,2 1 18-15,-1 1-1 0,2-3-9 16,0 0-24-16,2 1-22 0,2-1 4 16,3 3 6-16,2-3-1 0,0 1 13 15,3 0 0-15,0-1 2 0,0 0 1 16,-1 2 0-16,-1 0-1 0,-1 0 22 0,-1 3 28 16,-5-1 31-16,-3 0 12 0,0 2 73 15,0 0-68-15,0-1-60 0,-3-1-28 16,-1 1-12-16,-1 0-18 0,-1-2-92 15,0-1-36-15,-3-2-22 0,3-1-35 16,-2-1-100-16,-1 0-179 0,3-3-279 16,3 2-368-16,-1-3-185 0</inkml:trace>
  <inkml:trace contextRef="#ctx0" brushRef="#br0" timeOffset="174256.49">28305 15252 802 0,'0'0'505'0,"0"0"-75"0,0 0 56 15,0 0 15-15,0 0-16 0,0 0-59 16,0 0-86-16,0 0-98 0,0 0-90 16,9 64-59-16,-13-51-37 0,-1-2-56 15,2 0-15-15,2-4-28 0,1-4-100 16,0-2-173-16,0-1-246 0,0-1-461 15,0-2-224-15</inkml:trace>
  <inkml:trace contextRef="#ctx0" brushRef="#br0" timeOffset="174744.33">28559 15087 1398 0,'0'0'1204'0,"0"0"-1024"16,0 0-29-16,0 0 86 0,0 0-103 0,0 0-44 16,0 0 5-16,0 0 29 0,0 0 71 15,0 0 111-15,0 0 45 0,10-35-104 16,-19 42-180-16,1 2-24 0,-4 5 10 16,1-3-38-16,-1 4-15 0,3-1-1 15,1 0 0-15,2-3-18 0,3-2-14 16,3 0-1-16,0-2-18 0,2-2-1 15,4 0 13-15,2-1 37 0,-1 0 3 16,5-3 0-16,-1 3-2 0,2-3-10 0,0 1 10 16,3-1 0-16,1 2-14 15,-4-3-2-15,2 3 16 0,-2 0-23 16,-3-2 10-16,-3 2 12 0,0 0 0 0,-4 1 0 16,-3 1 3-16,0 2 22 0,-2-1 3 15,-6 2-7-15,1-1 1 0,-2 3-16 16,-4-4 9-16,0 0-11 0,3 0 15 0,-3-3-13 15,6-1-1-15,0-2-1 0,2 0-2 16,2 0-19-16,2-2-32 0,-3-4 2 16,4-2 16-16,0 1 13 0,0-3 18 15,4-2-13-15,2-1 13 0,1-3 3 16,2 0 2-16,2-4-2 16,-1 1-1-16,-1 0-11 0,2 2-1 0,-5 2 1 0,0 0 0 15,-3 4-13-15,-3 0-59 0,0 4-22 16,0 0-40-16,-6 0-207 0,3 4-338 15,-4-2-641-15</inkml:trace>
  <inkml:trace contextRef="#ctx0" brushRef="#br0" timeOffset="175362.41">28958 15065 2500 0,'0'0'628'0,"0"0"-297"16,0 0 87-16,0 0-23 15,0 0 22-15,0 0-144 0,102 0-47 0,-77-6-58 16,4 1-65-16,-2-3-73 0,2 1-16 16,0 1-14-16,-2 0-18 0,0-1-24 15,1 2-77-15,-1-2-79 0,-2 3-111 0,1-3-287 16,-8 1-740-16,8 0-951 0</inkml:trace>
  <inkml:trace contextRef="#ctx0" brushRef="#br0" timeOffset="175876.55">29615 14609 2919 0,'0'0'563'0,"0"0"-323"0,0 0 116 15,0 0-63-15,16 75-36 0,0-51-64 16,3 1-43-16,4 1-6 0,3 4-22 16,1-3-37-16,-1-2-42 0,-1 2-41 0,-1-2-2 15,-1-2-12-15,-4-1-10 0,-3-2-60 16,-1-4-55-16,-3 0-65 0,-2-4-68 15,0-5-148-15,-4 0-246 0,-3-2-518 16,-3 1-419-16</inkml:trace>
  <inkml:trace contextRef="#ctx0" brushRef="#br0" timeOffset="176129.07">29862 14754 2433 0,'0'0'973'0,"0"0"-593"16,0 0 107-16,0 0 19 0,0 0-169 15,0 0-148-15,0 0-74 0,-48 75-20 16,35-52-14-16,0 4-17 0,2 1-28 16,-2-2-24-16,1 3 1 0,2 2-13 15,0-3-34-15,3 0-32 0,0-2-62 16,2-4-17-16,2-3-56 0,3-6-99 15,0-3-203-15,0-2-276 0,0-6-566 16,5-2-333-16</inkml:trace>
  <inkml:trace contextRef="#ctx0" brushRef="#br0" timeOffset="176641.58">30030 15033 1588 0,'0'0'973'0,"0"0"-760"16,0 0-24-16,0 0 74 0,0 0 11 15,0 0-62-15,0 0-74 0,0 0-43 16,0 0-42-16,0 0-31 0,0 0-19 15,51 4 13-15,-46-2-15 0,1 0 0 0,-3 3 1 16,3-4 0-16,-2 3 18 0,-3-1 14 16,1 2 19-16,-2 1-3 0,0 1-13 15,0 3-17-15,-3-1-20 0,-4 2-53 16,3 0-31-16,-2 1-5 0,2-3 8 16,1-2 18-16,1-2 10 0,2-3-7 0,0-1-51 15,0 1-3-15,3-2 80 0,1 0 34 16,2 0 41-16,0-2 0 0,2 0-3 15,1-1-3-15,0 2-7 0,1-1-26 16,2-2 0-16,-1 4-2 0,0-1 0 16,-2 1-2-16,0 0 2 0,-2 0 36 15,0 0 8-15,-4 1 28 0,-1 3 45 16,-2-1 9-16,0 2-4 0,0 2-17 16,-2 0-12-16,-5 2-24 0,0-1-8 0,-2 2-40 15,0-2-21 1,0 3-12-16,1-1-7 0,2-2 16 0,2-2-12 0,1-3-35 15,3-2-43-15,0-1-103 0,0 0-90 16,0-3-261-16,0 0-530 0,0-6-225 0</inkml:trace>
  <inkml:trace contextRef="#ctx0" brushRef="#br0" timeOffset="177143.82">30402 15098 1307 0,'0'0'1494'16,"0"0"-1032"-16,0 0 1 0,0 0 74 15,0 0-131-15,0 0-127 0,0 74-62 16,0-55-83-16,0-1-85 0,-3 0-49 15,-1-2-19-15,1-1-54 0,1-2-107 16,1-4-120-16,1-6-219 0,0 0-613 16,0-3-692-16</inkml:trace>
  <inkml:trace contextRef="#ctx0" brushRef="#br0" timeOffset="177495.68">30582 14872 927 0,'0'0'1498'0,"0"0"-1069"0,0 0-115 16,0 0 147-16,0 0-35 0,0 0-58 16,0 0-11-16,0 0-75 0,0 0-65 15,0 0-26-15,13 86-6 0,-13-60-52 16,0-2-54-16,0-1-37 0,0 0-9 0,-2-5-33 16,0-3-16-16,2-3-29 0,0-3-49 15,0-5-85-15,0-3-66 0,3-1-78 16,4 0-193-16,-1-5-178 0,-2-4-396 15,3-3-476-15</inkml:trace>
  <inkml:trace contextRef="#ctx0" brushRef="#br0" timeOffset="177996.34">30879 14868 2632 0,'0'0'677'0,"0"0"-404"0,0 0 24 0,0 0 7 16,0 0-80-16,0 0 26 0,0 0-7 16,0 0-111-16,0 0-77 0,0 0-13 15,-40 25 7-15,28-13-6 0,2 1-10 0,0 0 1 16,3-1-18-16,1-3-16 0,3-2-12 16,0 0 10-16,3-4-26 0,0 0-39 15,0-1-27-15,3 1 60 0,6-1 31 16,0 0-15-16,3 2-7 0,2-3 13 15,1 3 11-15,1-1-20 0,3-1 9 16,-3 0 8-16,-2 5-35 0,1-3-10 31,-4 0 0-31,-1 5 18 0,-4-3 6 0,-3 3 25 0,-3 1 11 0,0 2 19 16,-6-2 7-16,-4 4-21 0,-3-3-13 16,0 2 21-16,-4-1-21 0,1-1-1 15,-3-3 20-15,2 2 2 0,1-3 7 0,4-2-13 16,3-3 10-16,4-1 2 0,1-1-30 15,2 0-27-15,1 0-38 0,1-3-5 16,0-4 39-16,0-4 19 0,4 0 11 16,2-1-1-16,5-5-13 0,1 0 2 15,4-4 1-15,1-1-6 0,2-3-10 0,-3 2-6 16,2-2 3-16,-3 0-24 0,-4 4-19 16,-3 3-6-16,-5 4 8 0,-2 1 48 15,-1 4 21-15,0 2-28 0,0 1-28 16,-3 3-50-16,0-1-89 0,3 2-136 15,-3 0-191-15,3 1-525 0,0-1-499 0</inkml:trace>
  <inkml:trace contextRef="#ctx0" brushRef="#br0" timeOffset="178340.44">31349 14964 3461 0,'0'0'597'0,"0"0"-581"16,0 0 156-16,0 0 48 0,0 0-41 16,78-12-34-16,-57 9-44 0,1 0-52 15,-5 0-48-15,2 3-1 0,-2-2-3 16,-1-1-40-16,0 2-77 0,0 0-145 16,0-2-92-16,-2 1-257 0,-1 2-528 15,-6 0-197-15</inkml:trace>
  <inkml:trace contextRef="#ctx0" brushRef="#br0" timeOffset="178528.93">31415 15137 3384 0,'0'0'736'0,"0"0"-552"15,0 0-35-15,0 0 110 0,0 0-26 16,0 0-53-16,0 0-64 0,78-4-49 15,-59 0-48-15,-2-3-19 0,-1 3-64 16,-2-3-88-16,1 2-77 0,2 0-153 16,-1 1-334-16,0 0-672 0,8 0-859 0</inkml:trace>
  <inkml:trace contextRef="#ctx0" brushRef="#br0" timeOffset="178944.69">32368 14744 16 0,'0'0'2773'0,"0"0"-2156"0,0 0-271 0,0 0 81 15,0 0-58-15,0 0-82 0,0 0-73 16,0 0-34-16,-71 74-19 0,61-55-24 16</inkml:trace>
  <inkml:trace contextRef="#ctx0" brushRef="#br0" timeOffset="180918.89">32460 14765 16 0,'0'0'1632'0,"0"0"-1009"0,0 0-277 15,0 0-140-15,0 0 28 0,0 0 63 16,0 0-46-16,0 0-77 0,0 0-67 15,0 0-19-15,0 0 26 0,-69 40 29 16,56-35-6-16,3 1-26 0,-3 0 1 16,-3 2-5-16,0 3-2 0,-1-3 8 15,0 5-2-15,-1 2-29 0,1 1-21 0,1 1-15 16,2 3-1-16,2-3-8 0,2 2 2 16,5 0-17-16,3-2-21 0,2 1-1 0,0-2-12 15,0 2 12-15,5-4 0 0,3 5 3 16,-1-5 9-16,6 1-10 0,3-2-2 15,4-1-1-15,0 1-17 0,6-5-4 16,0 1 7-16,3-3-12 16,1-4 2-16,0-2-8 0,2 0 2 0,1 0 10 15,2-7 18 1,-2 0-9-16,3-3 11 0,1-1-2 0,-2-1-13 0,1-2-5 16,-4-3-37-16,-3-1 12 0,-3-2 0 15,-5 3 7-15,-2-2-4 16,-7 0 21-16,-3 1 4 0,-4 1 18 0,-5-1 18 0,0 1 7 15,-5 1-13-15,-6 1-10 0,-2 1-1 16,-4 0-1-16,-2 3-43 0,-3 3-43 16,-2 2-58-16,-3 1-91 0,-2 5-121 15,0 0-104-15,7 3-233 0,-14 9-686 0</inkml:trace>
  <inkml:trace contextRef="#ctx0" brushRef="#br0" timeOffset="181926.55">28921 16237 699 0,'0'0'2607'16,"0"0"-2246"-16,0 0-278 0,0 0 52 16,-28 69 151-16,28-41-53 0,0 3-109 0,8 0-75 15,4-2-36-15,0-2 5 0,1-3 4 16,-2-5 5-16,0-2-2 0,0-6 0 15,-4-3 5-15,-2-2-5 0,-1-5-4 16,-3-1-18-16,-1 0 52 0,0-1-9 16,0-6-46-16,-1-5 1 0,-8-5-2 15,0-5 1-15,-2-5-19 0,-2-1-2 16,-1-4-19 15,-1-4-3-31,1-4-6 0,2-3 6 0,2-4 18 0,3 0 0 0,1 4 1 0,6 5 8 0,0 5 14 16,9 7-16-16,4 7-4 0,4 4-15 15,2 6 37-15,4 2 2 0,1 4 0 16,5 3 23-16,0 10-3 0,-3 2-4 16,2 7 4-16,-4 6 5 0,-4 2 10 15,-4 4 10-15,-3 0-11 0,-6 4-11 0,-4-2-7 16,-3 1 7-16,-3-3-10 0,-10 3 1 16,-4-5-13-16,-5-1 24 0,0-4-5 0,1-3-20 15,-2-6-2-15,7-4-15 0,2-5-10 16,2-4 10-16,5-2 2 0,0 0-20 15,5-2-38-15,2-3-31 0,0-3 16 16,9 1 37-16,4 0 24 0,2 0 25 16,6 3 12-16,3-2 16 15,5 2 9-15,2 3-12 0,2 0-4 0,0 1 4 16,-3 1-13 0,-4 4 4-16,-7 3 24 0,-6 4 61 0,-6 0 10 0,-7 1-38 15,0 2 1-15,-10 0 8 0,-6 0-42 16,-6 2-29-16,-4-1-11 0,-5-1-12 15,-3-1-10-15,-1-2-32 0,0-1-11 16,2-8-8-16,3-2-28 0,8-1-56 0,3-4-40 16,8-5-61-16,4-1-93 0,7-4-168 0,0 1-119 15,4 1-148-15,16-3-365 0</inkml:trace>
  <inkml:trace contextRef="#ctx0" brushRef="#br0" timeOffset="182368.25">29471 16351 75 0,'0'0'1892'0,"0"0"-1283"0,0 0-207 15,0 0 29-15,0 0-44 0,0 0-38 16,0 0-85-16,0 0-60 0,0 0-59 0,-83 47-65 15,75-27-22-15,2-1-9 0,4-1-22 16,0 0-23-16,2-3 7 0,0-5-11 16,4-2-55-16,5-5-22 0,2-3 19 0,1 0 36 15,3-5 1-15,0-7 2 0,0-3 18 16,2-2-23-16,-5-3-25 0,-1 0-13 16,-1 4 6-16,-4-1 28 0,-3 7 10 15,0 4 18-15,-3 3 19 16,0 1 25-16,0 1-13 0,0 1-10 0,0 0 19 15,0 0 0-15,2 0 6 0,-1 0 0 16,-1 3 4-16,4 0 29 0,-1 2-17 16,0 3-17-16,1 1 10 0,1 0 16 0,-1 0 17 15,0-2-24-15,1 1-41 16,0-3-23-16,-2 0-18 0,0-1-6 0,1-3-16 16,1-1-33-16,-1 0-80 0,3 0-58 15,0-4-26-15,2-4-64 16,-2-3-147-16,-1-3-165 0,3-3-197 0,-5 4-339 15,0-9 50-15</inkml:trace>
  <inkml:trace contextRef="#ctx0" brushRef="#br0" timeOffset="182545.6">29658 16148 153 0,'0'0'760'0,"0"0"-190"0,0 0-96 16,0 0-17-16,0 0-31 0,0 0 7 16,0 0-52-16,0 0-66 0,0 0-86 0,0 0-64 15,0 0-51-15,29 75-33 0,-21-49-32 16,-1-1-21-16,1 3-13 0,0-3-14 15,-1 0 2-15,0-3-3 0,3-3-21 16,-3-6-32-16,1-1-89 0,0-5-78 16,2-3-44-16,-1-4-102 0,1 0-172 15,0-5-26-15,6-7-758 0</inkml:trace>
  <inkml:trace contextRef="#ctx0" brushRef="#br0" timeOffset="182907.03">29944 16273 1843 0,'0'0'754'0,"0"0"-419"0,0 0-18 16,0 0 58-16,0 0-72 0,0 0-92 15,-39 66-99-15,39-53-50 0,0 0-28 16,3-2-3-16,3-1-12 0,2-4-18 0,1-4 0 16,-2-2 55-16,6 0-35 0,-3-1-8 15,3-6-12-15,0-5 1 0,-1-3-2 16,-1 2-21-16,1-2-7 0,-4 4-9 15,-2 0 0-15,-3 6-7 0,0-1 4 16,0 4 10-16,-2 2 30 0,-1 0 53 16,0 0 3-16,0 0-7 0,0 0 0 15,0 3-49-15,1 2-16 0,1 2 16 16,1-1 0-16,-2 0-16 0,2 1 3 16,0-3 13-16,0-1-1 0,0 0-14 15,1-1-25-15,-1-2-32 0,4 0-96 0,-1-2-65 16,3-4-79-16,0-5-160 0,3 1-236 15,0-1 4-15,-1 2 235 0,5-3-215 32</inkml:trace>
  <inkml:trace contextRef="#ctx0" brushRef="#br0" timeOffset="183153.39">30281 16227 528 0,'0'0'606'0,"0"0"-81"16,0 0-55-16,0 0-36 0,0 0-70 15,0 0-60-15,0 0-75 0,0 0-70 16,0 0-17-16,0 0-16 0,0 0-16 15,36 46 0-15,-29-43 21 0,-1-3-28 16,1 0-41-16,-1 0 0 0,1 0 18 16,0-3-12-16,-1-2-18 0,0 3-10 15,1-2-10-15,0 1-5 0,0-1-10 16,2 3-14-16,0-2 21 0,2 1-20 16,-2 2-2-16,0 0 0 0,1 0 12 0,-3 5 0 15,2 0 34-15,-2 2-34 16,3-2-12-16,-6-2-2 0,4 0-44 0,-1-1-99 15,3-1-86-15,1-1 76 16,5 0-124-16,1 0-149 0,5-3-18 0,-7-1-672 0,9-5-56 16</inkml:trace>
  <inkml:trace contextRef="#ctx0" brushRef="#br0" timeOffset="183667.36">30771 16160 1258 0,'0'0'1152'0,"0"0"-749"0,0 0-8 0,0 0 5 16,0 0-56-16,0 0-43 16,0 0-44-16,0 0-62 0,0 0-69 0,0 0-44 15,-26 26-27-15,19-17-3 0,1 1-24 16,0 0 3-16,3-1-28 0,2-2-2 15,-2 2-1-15,3-3-16 0,0-1-8 0,4-1-1 16,2 0 1-16,1-1 6 0,2 1 17 16,4-4 1-16,-1 0 18 0,2 0-16 15,-1-4-2-15,4-2 0 0,-1-1-15 16,1-4-19-16,1 2-15 0,-1-3-40 16,-1 0-9-16,-2 0-1 0,-2 0 7 15,-2 2 36-15,-3-1 6 0,0 3 4 0,-4-3 5 16,2 0 14-16,-4 3 5 0,2-4-9 15,-2 0 3-15,1 1 12 0,-2 1 4 16,0 1-10-16,0 0 22 0,-2-1 14 16,-2 1 21-16,-3 2-4 0,-1-1 3 15,-1 3 22-15,0 3 24 0,-1 2 16 16,-2 2 0-16,2 5-10 0,0 6-15 16,0 2-31-16,3 4 12 0,0 0 0 15,2 3 0-15,2 3 19 0,0-3 23 0,3 2 53 16,0-2 20-16,2 0-16 0,5-4-69 15,3-4-40-15,3-3-42 0,0-7-30 16,4-2-82-16,5-2-46 0,7-2-55 16,4-8-77-16,10-3-125 0,-8-3-848 15,24-13-1265-15</inkml:trace>
  <inkml:trace contextRef="#ctx0" brushRef="#br0" timeOffset="184561.79">32198 15716 2161 0,'0'0'546'16,"0"0"-314"-16,0 0 8 0,0 0 136 16,-3 78-64-16,3-49-107 0,3 3-74 15,4 1-34-15,-3 0-4 0,2-4 18 16,1-2-34-16,-1-6-37 0,1-3-15 0,-4-3 15 16,1-6 9-16,-1 0-18 15,-1-3-19-15,-1-5-9 0,-1-1 22 16,0 0 3-16,0 0-7 0,0 0-21 0,0-5-40 15,0-3-34-15,0-4 38 0,0-3 35 16,0-3-2-16,3-3-16 0,0 3-2 16,4 1 2-16,-1 1 17 15,0 4-26-15,1 2 10 0,2 1 15 0,2 1-1 16,2 2-17-16,3 1 18 0,0 1 0 16,0 4 0-16,-2 0-19 0,0 4 22 0,-2 6 38 15,-3 3 24-15,-4 3-28 0,-2 4-13 16,-3-1 19-16,0 0-3 0,-3 1-15 15,-5-2-1-15,-2-2 1 0,-2-1-22 16,1-3 0-16,-1-4-34 0,-1 0-18 16,2-3-25-16,-1-3-44 0,1-2-36 15,0 0-21-15,3-2-13 0,-1-5-89 16,5 0-107-16,1 1-109 0,3-2-227 16,0 0-575-16</inkml:trace>
  <inkml:trace contextRef="#ctx0" brushRef="#br0" timeOffset="184958.23">32663 15689 1831 0,'0'0'1322'0,"0"0"-879"16,0 0-144-16,0 0 46 0,0 0-72 15,-40 72-60-15,30-42-81 0,-2 2-40 16,-1 3-15-16,3 0-35 0,3-2-39 16,0-1-3-16,4-5-15 0,3-6-37 15,0 0-27-15,3-8-38 0,8-2-52 0,1-6-47 16,2-3-83-16,2-2-91 0,3-2-102 16,-8-2-186-16,8-5-576 0</inkml:trace>
  <inkml:trace contextRef="#ctx0" brushRef="#br0" timeOffset="185178.68">32835 15871 916 0,'0'0'1600'15,"0"0"-1092"-15,0 0-128 0,0 0 60 16,0 0-107-16,0 0-112 0,0 0-57 15,11 69-44-15,-9-54-52 0,-1 1-50 16,-1-3-18-16,1-1-24 0,1-4-19 0,-2-4-50 16,0 0-74-16,1-3-41 0,-1-1-46 15,0 0-96-15,0-4-229 0,0 0-234 16,0-5-332-16</inkml:trace>
  <inkml:trace contextRef="#ctx0" brushRef="#br0" timeOffset="185360.7">32852 15761 1605 0,'0'0'559'0,"0"0"-326"0,0 0-29 0,0 0-53 16,0 0-116-16,0 0-35 0,0 0-35 0,0 0-4 15,0 0-48-15,0 0-74 0,6-5 19 16,-6 9-59-16,0-3-241 0,0-1-365 15</inkml:trace>
  <inkml:trace contextRef="#ctx0" brushRef="#br0" timeOffset="185722.46">32995 15586 1367 0,'0'0'682'0,"0"0"-186"0,0 0-91 15,0 0-75-15,0 0-69 0,0 0-59 16,0 0-51-16,0 0-32 0,0 0 11 15,0 0 41-15,0 0 0 0,59 43-20 16,-39-29-34-16,0 2-13 0,-1 5-33 16,0 1-16-16,-3 1-25 0,-2 1-14 0,-4 2-13 15,-4 1-2-15,-2 0-1 0,-1 0-1 16,-3 0 0-16,0-1-20 0,0-4-98 16,-6-3-142-16,1-2-21 0,-3-4-200 15,4-4-791-15,-9 3-759 16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8:42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14134,'0'5'3122,"-2"3"15,0 2-2480,0 0-225,-1 0-160,-3 1-96,1 2-64,-1 2-112,3-3-128,-1-1-240,1 0-256,1-2-2402,0-1-143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8:54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10517,'13'9'8598,"6"1"-4435,28 17-4057,-46-26-105,1 0 1,-1 0-1,1 0 0,-1 0 0,0 1 1,0-1-1,0 0 0,1 1 1,-1-1-1,-1 1 0,1-1 0,0 1 1,0-1-1,-1 1 0,1 0 1,0-1-1,-1 1 0,0 0 0,1 0 1,-1-1-1,0 1 0,0 0 0,0 0 1,0 1-1,-2 2 19,0-1-1,0 1 1,-1-1-1,1 0 1,-1 0 0,0 0-1,0-1 1,0 1-1,0-1 1,-1 1 0,1-1-1,-6 3 1,-5 7-358,14-14 447,11 0 143,-1 1-215,-5-1-64,1 1 0,0 0 1,-1 1-1,1-1 0,0 1 1,5 2-1,-10-3 32,1 1 1,-1-1-1,0 1 0,0-1 0,0 1 1,0 0-1,0-1 0,0 1 0,0 0 1,0 0-1,0 0 0,0 0 1,-1 0-1,1 0 0,0 0 0,-1 0 1,1 0-1,0 0 0,-1 0 0,1 1 1,-1-1-1,0 0 0,1 0 0,-1 0 1,0 1-1,0-1 0,0 0 0,0 1 1,0-1-1,0 0 0,0 0 0,0 1 1,0-1-1,-1 1 0,0 0-3,1 0-1,-1 0 1,0 0-1,1-1 0,-1 1 1,0 0-1,0-1 1,0 1-1,0 0 1,-1-1-1,1 1 1,0-1-1,-1 0 0,1 1 1,-1-1-1,1 0 1,-1 0-1,1 0 1,-4 1-1,-42 14-1073,9-2-4803,27-7-394,-1 0-4272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8:56.0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10517,'1'2'649,"0"-1"1,1 1 0,-1 0-1,0-1 1,0 1-1,0 0 1,0 0 0,-1 0-1,1 0 1,0 0 0,-1 0-1,1 0 1,-1 0-1,0 0 1,0 0 0,0 2-1,-5 37 1005,4-37-1824,0 1-1,0-1 0,0 1 1,1 0-1,0-1 1,-1 1-1,2 0 0,-1-1 1,0 1-1,1 0 1,0-1-1,2 6 0,4-5-2029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8:56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11493,'-7'26'6481,"2"6"-4792,5-27-1656,0-1-1,0 0 0,0 0 1,0 1-1,0-1 1,1 0-1,0 0 0,0 0 1,0 0-1,0 0 0,4 7 1,-4-9-28,1 0 1,-1-1-1,1 0 1,0 1-1,-1-1 0,1 0 1,0 0-1,0 0 1,0 0-1,0 0 1,0 0-1,0 0 1,0-1-1,0 1 0,0-1 1,0 1-1,1-1 1,-1 0-1,0 0 1,0 0-1,0 0 1,0 0-1,1-1 0,-1 1 1,0-1-1,0 1 1,3-2-1,8-2-11,0-1 0,0-1 0,13-7 0,-16 8-13,19-13-291,8-5-742,-11 17-8535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8:56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 13862,'-1'1'3314,"-1"5"63,-2 1-2272,1 2-257,-3 4-223,-1 0-145,1 5-96,-1 2-208,2-2-64,-1 2-112,1 0-144,3-2-288,2-1-256,2-5-225,1-3-1616,-1-3-945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17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12886,'25'-3'5935,"0"4"-3610,-24-1-2293,0 0-1,1 1 0,-1-1 1,0 1-1,0-1 0,1 1 1,-1 0-1,0-1 1,0 1-1,0 0 0,0 0 1,0 0-1,0 0 0,0 0 1,0 0-1,0 0 1,0 0-1,-1 0 0,1 1 1,0-1-1,-1 0 0,1 0 1,-1 1-1,1-1 1,-1 0-1,0 1 0,1-1 1,-1 0-1,0 1 0,0-1 1,0 0-1,0 1 0,0 1 1,-1 14 85,1 27-143,0-43 77,0 1-1,1-1 0,-1 1 0,0-1 0,1 0 0,-1 1 0,1-1 0,0 1 0,-1-1 0,1 0 0,0 0 1,0 1-1,0-1 0,0 0 0,0 0 0,0 0 0,0 0 0,0 0 0,0 0 0,0 0 0,1 0 1,-1-1-1,3 2 0,-3-1-138,0-1 0,1 1 1,-1-1-1,0 0 1,0 1-1,0-1 0,1 0 1,-1 0-1,0 0 0,1 0 1,-1 0-1,0 0 0,3-1 1,1-3-3676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18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12390,'24'-5'7332,"9"-12"-7021,-14 6 305,-18 11-619,-1 0 0,1 0 0,-1-1 0,1 1-1,-1 0 1,1-1 0,-1 1 0,1 0 0,-1-1-1,1 1 1,-1 0 0,1-1 0,-1 1 0,0-1-1,1 1 1,-1-1 0,0 1 0,1-1 0,-1 1-1,0-1 1,0 0 0,0 1 0,1-1 0,-1 1-1,0-1 1,0 1 0,0-1 0,0 0 0,0 1-1,0-1 1,0 1 0,0-1 0,0-1-1,-1 2-4,1-1-1,-1 1 0,1 0 0,-1-1 0,1 1 0,-1 0 0,1-1 1,-1 1-1,1 0 0,-1 0 0,1 0 0,-1-1 0,0 1 0,1 0 1,-1 0-1,1 0 0,-1 0 0,0 0 0,1 0 0,-1 0 0,1 0 1,-1 0-1,1 0 0,-1 1 0,0-1 0,1 0 0,-1 0 0,1 0 1,-1 1-1,1-1 0,-1 0 0,1 1 0,-1-1 0,1 0 0,-1 1 1,1-1-1,-1 1 0,-5 4-4,-1 0 1,1 1 0,0-1-1,1 1 1,-10 13-1,14-18 31,-1 1-1,1-1 1,0 1-1,0 0 0,0 0 1,0 0-1,0 0 1,0 0-1,0-1 1,0 2-1,1-1 0,-1 0 1,1 0-1,0 0 1,0 0-1,-1 0 1,1 0-1,0 0 1,1 0-1,-1 0 0,0 1 1,1-1-1,-1 0 1,1 0-1,0 0 1,-1 0-1,2 2 0,3 0 66,0 0-1,0 0 1,0 0-1,1-1 1,-1 0-1,1 0 0,7 3 1,10 5 346,-20-10-407,-1 1 0,0-1 0,0 1-1,0-1 1,0 1 0,0 0 0,0 0 0,0 0 0,-1 0 0,1 0 0,-1 0-1,1 0 1,-1 0 0,0 1 0,0-1 0,0 0 0,0 1 0,0-1 0,-1 1-1,1-1 1,-1 1 0,0 0 0,1-1 0,-2 5 0,-23 5-505,14-8 85,4-1 201,-30 15-3482,13-5-3522,5-2-3094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18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10245,'22'-14'7292,"-1"1"-3550,46-24-1150,-56 30-1756,-10 6-814,1 0 1,-1 0-1,1 1 0,0-1 0,0 0 0,-1 0 0,1 1 0,0-1 0,0 1 1,0 0-1,-1-1 0,1 1 0,0 0 0,0 0 0,0 0 0,0 0 0,0 0 1,-1 1-1,1-1 0,0 1 0,0-1 0,0 1 0,-1 0 0,1-1 0,0 1 1,-1 0-1,1 0 0,0 0 0,-1 0 0,0 0 0,1 1 0,-1-1 0,0 0 1,1 1-1,-1-1 0,0 1 0,0-1 0,0 1 0,0 0 0,1 2 0,0 1-44,0 1-1,0 0 0,0-1 0,-1 1 0,1 0 0,-1 0 0,-1 0 0,1 0 0,-1 0 0,0 0 0,-1 8 1,-1-5-12,0 0-1,0-1 1,-1 1 0,0-1 0,-1 0 0,0 0 0,0 0 0,0-1 0,-1 1 0,0-1 0,-1 0 0,-10 10 0,16-17 43,0 0 0,0 0 0,0 0 0,0 0 0,0 0 0,-1 1 0,1-1 0,0 0 0,0 0 0,0 0 0,0 0 0,0 0 0,0 0 0,0 0 0,0 0 0,0 1 0,0-1 0,-1 0 0,1 0 1,0 0-1,0 0 0,0 0 0,0 0 0,0 1 0,0-1 0,0 0 0,0 0 0,0 0 0,0 0 0,0 0 0,0 0 0,0 1 0,0-1 0,0 0 0,0 0 0,0 0 0,1 0 0,-1 0 0,0 0 0,0 1 0,0-1 0,0 0 0,0 0 0,0 0 0,0 0 1,0 0-1,0 0 0,0 0 0,1 0 0,-1 0 0,0 1 0,0-1 0,10 1 284,11-2 7,15-1 426,-31 2-961,0 0 1,0 0-1,-1 0 0,1-1 1,0 1-1,0-1 1,0 0-1,0-1 1,-1 1-1,1-1 0,0 0 1,-1 0-1,5-3 1,2-2-909,4-3-2228,-5 2-4910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22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12246,'15'-3'6797,"-2"-4"-4263,-11 6-2397,0 0 1,0-1-1,1 1 1,-1 0-1,0 0 1,1 1-1,-1-1 1,0 0-1,1 1 1,-1 0-1,1-1 1,-1 1-1,4 0 0,-5 0-99,1 0 0,-1 1 0,1-1-1,-1 0 1,1 1 0,-1-1 0,1 1-1,-1-1 1,0 1 0,1 0 0,-1-1-1,0 1 1,0 0 0,1 0 0,-1 0-1,0 0 1,0 0 0,0 0 0,0 1-1,0-1 1,0 0 0,-1 0 0,1 1-1,0-1 1,-1 0 0,1 1-1,0-1 1,-1 1 0,0-1 0,1 1-1,-1-1 1,0 3 0,0 6-52,0-1 0,-1 0-1,0 1 1,-4 14 0,3-17-4,1-1 0,0 1 0,0 0 0,0-1 0,1 14 1,0-20 27,0 1 0,1 0 0,-1-1 0,0 1 1,0 0-1,1-1 0,-1 1 0,0 0 0,1-1 1,-1 1-1,1-1 0,-1 1 0,1-1 0,-1 1 1,1-1-1,-1 1 0,1-1 0,0 0 1,-1 1-1,1-1 0,-1 0 0,1 1 0,0-1 1,-1 0-1,1 0 0,0 1 0,0-1 0,-1 0 1,1 0-1,0 0 0,-1 0 0,1 0 0,0 0 1,-1 0-1,1 0 0,0-1 0,0 1 0,0 0 1,13-7-726,-5-3-3613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22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 11237,'61'-17'9399,"-43"10"-9110,-1 1-1,0-2 1,-1 0-1,0-1 1,0-1-1,14-12 1,-30 22-304,0 0 1,1 0 0,-1-1 0,0 1 0,0 0-1,1 0 1,-1 0 0,0 0 0,0 0-1,1-1 1,-1 1 0,0 0 0,1 0-1,-1 0 1,0 0 0,0 0 0,1 0 0,-1 0-1,0 0 1,1 0 0,-1 0 0,0 0-1,1 0 1,-1 1 0,0-1 0,0 0 0,1 0-1,-1 0 1,0 0 0,0 0 0,1 0-1,-1 1 1,0-1 0,0 0 0,1 0-1,-1 0 1,0 1 0,0-1 0,0 0 0,0 0-1,1 1 1,-1-1 0,0 0 0,0 0-1,0 1 1,0-1 0,0 0 0,0 1-1,0-1 1,0 0 0,0 1 0,0-1 0,1 0-1,-2 0 1,1 1 0,0-1 0,0 0-1,0 1 1,0-1 0,0 1 0,0 11-2883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22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10997,'2'0'8065,"1"7"-5834,3 11-1885,-5 27 393,8 61-1,-4-81-1877,13 47 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23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13702,'9'-5'8140,"7"-12"-6588,-7 6-967,9 1-62,-3 2-3514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20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12774,'33'-3'8233,"-26"2"-7849,0 1-1,0 1 1,0-1 0,0 1 0,11 3-1,-17-3-375,0-1 0,-1 1-1,1 0 1,0-1 0,0 1-1,-1 0 1,1 0 0,-1 0-1,1 0 1,-1-1 0,1 1-1,-1 0 1,0 0 0,1 0-1,-1 0 1,0 0 0,0 0-1,0 0 1,0 0 0,1 0-1,-1 0 1,-1 0 0,1 0-1,0 0 1,0 1 0,-6 35 32,3-20 153,3-11-87,0 0 0,0 1 0,1-1 0,-1 0 0,3 9 0,-2-13-112,-1 0 0,1 0 0,-1 0 1,1-1-1,-1 1 0,1 0 0,0-1 0,0 1 0,0 0 0,0-1 0,0 1 0,0-1 0,0 1 1,0-1-1,1 0 0,-1 1 0,1-1 0,-1 0 0,1 0 0,-1 0 0,3 1 0,-3-2-196,-1 0-1,1 0 1,0-1-1,0 1 0,0 0 1,-1 0-1,1 0 0,0-1 1,-1 1-1,1 0 1,0-1-1,0 1 0,-1-1 1,1 1-1,-1-1 0,1 1 1,0-1-1,-1 1 1,1-1-1,0-1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20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13014,'-1'2'724,"-1"0"0,1-1 1,0 1-1,0 0 0,0 0 0,1-1 1,-1 1-1,0 0 0,1 0 0,-2 3 0,-1 40-196,2-32 281,0 1-534,1 0 0,1 0 1,0 1-1,0-1 0,8 27 0,-8-37-273,0-1-1,0 1 1,0-1-1,0 0 1,1 0-1,-1 1 1,1-1-1,0 0 1,0 0-1,0 0 1,1-1-1,-1 1 1,1 0-1,-1-1 1,1 0-1,0 1 1,0-1 0,0 0-1,0-1 1,0 1-1,0 0 1,0-1-1,1 0 1,-1 0-1,1 0 1,-1 0-1,1 0 1,-1-1-1,5 1 1,-2-1-24,1 0 0,0 0 0,-1-1 1,1 0-1,0 0 0,-1-1 0,8-2 1,-11 2 0,0 1 1,0-1-1,0 0 1,0 0-1,-1 0 0,1 0 1,-1 0-1,1-1 1,-1 1-1,0-1 1,0 1-1,0-1 1,0 0-1,-1 0 1,1 0-1,1-5 1,4-8 9,-5 13 7,0-1-1,0-1 1,0 1 0,0 0 0,-1 0 0,0-1 0,0 1 0,0-1 0,-1 1 0,1-9 0,-2 12-5,1 0 0,0 1 0,-1-1 0,1 0 0,-1 1 0,0-1 0,1 1 0,-1-1 0,1 0 0,-1 1 0,0-1 0,0 1 1,1 0-1,-1-1 0,0 1 0,0-1 0,1 1 0,-1 0 0,0 0 0,0 0 0,0-1 0,1 1 0,-1 0 0,0 0 0,0 0 0,0 0 0,0 0 0,0 0 1,1 1-1,-1-1 0,-1 0 0,-31 6-605,30-5 511,-10 2-222,0 1 0,1 1 1,-1 0-1,1 0 0,0 1 0,-12 8 1,-9 15-9689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24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9556,'5'-3'7240,"0"-3"-4072,-5 5-3076,1 0 1,-1 0-1,1 0 1,-1 0-1,1 0 1,0 0-1,0 1 1,-1-1-1,1 0 1,0 0-1,0 1 1,0-1-1,0 1 1,0-1-1,0 1 1,0-1-1,0 1 1,0-1-1,0 1 1,1-1-1,0 1-41,1 0 0,0-1 0,-1 1 0,1-1 1,-1 1-1,1-1 0,-1 0 0,1 0 0,3-3 0,-4 3-38,-1 0 0,0 0 0,1 0 0,-1 1 0,1-1 0,-1 1 0,1-1 0,-1 1 1,1-1-1,0 1 0,-1 0 0,1-1 0,-1 1 0,1 0 0,0 0 0,-1 0 0,1 1 0,0-1 0,-1 0 0,1 1 0,-1-1 0,1 1 0,2 0 0,-2 0-17,1-1-1,-1 1 1,1-1-1,0 1 1,-1-1-1,1 0 1,0 0-1,-1 0 1,1-1-1,0 1 0,-1-1 1,1 1-1,5-3 1,17-2-672,-25 6 637,0-1-1,0 1 1,1-1-1,-1 0 1,0 1-1,0-1 1,0 1-1,0-1 1,0 0-1,0 1 1,0-1-1,0 1 1,0-1-1,0 1 1,0-1-1,0 0 1,0 1-1,0-1 1,-1 1-1,1-1 1,0 0-1,0 1 1,0-1-1,-1 1 1,1-1-1,0 0 1,0 1-1,-1-1 1,1 0-1,0 0 1,-1 1-1,1-1 0,0 0 1,-1 0-1,0 1 1,-13 14-3341,-2-9-5090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31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51 10917,'-5'-12'8102,"3"7"-7448,1 1 0,-1 0 0,0 0 1,0 0-1,0 0 0,-4-5 0,6 9-637,-1-1 0,1 1 0,-1 0 0,1-1 0,-1 1 0,1 0 0,0-1 0,-1 1 0,1 0 0,-1 0 0,1-1 0,-1 1 0,0 0 0,1 0 0,-1 0 0,1 0 0,-1-1-1,1 1 1,-1 0 0,0 0 0,1 0 0,-1 0 0,0 1 0,0-1 42,0 1-1,0-1 1,-1 1-1,1 0 1,0-1 0,0 1-1,0 0 1,0 0-1,0 0 1,0 0-1,0 0 1,1 0-1,-1 0 1,-1 2-1,-8 14-21,0 1 1,1 0-1,1 0 0,1 1 0,0 0 0,2 0 0,0 0 0,1 1 0,1 0 0,-1 25 1,4-33-24,1 0-1,0-1 1,0 0 0,1 1 0,1-1 0,0 0 0,8 20 0,-9-27-7,0 1 0,0-1 0,0-1 0,1 1 0,-1 0 1,1-1-1,0 1 0,0-1 0,1 0 0,-1 0 0,1 0 0,-1 0 0,1 0 0,0-1 1,0 0-1,0 0 0,0 0 0,0 0 0,1-1 0,-1 0 0,1 1 0,5-1 0,-8 0 10,-1-1-1,0 0 0,1 0 1,-1 0-1,0 1 0,1-1 1,-1-1-1,1 1 0,-1 0 1,0 0-1,1 0 1,-1-1-1,0 1 0,1-1 1,-1 1-1,0-1 0,0 1 1,0-1-1,2-1 0,2-9-3338,-6-6-7484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32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26 11765,'3'-3'3691,"-2"2"-3383,-1 1 0,0-1-1,0 1 1,0 0-1,0-1 1,0 1-1,0-1 1,1 1 0,-1 0-1,0-1 1,0 1-1,0-1 1,0 1-1,-1 0 1,1-1 0,0 1-1,0-1 1,0 1-1,-12-7 4227,-24 2-2945,29 4-1170,4 1-404,0-1-1,-1 1 1,1 0-1,0 0 1,-1 0 0,1 0-1,0 1 1,-1-1-1,1 1 1,0 0-1,0 0 1,-1 0 0,1 0-1,0 1 1,0-1-1,0 1 1,1 0 0,-4 2-1,2 0-8,0 0 0,0 0 0,0 0 1,1 1-1,-1 0 0,1-1 0,0 1 0,1 0 0,-5 11 0,3-3-5,0 1 0,0 0 0,2 0 1,0 0-1,0 1 0,1-1 0,2 27 0,0-32 14,1-1-1,-1 1 1,2-1 0,-1 1 0,1-1-1,0 0 1,1 0 0,0-1 0,0 1 0,1-1-1,0 0 1,0 0 0,0 0 0,1 0-1,0-1 1,7 5 0,-7-6-223,-1-2 0,1 1 0,-1 0 0,1-1 1,0 0-1,0-1 0,0 1 0,1-1 0,-1 0 0,1-1 0,-1 0 1,1 0-1,-1 0 0,1-1 0,0 1 0,-1-2 0,1 1 0,-1-1 1,1 0-1,-1 0 0,10-3 0,-1-4-3884,-3-2-3347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35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46 11605,'1'-3'609,"-1"1"-1,0-1 1,-1 0-1,1 1 1,0-1-1,-1 0 1,1 1-1,-1-1 1,0 1-1,0-1 1,0 1-1,0-1 1,0 1-1,-3-4 1,4 6-521,-1 0 0,1-1-1,0 1 1,-1 0 0,1-1 0,-1 1 0,1 0 0,-1 0 0,1 0 0,-1-1 0,0 1 0,1 0 0,-1 0 0,1 0 0,-1 0 0,1 0 0,-1 0-1,1 0 1,-1 0 0,0 0 0,1 0 0,-1 0 0,1 0 0,-1 1 0,0-1 0,-1 1 76,0 0 0,0 1-1,0-1 1,0 1 0,0-1 0,0 1-1,1-1 1,-1 1 0,-1 3 0,-6 6-63,1 1 0,1 1 0,1 0 0,-1 0 1,2 0-1,0 1 0,1-1 0,0 1 1,1 0-1,-2 15 0,2-3-97,1-1-1,1 1 1,1 0-1,7 45 1,-7-67 2,1 0 1,0 0-1,0 0 1,0 0-1,1 0 1,-1 0-1,1 0 0,0 0 1,0-1-1,0 1 1,0-1-1,1 0 1,-1 1-1,1-1 1,0 0-1,4 3 1,-5-5-47,1 1 0,-1-1 1,1 0-1,-1 0 1,1 0-1,0 0 0,-1-1 1,1 1-1,0-1 0,0 0 1,-1 0-1,1 0 1,0 0-1,0 0 0,0 0 1,-1-1-1,1 1 1,0-1-1,-1 0 0,1 0 1,0 0-1,-1 0 1,0 0-1,5-4 0,28-18-3229,-15 2-7233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36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41 10917,'-5'-24'8508,"4"23"-8214,0 0-1,1 0 0,-1 0 1,0 0-1,1 0 1,-1 0-1,0 0 0,0 0 1,0 1-1,0-1 1,0 0-1,0 1 1,-2-2-1,-1 1-54,0 0 0,0 1-1,0-1 1,0 1 0,0-1 0,0 1 0,0 1 0,0-1-1,-7 2 1,4 0-217,0 0 0,0 0 0,0 1 1,0 0-1,1 1 0,-1-1 0,1 1 0,0 0 0,0 1 0,0-1 0,1 1 0,0 1 0,0-1 0,0 1 0,0 0 0,1 0 0,0 0 1,0 0-1,-4 11 0,4-9-5,0 0 0,1 0 0,0 0 0,0 1 0,1-1 0,0 1 0,0-1 0,1 1 0,0 0 0,1 0 0,0-1 0,0 1 0,1 0 0,0 0 0,0-1 0,4 11 0,-3-14-251,0 1 0,1-1 0,0 0-1,0 0 1,0 0 0,1-1 0,-1 1-1,1-1 1,0 0 0,1 0 0,-1 0 0,1 0-1,-1-1 1,1 0 0,0 0 0,0 0-1,1-1 1,-1 1 0,0-1 0,1 0 0,10 1-1,6 1-1673,0-2 1,0-1-1,0 0 0,31-4 0,-27 1 323,-8 1-8790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2:59:37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6 11349,'-2'-6'9406,"2"6"-9247,-11 4 2771,-11 8-1773,7 1-719,0 1 1,1 0 0,0 1 0,1 0-1,-20 33 1,27-39-396,1 0-1,0 1 1,0 0 0,1 0 0,1 0 0,-1 0-1,2 1 1,-1-1 0,2 1 0,-1 0-1,1 0 1,1 15 0,1-21-47,-1-1 1,1 0-1,0 0 1,0 0-1,0 0 1,1 0-1,-1 0 0,1 0 1,0 0-1,0-1 1,0 1-1,1-1 1,-1 1-1,1-1 1,0 0-1,5 4 0,-3-3 29,0-1-1,0 1 1,0-1-1,1-1 0,0 1 1,-1-1-1,1 0 1,0 0-1,0 0 0,9 0 1,-4-1-412,1 0 1,-1 0-1,1-1 0,0-1 1,-1 0-1,1-1 1,-1 0-1,1-1 0,-1 0 1,0 0-1,16-9 1,-3-2-3439,-8 2-4887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1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6931,'-1'4'5997,"-4"16"-3350,4-13-1971,-1 11 416,1-1 0,0 19 0,1-32-944,1-1 1,-1 1-1,0-1 1,1 1-1,-1-1 1,1 1-1,0-1 1,1 0-1,-1 0 1,0 1-1,1-1 1,0 0-1,-1 0 1,1 0-1,0 0 1,1-1-1,2 4 1,-4-5-73,1 0 0,-1 0 0,0 0 0,1-1 0,-1 1 1,1-1-1,-1 1 0,1-1 0,-1 1 0,1-1 0,-1 0 1,1 1-1,-1-1 0,1 0 0,0 0 0,-1 0 0,1-1 1,-1 1-1,1 0 0,2-1 0,-1-1 14,1 1 0,-1-1 0,0 1 0,1-1 0,-1-1 0,0 1 0,0 0 0,4-4 0,0-2-16,-1 1 0,1-1-1,-1 0 1,-1-1 0,8-13-1,-9 13-209,-1 4-223,-1 1 0,0 0 0,0-1 0,0 0 0,0 1 0,-1-1 0,0 0 0,0 0 0,0 0 0,-1 0 0,1-9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1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1 151 11637,'18'44'5572,"-9"5"-3717,-5 52-1470,-5-85 138,-4-30-261,0-15-247,2-18 15,0 12-20,3-53 0,1 77-2,0 1 1,1 0 0,0 0-1,0 0 1,1 0 0,1 0-1,0 0 1,0 1 0,9-16-1,-10 22 81,-1 0-1,1 1 1,-1-1-1,1 0 1,0 1-1,0 0 1,0 0-1,0 0 1,1 0-1,-1 0 1,0 0-1,1 1 1,6-2-1,-10 3-51,1 0 0,0-1 0,0 1-1,0 0 1,-1 0 0,1 0-1,0 0 1,0 0 0,0 0 0,0 0-1,-1 0 1,1 1 0,0-1 0,0 0-1,0 0 1,-1 1 0,1-1 0,0 0-1,-1 1 1,1-1 0,0 1 0,0-1-1,-1 1 1,1 0 0,0 0-29,0 1 0,-1-1 0,1 1-1,-1-1 1,0 1 0,1-1 0,-1 1 0,0 0 0,0-1 0,0 1 0,0-1 0,0 1 0,0-1 0,-1 1-1,1-1 1,0 1 0,-1-1 0,0 3 0,-4 11 42,-1 0-1,-13 22 1,7-11-2986,0 0-6317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2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50 176 11749,'4'4'773,"-1"0"0,0 0-1,0 0 1,0 1 0,0-1-1,-1 1 1,5 9 0,-5-8-544,-1 0 0,1 0 0,-1 0 0,0 0 1,0 0-1,-1 8 0,0-6-199,-1 0-1,0 1 1,0-1 0,-1 0 0,0 0 0,0 0-1,-1 0 1,0 0 0,-1-1 0,-6 12-1,10-19-25,0 1 0,0-1 0,-1 1 0,1-1 0,0 1 0,0 0 0,-1-1 0,1 1 0,0-1 0,-1 0 0,1 1 0,-1-1 0,1 1 0,-1-1 0,1 1 0,-1-1 0,1 0 0,-1 0 0,1 1 0,-1-1 0,1 0 0,-1 0 0,1 1 0,-1-1-1,0 0 1,1 0 0,-1 0 0,1 0 0,-1 0 0,0 0 0,1 0 0,-1 0 0,1 0 0,-1 0 0,0 0 0,0-1 0,0 0-1,-1 0 0,1-1 0,0 1 0,-1 0 0,1-1 0,0 0 0,0 1 0,0-1 0,0 0 0,1 1 0,-2-4 0,-14-58-12,16 60 17,-4-21-2,1 1 1,1-1 0,2-37-1,0 52 9,1 0 0,0 0 0,1 0 0,0 0 0,0 0 0,1 0 0,0 0 0,0 1 0,1-1 0,0 1 0,1 0 0,6-9 0,-7 13 95,0 0-1,0 1 0,1 0 1,-1-1-1,1 2 0,-1-1 1,11-4-1,-13 6-32,0 0 1,0 0-1,0 0 1,0 1-1,1-1 1,-1 0 0,0 1-1,0 0 1,0 0-1,0 0 1,1-1-1,-1 2 1,0-1-1,0 0 1,1 0-1,-1 1 1,0-1-1,0 1 1,0 0-1,0 0 1,4 2-1,-5-2-65,-1 0 1,1 0-1,0 0 0,-1 0 1,1 0-1,0 0 0,-1 1 0,1-1 1,-1 0-1,0 0 0,0 1 0,1-1 1,-1 0-1,0 1 0,0-1 1,0 0-1,0 1 0,0-1 0,-1 0 1,1 0-1,0 1 0,0-1 1,-1 0-1,1 0 0,-1 1 0,1-1 1,-1 0-1,0 0 0,1 0 0,-1 0 1,0 0-1,0 0 0,0 0 1,-1 1-1,-31 33-1322,19-23 475,-6 6-2344,6-6-4373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2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12 342 10533,'37'-26'7613,"-31"21"-7040,-1 0 0,0-1-1,-1 1 1,6-10 0,-8 12-512,1-1-1,-1-1 1,0 1 0,0 0 0,-1-1-1,0 1 1,1-1 0,-1 1 0,-1-1-1,1 1 1,-1-1 0,0 0 0,0 1-1,0-1 1,0 1 0,-1-1 0,-2-8-1,3 11-59,0 0-1,-1 1 1,1-1-1,-1 1 1,1-1-1,-1 1 0,0-1 1,0 1-1,1-1 1,-1 1-1,0 0 1,0-1-1,0 1 0,-1 0 1,1 0-1,0 0 1,0 0-1,-1 0 0,1 0 1,0 0-1,-1 0 1,1 1-1,-1-1 1,1 0-1,-1 1 0,1-1 1,-1 1-1,1 0 1,-1 0-1,0-1 1,1 1-1,-1 0 0,0 0 1,1 0-1,-1 1 1,-2-1-1,2 1 2,-1 0-1,1 0 1,0 0 0,-1 0-1,1 1 1,0-1 0,0 1-1,0-1 1,0 1-1,0 0 1,0 0 0,0 0-1,0 0 1,1 0 0,-1 0-1,1 0 1,0 0 0,0 1-1,-1-1 1,1 1 0,1-1-1,-2 4 1,1 0 59,-1 0 0,2 0 0,-1 1 0,1-1 0,0 0-1,0 0 1,0 1 0,1-1 0,0 0 0,0 0 0,1 1 0,0-1 0,4 9 0,-5-13-70,0 1 1,1-1-1,-1 0 1,1 0-1,0 0 1,0 0-1,0 0 1,0 0-1,0 0 1,0 0-1,0-1 1,1 1-1,-1-1 0,1 0 1,-1 0-1,1 0 1,-1 0-1,1 0 1,0 0-1,-1-1 1,1 1-1,0-1 1,0 0-1,-1 0 1,1 0-1,0 0 1,0 0-1,-1 0 0,1-1 1,0 0-1,-1 1 1,1-1-1,2-1 1,0-1-227,0 1 0,0-1 0,0 0 0,-1-1 0,0 1 0,1-1 0,-1 0 0,-1 0 0,6-6 0,23-21-1295,-30 30 1491,-1-1 1,1 1-1,0 0 0,0 0 1,0 0-1,0 0 0,-1 1 1,1-1-1,0 1 0,0-1 1,0 1-1,0-1 1,0 1-1,0 0 0,1 0 1,-1 0-1,2 1 0,0 0 79,-1 0 0,1 1 0,-1-1 0,0 1 0,1 0 0,-1 0 0,0 0 0,0 1 0,0-1 0,0 1 0,-1 0 0,1-1 0,-1 1 0,1 0-1,-1 1 1,0-1 0,3 6 0,2 7 1770,1 1-1,6 21 0,7-84 1230,-10 15-3122,2 1 1,0 1 0,2 0-1,33-48 1,0 21-4697,7 5-5797,-28 33-987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3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14839,'0'5'8706,"0"15"-5570,0 5-2543,-4 16-209,1-22 151,1 0 0,1 29 1,2-42-916,0-1 1,-1 1 0,2-1-1,-1 1 1,3 6 0,-3-10-224,1 1 0,-1 0 1,1 0-1,-1-1 0,1 1 1,0-1-1,0 1 1,0-1-1,0 0 0,4 3 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3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48 12342,'-7'17'3833,"4"-11"-3209,1-1 1,-1 1 0,2-1-1,-1 1 1,0 0 0,0 6-1,2-11-564,0 1 0,0-1 0,0 0-1,0 1 1,1-1 0,-1 1 0,0-1 0,1 1-1,-1-1 1,1 1 0,-1-1 0,1 0 0,0 0-1,0 1 1,0-1 0,-1 0 0,1 0-1,0 0 1,0 0 0,1 0 0,-1 0 0,0 0-1,0 0 1,0 0 0,1 0 0,-1-1 0,0 1-1,1 0 1,1 0 0,7 2 136,-1 0 0,1 0 0,0-1 0,1-1 0,-1 0 0,0 0 0,0-1 1,0 0-1,1 0 0,-1-2 0,0 1 0,0-1 0,15-5 0,-16 4-156,0 0 0,-1 0 0,1-1-1,-1 0 1,0-1 0,0 1 0,-1-2 0,0 1 0,0-1 0,0 0-1,0-1 1,-1 1 0,0-1 0,0 0 0,6-12 0,-11 18-42,-1 0 0,1 0 0,0 0 0,-1 0 0,0 0 0,1 0 0,-1 0 0,1-1 0,-1 1 0,0 0 0,0 0 0,0 0 0,0 0 0,0-1 0,0 1 0,0 0 0,0 0 0,0 0 0,0-1 0,-1 1 0,1 0 0,0 0 0,-1 0 0,1 0 0,-1 0 0,0-2 0,-1 2-38,0-1-1,0 1 1,1-1 0,-1 1 0,0 0 0,0-1 0,0 1 0,-1 0 0,1 1 0,0-1 0,0 0 0,-4 0-1,-5-1-312,0 0-1,-1 1 0,1 1 0,-16 0 0,-47 7-3072,43-2-6050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4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0 139 12774,'25'23'5599,"-4"16"-3355,-3-3-1401,-18-35-832,0-1 0,1 1 0,-1 0 0,1-1-1,-1 1 1,0 0 0,1-1 0,0 1-1,-1-1 1,1 1 0,-1-1 0,1 1-1,-1-1 1,1 1 0,0-1 0,-1 0-1,1 1 1,0-1 0,0 0 0,-1 1-1,1-1 1,0 0 0,0 0 0,-1 0-1,1 0 1,0 0 0,0 0 0,-1 0-1,1 0 1,0 0 0,1 0 0,-1-1-5,1 0 0,0 0 0,0 0 0,0-1 0,-1 1 1,1 0-1,-1-1 0,1 1 0,-1-1 0,1 1 0,1-4 1,5-8-106,-1 0 0,9-21 0,-14 29 47,7-18-136,-8 17 136,1-1 1,1 1-1,-1 0 1,1 1-1,0-1 1,0 0-1,5-5 1,-8 11 68,1 0 0,-1 0 0,0 0 0,1 0 1,-1 1-1,1-1 0,-1 0 0,0 0 1,1 0-1,-1 1 0,0-1 0,1 0 1,-1 0-1,0 1 0,0-1 0,1 0 0,-1 0 1,0 1-1,0-1 0,1 0 0,-1 1 1,0-1-1,0 0 0,0 1 0,0-1 1,0 1-1,1-1 0,-1 0 0,0 1 0,0-1 1,0 1-1,0-1 0,0 0 0,0 1 1,6 23 697,-5-20-478,1 3 73,1 7 317,1 0 1,12 25-1,-15-37-563,0 1 0,0-1 0,1 1 0,-1-1-1,1 1 1,0-1 0,-1 0 0,1 0 0,0 0-1,0 0 1,1 0 0,-1 0 0,0-1 0,1 1 0,-1-1-1,1 0 1,-1 1 0,1-1 0,-1 0 0,1 0-1,4 0 1,-5-1-18,1 0-1,-1 0 1,0-1-1,0 1 1,0-1-1,1 1 1,-1-1-1,0 0 1,0 0-1,0 0 1,0 0-1,0 0 1,0-1-1,-1 1 1,1 0-1,0-1 1,-1 1-1,1-1 1,2-3-1,25-39 184,-23 34-245,-1 1-343,1 0 0,-1-1-1,-1 0 1,0 0-1,0 0 1,-1 0-1,-1-1 1,3-12-1,-5 0-4170,-3-1-3474,2 9-3431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4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25 230 12678,'5'-3'1053,"-1"0"0,1-1 0,-1 1-1,0-1 1,0-1 0,6-7 0,2-6-607,17-35 0,-13 24 155,-14 24-588,-1 1 0,1-1 1,-1 0-1,1 0 0,-2 0 1,1 0-1,0 0 0,-1 0 1,0 0-1,-1-7 0,1 10-10,0 1-1,0 0 1,0-1-1,0 1 1,0 0-1,0-1 1,-1 1-1,1 0 1,0-1-1,-1 1 1,1 0-1,-1 0 1,0-1-1,1 1 1,-1 0-1,0 0 1,0 0-1,0 0 0,0 0 1,0 0-1,0 0 1,0 0-1,0 0 1,0 1-1,0-1 1,0 0-1,0 1 1,-1-1-1,1 1 1,0-1-1,-1 1 1,1 0-1,0-1 1,-1 1-1,1 0 1,0 0-1,-1 0 1,1 0-1,0 0 1,-1 0-1,1 0 0,-3 1 1,1 1 60,-1-1-1,1 1 1,0 0 0,0 0-1,-1 0 1,2 0-1,-1 1 1,0-1 0,0 1-1,1 0 1,-1 0 0,1-1-1,0 2 1,-3 4 0,-24 51 1258,27-54-1157,0-1-87,0 0 1,1 1-1,-1-1 0,1 1 0,0-1 1,1 1-1,-1 0 0,1 0 1,0-1-1,0 1 0,0 0 0,1-1 1,0 1-1,0 0 0,0-1 0,0 1 1,1-1-1,-1 1 0,1-1 1,3 5-1,-3-6-140,0-1 0,0 1 0,0-1 0,1 1 1,-1-1-1,1 0 0,-1 0 0,1 0 0,0 0 0,-1-1 1,1 1-1,0-1 0,0 0 0,0 1 0,1-1 0,-1-1 0,0 1 1,0 0-1,0-1 0,1 0 0,-1 0 0,0 0 0,0 0 1,1 0-1,-1 0 0,0-1 0,0 0 0,1 1 0,-1-1 0,3-2 1,12-4-1120,0 0 0,-1-1 0,18-12 1,-7 2-2594,0 0-3299,-12 7-1244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4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0 189 12630,'2'24'4250,"0"-5"-2269,0 0-1,1 0 1,0 0-1,7 19 1,-10-38-1948,0 0 0,0 0 0,1 1 0,-1-1 0,0 0 0,0 0 0,0 1 0,0-1 0,0 0 0,0 0 0,0 1 0,1-1 0,-1 0-1,0 0 1,0 0 0,0 1 0,1-1 0,-1 0 0,0 0 0,0 0 0,1 0 0,-1 0 0,0 1 0,0-1 0,0 0 0,1 0 0,-1 0 0,0 0 0,1 0 0,-1 0 0,0 0 0,0 0 0,1 0 0,-1 0 0,1 0 0,8-7 583,9-19-199,-16 22-327,25-43 186,28-68-1,-25 48-4658,4 1-9006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5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0 12534,'-9'50'7642,"-5"32"-2122,10-52-4997,0 1 0,2 0 0,1-1 0,4 38 1,-3-67-505,0 1 1,0-1 0,1 1 0,-1-1-1,0 1 1,1-1 0,-1 1-1,1-1 1,0 1 0,-1-1 0,1 1-1,0-1 1,0 0 0,0 1 0,1 1-1,-1-3-13,0 0 0,0 1 0,-1-1-1,1 0 1,0 1 0,0-1 0,-1 0 0,1 0-1,0 1 1,0-1 0,0 0 0,-1 0-1,1 0 1,0 0 0,0 0 0,0-1 0,-1 1-1,1 0 1,0 0 0,0 0 0,1-1 0,4-3-5,1 1 1,-1-1-1,0 0 1,0-1-1,7-7 1,3-2 29,-6 7-30,0 0 1,0 1-1,1 0 1,0 0 0,0 1-1,1 1 1,-1-1 0,18-2-1,-23 6 2,0 0 0,0 0 0,1 1 0,-1 0 0,0 0 0,1 0 0,-1 1-1,0 0 1,0 0 0,1 1 0,-1 0 0,0 0 0,-1 0 0,1 1 0,0 0-1,-1 0 1,11 7 0,-16-9-1,1-1 0,0 1 0,-1-1-1,1 1 1,-1-1 0,1 1 0,-1-1 0,1 1-1,-1 0 1,0-1 0,1 1 0,-1 0 0,0-1-1,1 1 1,-1 0 0,0 0 0,0-1 0,0 1 0,1 0-1,-1-1 1,0 1 0,0 0 0,0 0 0,0-1-1,0 1 1,0 0 0,-1 0 0,1-1 0,0 1-1,0 0 1,-1 0 0,1-1 0,0 1 0,-1 0-1,1-1 1,0 1 0,-1-1 0,1 1 0,-1 0-1,1-1 1,-1 1 0,1-1 0,-1 1 0,0-1-1,1 1 1,-1-1 0,0 0 0,1 1 0,-2-1-1,-38 22 18,33-20-21,-37 17-81,27-13-336,1 1 0,0 0 1,-29 19-1,36-17-1588,19-11 83,19-12-265,7-9-2131,-11 9-2291,-1 1-3548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5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74 12806,'-19'22'5505,"-22"29"-2310,39-48-3085,0 0 0,0 0 0,1 0 0,-1 0 0,1 0-1,0 1 1,0-1 0,0 1 0,0-1 0,0 1 0,1-1 0,-1 1 0,1-1 0,1 6 0,-1-8-72,0 1 0,0-1-1,0 0 1,0 0 0,1 0 0,-1 0 0,0 0 0,1 0 0,-1 0 0,1 0 0,0 0 0,-1 0 0,1 0 0,-1 0 0,1 0 0,0-1 0,0 1 0,0 0 0,-1 0 0,1-1 0,0 1 0,0-1 0,0 1 0,0-1 0,2 2 0,-1-2 18,1 0 0,-1 0 0,0 0 0,1 0 0,-1 0 0,0 0 0,0 0 0,1-1 0,-1 1 0,0-1 0,0 0 0,2 0 0,5-3 57,-1 0-1,-1 0 1,1-1-1,-1 0 1,10-9-1,-5 3-44,-1 0 1,0-1-1,-1 0 0,0 0 0,9-18 1,-17 27-77,0-1 1,-1 1 0,1 0 0,-1-1 0,0 1-1,0-1 1,0 0 0,-1 1 0,1-1 0,-1 0 0,0 1-1,0-7 1,-1 8-43,0 0 1,1-1-1,-1 1 0,0 0 1,0-1-1,-1 1 0,1 0 0,0 0 1,-1 0-1,1 0 0,-1 0 0,0 0 1,1 0-1,-1 1 0,0-1 0,0 1 1,0-1-1,0 1 0,-1 0 0,-2-2 1,3 2-153,0 1 0,0-1 0,0 0 1,1 1-1,-1 0 0,0-1 0,0 1 1,0 0-1,0 0 0,0 0 0,0 0 1,1 0-1,-1 1 0,0-1 0,-2 1 1,-6 4-3773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5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1 106 11205,'43'22'7326,"-37"-20"-6924,1 0-1,-1 1 1,-1 0 0,1 0 0,0 1-1,-1-1 1,0 1 0,0 0 0,0 1-1,0-1 1,5 8 0,-9-11-369,0 0 1,0 0-1,-1 0 0,1 0 1,0 0-1,0 0 0,0-1 1,0 1-1,1 0 0,-1 0 1,0-1-1,0 1 0,0-1 1,1 1-1,-1-1 0,0 1 1,0-1-1,1 0 0,-1 1 1,0-1-1,1 0 1,-1 0-1,0 0 0,1 0 1,-1 0-1,0-1 0,1 1 1,-1 0-1,0-1 0,1 1 1,-1 0-1,0-1 0,0 0 1,0 1-1,1-1 0,-1 0 1,0 0-1,0 1 0,0-1 1,0 0-1,0 0 0,1-2 1,3-1 6,-1 0 0,0-1-1,0 1 1,-1-1 0,0 0 0,1 0 0,-1 0 0,3-9 0,4-33 114,-9 38-399,1 1 0,-1-1 1,1 1-1,1 0 0,0-1 1,0 1-1,5-9 0,-7 17 114,0-1-1,-1 1 0,1-1 0,0 1 1,0 0-1,0-1 0,0 1 1,0 0-1,0 0 0,-1-1 1,1 1-1,0 0 0,0 0 0,0 0 1,0 0-1,0 0 0,0 0 1,0 1-1,0-1 0,0 0 0,0 0 1,-1 1-1,1-1 0,0 0 1,1 1-1,25 12-783,-23-11 636,3 2-94,-1 0 0,1 1 0,-1 0-1,0 0 1,0 1 0,8 9 0,-10-10 492,0 0 0,1 0 1,0 0-1,0 0 1,1-1-1,-1 0 0,1 0 1,0-1-1,0 1 1,6 1-1,5 1-551,36 10 1853,-35-13-4477,-2-5-3913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6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45 475 13638,'-2'2'787,"-5"8"1059,0-1 0,0 1 0,-10 21 0,16-29-1752,0 0 0,1 0 0,-1-1 0,1 1 0,-1 0 0,1 0 0,0 0-1,-1-1 1,1 1 0,0 0 0,0 0 0,1 0 0,-1 0 0,1 3 0,0-4-47,-1 0-1,1 0 1,0 0-1,0 0 1,0 0 0,-1 0-1,1 0 1,0 0-1,0 0 1,1 0 0,-1-1-1,0 1 1,0 0-1,0-1 1,0 1 0,1-1-1,-1 1 1,0-1-1,0 0 1,1 0 0,-1 1-1,0-1 1,3 0-1,0 0-5,0-1-1,0 1 0,0-1 1,0 0-1,0 0 0,0 0 1,0-1-1,-1 1 0,1-1 1,0 0-1,-1 0 0,0 0 1,1-1-1,-1 1 0,0-1 1,3-3-1,10-9-21,21-28 1,-30 34 0,6-7-31,-2 0 0,0-2 0,-1 1 0,0-1 0,-2-1 1,0 0-1,-1 0 0,-1 0 0,3-22 0,2-23-75,3-96 0,-13 153 84,-1 1 3,1 2 9,0 1 0,-1-1-1,1 1 1,-1-1 0,0 1-1,-1-1 1,1 1 0,0-1-1,-1 1 1,0-1 0,-2-5-1,1 12 49,0 0 0,-1-1 0,1 1 0,0 0 0,1 0 0,-1 0 0,0 1 0,1-1 0,-2 7 0,2-9-29,-10 29 223,2 2 0,1-1 0,1 1 0,2 0 0,1 1 0,1-1 0,2 1 1,2-1-1,5 41 0,-5-66-353,0 0 0,1 0 0,-1 0 0,2 0 0,-1-1 0,1 1-1,0-1 1,0 1 0,1-1 0,0 0 0,0 0 0,0-1 0,1 1 0,8 7 0,-7-9-250,-1 0-1,1 0 1,0-1-1,0 0 1,0 0-1,0 0 1,1-1-1,-1 0 1,1 0-1,-1-1 1,1 0-1,0 0 1,-1 0 0,1-1-1,11-1 1,42-8-9833,-29 1-538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06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 11029,'-11'8'2305,"3"-2"-959,0 0 0,1 0 0,0 0 0,0 1 0,-11 15 0,16-20-1226,1 0 0,0 1-1,0-1 1,0 0 0,0 1 0,0-1-1,1 1 1,-1-1 0,1 1 0,-1-1-1,1 1 1,0 0 0,0-1 0,0 1 0,1-1-1,-1 1 1,0-1 0,1 1 0,0-1-1,0 1 1,0-1 0,0 1 0,0-1-1,0 0 1,0 0 0,1 0 0,1 3-1,127 155 4254,-129-159-4454,1 1-1,-1-1 1,0 1-1,0-1 1,-1 1-1,1-1 1,0 1-1,0 0 1,-1-1-1,1 1 1,-1 0-1,1 0 1,-1-1-1,0 1 1,0 0-1,0 0 1,0 0-1,0-1 1,0 1-1,0 0 1,-1 0 0,1 0-1,-1-1 1,1 1-1,-2 2 1,-9 7-4773,-6-3-5016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13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12182,'0'0'311,"0"-1"1,-1 1-1,1 0 1,0-1-1,0 1 1,0-1-1,0 1 1,0-1-1,0 1 1,0-1-1,0 1 1,1-1-1,-1 1 1,0 0-1,0-1 1,0 1-1,0-1 1,3-2 2803,-2 2-2804,10 9 3875,14 30-2551,-19-28-610,17 19-33,1-1 0,50 44 1,0 1-1749,-61-58-623,0 1 0,22 34 0,-23-22-2907,-9-9-6149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14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0 14759,'-5'25'7924,"-12"16"-6703,9-22-506,-4 8-371,-18 30-1,14-29-300,-13 32 0,16-14-3347,12-39 1862,0 0 1,0 1 0,1-1 0,0 10-1,3-8-4531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14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14198,'4'11'3346,"-2"-2"64,-1 1-2434,-1-1-256,4 0-143,-2-2-209,-2-2-112,2-1-272,-2 0-112,0-2-192,0-1-257,-2-2-271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15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13270,'21'3'6135,"-19"-3"-5784,0 0-1,1 0 0,-1 1 1,0-1-1,1 1 1,-1-1-1,0 1 1,0 0-1,0 0 0,3 1 1,-5-1-304,1 0-1,0 0 1,-1 0-1,1-1 1,-1 1 0,1 0-1,-1 0 1,0 0 0,1 0-1,-1 1 1,0-1 0,0 0-1,0 0 1,0 0 0,1 0-1,-2 0 1,1 0-1,0 0 1,0 0 0,0 0-1,0 0 1,-1 0 0,1 0-1,0 0 1,-1 0 0,1 0-1,-2 2 1,0 2-73,0 0 1,0 0 0,1 0-1,0 0 1,0 0-1,0 1 1,0-1-1,1 10 1,0-13 18,1-1 1,-1 1 0,1 0-1,0-1 1,-1 1-1,1-1 1,0 1-1,0-1 1,0 0-1,0 1 1,0-1-1,0 0 1,0 1-1,1-1 1,-1 0-1,0 0 1,1 0-1,-1 0 1,0-1-1,1 1 1,-1 0-1,1 0 1,0-1-1,-1 1 1,1-1-1,-1 0 1,1 1-1,0-1 1,-1 0 0,1 0-1,0 0 1,2 0-1,46-2 20,-41 1 11,0 0-1,0 1 0,0 0 0,0 0 1,1 1-1,11 3 0,-21-4-19,1 0 0,-1 0 0,1 0-1,-1 0 1,1 0 0,-1 1 0,1-1 0,-1 0 0,0 0-1,1 1 1,-1-1 0,0 0 0,1 1 0,-1-1 0,0 0-1,1 1 1,-1-1 0,0 0 0,1 1 0,-1-1 0,0 1-1,0-1 1,0 0 0,1 1 0,-1-1 0,0 1 0,0-1-1,0 1 1,0-1 0,0 1 0,0 0 0,-7 17 68,-21 16-40,25-30-37,-4 3-1035,-1 0 0,0-1 0,-13 9 0,2-2-8236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15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15559,'20'8'3746,"0"-1"128,-2 2-2434,2 2-399,-2 0-321,0 1-208,1 3-160,-5 0-175,-1-1-145,-2 1-96,0-1-177,0 1-191,-2-1-368,-2-1-289,-2 0-319,1-1-2498,-4-1-2721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15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0 14070,'-5'8'3250,"-4"1"127,-2 3-2384,0 5-257,-2 3-111,1 2-65,-3 3-208,1 2-96,-1 6-112,0-2-80,3 0-64,-1-4-224,4-3-304,2-4-241,1-4-223,6-7-2514,2-1-2608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16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 15703,'3'26'8195,"-5"4"-4640,-2-11-3239,0 0 1,-11 27-1,11-37-1314,-5 12 1365,7-14-5128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16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 12374,'6'14'7691,"-7"5"-4860,-13 22-3080,9-27 1285,3-9-907,0 1 1,1 0 0,-1 0-1,1 0 1,0 0 0,1-1-1,0 1 1,0 0-1,0 0 1,0 0 0,2 7-1,-1-11-112,0 1-1,0-1 0,0 1 0,1-1 1,-1 1-1,0-1 0,1 0 1,0 1-1,-1-1 0,1 0 1,0 0-1,0 0 0,0-1 1,0 1-1,0 0 0,1-1 0,-1 0 1,1 1-1,-1-1 0,1 0 1,-1 0-1,1 0 0,-1 0 1,1-1-1,0 1 0,3-1 0,4 2 9,-1-1 0,1-1 0,0 0-1,-1 0 1,1-1 0,0 0 0,-1-1-1,1 0 1,-1 0 0,1-1 0,10-5-1,-5 1-120,0-1 0,-1-1 0,0 0 0,0-1-1,20-19 1,-26 22-931,9-9-338,-13 9-3077</inkml:trace>
  <inkml:trace contextRef="#ctx0" brushRef="#br0" timeOffset="1">219 77 14551,'-4'7'3473,"-1"4"97,-1 6-2450,-1-1-191,0 2-113,0 2-192,-2-2-143,3 1-225,2-3-160,1-5-176,3 2-256,-2-4-193,4 0-223,0 0-208,-1-4-225,-2 1-2481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16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12406,'6'3'1451,"0"1"1,0-1 0,0 0-1,11 3 1,27 5 1699,-31-9-2850,0 2 0,25 8-1,-34-10-178,0 1-1,1-1 0,-1 1 1,0-1-1,0 1 0,0 1 0,-1-1 1,1 0-1,-1 1 0,0 0 1,0 0-1,3 4 0,7 13-61,1 0 1,1 0-1,29 28 0,-34-39-797,1 0 0,1-1 0,0 0 0,18 10 0,-17-10-2152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18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27 11957,'0'0'81,"-9"-17"4195,9 17-4092,0-1 0,-1 1 0,1-1 0,0 1-1,0-1 1,-1 1 0,1-1 0,0 1 0,-1-1 0,1 1 0,-1-1 0,1 1 0,-1-1 0,1 1-1,0 0 1,-1-1 0,0 1 0,1 0 0,-1 0 0,1-1 0,-1 1 0,1 0 0,-1 0 0,1 0-1,-1 0 1,0-1 0,0 1 0,2 3 240,0-1 0,1 1 0,-1-1 0,1 0 0,0 1 0,0-1 1,0 0-1,0 0 0,0 0 0,4 2 0,-5-3-300,44 41 1207,-3 2 0,40 54 1,-8-10-1217,-64-77-415,1 0 1,0-1-1,15 11 1,-21-18-278,-1 0 1,1 0 0,0-1 0,0 1-1,0-1 1,0 0 0,6 1 0,1-3-2728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18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 14871,'-7'33'9045,"-19"19"-8592,17-35 304,9-16-756,-70 148 295,63-130-1206,1 1 0,1 1 0,-3 25 0,4-28-2329,1-2-4041,3-3-3984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29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26 10261,'-1'2'9000,"-4"5"-3868,9-7-4899,0-1 1,0-1 0,0 1 0,1-1 0,-2 1 0,1-1 0,7-5 0,15-6 69,-24 12-278,1 0 0,0 0 1,0 1-1,0-1 0,-1 0 1,1 1-1,0 0 0,0 0 1,6 0-1,-9 0-17,1 1-1,0-1 1,0 1 0,-1-1 0,1 1 0,0-1-1,-1 1 1,1 0 0,0-1 0,-1 1 0,1 0-1,-1 0 1,1-1 0,-1 1 0,1 0-1,-1 0 1,0 0 0,1 0 0,-1-1 0,0 1-1,0 0 1,0 0 0,0 0 0,0 0-1,0 0 1,0 0 0,0 0 0,0 0 0,0-1-1,0 1 1,0 0 0,-1 0 0,1 1-1,-13 39 71,10-37-62,1 0 1,1 1-1,-1-1 0,0 0 0,1 1 0,0-1 0,0 1 1,1-1-1,-1 1 0,1-1 0,0 1 0,0 0 0,1 5 1,0-10-10,-1 1 0,1-1 1,0 1-1,0-1 1,-1 0-1,1 1 0,0-1 1,0 0-1,-1 0 1,1 0-1,0 0 0,0 0 1,-1 1-1,1-1 1,0-1-1,0 1 0,0 0 1,-1 0-1,1 0 1,0 0-1,0 0 0,0-1 1,0 1-1,25-8-277,-22 7 24,-1 0-100,0 0 0,-1-1 0,1 1 1,0-1-1,-1 1 0,1-1 0,-1 0 1,0 0-1,0 0 0,4-4 0,2-5-3901,-2 0-4056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29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51 10901,'20'-6'9718,"4"-3"-6409,-22 8-3220,0 0 1,1 0 0,-1 0 0,0-1 0,0 1-1,0-1 1,0 1 0,0-1 0,0 1 0,-1-1 0,1 0-1,-1 0 1,1 0 0,-1 0 0,1 0 0,0-3-1,-2 5-83,0-1 0,0 1 0,0 0 0,0 0 0,0 0-1,0-1 1,0 1 0,0 0 0,0 0 0,0 0 0,0-1-1,0 1 1,0 0 0,0 0 0,0 0 0,0 0 0,-1-1 0,1 1-1,0 0 1,0 0 0,0 0 0,0 0 0,0 0 0,-1-1-1,1 1 1,0 0 0,0 0 0,0 0 0,-1 0 0,1 0-1,0 0 1,0 0 0,0 0 0,0 0 0,-1 0 0,1 0 0,0 0-1,0 0 1,-1 0 0,1 0 0,0 0 0,0 0 0,0 0-1,0 0 1,-1 0 0,1 0 0,-19 4 43,-16 9-69,31-10 23,0 0 0,0-1 0,0 1 0,0 1 0,1-1 0,0 0 0,-1 1 0,1 0 0,0 0 0,1 0 0,-1 0 0,1 0 0,-4 8 0,5-9 17,1-1 1,-1 0 0,1 1 0,-1-1 0,1 1 0,0-1 0,0 0 0,0 1-1,0-1 1,1 1 0,-1-1 0,1 0 0,-1 1 0,1-1 0,0 0-1,0 0 1,0 1 0,0-1 0,0 0 0,1 0 0,-1 0 0,0 0-1,1 0 1,0-1 0,-1 1 0,1 0 0,0-1 0,0 1 0,2 0-1,13 10 104,-10-7-83,0-1 0,0 2 0,0-1 1,-1 1-1,1 0 0,-1 0 0,-1 1 0,1-1 0,-1 1 1,5 10-1,2-1 121,-4-4-1515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30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17016,'55'57'9668,"-1"1"-5774,-15-14-4009,-3 2 0,32 54 0,-38-59-3411,-22-34-1725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30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0 16183,'-2'1'7121,"-7"6"-5229,-24 35-464,2 1 1,-29 52 0,20-29-2218,22-25-2468,14-27-1206,2 0-4200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34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13206,'8'1'5556,"9"-9"-2571,-15 7-2828,-1 0-1,1 0 1,0 0-1,-1 0 1,1 0 0,0 1-1,0-1 1,0 0-1,-1 1 1,1 0-1,0-1 1,0 1-1,3 0 1,-4 0-117,0 1 0,0-1 0,0 1 0,0-1 0,-1 1 0,1 0 0,0 0 0,0-1 0,0 1 0,-1 0 0,1 0 0,0 0 0,-1-1 0,1 1 1,-1 0-1,1 0 0,-1 0 0,0 0 0,1 0 0,-1 0 0,0 0 0,1 0 0,-1 0 0,0 0 0,0 0 0,0 1 0,0-1 0,0 0 0,0 0 0,-1 0 0,1 0 0,-1 2 0,-12 39-17,8-27 47,0 1-52,2-8 2,0 0 0,1 0 0,0 1 0,0-1 1,1 1-1,0-1 0,1 1 0,-1 0 0,3 10 0,-2-18 1,0 0 0,0 0 0,1-1 0,-1 1 1,0 0-1,1 0 0,-1-1 0,0 1 0,1 0 0,-1-1 0,1 1 1,0 0-1,-1-1 0,1 1 0,-1-1 0,1 1 0,0-1 1,-1 1-1,1-1 0,0 0 0,0 1 0,-1-1 0,1 0 1,0 0-1,0 1 0,1-1 0,1 0 8,0 0-1,-1 0 0,1 0 1,0 0-1,0-1 1,-1 1-1,1-1 1,3-1-1,24-10-2094,-10-1-4328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34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0 11333,'1'2'732,"-1"0"-1,0-1 0,0 1 1,0 0-1,0-1 1,0 1-1,0 0 1,0-1-1,0 1 0,-1 0 1,0 2-1,-17 35 1118,7-14-907,8-17-855,2 1-1,-1-1 1,1 0-1,0 0 1,1 1-1,-1-1 1,2 0-1,-1 1 1,1-1-1,1 0 1,-1 1-1,2-1 1,-1 0-1,1 0 1,0-1-1,0 1 1,7 10-1,-7-14-83,-1-1 0,0 1-1,1-1 1,0 0-1,0 0 1,0 0 0,0 0-1,0 0 1,1-1-1,-1 1 1,1-1 0,0 0-1,0 0 1,-1 0 0,1-1-1,0 1 1,1-1-1,-1 0 1,0 0 0,0-1-1,0 1 1,1-1 0,-1 0-1,0 0 1,0 0-1,1-1 1,-1 1 0,0-1-1,0 0 1,0 0-1,0-1 1,0 1 0,0-1-1,0 0 1,5-3 0,-5 2-1,0 0 1,0 0 0,0 0 0,-1-1 0,1 1 0,-1-1 0,0 0 0,4-6 0,-6 9-3,0 0 1,-1 0 0,1 0 0,0 1-1,-1-1 1,1 0 0,-1 0 0,1 0-1,-1 0 1,0 0 0,1 0 0,-1 0-1,0 0 1,0 0 0,1 0 0,-1 0-1,0 0 1,0 0 0,0 0 0,-1 0-1,1 0 1,0 0 0,0-1 0,0 1-1,-1 0 1,1 0 0,0 1 0,-1-1-1,1 0 1,-1 0 0,0 0 0,1 0-1,-1 0 1,1 0 0,-1 1 0,0-1-1,0 0 1,1 1 0,-1-1 0,0 0-1,0 1 1,0-1 0,0 1 0,0-1-1,0 1 1,-1-1 0,-1 1-73,1 0 1,0-1-1,-1 1 1,1 0-1,-1 1 1,1-1-1,-1 0 1,1 1-1,0-1 1,-1 1-1,1 0 0,0 0 1,-4 1-1,-32 19-1580,29-16 1014,1 0 72,-13 7-2248,7-6-4846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35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 14743,'3'-4'1268,"-1"0"1,1 0-1,0 1 0,0-1 1,0 1-1,0 0 0,0 0 1,7-5-1,-9 8-1148,-1 0-1,1-1 1,0 1-1,0 0 1,0-1 0,0 1-1,0 0 1,0 0-1,0 0 1,0 0 0,-1 0-1,1 0 1,0 0-1,0 0 1,0 0-1,0 0 1,0 1 0,1-1-1,0 1-8,0 1-1,0-1 1,0 0 0,-1 0-1,1 1 1,-1-1 0,1 1-1,-1-1 1,1 1-1,-1 0 1,2 2 0,51 88 1506,-31-50-1684,45 61 0,-45-72-709,23 29-1169,-41-54 942,0-1 0,1 0 0,-1 0-1,1-1 1,0 1 0,0-1 0,11 5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35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0 15047,'-1'5'8939,"-13"17"-6894,-79 111-140,34-40-4283,49-71-1949,5-8-4626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38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 12950,'7'-13'6444,"5"-4"-3663,-11 15-2547,0 0 0,0 1 0,1-1 0,-1 0 0,1 1 1,-1 0-1,1-1 0,0 1 0,-1 0 0,1 0 0,0 0 0,0 0 0,0 0 0,2-1 0,-3 3-169,0-1 0,0 1 0,0 0 0,0-1 0,0 1-1,0 0 1,0 0 0,0 0 0,0 0 0,-1 0-1,1 0 1,0 0 0,-1 0 0,1 0 0,-1 0 0,1 0-1,-1 1 1,0-1 0,1 0 0,-1 0 0,0 3 0,5 27 18,-13 22-51,0-3 0,8-49-20,1 0 0,-1 1-1,1-1 1,-1 0-1,1 0 1,-1 0-1,1 1 1,0-1-1,-1 0 1,1 0-1,0 0 1,0 0 0,0 0-1,0 0 1,0 0-1,0 0 1,0-1-1,0 1 1,0 0-1,0-1 1,1 1 0,-1-1-1,0 1 1,0-1-1,1 1 1,-1-1-1,0 0 1,1 0-1,-1 1 1,0-1-1,1 0 1,1-1 0,43 0-231,-41 1-124,0-1 1,0 0-1,-1 0 0,1-1 0,0 0 0,-1 0 1,7-3-1,-3-1-4717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39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13734,'6'-2'1808,"0"-1"0,0 1 1,0 0-1,0 1 0,12-3 0,-3 3-1271,0 1 0,28 3 0,5 0-815,-47-4 250,-1 1 0,1 0 0,-1 0 0,1 0 0,-1 0 0,1 0 0,-1 0 0,1 0 0,-1 0 0,1 0 0,-1 0 0,1 1 0,0-1 0,-1 0 0,1 0 0,-1 0 0,1 1 0,-1-1 0,0 0 0,1 1 0,-1-1 0,1 0 0,-1 1 0,0-1 0,1 0 0,-1 1 0,1-1 0,-1 1 0,0-1 0,0 1 0,1-1 0,-1 1 0,0-1 0,0 1 0,0-1 0,1 1 0,-1-1 0,0 1 0,0-1 0,0 1-1,0-1 1,0 1 0,0-1 0,0 1 0,0 0 0,0-1 0,0 1 0,-1-1 0,1 1 0,0-1 0,0 1 0,0-1 0,-1 1 0,0 18 428,10 113 969,-9-125-1460,1-3-91,-1 1 0,0-1-1,0 0 1,0 1 0,-1-1-1,1 1 1,-1-1 0,-2 5 0,-7-8-4014,1-2-1420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39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15319,'38'-20'8557,"1"1"-4853,-6 0-4684,43-30 0,-71 47-3598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46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11669,'2'-1'1650,"-2"0"-1238,1 1 0,-1 0 1,1-1-1,-1 1 0,1 0 1,-1-1-1,1 1 0,0 0 1,-1 0-1,1 0 0,-1 0 1,1 0-1,-1 0 0,1 0 1,0 0-1,-1 0 0,1 0 0,-1 0 1,2 0-1,12 9 3580,8 22-3057,-19-25-49,34 50 655,2 1-955,48 99 0,-79-141-983,-1-1 0,2 0-1,13 16 1,-4-8-3148,2-1-4268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46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1 14503,'-15'21'2791,"1"0"1,0 1 0,-17 42 0,3-9-556,14-29-2690,-24 49-3478,35-70 3517,1 0-1,0 1 1,1-1 0,-1 1 0,1 0-1,0-1 1,1 1 0,-1 0-1,1 0 1,0-1 0,1 9-1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47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6 11333,'-4'-5'5997,"4"5"-5803,0-1-1,-1 1 1,1 0-1,0 0 1,0 0-1,0 0 0,-1 0 1,1 0-1,0 0 1,-1 1-1,-14 3 1888,-10 14-1709,24-17-342,1 0-1,0 0 0,-1 0 0,1 0 1,0 0-1,-1 0 0,1 0 1,0 0-1,0 0 0,0 0 0,0 0 1,0 0-1,0 0 0,0 0 1,1 0-1,-1 0 0,0 0 0,1 0 1,-1 0-1,0 0 0,1 0 1,-1 0-1,1 0 0,-1 0 0,1 0 1,0-1-1,-1 1 0,1 0 0,0 0 1,0-1-1,0 1 0,-1 0 1,1-1-1,0 1 0,0-1 0,0 1 1,1 0-1,49 25 370,-30-15-339,-20-11-54,12 7 63,-1 1 0,0 0 0,15 14 0,-26-21-66,1 1 0,0 0 0,0 0 0,-1 0 0,1 0-1,-1 0 1,0 0 0,0 0 0,0 0 0,0 0 0,0 1-1,1 3 1,-2-5-10,0 0-1,0 0 1,0 1-1,0-1 1,0 0-1,-1 0 1,1 0-1,0 1 1,-1-1-1,1 0 1,-1 0-1,1 0 1,-1 0-1,0 0 1,1 0-1,-1 0 1,0 0 0,0 0-1,0 0 1,0 0-1,1-1 1,-1 1-1,0 0 1,0-1-1,-1 1 1,-1 1-1,-1-1-33,0 0 0,0 0 0,1 0 0,-1 0-1,-1-1 1,1 1 0,0-1 0,-5 0 0,-10-6-179,19 5 216,-1 1 1,1 0-1,0-1 0,-1 1 0,1-1 0,0 1 0,0 0 1,-1-1-1,1 1 0,0-1 0,0 1 0,0-1 1,0 1-1,-1-1 0,1 1 0,0-1 0,0 1 0,0-1 1,0 0-1,0 1 0,0-1 0,0 1 0,1-1 0,-1 1 1,0-1-1,0 1 0,0-1 0,0 1 0,1-1 0,-1 1 1,1-1-1,11-22-157,-4 9 253,-1 0 1,0 0 0,6-20 0,-12 31-187,0 0 0,0 0 0,0 0 0,-1 0 0,1 0 0,-1 0 0,0 0 0,0 0 0,0 0 0,0 0 0,-1 0 0,1 0 0,-1 0 0,0 0 0,1 0 0,-1 1 0,-1-1 0,1 0 0,0 0 0,-1 1 0,1-1 0,-1 1 0,-3-4 0,2 4-2480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47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0 14134,'7'8'3058,"-4"1"15,-1 2-2512,-2-1-177,-5 3-80,-2 0-64,-1 1-64,-1-3-32,2 0-32,1-2-48,1-1-144,1-3-208,3-1-288,-1-1-1265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47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14375,'5'2'3425,"-1"3"81,0 2-2386,-3 2-127,-1 2-97,0 2-160,-1 0-239,-1 0-161,0-1-112,2-1-240,0-2-272,2-1-256,1-3-209,-1-1-239,2-3-193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48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13014,'11'-3'2133,"0"0"1,0-1-1,10-6 1,34-11 204,-51 20-2214,-1 0 0,0 0 0,0 1 0,1 0 0,-1-1 0,0 1 1,1 1-1,-1-1 0,0 0 0,1 1 0,-1 0 0,0-1 0,0 1 1,5 2-1,-8-2-125,1-1-1,-1 0 1,0 1 0,1-1-1,-1 1 1,0-1 0,0 1 0,1-1-1,-1 1 1,0-1 0,0 1-1,0-1 1,0 1 0,0-1 0,1 1-1,-1-1 1,0 1 0,0-1 0,0 1-1,0 0 1,0-1 0,-1 1-1,1-1 1,0 1 0,0-1 0,0 1-1,0-1 1,-1 1 0,1-1 0,0 1-1,-1 0 1,-11 22-319,5-12-40,7-9 326,-1-1 0,0 1 0,0 0 0,1 0 0,-1-1 0,0 1 0,1 0 0,0 0 0,-1 0 0,1 0 0,0-1 0,0 1 0,0 0 0,0 0 0,1 0 0,-1 0 0,0-1 0,1 1 0,-1 0-1,1 0 1,0-1 0,-1 1 0,1 0 0,0-1 0,0 1 0,0 0 0,0-1 0,1 0 0,-1 1 0,0-1 0,1 0 0,-1 1 0,0-1 0,1 0 0,2 1 0,4 2 66,1-1 0,-1-1 0,1 0 0,0 0 1,-1 0-1,12-1 0,12 4-77,-32-5 47,1 0 0,-1 0 0,1 0 0,-1 0 1,1 0-1,-1 0 0,1 0 0,-1 1 0,0-1 1,1 0-1,-1 0 0,1 1 0,-1-1 0,0 0 1,1 0-1,-1 1 0,1-1 0,-1 0 0,0 1 1,0-1-1,1 0 0,-1 1 0,0-1 0,0 1 1,1-1-1,-1 1 0,0-1 0,0 0 0,0 1 1,0-1-1,1 1 0,-1-1 0,0 1 0,0-1 1,0 1-1,0-1 0,0 1 0,0 0 0,-12 19-62,-25 15-1142,8-13-2014,10-10-6008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55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13622,'25'8'9745,"14"20"-7832,-23-16-834,26 17-574,-1 3 0,-1 1 1,-2 2-1,57 68 0,-87-92-932,0 1 0,-1-1 0,-1 1 0,0 1-1,-1-1 1,8 25 0,-4 3-4798,-3-1-6078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56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1 13094,'-12'14'10266,"-33"57"-8727,15-19-1972,3 0 0,-26 69 0,52-120 282,0 0 1,1 1-1,-1-1 0,1 1 1,0-1-1,-1 0 0,1 1 1,0-1-1,0 1 0,0-1 1,0 1-1,0-1 0,0 1 0,1-1 1,-1 1-1,0-1 0,2 3 1,-2-3-423,1 0 1,0 0 0,-1-1-1,1 1 1,0 0 0,0-1 0,0 1-1,-1 0 1,1-1 0,0 1-1,0-1 1,0 0 0,0 1-1,0-1 1,0 0 0,0 1-1,2-1 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56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 12934,'-4'0'1013,"0"0"0,-1 0 0,1 1 0,0 0 0,0 0 1,0 0-1,-5 2 0,6-2-751,-1 1 1,1 0 0,0 0 0,0 0-1,0 0 1,0 1 0,-3 3 0,2-1-213,0 0 1,0 0 0,1 0 0,0 1-1,0-1 1,1 1 0,-1 0 0,1-1-1,1 1 1,-2 7 0,1-9 9,2 0 1,-1 1 0,0-1-1,1 0 1,0 0 0,0 0-1,0 1 1,0-1-1,3 8 1,-3-11-58,0-1-1,0 1 1,1 0 0,-1-1 0,0 1-1,1 0 1,-1-1 0,1 1-1,-1-1 1,1 1 0,-1 0-1,1-1 1,-1 0 0,1 1-1,0-1 1,-1 1 0,1-1-1,0 0 1,-1 1 0,1-1 0,0 0-1,-1 0 1,2 1 0,0-1-15,0 0 0,0 0 1,0 0-1,0-1 1,0 1-1,0-1 1,0 1-1,0-1 0,-1 1 1,1-1-1,0 0 1,3-2-1,1-1 8,1-1-1,-1 1 0,0-1 1,0-1-1,-1 1 1,1-1-1,-1 0 0,4-7 1,20-21 56,-28 33-40,0 0-1,-1 1 1,1-1 0,0 0 0,-1 0 0,1 1 0,0-1-1,0 1 1,-1-1 0,1 1 0,0-1 0,0 1-1,0-1 1,0 1 0,0 0 0,0-1 0,0 1 0,0 0-1,0 0 1,0 0 0,0 0 0,0 0 0,0 0 0,0 0-1,0 0 1,1 1 0,0-1 56,-1 1-1,0 0 1,1 0-1,-1 1 1,0-1-1,0 0 1,0 0-1,0 0 1,0 1-1,0-1 1,-1 1-1,1-1 1,0 1 0,0 2-1,3 9 364,0 0-1,-2 0 1,2 16-1,-3-20-462,2 11 91,10 48-746,7-24-3351,-15-33 879,-4-4-2725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57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12054,'9'4'3489,"-3"3"97,1-2-513,-4 3-1984,3 1-241,-4 0-176,-2 2-239,-2-2-273,2 2-112,-4-2-32,2 0-144,-1-2-321,1 1-255,-3-3-288,1-1-1313,-5 1-1329,0 1-2465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57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14327,'1'0'319,"0"0"1,-1-1 0,1 1 0,0 0-1,-1 0 1,1 0 0,0 0 0,0 0-1,-1-1 1,1 1 0,0 0 0,-1 1-1,1-1 1,0 0 0,0 0 0,-1 0 0,1 0-1,0 1 1,-1-1 0,1 0 0,0 0-1,-1 1 1,1-1 0,-1 1 0,1-1-1,0 1 1,0 0 0,-1 0-53,1 0 1,0 1 0,0-1-1,0 1 1,-1-1-1,1 1 1,-1-1-1,1 1 1,-1 0-1,0-1 1,0 4 0,-4 53-757,2-44 1254,2 60-421,-1 9-4685,1-82 4305,-2 9-3032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0:57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9973,'47'-18'9901,"-27"13"-9145,0 1 0,0 1 0,40-2 0,-59 5-744,-1 0 0,1 0 0,-1 0 0,1 0 0,-1 0 0,1 0 0,-1 0 0,0 0-1,1 0 1,-1 0 0,1 0 0,-1 0 0,1 1 0,-1-1 0,0 0 0,1 0 0,-1 1-1,1-1 1,-1 0 0,0 0 0,1 1 0,-1-1 0,0 0 0,1 1 0,-1-1 0,0 0-1,0 1 1,1-1 0,-1 1 0,0-1 0,0 0 0,1 2 0,-5 16 152,-23 26-229,19-32-8,4-7-61,1 1 1,1-1-1,-1 1 0,1 0 0,0-1 0,-2 13 0,4-17 116,-1 0 0,1 1 0,0-1-1,0 1 1,0-1 0,0 1-1,1-1 1,-1 1 0,0-1 0,0 1-1,1-1 1,-1 0 0,1 1-1,0-1 1,-1 0 0,1 1 0,0-1-1,0 0 1,-1 0 0,1 1 0,0-1-1,0 0 1,0 0 0,1 0-1,-1 0 1,0-1 0,0 1 0,0 0-1,1 0 1,-1-1 0,0 1-1,1-1 1,-1 1 0,3 0 0,-2-1 22,0 1 0,1-1 1,-1 1-1,0 0 0,0-1 1,0 1-1,0 0 0,0 1 1,0-1-1,0 0 0,0 0 1,0 1-1,3 3 0,-5-4-1,0 0-1,0 0 0,0 1 1,0-1-1,0 0 1,0 0-1,0 1 0,0-1 1,0 0-1,0 0 1,-1 1-1,1-1 0,0 0 1,-1 0-1,1 0 1,-1 0-1,0 1 0,1-1 1,-1 0-1,0 0 1,1 0-1,-1 0 0,0 0 1,0-1-1,0 1 1,-1 1-1,-20 23-1091,13-13-1032,-1 0-1,-1-1 1,0 0-1,-17 13 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02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14999,'20'41'10167,"8"-3"-6124,41 31-4126,-38-39 963,29 34-963,-31-32-1505,0-2-3849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02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6 14551,'-3'-5'9189,"3"5"-9053,-13 11 2517,-11 19-1871,-81 172 1325,38-66-3574,49-106-139,-5 10-2434,13-16-6897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02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11845,'4'4'8954,"-3"7"-5205,-5 14-3168,3-18 417,-19 95-833,22-93-3187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03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12342,'9'19'5406,"-7"-15"-5114,-1-1 0,1 0 0,1 0-1,-1 0 1,0 0 0,1 0 0,3 2 0,-5-4-260,0-1 0,0 1 0,0 0 0,0-1 1,0 1-1,0 0 0,0-1 0,1 0 0,-1 1 0,0-1 1,0 0-1,1 1 0,-1-1 0,0 0 0,1 0 0,-1 0 1,0 0-1,1 0 0,-1-1 0,0 1 0,0 0 0,1-1 1,-1 1-1,0 0 0,0-1 0,0 0 0,1 1 0,-1-1 1,0 0-1,0 1 0,0-1 0,0 0 0,0 0 0,0 0 1,-1 0-1,1 0 0,0 0 0,0 0 0,-1 0 0,1 0 1,0-2-1,4-4 271,0 1 0,-1-1 0,0 0 0,-1 0 0,0-1 0,3-7-1,-6 14-276,1 0-1,-1 0 0,0-1 0,1 1 0,-1 0 0,0-1 0,0 1 1,0 0-1,0-1 0,0 1 0,0 0 0,-1-1 0,1 1 0,0 0 1,-1 0-1,1-1 0,-1 1 0,1 0 0,-1 0 0,0 0 0,1 0 1,-1-1-1,0 1 0,0 0 0,0 0 0,0 0 0,0 1 0,0-1 1,0 0-1,0 0 0,0 0 0,0 1 0,0-1 0,0 1 1,-1-1-1,1 1 0,0-1 0,0 1 0,-1 0 0,1-1 0,0 1 1,-1 0-1,1 0 0,-2 0 0,-8 0-165,-3 0-2086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03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12694,'5'3'3521,"0"4"97,1-1-673,-2 1-1904,-1 0-193,-3 1-175,0-1-161,-2-2-272,-1 3-128,-1 1-160,-1-4-320,-1 1-272,1 1-289,1-2-319,-1 1-2514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03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14823,'2'13'3601,"-1"-1"97,-1 5-2401,-1-3-289,-1 4-159,0 2-193,-2 0-288,2-3-160,1-1-64,1-3-112,0-4-128,1-2-304,3-3-288,-2-1-273,2-1-287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04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13638,'8'-4'4305,"-2"0"-2827,0 1 0,0 0 1,0 1-1,11-4 0,-16 6-1434,0 0-1,0-1 1,0 1-1,0 0 1,0 0-1,0 0 1,0 0-1,0 0 1,0 0-1,0 0 0,0 0 1,0 1-1,-1-1 1,1 0-1,0 0 1,0 1-1,0-1 1,0 1-1,0-1 1,-1 1-1,1-1 1,0 1-1,0-1 1,-1 1-1,1 0 0,0-1 1,-1 1-1,1 0 1,0-1-1,-1 1 1,1 0-1,-1 0 1,0 0-1,1 0 1,-1-1-1,0 1 1,1 0-1,-1 0 0,0 0 1,0 2-1,0 1-109,0-1 0,0 1 0,0-1 0,-1 1-1,0-1 1,0 0 0,0 1 0,0-1-1,0 0 1,-1 1 0,1-1 0,-4 5 0,3-7-21,1 1 0,-1 1 0,1-1 0,0 0 0,0 0 0,0 0 1,0 1-1,0-1 0,0 0 0,1 1 0,-1-1 0,1 1 0,-1-1 1,1 0-1,0 1 0,0-1 0,0 1 0,1-1 0,-1 1 0,0-1 1,1 1-1,0-1 0,1 5 0,1-6 97,0 0 0,0 0 0,0 0 0,0 0 0,0-1 0,0 1 0,0-1 0,0 0 0,0 0 0,0 0 0,5 0 0,4 0 198,-11 0-152,1 0 0,-1 0 0,1 0 1,-1 0-1,1 0 0,-1 1 0,1-1 0,-1 1 0,1-1 0,-1 1 0,1-1 0,-1 1 0,0 0 0,1 0 0,-1 0 1,0-1-1,0 1 0,0 0 0,0 1 0,0-1 0,0 0 0,0 0 0,0 0 0,0 1 0,0-1 0,0 0 1,-1 1-1,1-1 0,0 3 0,-1-1-27,0 0-1,0 0 1,0 0 0,-1 0 0,1-1-1,-1 1 1,1 0 0,-1 0 0,0-1-1,0 1 1,-1 0 0,1-1 0,0 1 0,-1-1-1,0 1 1,-1 1 0,0-1-369,1 0 1,-1-1-1,0 1 1,0-1-1,0 0 1,0 0-1,0 0 0,0 0 1,-1-1-1,-4 3 1,-7 1-4362,1-1-3724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2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14695,'4'1'1003,"0"0"1,0 0 0,-1 1 0,1-1-1,0 1 1,6 4 0,18 19 2309,-14-9-2826,20 32-1,-6-7 354,10 5-613,-12-14-347,23 35 0,-42-55-923,0-1-1,-1 1 0,-1 0 0,5 14 0,-7-13-3908,-2-6-693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2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3 14215,'-1'-1'1771,"1"0"-1574,-1 1 0,1 0 0,0 0 0,0 0-1,-1 0 1,1 0 0,0 0 0,-1-1 0,1 1 0,0 0-1,0 0 1,-1 0 0,1 0 0,0 0 0,-1 0 0,1 0-1,0 0 1,0 0 0,-1 0 0,1 1 0,0-1 0,0 0 0,-1 0-1,1 0 1,0 0 0,0 0 0,-1 0 0,1 1 0,-15 10 1773,-11 16-1973,25-26 176,1-1-177,-29 34 483,-40 61 1,61-81-808,0 0 1,1 1-1,-5 16 1,9-22-546,1-1-1,0 1 1,0 0 0,1 0 0,0 0 0,0 15 0,3-9-5658,2-2-4306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2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13046,'6'12'6272,"-5"6"-3430,-5 20-2318,1-19 8,6 10-273,-2-18-1768,0 0-3479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3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13286,'5'5'3106,"-3"-1"47,0 3-2161,0-1-367,-2-1-113,0 4-160,0 0-192,0-1-80,-2 3-48,2-2-48,2-2-128,-1 0-144,1 0-192,2-1-209,-2-1-2496</inkml:trace>
  <inkml:trace contextRef="#ctx0" brushRef="#br0" timeOffset="1">359 85 13718,'5'9'3298,"-3"0"127,-2 2-2240,0 1-433,-2 1-224,-3 2-31,-1 1-273,-3 2-192,-2 0-288,0 1-128,-1-1-273,-1 0-191,0-2-2594,1-1-2512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3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13734,'1'9'2102,"0"0"0,-1 0-1,-2 17 1,-14 57-802,8-53-797,5-5-484,-1 6-1855,-1-15-9553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3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0 12966,'3'9'6290,"-4"4"-3583,-8 15-2361,5-16 534,3-8-775,0 1 0,0-1 0,0 1 0,0-1 0,1 1 0,0-1 0,0 1 0,0-1 0,0 1 0,1-1 0,0 0 0,1 6 0,0-7-127,-1 0 0,1 0 0,1 1 0,-1-1 0,0 0 0,1-1 0,-1 1 0,1 0 0,0-1 1,0 0-1,0 1 0,0-1 0,0 0 0,0-1 0,5 3 0,-1-1-22,0-1 1,0 1-1,0-1 1,0 0-1,0-1 0,0 0 1,0 0-1,1-1 1,-1 0-1,0 0 0,8-1 1,-8 0-510,-1 0 1,1-1 0,-1 1 0,1-1 0,-1-1 0,0 1-1,9-6 1,-14 8-7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4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13702,'-1'7'3074,"-3"-2"79,0 6-2337,1 2-31,-3 2-113,-1 3-128,-2 0-31,0 2-17,0 2-80,0 0-112,-1 1-272,3-1-256,2-2-288,3 0-337,0-2-239,2 0-2482,-2-3-2576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7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13750,'-4'6'9417,"24"-4"-7468,-8-1-471,-9 1-1315,1-1 1,-1 1-1,0-1 0,1 1 1,-1 0-1,0 1 1,0-1-1,0 0 1,-1 1-1,1 0 1,0-1-1,-1 1 1,0 0-1,3 4 1,26 52 259,-18-31-286,-1-6-314,-1 0 5,25 36 0,-33-53-321,1 0 0,0 0 0,0-1 0,0 0 0,0 0 0,1 0 0,0 0 1,0-1-1,0 1 0,0-1 0,0 0 0,11 3 0,-8-5-2466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7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0 13990,'4'27'7640,"-7"3"-4562,-13 29-3021,9-37 523,-21 55-912,-2 2-3346,20-26-8546,11-40 3113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7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 11461,'-4'11'2818,"2"1"31,-3-1-1216,1 4-1185,0-1-128,1-3-80,1 2-112,0-2-96,2-2-64,0-2-48,2-3-80,0-2-96,0 1-160,1-3-2434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8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11989,'23'-1'5030,"-19"0"-4681,1 0-1,-1 0 0,0 1 1,1 0-1,-1 0 0,0 0 1,1 1-1,-1-1 0,0 1 0,1 0 1,5 3-1,-9-4-314,-1 1 0,1-1 0,-1 1 0,0-1 0,1 1 0,-1 0 0,0-1 0,1 1 0,-1 0 0,0-1 0,0 1 0,1 0 1,-1-1-1,0 1 0,0 0 0,0 0 0,0-1 0,0 1 0,0 0 0,0-1 0,0 1 0,-1 0 0,1-1 0,0 1 0,0 0 0,0 0 0,-1-1 0,0 2 0,-11 25 8,6-17 26,5-6-54,0-1 0,0 1 0,0-1 1,1 1-1,-1-1 0,1 1 0,0-1 1,0 1-1,0-1 0,0 1 0,1-1 1,-1 1-1,2 3 0,-1-6-64,-1 0 0,0 0-1,1 1 1,-1-1-1,1 0 1,0 0 0,-1 0-1,1 0 1,0 0 0,0 0-1,-1 0 1,1-1 0,0 1-1,0 0 1,0 0 0,0-1-1,0 1 1,0 0 0,0-1-1,0 1 1,1-1-1,-1 0 1,0 1 0,0-1-1,0 0 1,0 0 0,1 1-1,-1-1 1,0 0 0,0 0-1,1 0 1,-1-1 0,0 1-1,0 0 1,0 0-1,0-1 1,1 1 0,-1 0-1,0-1 1,2-1 0,1 1-2644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8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 13926,'2'7'3042,"-4"0"-1,-1 2-2497,-1 2-175,0-2-113,-1 2-128,-1-2-64,3 0-64,-1 2-112,1-2-176,-1 2-177,-2-2-175,3 2-2417,-3-2-2418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8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 12918,'-7'35'9910,"-9"-1"-7075,13-28-2847,0-1 0,0 0 0,1 1 1,-1 0-1,1 0 0,1 0 0,-1 0 0,1 0 0,0 0 1,0 0-1,1 11 0,10-1-191,-4-12-2849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9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0 13174,'-1'5'6963,"-7"18"-5204,-2 6-1696,9-27-46,0-1 0,1 1-1,0 0 1,-1 0-1,1 0 1,0 0 0,0-1-1,0 1 1,0 0-1,1 0 1,-1 0 0,0 0-1,1 0 1,-1-1 0,1 1-1,0 0 1,-1 0-1,1-1 1,0 1 0,0-1-1,0 1 1,0-1-1,0 1 1,1-1 0,-1 1-1,0-1 1,1 0-1,-1 0 1,1 0 0,-1 0-1,1 0 1,0 0-1,-1 0 1,1 0 0,0-1-1,2 2 1,6 0-19,1-1 0,-1 1-1,1-2 1,-1 1 0,17-3 0,8 2-26,-21 0-245,-1 0 0,0-1-1,0 0 1,25-6 0,-20 1-4054,-1-1-4037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1:19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0 11109,'-5'8'2945,"-2"3"49,-1 1-449,-1 1-1793,0 2-127,-2-3-113,4 5-112,0-3-64,-1 3-80,3-3-48,1 1-144,2 1-160,2 1-144,0 1-208,0-4-272,0-1-2530,-1 2-2592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13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 10117,'26'-19'8240,"-21"13"-8041,1 2 0,0-1 0,0 1 0,0-1 0,0 2 0,1-1 0,0 1 0,0 0 0,0 0 0,0 1 0,10-3 1,-16 6-186,0-1 1,1 0 0,-1 1 0,0-1 0,0 1 0,0 0-1,0-1 1,1 1 0,-1 0 0,0-1 0,0 1 0,-1 0-1,1 0 1,0 0 0,0 0 0,0 0 0,0 0 0,-1 0-1,1 0 1,-1 1 0,1-1 0,0 0 0,-1 0 0,0 0-1,1 1 1,-1-1 0,0 0 0,0 0 0,0 1 0,0 1-1,3 48-630,-4-42 306,1-5 217,0-1 0,0 1 1,0-1-1,1 0 1,-1 1-1,1-1 0,0 0 1,0 1-1,0-1 1,2 5-1,-2-8 93,0 1-1,0 0 0,-1 0 1,1 0-1,0-1 1,0 1-1,0-1 1,0 1-1,0-1 0,0 1 1,0-1-1,0 1 1,0-1-1,0 0 1,0 1-1,1-1 0,-1 0 1,0 0-1,0 0 1,0 0-1,0 0 1,0 0-1,0 0 0,0 0 1,1-1-1,-1 1 1,0 0-1,0-1 1,0 1-1,0-1 1,0 1-1,0-1 0,1 0 1,-1 1 8,-1-1 1,1 1-1,0-1 1,0 1 0,0-1-1,0 1 1,0 0-1,0 0 1,0-1-1,0 1 1,0 0 0,0 0-1,0 0 1,0 0-1,0 0 1,0 0-1,0 1 1,0-1-1,0 0 1,0 0 0,0 1-1,0-1 1,-1 0-1,1 1 1,0-1-1,0 1 1,0 0 0,0-1-1,-1 1 1,2 1-1,0 0 13,-1 0 1,0 1-1,0-1 0,0 0 0,0 1 0,-1-1 1,1 1-1,-1-1 0,1 1 0,-1-1 0,0 1 1,0 2-1,0 4-2,-1 0 1,0 0-1,0 0 1,-1 0-1,0-1 1,-5 14-1,-15 14-1420,6-13-7869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14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13574,'3'9'3026,"1"5"47,-2-1-2401,2 9-143,-1-2-145,3 0-96,-3 0-96,3 2-96,-4-2-96,-1-2-64,1-5-80,0-2-128,-2-2-128,2-2-161,-2-3-543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14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13398,'4'11'3074,"0"3"79,-1 1-2257,3 1-239,-1 2-113,1 0-144,1 2-96,0-1-128,-1 1-128,1-2-208,0-2-288,-1-1-224,-1-2-2594,-3-1-2576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30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11989,'14'67'4456,"-11"-52"-3301,0 1 1,1-1-1,8 23 0,-11-37-1156,-1 1 1,1-1 0,0 0 0,0 0 0,-1 1 0,1-1 0,0 0-1,0 0 1,0 0 0,1 0 0,-1 0 0,0 0 0,0-1-1,0 1 1,1 0 0,-1 0 0,0-1 0,1 1 0,-1-1-1,1 0 1,-1 1 0,0-1 0,1 0 0,-1 0 0,1 1-1,-1-1 1,1-1 0,-1 1 0,1 0 0,-1 0 0,1 0-1,-1-1 1,0 1 0,3-2 0,6-1-2,0-2 0,0 1-1,17-12 1,-5 4 1,22-7-1515,-30 14-15,0 0-1,-1-1 0,0-1 0,0 0 1,-1 0-1,21-17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30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13158,'4'26'6588,"-4"17"-4644,0-2-1523,0-35-522,0 0 0,1-1-1,0 1 1,0-1 0,0 1-1,1-1 1,-1 1-1,1-1 1,4 6 0,2 0-4041,3-3-3751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31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17 10901,'1'-17'9781,"-2"19"-9725,0 0-1,-1 0 1,2 0 0,-1 0-1,0 1 1,0-1 0,1 0 0,-1 0-1,1 5 1,-2 4-31,1 1-1,1 0 1,0 0 0,1 0-1,0 0 1,0-1 0,6 17-1,-7-28-25,0 1 0,0-1 0,0 0 0,0 0-1,0 0 1,0 1 0,0-1 0,1 0-1,-1 0 1,0 1 0,0-1 0,0 0-1,1 0 1,-1 0 0,0 0 0,0 1-1,0-1 1,1 0 0,-1 0 0,0 0-1,0 0 1,1 0 0,-1 0 0,0 0 0,0 0-1,1 0 1,-1 0 0,0 0 0,1 0-1,-1 0 1,0 0 0,0 0 0,1 0-1,-1 0 1,0 0 0,1 0 0,12-7-39,9-13-3,11-39 113,-15 26 277,-18 32-329,1 0 0,-1 1 0,0-1 0,1 1 1,-1-1-1,0 1 0,1-1 0,-1 1 0,1-1 0,-1 1 1,1-1-1,-1 1 0,1 0 0,-1-1 0,1 1 0,-1 0 1,1-1-1,-1 1 0,1 0 0,0 0 0,-1-1 0,1 1 1,0 0-1,-1 0 0,1 0 0,-1 0 0,1 0 1,0 0-1,-1 0 0,1 0 0,0 0 0,1 1 25,0 0 0,0 0 0,0 0 0,-1 0 0,1 0 0,0 0 0,-1 0 0,1 1-1,-1-1 1,2 3 0,28 42 429,-30-44-469,14 22-55,-8-14-188,-1-1 0,-1 1 0,1 1 0,-2-1 1,1 1-1,-1-1 0,2 13 0,-8-12-5127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05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9684,'21'-5'8617,"2"-8"-5837,-18 10-2796,-1 0 0,1 1 0,0-1 0,0 1 0,0 0 0,0 0 0,0 0 0,1 1 0,-1 0 0,0 0 1,1 0-1,6 1 0,-7 0 4,1 1 0,-1 0 0,1 0 0,0 1 0,-1 0 0,0 0 0,9 4 0,-12-5-40,0 1 0,-1-1 0,1 1 0,0-1 0,0 1 0,-1 0 0,1 0 0,0 0 1,-1 0-1,0 0 0,0 0 0,1 0 0,-1 0 0,-1 0 0,1 1 0,0-1 0,0 0 0,-1 1 1,1 3-1,-1-4 46,0 1 1,0-1-1,1 0 1,-1 0-1,0 0 1,1 1-1,-1-1 1,1 0-1,0 0 1,0 0-1,0 0 1,2 3-1,-1-4 41,-1-1-1,0 0 0,1 1 0,-1-1 1,0 0-1,1 0 0,-1 0 1,1 0-1,-1 0 0,0-1 0,1 1 1,-1 0-1,0 0 0,1-1 1,-1 1-1,0-1 0,1 1 1,-1-1-1,0 0 0,0 0 0,2-1 1,-1 1 15,0 0 1,1-1-1,-1 1 1,0 1-1,0-1 1,0 0-1,1 0 1,-1 1-1,0-1 0,1 1 1,-1 0-1,0 0 1,1 0-1,-1 0 1,5 1-1,-6 0-20,0-1 0,0 1-1,-1 0 1,1 0 0,0 0-1,0 0 1,0 0-1,-1 1 1,1-1 0,-1 0-1,1 0 1,-1 0 0,1 1-1,-1-1 1,1 0 0,-1 0-1,0 1 1,0-1-1,0 0 1,0 1 0,0-1-1,0 0 1,0 1 0,0-1-1,-1 0 1,1 0 0,0 1-1,-1-1 1,0 2-1,-12 43 123,12-42-307,0-1 0,0 0 1,-1 1-1,1-1 0,-1 0 1,0 0-1,0 0 0,0 0 1,0 0-1,-5 4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06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0 117 11109,'10'-19'8305,"-16"35"-6621,5-14-1683,1 0 0,0-1 0,-1 1 1,1 0-1,0 0 0,0 0 0,0-1 1,0 1-1,0 0 0,0 0 0,1 0 1,-1-1-1,0 1 0,1 0 0,0 0 1,-1-1-1,1 1 0,0-1 1,0 1-1,0 0 0,0-1 0,0 0 1,0 1-1,0-1 0,1 0 0,-1 1 1,0-1-1,1 0 0,-1 0 0,1 0 1,2 1-1,7 4-4,0-1-1,0 0 1,22 6 0,6 4-38,-31-11-35,-2-1-62,0 0 1,0 1 0,0 0-1,-1 0 1,9 8 0,-12-10 95,0 0 1,-1 0-1,0 1 1,1-1-1,-1 0 1,0 0-1,0 1 0,0-1 1,-1 1-1,1-1 1,-1 1-1,1-1 1,-1 1-1,0-1 1,0 1-1,0 0 1,0-1-1,0 1 0,-1 2 1,0 1-22,-1 1 0,1-1 0,-1 0 0,0 1 0,-1-1 0,0 0 0,0 0-1,0-1 1,0 1 0,-1-1 0,0 1 0,0-1 0,-1 0 0,1-1 0,-1 1 0,0-1 0,0 0 0,-7 4 0,12-8 78,-1 0-1,1 0 1,-1 1 0,1-1 0,-1 0-1,1 0 1,-1 0 0,1 0-1,-1 0 1,0 0 0,1 0-1,-1 0 1,1 0 0,-1 0 0,1 0-1,-1-1 1,1 1 0,-1 0-1,1 0 1,-1 0 0,1-1 0,-1 1-1,1 0 1,-1 0 0,1-1-1,0 1 1,-1-1 0,1 1-1,-1 0 1,1-1 0,0 1 0,-1-1-1,1 1 1,0-1 0,0 1-1,-1-1 1,1 1 0,0-1 0,0 1-1,0-1 1,0 1 0,-1-1-1,1 1 1,0-1 0,0 1-1,0-1 1,1 0 0,-5-32 868,3 29-799,-1-35 463,-4-105 152,6 121-778,2 1-1,0-1 0,2 1 1,7-29-1,-3 33 283,-6 12-2629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37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0 11989,'-2'0'460,"0"0"0,1 1-1,-1-1 1,0 1 0,0-1-1,1 1 1,-1-1-1,0 1 1,1 0 0,-1 0-1,-2 2 1,-17 17 976,-9 26-1043,20-24-177,1 1 0,2 1 0,0-1 1,1 1-1,2 0 0,0 0 0,2 0 0,0 1 0,4 41 0,-2-61-181,1 0 0,0 0 0,0 0 0,0 0 0,1 0 0,0 0 0,0 0 0,0-1 0,0 1 0,1-1 0,0 1 0,0-1 0,0 0 0,0 0 0,1 0 0,-1 0 0,1-1 0,7 6 0,-7-7-44,0 0 1,0 0 0,0 0 0,0-1-1,1 0 1,-1 1 0,0-1 0,0-1-1,1 1 1,-1-1 0,1 1 0,-1-1 0,1-1-1,-1 1 1,0 0 0,1-1 0,-1 0-1,0 0 1,1-1 0,-1 1 0,0-1-1,5-2 1,-6 2-102,0 0 0,0 0-1,-1 0 1,1 0 0,-1 0 0,1-1-1,-1 1 1,0-1 0,0 0 0,0 1-1,0-1 1,0 0 0,2-6 0,-3 7-650,-1 1 0,0-1 0,1 1 0,-1-1 0,0 1 1,0-1-1,0 1 0,0-1 0,0 0 0,0 1 0,0-1 1,-1-1-1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38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 11477,'-2'0'396,"1"1"-1,-1 0 0,0-1 0,0 1 1,1 0-1,-1 0 0,0 0 0,1 0 1,-1 0-1,1 0 0,-1 1 0,1-1 1,-2 3-1,-14 26 1095,14-21-1395,0 0 1,0 0-1,1 1 0,1-1 0,-1 10 1,2-1 103,2 1 0,0-1 0,1 1 1,1-1-1,0 0 0,2 0 0,0-1 0,1 1 1,1-1-1,0-1 0,21 31 0,-27-44-167,1 0-1,0 0 1,0 0-1,0-1 1,0 1-1,0-1 1,1 0 0,-1 1-1,0-2 1,1 1-1,0 0 1,-1-1-1,1 1 1,0-1-1,0 0 1,0-1-1,0 1 1,0-1-1,6 1 1,-8-1-171,0-1 0,0 1 0,0 0 0,0-1-1,0 1 1,0-1 0,0 0 0,0 1 0,-1-1 0,1 0 0,0 0-1,0 0 1,-1 0 0,1-1 0,0 1 0,1-3 0,-1 2-523,-1 0 0,0 0 0,1 0 0,-1-1 0,0 1 0,0 0 0,0-1 0,-1 1 0,1-1 0,-1 1 0,1-1 1,-1 1-1,0-1 0,0 0 0,0 1 0,0-3 0,-2-10-7814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40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 12790,'-5'4'1169,"0"-1"1,0 2 0,1-1-1,-1 0 1,1 1-1,-4 6 1,-20 38 930,20-29-1853,0 1 0,-9 40 1,15-48-103,1 0 1,0-1 0,0 1-1,2 0 1,-1 0-1,1-1 1,1 1-1,1-1 1,0 1-1,5 13 1,-7-20-126,2 0-1,-1-1 1,0 1 0,1-1 0,0 1 0,1-1-1,-1 0 1,1 0 0,0-1 0,0 1-1,0-1 1,1 0 0,-1 0 0,1 0 0,0 0-1,0-1 1,0 0 0,1 0 0,-1-1-1,1 1 1,0-1 0,0 0 0,6 1 0,-7-3-25,-1 1 0,1-1 1,-1-1-1,1 1 1,-1-1-1,1 1 1,-1-1-1,1-1 1,-1 1-1,7-3 1,40-25-66,-36 20-3,-9 2-809,-6-1-3622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46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8 13606,'-6'-4'10752,"5"3"-10660,0 1-1,0-1 0,0 1 1,0-1-1,0 1 1,0 0-1,0-1 1,-1 1-1,1 0 0,0 0 1,0 0-1,0 0 1,0 0-1,-1 0 1,1 0-1,0 1 1,0-1-1,0 0 0,0 1 1,0-1-1,0 1 1,-1-1-1,1 1 1,0-1-1,0 1 0,1 0 1,-1-1-1,-2 3 1,-11 8 114,-1 1 1,2 0 0,0 1 0,0 1 0,-17 24-1,26-33-186,1 1 0,0-1 0,0 1 0,1-1 0,-1 1-1,1 0 1,0 0 0,1 0 0,0 0 0,0 0-1,0 0 1,0 1 0,1-1 0,0 0 0,1 0-1,-1 0 1,1 1 0,0-1 0,1 0 0,3 10-1,-1-8 16,0 0 1,0-1-1,1 0 0,0 1 0,1-2 0,-1 1 0,1-1 0,1 1 0,7 5 0,-3-4-97,0 1 1,1-2-1,0 1 1,25 10-1,-33-17-100,1 1-1,-1-1 0,0 0 1,1 0-1,0-1 1,-1 1-1,1-1 0,-1 0 1,1 0-1,0-1 0,-1 1 1,1-1-1,-1 0 1,1 0-1,-1-1 0,7-2 1,26-17-3976,-4-8-6544,-19 15-443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46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14118,'4'20'8440,"-3"19"-6212,-1-14-1450,-1 9-424,0 18-209,1-49-146,1-1-1,-1 1 1,0 0 0,1 0 0,0-1 0,-1 1 0,1 0-1,0-1 1,1 1 0,-1 0 0,0-1 0,1 0 0,2 4 0,-3-5 0,0 0 0,0-1 0,0 1 0,0-1 1,0 0-1,0 1 0,1-1 0,-1 0 0,0 1 1,0-1-1,0 0 0,0 0 0,1 0 1,-1 0-1,0 0 0,0 0 0,0 0 0,0-1 1,1 1-1,-1 0 0,0-1 0,0 1 0,0-1 1,2 0-1,31-19-156,-25 14-107,2 0-516,1 0 1,0 0-1,23-7 0,-19 10-3893,0 2-3907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47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13446,'-2'13'6687,"-4"10"-4263,-2 5-1717,6-12-532,0 1 0,1-1-1,1 1 1,1 0 0,5 31 0,1-21-4589,4-2-4381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47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13174,'4'17'2977,"-1"3"17,1 0-2210,-2 1-288,-1-2-159,-1-1-129,0-2-144,0 1-224,2-3-193,-2-3-175,0-2-2497,-2 0-2434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47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13366,'4'6'3298,"-1"1"95,1 2-1776,0 2-705,-1 2-207,-1 0-225,0 1-144,0 1-128,-2-1-208,2 3-208,-2-3-208,0-1-224,0 0-193,-2-2-159,2-4-2498,0 0-2449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2:48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12182,'22'-3'7787,"9"-11"-6234,-13 6-1305,-17 8-248,-1 0-1,1 0 1,-1 0 0,1-1 0,-1 1-1,1 0 1,-1 0 0,1 0 0,-1 0-1,1 0 1,-1 0 0,1 0-1,-1 0 1,1 0 0,-1 0 0,1 0-1,-1 0 1,0 0 0,1 1 0,-1-1-1,1 0 1,-1 0 0,1 0 0,-1 1-1,1-1 1,-1 0 0,0 1-1,1-1 1,-1 0 0,0 1 0,1 0-1,5 17 6,-7 22-193,-10 13-275,8-40 540,0 0 1,0 0 0,1 0-1,1 0 1,1 25 0,0-36 35,0 0 0,0 0 0,0 0 0,1 0 0,-1 0 0,0 0 0,1-1 0,0 1 0,0 0 0,-1 0 0,1 0 0,0-1 0,0 1 0,0 0 0,1-1 0,-1 1 0,0-1 0,1 1 0,-1-1 0,1 0 0,-1 0 0,1 1 0,0-1 0,-1 0 0,1-1 0,0 1 0,0 0 0,-1 0 0,1-1 0,0 1 0,0-1 0,0 1 0,0-1 0,0 0 0,0 0 0,0 0 0,0 0 0,0 0 0,0 0 0,0-1 0,0 1 0,0-1 0,0 1 0,3-3 0,-1 2-266,0 0 0,0 0 0,0 0 0,0 0 1,1 1-1,-1 0 0,0 0 0,0 0 1,7 1-1,4 3-4134,-2 4-5386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04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57 11765,'-18'-27'8993,"17"24"-8717,-1 0-1,1 1 0,-1-1 1,0 0-1,0 1 1,0-1-1,0 1 0,-4-4 1,5 5-225,0 1 1,0-1 0,-1 1-1,1 0 1,0-1-1,0 1 1,0 0 0,0 0-1,-1 0 1,1 0-1,0 0 1,0 0 0,0 0-1,0 1 1,-1-1-1,1 0 1,0 1-1,0-1 1,0 1 0,0-1-1,0 1 1,0-1-1,0 1 1,0 0 0,0-1-1,0 1 1,0 0-1,0 0 1,0 1 0,-7 5 35,0 2 1,1-1-1,0 1 1,1 0-1,0 0 1,0 0-1,1 1 1,0 0-1,-6 19 1,2-1 3,1 1 1,-6 39 0,13-58-62,-1 1 1,1-1 0,1 0-1,-1 0 1,2 1 0,0-1 0,0 0-1,3 13 1,-2-19-26,-1 0-1,1 0 1,0 0-1,0-1 1,0 1 0,0-1-1,0 1 1,1-1-1,0 0 1,0 0-1,0 0 1,0 0-1,0 0 1,0-1 0,1 0-1,-1 1 1,1-1-1,0-1 1,0 1-1,-1 0 1,1-1-1,6 2 1,-2-2-160,-1 1 1,0-2-1,0 1 1,1-1-1,-1 0 0,0 0 1,1-1-1,-1 1 1,14-5-1,7-5-3941,-3-4-5360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05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46 11813,'0'1'328,"1"0"0,-1-1 0,1 1-1,-1 0 1,1-1 0,-1 1-1,1-1 1,-1 1 0,1-1-1,-1 1 1,1-1 0,0 1 0,-1-1-1,1 0 1,0 1 0,-1-1-1,1 0 1,0 1 0,-1-1-1,1 0 1,1 0 0,18-2 2859,28-22-2924,-21 9 328,-9 11-541,-15 4-144,0 0 0,0-1 0,0 1 0,0-1 0,0 0-1,0 0 1,0 0 0,-1 0 0,5-3 0,-14 4-696,-1 2-1,0-1 1,0 1 0,-10 4 0,9 0 976,1 0 1,1 0 0,-1 1-1,1 0 1,0 0-1,0 0 1,1 1 0,0 0-1,-6 12 1,0 2 491,1 0 0,-14 37 0,24-57-635,0-1 1,0 1-1,1 0 0,-1 0 0,1 0 0,-1 0 1,1 0-1,0 0 0,0 1 0,-1-1 0,2 0 1,-1 0-1,0 0 0,0 0 0,1 0 0,-1 0 1,1 0-1,-1 0 0,1 0 0,0 0 0,0-1 1,0 1-1,0 0 0,0 0 0,0-1 0,1 1 1,-1 0-1,0-1 0,1 1 0,-1-1 0,1 0 1,2 2-1,5 1 0,0 1-1,0-1 1,1-1 0,-1 0 0,18 4 0,-19-6-43,0 1 0,0 0 0,-1 0 0,1 1 0,-1 0 0,13 7 1,-20-9 12,0-1 1,1 0-1,-1 1 0,0-1 1,1 1-1,-1-1 1,0 1-1,0-1 1,1 1-1,-1-1 1,0 1-1,0-1 1,0 1-1,0-1 1,0 1-1,1 0 1,-1-1-1,0 1 1,0-1-1,0 1 1,-1-1-1,1 1 0,0-1 1,0 1-1,0-1 1,0 1-1,0 0 1,-1-1-1,1 1 1,0-1-1,-1 0 1,1 1-1,0-1 1,-1 1-1,1-1 1,0 1-1,-1-1 1,0 1-1,-23 21-226,10-10-214,-1 6-306,-10 10-825,7-14-5017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05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32 12005,'10'-30'7965,"-10"30"-7943,0 0-1,0 0 1,0 0 0,0 0 0,0 0 0,0 0 0,0 0-1,0 0 1,0-1 0,0 1 0,0 0 0,-1 0 0,1 0 0,0 0-1,0 0 1,0 0 0,0 0 0,0 0 0,0 0 0,0 0-1,0 0 1,0-1 0,0 1 0,0 0 0,-1 0 0,1 0-1,0 0 1,0 0 0,0 0 0,0 0 0,0 0 0,0 0 0,0 0-1,0 0 1,0 0 0,-1 0 0,1 0 0,0 0 0,0 0-1,0 0 1,0 0 0,0 0 0,0 0 0,0 0 0,0 0-1,-1 0 1,1 1 0,0-1 0,0 0 0,0 0 0,0 0-1,0 0 1,0 0 0,0 0 0,0 0 0,0 0 0,0 0 0,0 0-1,0 0 1,0 0 0,-1 1 0,1-1 0,0 0 0,-14 14 788,3-1-780,1-1 0,1 1-1,0 1 1,1 0 0,-11 25-1,17-34-24,0 0 0,0 0 0,0 0 0,1 0 0,-1 1-1,1-1 1,0 0 0,1 0 0,0 1 0,-1-1 0,2 0 0,-1 1-1,0-1 1,1 0 0,0 1 0,1-1 0,-1 0 0,1 0 0,0 0-1,5 9 1,-5-11 1,1 0-1,0 0 0,0 0 0,-1-1 1,2 1-1,-1-1 0,0 0 0,0 0 1,1 0-1,-1 0 0,1-1 0,0 0 1,6 2-1,55 7 129,-15-4-72,-48-6-62,-1 0 1,0 1-1,1-1 0,-1 1 1,0-1-1,1 1 1,-1-1-1,0 1 0,0 0 1,1-1-1,-1 1 1,0 0-1,0 0 0,0 0 1,0 0-1,0 0 1,0 0-1,0 0 0,0 0 1,-1 0-1,1 1 1,0-1-1,-1 0 0,1 1 1,-1-1-1,1 0 1,-1 1-1,0-1 0,1 0 1,-1 1-1,0-1 1,0 1-1,0-1 0,0 0 1,0 1-1,0-1 1,-1 1-1,1-1 0,0 0 1,-1 1-1,1-1 1,-2 3-1,1-2-42,0 1 1,0 0-1,-1-1 1,1 1-1,-1-1 0,0 1 1,0-1-1,0 0 1,0 0-1,0 0 0,0 0 1,0 0-1,-1 0 1,1 0-1,-1-1 0,1 1 1,-1-1-1,0 0 1,1 0-1,-5 1 0,4-1 34,0-1 0,-1 1 0,1-1 0,-1 0-1,1 0 1,-1 0 0,1-1 0,0 1 0,-1-1-1,1 0 1,0 1 0,-1-2 0,1 1-1,0 0 1,0-1 0,0 1 0,0-1 0,0 0-1,0 0 1,1 0 0,-1 0 0,0-1 0,1 1-1,0-1 1,0 1 0,0-1 0,0 0 0,0 0-1,0 0 1,1 0 0,-1 0 0,1 0 0,0-1-1,0 1 1,0 0 0,0-1 0,1 1 0,-1 0-1,1-1 1,0 1 0,0-1 0,0 1 0,1-1-1,-1 1 1,1 0 0,-1-1 0,1 1 0,1 0-1,-1 0 1,0-1 0,1 1 0,3-5-1,37-55 293,-24 38-245,-1-1 0,27-54 0,-40 61-572,-7 11-2047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06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11797,'2'4'9925,"-4"-1"-8885,1 1-159,-1 5-145,2 7-144,-2 1-127,2 3-129,0 3-176,0 1-80,0 1-240,0 1-416,0-3-433,-4 3-2737,-1-6-2929,-2-4-7171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19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 11621,'-3'2'7287,"-12"10"-6445,0 8-341,10-15-359,0 1 1,0 0 0,1 0 0,0 0-1,0 1 1,0-1 0,1 1-1,0 0 1,0 0 0,0 0 0,1 0-1,1 1 1,-1-1 0,0 14 0,2-11-125,-1 11-10,1 0 0,2 0 0,0 0 0,10 41 0,-11-58 9,0 0 0,0 1-1,1-1 1,0 0 0,0 0-1,0 0 1,1 0 0,-1 0 0,1-1-1,0 1 1,0-1 0,0 0 0,0 0-1,1 0 1,-1 0 0,1 0-1,0-1 1,-1 1 0,1-1 0,0 0-1,1-1 1,-1 1 0,0-1-1,1 1 1,-1-1 0,0 0 0,1-1-1,-1 1 1,9-1 0,42-6 175,-43 3-256,0 2 0,1-1 0,17 2 0,20 0-1654,-34-2-1604,1-2-3876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19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10869,'2'-1'354,"-1"0"0,0 1 1,0-1-1,0 1 0,0 0 1,1-1-1,-1 1 0,0 0 0,0-1 1,1 1-1,-1 0 0,0 0 0,0 0 1,1 0-1,-1 0 0,0 1 0,1-1 1,-1 0-1,0 1 0,0-1 0,0 0 1,1 1-1,-1 0 0,0-1 0,0 1 1,1 0-1,0 2-137,0-1 0,0 0 0,0 1 0,0-1 0,0 1 0,-1 0 0,1-1 0,-1 1 0,0 0 0,2 5 0,0 4-295,0 0-1,-1 0 1,0 0-1,0 19 1,-2-12-922,-1 1 0,-4 20 0,-9 10-9094,5-30 759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21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60 11845,'9'2'5649,"4"-4"-3478,17-10-2616,-17 6 1037,1 2-434,1 1 0,25-2 0,-30 4-141,-1 0 0,1 0 1,0-1-1,-1 0 0,1-1 0,-1 0 1,0 0-1,11-6 0,-14 5-1011,-10 5 322,-22 13 35,-30 13 443,46-23 215,-51 19-158,56-21 219,0-1-1,0 0 1,0 0 0,0-1 0,-1 1 0,1-1-1,0 0 1,0-1 0,-8-1 0,11 2-41,1-1-1,0 1 1,-1 0 0,1-1-1,0 1 1,-1 0 0,1 0 0,0 0-1,-1 0 1,1 0 0,-1 0-1,1 0 1,0 0 0,-1 0 0,1 1-1,0-1 1,-1 1 0,1-1-1,0 1 1,0-1 0,-1 1 0,1 0-1,0 0 1,0-1 0,0 1-1,0 0 1,0 0 0,0 0 0,0 0-1,0 0 1,1 1 0,-1-1-1,0 0 1,0 0 0,1 0 0,-1 1-1,1-1 1,-1 0 0,1 1-1,0-1 1,-1 3 0,1 0 26,0 0 0,0 0 0,0 0 1,0 0-1,1-1 0,-1 1 0,1 0 0,0 0 1,0 0-1,1-1 0,-1 1 0,1 0 1,0-1-1,0 1 0,2 2 0,3 4 45,0 1 0,-2 0 1,8 16-1,-1-1 29,-11-25-140,-1-1 0,0 1-1,1-1 1,-1 1 0,1-1 0,-1 1 0,1-1 0,0 1 0,-1-1 0,1 1-1,-1-1 1,1 0 0,0 0 0,-1 1 0,1-1 0,0 0 0,-1 0 0,1 0 0,0 1-1,-1-1 1,1 0 0,0 0 0,0 0 0,-1 0 0,1 0 0,0 0 0,-1-1-1,1 1 1,0 0 0,-1 0 0,2-1 0,27-11 36,-10 4 2,-10 6-21,0 0 1,0 0-1,0 1 1,1 1-1,-1-1 1,0 2-1,0-1 1,15 3-1,-22-2-15,1 0 0,-1-1 0,1 1-1,-1 0 1,0 0 0,0 0 0,1 0 0,-1 1 0,0-1 0,0 0 0,0 1-1,0 0 1,0-1 0,-1 1 0,1 0 0,0 0 0,-1 0 0,0 0-1,1 0 1,-1 0 0,0 1 0,0-1 0,0 0 0,0 1 0,-1-1-1,1 1 1,0-1 0,-1 1 0,0-1 0,0 1 0,0-1 0,0 1-1,0-1 1,0 1 0,0-1 0,-2 5 0,-1 7 6,-1-1-1,0 1 1,-1-1-1,-1 0 1,0-1 0,-1 1-1,0-1 1,0 0-1,-2-1 1,-10 13 0,-6 3-97,-1-1 0,-49 38 1,61-58-1499,9-18-9012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21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0 15303,'2'15'7584,"-5"5"-5160,-10 18-2759,11-33 888,-4 13-1031,0-1 0,1 1 0,-2 21 0,5-19-3933,3-1-3689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22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13286,'1'14'9719,"-3"29"-9090,1-26 223,-3 43-298,1-34-1162,1-1 0,2 1 0,0-1 0,7 44-1,-7-68 495,0-1 0,0 0 0,1 1 0,-1-1 1,0 0-1,0 1 0,0-1 0,0 0 0,0 1 0,0-1 0,0 0 0,0 1 0,1-1 0,-1 0 0,0 1 0,0-1 0,0 0 0,1 0 0,-1 1 0,0-1 0,0 0 0,1 0 0,-1 1 0,0-1 0,1 0 0,-1 0 0,0 0 0,0 0 0,1 0 0,-1 1 0,0-1 0,1 0 0,-1 0 0,1 0 0,-1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22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13926,'0'0'233,"1"0"0,-1 0 0,0-1-1,1 1 1,-1 0 0,0 0 0,0 0-1,1 0 1,-1 0 0,0 0 0,1 0-1,-1 0 1,0 0 0,1 0 0,-1 0-1,4 3 3259,-3-2-3258,6 13 2308,1 21-2187,-8-32 292,8 39-19,28 133-1670,-36-174 884,2 14-3192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28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1 13126,'-19'14'5575,"-1"-3"-3601,15-9-1843,0 0 0,0 1 0,1 0 0,-1 0-1,1 0 1,-1 0 0,1 1 0,-4 5 0,2 0-37,0 0 1,1 0-1,0 1 1,0 0-1,1 0 0,1 0 1,0 0-1,0 1 1,1 0-1,0-1 1,1 1-1,0 0 1,1 0-1,0-1 1,1 1-1,0 0 1,1 0-1,0-1 1,0 1-1,1-1 0,5 11 1,-5-16-82,0-1 1,0 0 0,0 0-1,0 0 1,1 0-1,0 0 1,0-1-1,0 1 1,0-1-1,0 0 1,1-1-1,-1 1 1,1-1-1,0 0 1,0 0-1,0 0 1,0-1-1,0 1 1,0-1-1,0 0 1,7 0-1,54 1-2346,-6-6-7689,-54 3 8068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2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 11413,'-2'2'1001,"-1"1"0,2 0 0,-1 0 0,0 0 0,1 0 0,-1 0 0,1 0 0,0 0-1,-2 6 1,-4 42 1034,7 53-2476,0-88 452,2 0-1,0 0 1,7 22 0,-8-34-17,0 1 1,0-1-1,0 0 1,1-1-1,0 1 1,0 0-1,0 0 1,0-1-1,0 1 1,1-1-1,0 0 1,-1 1-1,1-1 1,0-1-1,1 1 1,-1 0-1,0-1 1,5 3 0,-6-4-8,-1-1 0,1 1 1,0-1-1,0 1 0,-1-1 1,1 1-1,0-1 0,0 0 1,0 0-1,-1 0 0,1 0 1,0 0-1,0-1 0,0 1 1,-1 0-1,1-1 1,0 1-1,0-1 0,-1 0 1,1 1-1,0-1 0,-1 0 1,1 0-1,-1 0 0,1 0 1,-1-1-1,0 1 0,1 0 1,-1 0-1,0-1 1,2-2-1,2-4-119,-1 0 0,0-1 0,0 1 0,-1-1 0,3-9 0,-3 7-160,-2 11 273,-1-1 1,0 1-1,0 0 1,0 0-1,0-1 0,0 1 1,0 0-1,0 0 1,0-1-1,0 1 0,0 0 1,0 0-1,0-1 1,0 1-1,0 0 1,0 0-1,0-1 0,0 1 1,0 0-1,0 0 1,0-1-1,0 1 1,-1 0-1,1 0 0,0-1 1,0 1-1,0 0 1,0 0-1,0 0 1,-1-1-1,1 1 0,0 0 1,0 0-1,0 0 1,-1 0-1,1 0 1,0-1-1,0 1 0,-1 0 1,1 0-1,-16 0-443,-22 11-11,32-9 350,-25-1-1051,34-1-509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30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29 12358,'-6'-8'7150,"-7"3"-5140,11 4-1958,0 1-1,0 0 0,0-1 0,0 1 0,0 0 1,0 0-1,0 0 0,0 0 0,0 1 0,1-1 1,-4 1-1,2 2-7,0-1 0,0 1 0,0 0-1,1 0 1,-1 0 0,1 0 0,-1 0 0,1 1 0,0-1 0,1 1 0,-1-1 0,0 1 0,1 0 0,-2 8 0,2-7-50,0 1 0,0 0 0,0 0 0,0 0 0,1 0 0,0 0 1,1 0-1,-1 0 0,2 7 0,-1-12 7,1 0 1,-1 1-1,0-1 1,0 0-1,1 0 0,-1 0 1,0 0-1,1 0 1,0 0-1,-1 0 0,1 0 1,-1-1-1,1 1 1,0 0-1,-1-1 0,1 0 1,0 1-1,0-1 1,-1 0-1,1 0 0,3 0 1,1 0 1,0 1 0,-1-1-1,1-1 1,0 1 0,-1-1 0,6-1 0,-6-1-4,0 1 0,0-1 0,0 0 0,-1-1 0,0 1 0,1-1 0,-1 1 0,-1-1 0,1-1 0,0 1 0,-1 0 0,0-1 0,0 0 0,0 1 0,-1-1 0,0 0 0,0-1 0,2-7 0,-1 6 22,0-1-1,1 0 1,0 1 0,0 0-1,0 0 1,1 0 0,5-6-1,-10 13-6,0 0 0,0 0 0,1 0 0,-1-1 0,0 1 0,0 0 0,0 0 0,1 0 0,-1 0 0,0-1 0,0 1 0,0 0 0,1 0-1,-1 0 1,0 0 0,0 0 0,0 0 0,1 0 0,-1 0 0,0-1 0,0 1 0,1 0 0,-1 0 0,0 0 0,0 0 0,1 0-1,-1 0 1,0 0 0,0 1 0,1-1 0,-1 0 0,0 0 0,0 0 0,1 0 0,-1 0 0,0 0 0,1 1 0,3 9 331,-2 14-11,-2 18-543,-1 81 925,-4-43-6890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39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4 10149,'-3'-1'7932,"-14"-2"-5846,-19 8 37,26-4-1863,0 0 0,1 1 0,0 0 0,-17 5-1,20-5-222,0 1-1,0-1 0,0 1 0,0 0 0,1 1 0,-1-1 0,1 1 0,0 0 0,0 1 0,0-1 1,0 1-1,1 0 0,0 0 0,0 0 0,1 1 0,-1 0 0,1-1 0,0 1 0,1 0 0,-1 0 0,1 0 1,0 1-1,1-1 0,-1 1 0,1-1 0,1 1 0,-1-1 0,1 1 0,0-1 0,1 1 0,-1-1 0,1 1 1,3 7-1,-2-4-41,1 0 1,0 0 0,1 0 0,0 0 0,1-1-1,0 1 1,1-1 0,-1 0 0,2-1-1,10 12 1,-14-16-104,1 0 0,0 0 0,0-1 0,0 1 0,1-1 0,-1 0 0,1 0 0,0-1 0,0 0 0,0 1 0,0-2 0,0 1-1,0 0 1,0-1 0,1 0 0,-1 0 0,0-1 0,1 0 0,-1 0 0,0 0 0,1 0 0,5-2 0,26-6-2802,-10 3-5938,-11 2-1679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40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 13046,'-28'48'6817,"7"0"-4809,18-38-1954,0 0-1,0 0 1,1 0 0,1 1 0,0-1-1,0 0 1,1 1 0,2 15-1,5 14 0,2 1 0,1-1 0,3-1 0,32 72-1,-43-107-50,-1-1-1,1 0 0,-1-1 0,1 1 1,0 0-1,0 0 0,0-1 0,0 1 1,1-1-1,-1 1 0,0-1 0,1 0 1,0 0-1,0 0 0,5 2 0,-5-3 0,-1-1-1,0 1 1,0-1-1,1 0 1,-1 1-1,0-1 1,1 0-1,-1-1 1,0 1-1,0 0 1,1-1-1,-1 1 1,0-1-1,0 0 1,0 0-1,1 0 1,-1 0-1,0 0 0,0 0 1,0 0-1,-1-1 1,1 1-1,0-1 1,1-1-1,4-4 2,0 1-1,-1-2 1,0 1-1,-1-1 1,9-15-1,-11 18-1,-1 0 1,0 0-1,0 0 1,0-1-1,0 1 0,-1 0 1,0-1-1,0 1 1,0-1-1,-1 1 0,0-9 1,0 14-4,0 0 0,0-1 0,0 1 0,0-1 0,0 1 0,-1-1 0,1 1 0,0 0 0,0-1 0,0 1 0,0 0 0,-1-1 0,1 1 0,0 0 0,0-1 0,-1 1 0,1 0 0,0-1 0,0 1 0,-1 0 1,1-1-1,0 1 0,-1 0 0,1 0 0,-1 0 0,1-1 0,0 1 0,-1 0 0,1 0 0,-1 0 0,1 0 0,-1 0 0,-17 4-232,-20 20-493,30-19 460,-6 5-666,0 0 1,-19 17-1,31-24-439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40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11797,'4'14'2706,"-3"-1"47,-1 2-1665,0-3-671,-1-1-129,-1 2-112,0-2-48,-2 0-112,1-2-112,-1-2-160,2 1-1377,-1-3-1152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41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12022,'2'2'1566,"-2"-1"-1044,1-1 0,-1 1 0,1 0 0,-1-1 1,1 1-1,-1 0 0,0-1 0,1 1 0,-1 0 0,0 0 0,0 0 1,1-1-1,-1 1 0,0 1 0,2 32 296,-2-23 5,1 48-287,-2-37-1124,1 0 0,2 0 0,5 32-1,-7-54 456,3 8-2241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41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10789,'2'-1'712,"1"0"-1,-1 0 1,1 0-1,-1 0 1,1 0 0,0 1-1,-1-1 1,1 1 0,0 0-1,-1 0 1,5 0-1,-1 1-489,-1 1 0,1-1 0,-1 1 0,1 0-1,-1 1 1,0-1 0,5 4 0,20 9 536,-27-13-745,1-1 0,-1 1 1,0-1-1,1 1 0,-1 0 1,0 1-1,0-1 0,0 0 1,0 1-1,-1-1 0,1 1 1,-1 0-1,1 0 0,-1 0 1,0 0-1,0 1 0,-1-1 1,1 0-1,-1 1 0,1-1 1,-1 1-1,1 6 0,-2-4-11,1 0-1,-1 0 0,-1 1 1,1-1-1,-1 0 0,0 0 1,-1 0-1,0-1 0,1 1 1,-2 0-1,1-1 0,-1 1 1,-4 7-1,-4 2-3,-11 20 11,21-33-8,0 0-1,0-1 1,1 1 0,-1 0 0,0 0-1,1-1 1,-1 1 0,1 0-1,0 0 1,0 0 0,-1 0-1,1-1 1,0 1 0,1 0-1,-1 0 1,1 3 0,1-3 18,1 1 0,-1-1 0,1 0 0,0 1 0,0-1 0,0 0 0,0-1 1,0 1-1,0 0 0,0-1 0,1 0 0,3 1 0,10 6 309,-2 0-102,0-1 0,0 0 0,30 9 0,-24-12-4266,0-3-4176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57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315 128 12326,'1'-2'380,"0"0"0,0 0 0,0 0 0,0-1 0,0 1 0,0 0 0,-1 0 0,1-1 1,-1 1-1,1-1 0,-1 1 0,0 0 0,0-1 0,0 1 0,-1-1 0,1 1 0,0 0 0,-1-1 1,0 1-1,0-3 0,-1 1-66,0 0 0,0 1 0,-1-1 0,1 0 0,-1 1 1,0 0-1,0-1 0,0 1 0,0 0 0,-6-4 0,2 3-166,1 0-1,-1 0 1,0 0-1,0 1 1,0 0-1,0 0 1,0 1-1,-1 0 1,1 0 0,-1 0-1,0 1 1,-11 0-1,13 2-152,0 0 0,0 1 1,0 0-1,0 0 0,0 0 0,1 1 0,-1 0 0,1 0 1,0 0-1,-1 1 0,2-1 0,-1 1 0,0 1 1,1-1-1,0 1 0,0-1 0,0 1 0,0 0 0,1 1 1,-3 5-1,-6 10 91,2 0 1,1 1 0,-13 43 0,17-47 0,0 0 0,1 0 1,1 0-1,1 0 1,1 1-1,1 18 0,0-32-101,0 1 0,1-1-1,0 1 1,0-1 0,0 1-1,1-1 1,0 0 0,0 0-1,0 0 1,1 0 0,-1 0-1,1 0 1,0-1 0,1 1-1,-1-1 1,1 0 0,0 0-1,0 0 1,0-1 0,0 1-1,1-1 1,0 0 0,-1 0-1,7 2 1,2 0-308,0 0 0,0-2 0,0 0 0,0 0 0,1-1 1,18 1-1,26-4-3293,-2-3-5916,-29 2-1250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57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12662,'15'-2'6348,"14"-14"-6371,-21 11 544,-3 2-492,0 0 1,0 1 0,0 0-1,1 0 1,-1 0 0,0 1-1,1 0 1,-1 0 0,7 0 0,-11 1-25,0 0 1,1 0 0,-1 0 0,0 0 0,0 0-1,0 1 1,1-1 0,-1 1 0,0-1 0,0 1-1,0-1 1,0 1 0,0-1 0,0 1 0,0 0-1,0 0 1,0-1 0,1 2 0,-1 0 1,0 0 0,0-1 0,0 1 0,-1 0 0,1-1 0,0 1 0,-1 0 0,0 0 0,1 0 0,-1 0 0,0-1 1,0 1-1,0 0 0,0 0 0,-1 3 0,0 20 16,1-1 0,1 1-1,5 30 1,-3-26-557,-3-28 456,0 10-2705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58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0 138 13318,'5'0'2849,"2"-2"1,1-3-2418,2-3-192,6-2-96,-1-2-128,5-1-160,0-3-160,4-2-144,-1 0-2402,2-1-2304,-3 2-5795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58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10741,'2'0'423,"0"1"-1,0-1 1,0 1-1,0 0 1,0 0-1,0-1 1,-1 1 0,1 0-1,0 1 1,-1-1-1,1 0 1,-1 0 0,1 1-1,-1-1 1,1 1-1,-1-1 1,0 1-1,0-1 1,0 1 0,0 0-1,1 2 1,0 0-156,-1 1-1,0 0 1,0-1 0,0 1-1,0 0 1,-1 0 0,0 0-1,0 8 1,-3 7-458,0 1 1,-1-1-1,-9 24 1,12-42 313,-2 8-706,-11 31-466,-2-20-8545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59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10597,'5'27'8406,"11"21"-8790,-8-24 1008,-6-20-579,-1-1-1,0 1 1,1 0-1,0-1 0,0 1 1,0-1-1,0 0 1,1 1-1,-1-1 0,1 0 1,0-1-1,0 1 0,0 0 1,0-1-1,0 0 1,1 1-1,-1-1 0,6 2 1,-7-3-24,1-1 1,-1 1-1,1-1 1,-1 0-1,1 0 1,-1 1-1,1-1 1,0-1-1,-1 1 1,1 0-1,-1-1 1,1 1-1,-1-1 1,1 0-1,-1 0 1,1 0-1,-1 0 1,0 0-1,0-1 1,0 1 0,1-1-1,-1 1 1,0-1-1,-1 0 1,1 0-1,0 0 1,0 0-1,-1 0 1,2-3-1,3-4 114,0 0 0,0-1 0,-1 0 0,-1 0-1,1 0 1,-2-1 0,0 1 0,3-16 0,-5 23-176,-1 1 0,0-1 0,0 1 0,0-1 1,0 1-1,0-1 0,0 1 0,-1-1 0,1 1 0,-1 0 0,1-1 1,-1 1-1,0 0 0,0-1 0,0 1 0,-1 0 0,-1-3 1,1 3-187,0 1 1,-1-1-1,1 1 1,0-1-1,-1 1 1,1 0 0,0 0-1,-1 0 1,1 0-1,-1 1 1,0-1-1,1 1 1,-1-1 0,0 1-1,1 0 1,-1 0-1,0 0 1,1 1-1,-1-1 1,-3 1 0,-14 3-5855,-1 0-4294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3:59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0 13318,'0'11'3074,"-2"-1"-1,-1 1-2225,1 3-319,-1 1-145,-2 3-176,2-2-208,-4 2-208,2 0-192,0 1-209,-2-1-2480,-3-1-2434,2-3-6082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04:00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9716,'-2'7'2626,"1"0"63,-1-1-80,2 3-2033,0-2-223,2 3-97,-1 1-80,3 1-48,-1 2-80,0-1-48,1 2-112,1 2-144,-2 0-2482,-1-2-2304,0 0-5987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40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2 121 11413,'-2'6'8931,"4"9"-5781,6 19-3509,-6-26 1531,10 55 394,-3-1-1,-2 1 1,-4 0-1,-5 84 1,-3-128-1371,5-19-193,0 0 0,0 0 0,0 0 0,0 0 0,-1 0 0,1 1 0,0-1 0,0 0 0,0 0 0,0 0 0,-1 0 0,1 0 0,0 0 0,0 0 0,0 0 0,-1 0 0,1 0 0,0 0 0,0 0 0,0 0 0,-1 0 0,1 0 0,0 0 0,0 0 0,0-1 0,-1 1 0,1 0-1,0 0 1,0 0 0,0 0 0,0 0 0,-1 0 0,1 0 0,0-1 0,0 1 0,0 0 0,0 0 0,0 0 0,0 0 0,0-1 0,-1 1 0,1 0 0,0 0 0,-2-3 0,1 0 1,-1 0-1,1 0 1,0 0-1,0-1 1,0 1-1,0 0 0,0-4 1,-2-42 31,3 1 0,8-78 0,-1 46-112,-7 69 67,1-17-51,2 1 1,1-1-1,10-38 1,-13 60 49,1 1 1,-1-1 0,1 1-1,1-1 1,-1 1 0,1 0 0,0 0-1,0 0 1,0 1 0,0-1-1,1 1 1,0-1 0,0 1 0,0 1-1,1-1 1,-1 0 0,1 1-1,0 0 1,0 0 0,0 1-1,0-1 1,0 1 0,8-2 0,-11 3 9,-1 1 1,1-1-1,-1 1 1,1 0-1,0-1 1,-1 1-1,1 0 1,0 0-1,-1 0 1,1 0-1,0 0 1,-1 1 0,1-1-1,0 1 1,-1-1-1,1 1 1,-1-1-1,1 1 1,-1 0-1,1-1 1,-1 1-1,1 0 1,-1 0-1,2 2 1,-2-1 3,0-1 1,0 1-1,0 0 0,-1 0 1,1 0-1,-1 0 1,1 1-1,-1-1 0,0 0 1,1 0-1,-1 0 1,0 0-1,0 0 0,-1 0 1,1 0-1,-1 3 1,-2 8 14,-1-1 0,0 0 1,-1 0-1,-11 22 0,13-30-218,-32 55 290,12-32-2255,-3-8-4752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40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59 10965,'-3'33'7645,"-3"1"-3809,4-22-3008,0 1 1,0-1-1,1 0 1,1 24-1,0-35-820,0-1 1,0 0-1,0 0 0,0 0 0,0 1 0,0-1 1,0 0-1,0 0 0,0 1 0,0-1 1,0 0-1,0 0 0,0 1 0,0-1 0,0 0 1,0 0-1,0 1 0,0-1 0,0 0 1,0 0-1,0 0 0,1 1 0,-1-1 0,0 0 1,0 0-1,0 0 0,0 1 0,1-1 1,-1 0-1,0 0 0,0 0 0,0 0 0,1 0 1,-1 1-1,0-1 0,0 0 0,0 0 1,1 0-1,-1 0 0,0 0 0,7-10 100,6-24-120,-11 28 54,2-5-93,1 0-1,0 0 1,0 1 0,1-1 0,0 1-1,1 1 1,0-1 0,1 1 0,0 0-1,0 1 1,1 0 0,0 0-1,1 1 1,-1 0 0,1 1 0,1 0-1,14-6 1,-22 11 50,-1 0 0,1 0-1,-1 0 1,1 1 0,-1-1 0,1 1-1,0 0 1,-1 0 0,1 0 0,-1 0 0,1 0-1,-1 1 1,4 0 0,-4 0 3,-1 0 0,1-1-1,-1 1 1,1 0 0,-1 0 0,0 0 0,0 0-1,1 0 1,-1 0 0,0 0 0,0 1 0,0-1 0,0 0-1,0 1 1,0-1 0,0 3 0,2 4 32,-1 1 0,0 0 1,0-1-1,-1 1 0,0 0 1,-1 13-1,4 20 259,-3-36-191,1 0-1,0-1 1,-1 1 0,2-1-1,-1 1 1,1-1 0,0 0 0,0 0-1,0 0 1,1-1 0,5 7-1,-8-10-64,1 0 1,-1 0-1,1 1 0,0-1 0,-1 0 0,1-1 0,0 1 0,-1 0 0,1 0 0,0-1 0,0 1 0,0-1 0,0 0 0,0 0 0,-1 1 0,1-1 0,0 0 0,0 0 0,0-1 0,0 1 0,0 0 0,0-1 0,-1 1 0,1-1 1,0 1-1,0-1 0,-1 0 0,1 0 0,0 0 0,-1 0 0,1 0 0,-1 0 0,1 0 0,-1-1 0,1 1 0,-1 0 0,0-1 0,2-3 0,1 0 15,0-1 0,0 1 1,0-1-1,-1 0 0,0 0 0,-1-1 0,1 1 0,2-13 0,-4 14-40,1 0-1,-2 0 1,1 0-1,0 0 1,-1 0-1,0 0 1,0 0-1,-1 0 0,1 0 1,-1 1-1,0-1 1,-1 0-1,-1-5 1,2 9-96,0-1 0,0 1 1,0-1-1,0 1 1,0-1-1,0 1 0,-1 0 1,1-1-1,0 1 0,-1 0 1,1 0-1,-1 0 0,1 0 1,-1 1-1,0-1 0,1 0 1,-1 1-1,0-1 1,0 1-1,1-1 0,-1 1 1,0 0-1,0 0 0,0-1 1,-2 2-1,-12 1-5181,1 5-5701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41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35 144 13062,'0'0'148,"0"0"0,1 0 0,-1 0 0,0 0 0,0 0 1,0 0-1,1-1 0,-1 1 0,0 0 0,0 0 0,5 3 3702,-5-3-3701,0 0-1,0 0 0,0 0 0,0 0 0,0 1 0,0-1 0,0 0 0,0 1 0,-2 13 2239,-11 20-2202,11-30 454,-3 10-150,0 0 0,1 0 0,-4 22 0,7-30-321,0 0-1,1 0 0,-1 0 0,1 0 0,1 0 0,-1 1 0,1-1 1,0-1-1,0 1 0,1 0 0,2 7 0,-3-11-128,0 0 0,1 0-1,-1 0 1,0 0 0,1 0 0,0-1 0,-1 1 0,1-1-1,0 1 1,-1-1 0,1 0 0,0 1 0,0-1-1,0 0 1,0 0 0,1-1 0,-1 1 0,0 0 0,0-1-1,0 1 1,1-1 0,-1 1 0,0-1 0,0 0-1,1 0 1,-1 0 0,0-1 0,0 1 0,1 0-1,-1-1 1,0 0 0,0 1 0,0-1 0,1 0 0,3-2-1,0 0-8,1-1 0,-1 1 0,0-1 0,1 0 0,-2-1 0,1 1 0,0-1-1,-1 0 1,0-1 0,5-6 0,1-5-156,-1-1 0,-1 0-1,-1 0 1,0-1 0,10-39-1,-15 45 6,-1-1-1,1 0 0,-2 0 1,0 0-1,-1 0 1,0 0-1,-1 0 0,-1 0 1,-5-20-1,7 33 117,0 1-1,0-1 1,0 0 0,0 1 0,0-1-1,0 0 1,0 1 0,0-1-1,0 1 1,-1-1 0,1 0 0,0 1-1,0-1 1,-1 1 0,1-1-1,0 1 1,-1-1 0,1 1 0,-1-1-1,1 1 1,0-1 0,-1 1-1,1 0 1,-1-1 0,1 1 0,-1 0-1,0-1 1,0 1 0,-6 15 60,2 29 243,2 5 172,0-20-79,2 1 0,4 45 0,-1-69-440,-1 0 0,1 0 0,0 0-1,0 0 1,1-1 0,-1 1-1,1-1 1,0 1 0,1-1-1,0 0 1,-1-1 0,1 1 0,1 0-1,-1-1 1,1 0 0,0 0-1,6 4 1,-7-6-327,0 1 1,0-1-1,0 0 0,0 0 1,1 0-1,-1-1 0,0 0 1,1 1-1,-1-2 0,1 1 1,-1 0-1,1-1 1,-1 0-1,1 0 0,0 0 1,-1-1-1,1 1 0,-1-1 1,1 0-1,-1 0 0,0-1 1,1 1-1,5-4 0,-8 4-308,-1 0-1,0 0 1,1 0 0,-1 0-1,0 0 1,0-1-1,0 1 1,0 0 0,0 0-1,0-1 1,0 1-1,1-2 1,4-9-9158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41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13590,'1'5'797,"-1"-1"0,1 0-1,0 0 1,0 0 0,0 0-1,0 0 1,1 0 0,0 0 0,-1 0-1,2 0 1,-1-1 0,3 5-1,-4-7-700,1 0 0,-1 0 0,1 0 0,0 0 0,-1 0-1,1-1 1,0 1 0,-1 0 0,1-1 0,0 1 0,0-1 0,0 0-1,0 1 1,-1-1 0,1 0 0,0 0 0,0 0 0,0 0 0,0-1-1,-1 1 1,1 0 0,0-1 0,0 0 0,0 1 0,-1-1 0,1 0-1,0 0 1,-1 0 0,3-2 0,15-8-1030,-15 8 1371,-1 0 1,1-1 0,-1 1 0,0 0-1,0-1 1,0 0 0,0 0-1,3-7 1,-5 9-637,1-1 0,-1 0 0,-1 0 0,1 0 0,0 0 0,-1 0 0,1 1 0,-1-1 0,0-5 0,-3-9-5334,-6-1-4420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41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1 13478,'-1'0'689,"-1"0"0,0 0 0,1 1 0,-1-1 0,1 1-1,-1-1 1,1 1 0,0-1 0,-1 1 0,1 0 0,-1 0 0,1 0 0,-2 2 0,-18 20 1961,-9 30-1525,28-47-919,0-1 0,0 1 0,0-1 0,0 1 1,1 0-1,0 0 0,0 0 0,1-1 0,0 1 0,0 0 1,1 9-1,0-12-176,0 0 1,0 0-1,0 0 1,0 0 0,0 0-1,1-1 1,-1 1-1,1 0 1,0-1-1,0 1 1,0-1-1,0 0 1,0 1-1,1-1 1,-1 0-1,1-1 1,-1 1-1,1 0 1,0-1-1,0 1 1,-1-1-1,1 0 1,4 1-1,3 2-463,1-1-1,-1-1 0,1 0 1,0 0-1,0-1 0,-1 0 1,1-1-1,0 0 0,0-1 1,21-4-1,-25 3-331,1 0-1,-1-1 1,1 0 0,-1 0-1,0 0 1,11-8 0,-12 6-536,0 1 0,-1-1 0,1 0 0,-1-1 0,0 1 0,-1-1 1,8-11-1,0-6-8269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42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13382,'-15'67'8546,"10"3"-4665,11 73-2314,-2-80-143,-3-39-1147,-1-13-253,0 0-1,1 0 1,0 0 0,0 0-1,2 0 1,6 20 0,-9-31-55,0 0 1,0 0-1,0 1 1,0-1-1,0 0 1,0 0-1,0 0 1,0 0-1,0 0 1,0 1-1,0-1 1,0 0-1,0 0 1,0 0-1,1 0 1,-1 0-1,0 0 1,0 0-1,0 0 1,0 0-1,0 1 1,0-1-1,1 0 1,-1 0-1,0 0 1,0 0-1,0 0 1,0 0-1,0 0 1,1 0-1,-1 0 1,0 0-1,0 0 1,0 0-1,0 0 1,0 0-1,1 0 1,-1 0-1,0 0 1,0 0-1,0 0 1,0 0-1,0 0 1,0 0-1,1-1 1,-1 1-1,0 0 1,0 0-1,0 0 1,0 0-1,0 0 1,0 0-1,0 0 1,1 0-1,-1-1 1,0 1-1,0 0 1,7-14-1319,2-17-299,-9 31 1630,5-24-1051,2 1-1,18-41 0,-22 57 1008,0 1-1,0 0 1,1-1-1,0 1 1,0 0-1,1 1 1,-1-1-1,1 1 0,1 0 1,-1 0-1,1 0 1,0 1-1,12-7 1,-15 9 198,0 1 0,1 0 0,-1 0 0,0 0 0,0 0 1,1 1-1,-1-1 0,1 1 0,-1 0 0,0 0 0,1 0 1,-1 1-1,0-1 0,1 1 0,-1 0 0,0 0 0,0 0 1,1 0-1,-1 0 0,0 1 0,0-1 0,0 1 0,-1 0 0,1 0 1,5 4-1,-4-1 93,0-1 1,-1 0-1,1 1 1,-1-1-1,0 1 0,0 0 1,0 0-1,-1 0 1,0 1-1,0-1 1,0 1-1,-1-1 1,0 1-1,1 8 1,-1 19 486,-1-25-590,0 0 1,0 1 0,0-1-1,1 0 1,1 0-1,-1 0 1,1 0 0,0-1-1,5 10 1,-7-16-160,0 0 1,1 0-1,-1-1 1,1 1-1,-1 0 1,1 0-1,0-1 1,-1 1-1,1-1 1,0 1-1,-1 0 1,1-1-1,0 1 1,0-1-1,-1 0 1,1 1-1,0-1 1,0 0-1,0 1 1,0-1-1,-1 0 1,1 0-1,0 0 1,0 0-1,0 0 1,0 0-1,1 0 1,0 0-94,0-1 1,0 0 0,0 0-1,0 0 1,0 0 0,0 0-1,0 0 1,0 0 0,0-1-1,2-2 1,4-4-558,0-1 1,-1 1 0,7-13-1,-13 21 635,9-18-989,-1 1 0,0-2 0,10-32-1,10-21-719,-28 82 2552,0 0 0,0 1 0,1-1 0,0 0 0,1 0 0,5 11 0,-4-12-306,1 0 0,0 0 1,1 0-1,0-1 0,0 0 0,1 0 1,0-1-1,1 0 0,-1 0 0,12 7 1,-15-11-411,0 0 1,0 0-1,0-1 1,0 0-1,1 0 1,-1 0 0,1 0-1,-1-1 1,1 0-1,-1 0 1,1 0 0,0 0-1,0-1 1,0 0-1,-1 0 1,1 0 0,0 0-1,0-1 1,-1 0-1,1 0 1,0 0 0,-1 0-1,1-1 1,5-3-1,-9 5-83,1-1 0,-1 0 0,0 0-1,1 1 1,-1-1 0,0 0 0,1 0 0,-1-1-1,0 1 1,0 0 0,0 0 0,0-1-1,0 1 1,0 0 0,0-1 0,-1 1 0,1-1-1,0 1 1,-1-1 0,1 1 0,-1-1 0,1-3-1,-2 3-64,1 0 0,0-1 0,-1 1 0,0-1 0,1 1 0,-1 0 0,0-1 0,0 1 0,0 0 0,0 0-1,-1 0 1,1 0 0,-3-3 0,-6-5-546,0 0 1,0 1-1,-1 0 0,-13-8 0,22 16 458,-37-24-1665,26 18 1113,0-1-1,0-1 0,1 0 1,0 0-1,1-1 0,0-1 0,-12-14 1,23 24 669,-1 0 1,1 1 0,-1-1 0,1 0 0,0 0 0,-1 0 0,1 0 0,0 0 0,0 0-1,0 0 1,0 0 0,0 0 0,0 0 0,0 0 0,0 0 0,0 0 0,0 0 0,0 0-1,0 0 1,1 0 0,-1 0 0,0 0 0,1 0 0,-1 0 0,1 0 0,-1 1-1,1-1 1,0 0 0,-1 0 0,1 1 0,0-1 0,-1 0 0,1 1 0,0-1 0,0 0-1,0 1 1,-1-1 0,1 1 0,0-1 0,0 1 0,0 0 0,0-1 0,0 1-1,1 0 1,47-14 184,-45 13-103,28-3 832,40-1 1,-20 2 3,-30 1-152,0 1-1,0 0 0,0 2 0,37 5 0,-53-5-528,0 1 0,-1-1 0,1 1 0,-1 0 0,1 1 0,-1-1 0,0 1 0,0 0 0,0 0 0,0 1 0,0 0 0,-1-1 0,0 1 0,0 1-1,0-1 1,0 1 0,-1-1 0,1 1 0,-1 0 0,0 0 0,-1 1 0,4 9 0,0 17 291,-5-28-477,-1 1-1,1 0 1,0-1 0,0 1-1,0-1 1,1 1 0,-1-1 0,4 7-1,-4-11-26,-1 0-1,1 0 0,-1 0 1,0 0-1,1 0 0,-1 0 1,0 0-1,1 0 0,-1 0 1,0 0-1,1 0 0,-1 0 1,1 0-1,-1 0 0,0 0 1,1-1-1,-1 1 0,0 0 1,1 0-1,-1 0 0,0-1 1,0 1-1,1 0 0,-1 0 1,0-1-1,0 1 0,1 0 1,-1-1-1,0 1 0,0 0 1,0-1-1,1 1 0,-1 0 1,0-1-1,0 1 0,0 0 0,0-1 1,0 0-1,10-18-423,-8 16 335,2-7-92,5-8-483,22-33 0,-29 47 695,0 1 1,1 0-1,-1 0 1,1 0-1,-1 0 1,1 0-1,0 1 1,0-1-1,0 1 1,1 0-1,-1 0 1,1 0-1,-1 0 1,1 1-1,-1-1 1,8-1-1,-9 3 127,0 1 0,0-1-1,0 0 1,-1 1 0,1-1 0,0 1-1,-1 0 1,1 0 0,0 0 0,-1-1-1,1 1 1,-1 1 0,0-1 0,1 0-1,-1 0 1,0 0 0,1 1-1,-1-1 1,0 1 0,0-1 0,0 1-1,1 2 1,19 42 1813,-19-41-1821,-1-3-300,25 54 1233,-7-30-5168,-8-17-1719,2-3-3507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43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10 16039,'-6'3'1391,"1"1"-1,0-1 1,0 1-1,0 0 1,1 0-1,-1 0 0,-4 7 1,2-2-483,0 1 0,0 0 0,-6 13 1,4-4-493,1 1 1,1 0 0,-8 34 0,14-52-401,1 1 0,-1 0 0,0 0 0,1 0 0,0 0 0,0-1 1,0 1-1,0 0 0,0 0 0,0 0 0,1 0 0,-1 0 0,1-1 0,0 1 0,0 0 1,0-1-1,0 1 0,0 0 0,1-1 0,-1 1 0,1-1 0,3 4 0,-3-5-52,0 0-1,1 1 1,-1-1-1,1 0 1,-1 0-1,1 0 1,0-1-1,-1 1 1,1-1-1,0 1 1,0-1 0,-1 0-1,1 0 1,0 0-1,-1 0 1,1-1-1,0 1 1,0-1-1,-1 0 1,1 0-1,-1 1 1,1-2-1,-1 1 1,3-2-1,14-7-1162,-1-1-1,-1-1 0,0 0 1,0-2-1,-2 0 0,24-26 1,36-31-3535,-70 67 4478,-2 2 94,1-1 1,-1 0-1,0 0 0,0 0 0,0 0 0,0-1 1,4-5-1,-20 21 2507,11-9-2065,1 0 0,0 1 1,0-1-1,0 0 0,1 0 0,-1 1 0,1-1 1,0 1-1,0-1 0,0 0 0,0 1 0,1-1 1,-1 0-1,1 1 0,0-1 0,0 0 0,0 0 1,0 0-1,1 0 0,-1 0 0,1 0 0,0 0 1,0 0-1,0 0 0,0-1 0,4 5 1,-2-4-34,0 1 1,1-1 0,-1 0 0,1 0 0,-1-1 0,1 1 0,0-1 0,0 0 0,0 0 0,1-1 0,-1 0 0,0 0 0,0 0 0,1 0 0,9-1 0,-2-1-58,-1 0-1,0-1 1,0-1 0,0 0-1,-1 0 1,1-2-1,11-5 1,-20 9-179,0-1 1,1 0-1,-1 0 0,-1 0 1,1 0-1,0 0 0,0-1 0,-1 1 1,0-1-1,1 0 0,-1 0 1,3-4-1,-4 4-12,-1 1 1,1 0-1,-1 0 0,1 0 1,-1 0-1,0 0 0,1 0 1,-1-1-1,-1 1 1,1 0-1,0 0 0,0 0 1,-1 0-1,1-1 0,-1 1 1,0 0-1,1 0 0,-1 0 1,0 0-1,0 0 0,0 1 1,-3-4-1,0 0-160,-1 0 0,0 0-1,0 0 1,0 1 0,-1 0 0,1 0 0,-1 0-1,0 1 1,0 0 0,-1 0 0,1 0 0,-1 1 0,1 0-1,-1 0 1,-12-1 0,-39-15-5320,52 13 2717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43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6 10789,'2'-1'457,"-1"0"0,1 1-1,-1-1 1,1 0 0,-1 1 0,1-1-1,0 1 1,0 0 0,-1 0 0,1-1 0,0 1-1,-1 0 1,1 0 0,0 1 0,0-1 0,-1 0-1,1 1 1,0-1 0,1 1 0,-2 0-278,-1 0 0,1 1 0,-1-1 0,1 0 0,-1 0 0,1 1 1,-1-1-1,0 0 0,0 0 0,1 1 0,-1-1 0,0 0 0,0 0 0,-1 1 1,1-1-1,0 0 0,0 1 0,0-1 0,-1 0 0,1 0 0,-1 1 0,1-1 1,-1 0-1,1 0 0,-2 2 0,-9 22 822,4-12-443,2 1 0,0-1 0,0 1 0,-2 16 0,6-26-400,1 0-1,-1 1 1,1-1-1,0 0 1,1 1-1,-1-1 1,1 0-1,0 1 1,0-1 0,0 0-1,0 0 1,1 0-1,-1 0 1,1 0-1,0 0 1,1 0-1,-1-1 1,4 5-1,31 27 897,-31-30-1002,0 0 0,0 0 0,0 1 0,0 0 0,-1 0 0,6 10 1,-10-14-54,0 0 0,0 1 0,0-1 1,0 1-1,-1-1 0,1 1 1,-1-1-1,0 1 0,0 0 1,1-1-1,-2 1 0,1-1 0,0 1 1,0 0-1,-1-1 0,0 1 1,1-1-1,-1 1 0,0-1 1,0 0-1,0 1 0,-1-1 0,1 0 1,-2 3-1,-2 1-81,0 1 1,0-1-1,0-1 1,0 1-1,-9 6 0,12-10-245,0-1 0,0 1 0,0-1-1,0 1 1,0-1 0,-1 0-1,1 1 1,-1-1 0,1 0 0,0-1-1,-1 1 1,0 0 0,1-1-1,-1 1 1,1-1 0,-1 0 0,0 0-1,1 0 1,-5-1 0,0-3-4395,7-21-16288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43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14967,'14'24'7923,"-8"6"-3697,-7 37-1554,-1-30-1088,3-4-1396,3-1 1,0 1 0,10 34-1,-6-31-1807,-6-7-1692,-6-17-1380,-9-6-5990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44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0 239 14279,'120'-57'7297,"69"-11"-8080,-23 8-2170,-59 13 4615,-94 40 126,-16 9 1229,-21 13 227,13-6-2681,0 0-1,0 1 1,1 0-1,1 1 1,-1 0-1,2 1 1,0 0-1,-8 15 1,14-23-557,0 1 0,0 0-1,0 0 1,0 0 0,1 0 0,0 1 0,0-1 0,0 0 0,1 0 0,0 1 0,0-1 0,0 0-1,1 1 1,-1-1 0,1 0 0,0 0 0,1 0 0,0 0 0,-1 0 0,1 0 0,1 0-1,-1 0 1,1-1 0,0 1 0,3 3 0,16 16-13,-18-19 9,1-1 0,-1 1 0,0-1 0,-1 1 0,1 0 0,-1 0 0,3 7 0,-5-10-6,-1 0-1,1 0 1,-1 0 0,0 0-1,0 1 1,0-1 0,0 0-1,0 0 1,0 0 0,0 0 0,-1 0-1,1 1 1,-1-1 0,0 0-1,0 0 1,1 0 0,-1 0-1,0 0 1,-1-1 0,1 1 0,0 0-1,0 0 1,-1-1 0,-2 3-1,-2 2-831,0 1-1,0-2 1,-1 1-1,0-1 0,0 0 1,-14 6-1,-26 6-11544,15-11-2050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49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1 111 14743,'8'1'7732,"42"-7"-6532,108-28 875,156-27-3139,-246 54-1425,-46 5-1085,-1 1-3657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0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13734,'5'101'11106,"-2"-75"-9293,12 43 0,-10-50-2001,2 1 1,0-1-1,2-1 0,0 0 0,1 0 1,0-1-1,23 29 0,-29-42-978,14 19 74,-15-16-3232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1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14327,'4'37'6604,"-4"-27"-6173,1 1 1,1-1-1,0 0 1,0 0-1,1 1 1,0-1-1,0-1 1,6 12-1,-7-17-350,1 0 0,-1 1-1,1-1 1,0 0 0,0 0 0,0 0-1,0-1 1,1 1 0,0-1 0,-1 0-1,1 0 1,0 0 0,1 0 0,8 4-1,-13-7-72,0 0 0,0 0 0,1 0 0,-1 0 0,0 0 0,0 0 0,0 0 0,1 0 0,-1 0 0,0 0 0,0 0 0,0 0 0,1 0-1,-1 0 1,0 0 0,0-1 0,0 1 0,1 0 0,-1 0 0,0 0 0,0 0 0,0 0 0,0 0 0,1 0 0,-1-1 0,0 1 0,0 0 0,0 0 0,0 0 0,0 0-1,1 0 1,-1-1 0,0 1 0,0 0 0,0 0 0,0 0 0,0-1 0,0 1 0,0 0 0,0 0 0,0-1 0,-1-12 87,-9-12-145,10 25 53,-5-12-143,0-1 1,0 1-1,1-1 1,1 0-1,0 0 1,-1-20 0,3 29 99,1 0 1,0 0 0,0 1 0,1-1 0,-1 0 0,1 0 0,0 0 0,0 1 0,0-1 0,0 0 0,1 1 0,-1-1 0,1 1 0,0 0-1,0-1 1,0 1 0,0 0 0,1 0 0,-1 0 0,1 1 0,0-1 0,0 1 0,0-1 0,0 1 0,0 0 0,0 0 0,5-1-1,8-4 46,0 0 0,1 2 0,0 0 0,0 1 0,1 0 0,-1 2-1,1 0 1,0 1 0,-1 1 0,1 0 0,0 1 0,-1 1-1,1 1 1,-1 1 0,0 0 0,0 1 0,0 1 0,-1 0-1,1 2 1,19 11 0,-20-7 28,-42-23 22,-8-3-18,31 14-23,0 0-1,0 0 0,0 0 1,1 0-1,-1 0 0,0 1 1,0-1-1,0 1 0,1 0 1,-1 0-1,0 0 0,1 0 1,-1 0-1,0 1 1,1-1-1,0 1 0,-1 0 1,1 0-1,0 0 0,0 0 1,0 0-1,0 0 0,0 0 1,1 0-1,-1 1 0,1-1 1,-1 1-1,-1 4 0,-1 2 60,-1 1-1,2-1 0,-1 1 0,1 0 0,1 0 0,-3 19 1,4-26-42,1 0 0,0 0 1,0 0-1,0 0 0,0 0 1,0 0-1,1 0 1,-1 0-1,1 0 0,0 0 1,0 0-1,0 0 0,0 0 1,0-1-1,1 1 0,-1 0 1,1-1-1,0 0 1,0 1-1,-1-1 0,4 3 1,-2-3-9,1 0 1,-1 0-1,1 0 1,0 0-1,0-1 1,-1 1-1,1-1 1,0 0-1,0 0 1,0 0-1,0-1 1,0 0-1,0 1 0,5-2 1,-1 1-81,1-1 0,-1 0 0,1 0 0,-1-1 0,0 0 0,1-1 0,-1 0 0,0 0 0,0-1 1,-1 1-1,1-2 0,-1 1 0,0-1 0,9-8 0,-11 7-165,-1-1 1,1 1-1,-1-1 1,0 0-1,-1 0 1,0 0-1,0 0 0,-1-1 1,1 1-1,-1-1 1,1-11-1,-6 24 386,5 15 978,6-6-744,1 0 1,1 0 0,0-1 0,1 0 0,0-1-1,21 18 1,-27-26-560,1 1-1,0-1 1,1 0 0,-1 0-1,1-1 1,0 0 0,-1 0-1,12 3 1,-16-6 17,-1 1-1,1-1 1,0 0-1,0 1 1,-1-1 0,1 0-1,0 0 1,0 0-1,-1 0 1,1 0-1,0 0 1,-1-1 0,1 1-1,0-1 1,0 1-1,-1-1 1,1 0 0,-1 1-1,1-1 1,-1 0-1,1 0 1,-1 0-1,1 0 1,-1 0 0,0 0-1,1-1 1,-1 1-1,0 0 1,0-1-1,0 1 1,0-1 0,0 1-1,-1-1 1,1 1-1,0-1 1,-1 0-1,1 1 1,-1-1 0,1 0-1,-1-2 1,6-43-4246,-4 28 1314,0 1 1,7-22-1,-8 34 3171,1 1 1,0 0-1,1 0 0,-1 0 0,1 0 0,6-8 1,-9 12 239,0 0 0,1 1 1,-1-1-1,1 0 1,-1 1-1,1-1 0,-1 1 1,1-1-1,-1 1 1,1-1-1,0 1 0,-1-1 1,1 1-1,0-1 1,-1 1-1,1 0 0,0 0 1,0-1-1,-1 1 1,1 0-1,0 0 0,0 0 1,-1 0-1,1 0 1,0 0-1,0 0 0,0 0 1,-1 0-1,1 0 1,1 0-1,-1 1-52,1 0-1,-1 0 1,1 1-1,-1-1 1,0 0 0,0 0-1,0 1 1,0-1-1,0 1 1,0-1-1,0 1 1,1 3 0,3 6 225,-1 1 0,5 23 1,-8-32 73,0 2-328,0 3 102,1 0-1,0-1 0,0 0 0,1 1 0,4 8 1,-6-15-324,-1 0 1,1-1 0,-1 1 0,1 0 0,0 0 0,-1-1-1,1 1 1,0 0 0,-1-1 0,1 1 0,0-1 0,0 1 0,0-1-1,0 1 1,-1-1 0,1 1 0,0-1 0,0 0 0,0 0 0,2 1-1,-2-1-25,1-1 1,-1 1-1,1 0 0,-1-1 0,1 1 0,-1-1 0,0 0 0,1 1 0,-1-1 0,0 0 0,1 0 1,-1 0-1,0 0 0,0 0 0,0 0 0,0 0 0,2-2 0,3-5 8,-3 5-13,-1 0-1,1 0 1,-1 0-1,1 1 1,0-1-1,6-3 1,-8 5-4,0 1 0,0-1 1,0 1-1,1 0 0,-1 0 1,0-1-1,0 1 0,0 0 1,1 0-1,-1 0 0,0 0 1,0 0-1,0 0 1,0 1-1,1-1 0,-1 0 1,0 1-1,0-1 0,0 1 1,0-1-1,0 1 0,0-1 1,0 1-1,0 0 0,0-1 1,2 3-1,10 8-308,1 0 1,24 14-1,-2-11-2594,7-9-4105,-21-5 733,0 0-3057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1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0 13222,'-62'23'7017,"-2"10"-4496,58-30-2388,0 1-1,0 0 1,0 0-1,1 1 1,-1-1-1,1 1 1,0 0-1,1 0 1,-1 1-1,1 0 1,0-1-1,1 1 0,-1 1 1,1-1-1,0 0 1,1 1-1,-3 8 1,4-10-98,1 0 1,0 0-1,0 0 1,0-1-1,1 1 1,0 0-1,0 0 1,0-1-1,0 1 1,1-1-1,-1 1 1,1-1-1,0 1 1,1-1-1,-1 0 1,1 0-1,0 0 1,-1 0-1,2-1 1,-1 1-1,6 4 1,8 6-32,0-1 0,1 0 0,30 14 0,-7-3-81,-24-8-25,-17-16 90,0 1 0,0-1 0,0 0-1,0 1 1,1-1 0,-1 0-1,0 1 1,0-1 0,0 0 0,0 1-1,0-1 1,0 0 0,0 1 0,0-1-1,0 0 1,0 1 0,0-1 0,0 1-1,0-1 1,0 0 0,-1 1-1,1-1 1,0 0 0,0 1 0,0-1-1,0 0 1,-1 0 0,1 1 0,0-1-1,-1 1 1,-1 0-70,0 0-1,1-1 1,-1 1-1,0 0 1,0-1-1,0 1 1,0-1 0,-1 0-1,1 1 1,0-1-1,0 0 1,0 0-1,0-1 1,0 1 0,0 0-1,-3-1 1,-38-7-2186,-6-1-7870,23 4-1438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1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72 10725,'15'69'7831,"1"-2"-3485,0-13-2187,39 90 0,-49-131-2054,-3-9-73,-1 1 0,1 0-1,-1 0 1,-1 0-1,1 0 1,0 0-1,0 6 1,-26-38-56,7 5-303,2-1 0,0 0 0,2-1 1,-13-28-1,22 42 133,0 0 0,1 0 1,0 0-1,0 0 0,1-1 1,0 0-1,1 1 0,0-1 0,1 0 1,0 1-1,1-1 0,0 0 1,4-16-1,-3 21 140,0 2 0,1-1 1,-1 0-1,1 0 0,0 1 0,1-1 0,-1 1 1,1 0-1,0 0 0,0 1 0,0-1 0,0 1 1,0 0-1,1 0 0,0 0 0,-1 0 0,1 1 1,0 0-1,0 0 0,7-1 0,12-4-221,0 1-1,1 2 0,27-2 1,-33 3 237,61-8 589,46-4 925,-118 16 31,-11 3-553,-22 11-219,-39 14-601,27-14-213,15-5-214,0-1 1,0 0-1,-1-2 1,0-1-1,0 0 1,-43 3-1,58-8-1538,14 2-1883,14 1-5934,-8-2 673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2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85 12438,'-4'1'6419,"-12"6"-4779,13-5-1518,1 0 0,0 0-1,-1 1 1,1-1 0,0 1-1,1 0 1,-1-1 0,0 1-1,1 0 1,0 0-1,-1 0 1,1 0 0,0 0-1,0 0 1,1 0 0,-1 0-1,1 1 1,0-1 0,-1 0-1,1 0 1,1 1 0,-1-1-1,0 0 1,1 0 0,0 0-1,0 0 1,0 0-1,0 0 1,0 0 0,0 0-1,1 0 1,-1 0 0,1 0-1,0-1 1,0 1 0,0-1-1,0 1 1,1-1 0,-1 0-1,1 0 1,-1 0-1,1 0 1,0 0 0,-1-1-1,1 1 1,5 1 0,-1-2-104,-1 0 1,1-1 0,-1 1 0,1-2-1,-1 1 1,1-1 0,-1 1-1,1-2 1,-1 1 0,0-1-1,1 0 1,9-5 0,-13 6-17,1 0 0,-1-1 0,0 0 0,0 0 0,0 0 1,0 0-1,0 0 0,0 0 0,0-1 0,-1 1 0,1-1 0,-1 0 0,0 0 1,0 0-1,0 0 0,0 0 0,0 0 0,-1-1 0,0 1 0,1-1 0,-1 1 0,0-1 1,-1 1-1,2-5 0,-3 5 1,1 0 0,-1 1-1,0-1 1,0 1 0,0-1 0,0 1 0,0-1 0,-1 1 0,1-1-1,-1 1 1,1 0 0,-1 0 0,0 0 0,0 0 0,0 0 0,0 0-1,0 1 1,0-1 0,-1 1 0,1-1 0,-5-1 0,-6-4-61,-1 1 1,-21-7 0,34 13 40,-4-2-404,-71-27-1473,53 15-2443,3-2-5303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2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23 202 15383,'10'28'5547,"-4"1"-3422,6 17-1166,-25-82 144,-11-42 0,20 62-1035,1 0-1,0-1 0,1 1 0,1-1 0,1-24 0,0 39-175,1-1 0,-1 1-1,0 0 1,1 0 0,-1 0 0,1 0 0,0 0 0,0 0 0,0 0-1,0 0 1,0 0 0,0 1 0,0-1 0,0 0 0,1 1 0,-1-1 0,1 1-1,-1-1 1,1 1 0,0 0 0,-1-1 0,3 0 0,3-1-954,-1 1 1,1 0-1,-1 0 0,1 0 1,9-1-1,11-2-6016,-4-1-3610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3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0 14038,'6'65'6967,"10"-3"-3393,33 57-2707,-32-84-1047,-2 2 1,12 45-1,-23-50-871,-9-18-2192,-9-4-5791</inkml:trace>
  <inkml:trace contextRef="#ctx0" brushRef="#br0" timeOffset="1">1 277 18040,'11'-6'4242,"3"1"64,3 0-2577,5 4-1057,3-4-240,4 1-255,2-3-498,1 2-607,2-2-673,-2-1-2737,0 1-3185,-1-1-7364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3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 11605,'-68'22'10760,"50"-15"-9432,1 1 0,-19 11 0,30-16-1192,0 1-1,1-1 1,0 1-1,0 0 1,0 0-1,0 0 1,0 1-1,1-1 1,0 1-1,0 0 1,0 1-1,1-1 1,-1 1-1,1-1 1,1 1-1,-1 0 1,1 0-1,0 0 1,0 1-1,-1 11 1,3-15-123,0 0 0,0 0 1,0 0-1,0 0 0,1-1 1,-1 1-1,1 0 0,0 0 1,0 0-1,0-1 0,0 1 1,0 0-1,1-1 0,-1 0 0,1 1 1,0-1-1,-1 0 0,3 3 1,0-2-106,0 0-1,0 0 1,0-1 0,0 1 0,1-1-1,-1 0 1,0 0 0,1 0 0,9 2 0,0-2-646,0 0 0,0 0 1,0-2-1,1 1 1,-1-2-1,21-3 1,19-10-5325,-20-4-1611,-10 2-1955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3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27 13910,'-2'5'707,"0"1"0,0-1-1,1 1 1,-1-1-1,1 1 1,0-1 0,0 1-1,1 0 1,0-1-1,0 1 1,0 0-1,1-1 1,1 9 0,0-9-609,0 0 0,0 0 1,0 0-1,0 0 1,1-1-1,0 1 0,0-1 1,0 0-1,0 0 0,1 0 1,0 0-1,0 0 1,0-1-1,0 1 0,0-1 1,1 0-1,-1-1 0,1 1 1,0-1-1,0 0 1,0 0-1,7 1 0,-4-1-86,1-1 0,-1 1 1,1-2-1,-1 1 0,1-2 0,-1 1 0,1-1 0,-1 0 0,17-5 0,-23 6-12,0-1 0,1 0 0,-1 0 0,0 0 0,0 0 0,0 0 0,0 0 0,0-1 0,0 1 0,0-1 0,0 1 0,-1-1 0,1 0 0,0 0 0,-1 0 0,2-3 0,-2 3 0,-1 0 0,1 0 0,-1 0 0,1 0 0,-1 0 0,0-1 1,0 1-1,0 0 0,-1 0 0,1 0 0,0 0 0,-1 0 0,1-1 0,-1 1 0,0 0 0,0 0 1,0 0-1,0 0 0,0 1 0,0-1 0,-3-3 0,-2-3 0,0 0 1,-1 1-1,0 0 1,0 0-1,0 1 1,-1-1-1,0 2 0,-1-1 1,1 1-1,-1 1 1,0-1-1,-13-3 0,5 2-245,-1 1 0,1 1-1,-1 0 1,0 2-1,-35-1 1,127-2-6057,21-1-3393,-54 3 971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4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0 12950,'-51'9'7267,"28"-4"-5982,-1 2-1,-42 16 0,65-22-1247,0-1 1,0 0 0,0 1-1,0-1 1,0 1 0,0-1-1,0 1 1,1-1-1,-1 1 1,0 0 0,0 0-1,0-1 1,1 1 0,-1 0-1,0 0 1,1 0 0,-1 0-1,0 0 1,1 0-1,-1 0 1,1 0 0,0 0-1,-1 1 1,1-1-13,0 0 0,1 0 0,-1 0 0,0 0 0,1 0 0,-1 0 0,0 0 0,1 0 0,-1 0 0,1 0 0,0 0 0,-1 0 0,1 0 0,0 0 0,0 0 0,-1 0 0,1-1 0,1 2 0,7 4 52,1 1 0,-1-2 0,18 9 0,-16-9 0,11 7-3,2 0-17,38 26 0,-57-35-47,0 1 0,0 0 0,0 0 0,-1 0 0,0 0 0,0 1 0,0 0 0,0 0 0,-1 0 0,0 0 0,0 1 0,0-1 0,2 8 0,-4-11 10,-1 0 0,0 0 0,1 0-1,-1 0 1,0 0 0,0 0 0,0-1-1,0 1 1,-1 0 0,1 0 0,0 0-1,-1 0 1,0 0 0,1-1 0,-1 1-1,0 0 1,0 0 0,0-1 0,0 1-1,-2 2 1,0 0 28,-1-1 0,1 0 0,-1 0 0,1-1 1,-1 1-1,0-1 0,0 0 0,-7 3 0,-3 0-174,1 0 0,-1-2 1,0 1-1,-25 1 0,37-5-159,-34-1-1310,23-7-2114,12 8 3227,1-1 1,0 0-1,-1 0 0,1 0 0,0 1 1,0-1-1,0 0 0,0 0 0,-1 0 0,1 0 1,0 0-1,0 0 0,1 1 0,-1-1 0,0 0 1,0 0-1,0 0 0,1-1 0,5-13-11155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4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14567,'10'9'6702,"-5"7"-3656,-2 22-2139,-2-19 299,7 28-280,3-1 0,25 69 0,1 3-3424,-34-97 1393,-4-12-1965</inkml:trace>
  <inkml:trace contextRef="#ctx0" brushRef="#br0" timeOffset="1">35 178 13206,'18'-3'2769,"3"-4"1,2 0-2290,6 1-400,2-3-128,1 2-160,4 1-929,-1-1-1648,1-2-2145,1-3-5267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34:54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0 14567,'-60'27'7632,"43"-21"-7071,0 1 0,1 1 0,0 0 0,0 1 0,0 1 0,-14 13 1,28-22-524,1 0 1,0 0 0,-1 1 0,1-1-1,0 0 1,0 0 0,0 1-1,0-1 1,0 1 0,1-1 0,-1 1-1,0-1 1,1 1 0,-1-1-1,1 1 1,-1 0 0,1-1 0,0 1-1,-1 0 1,1-1 0,0 1-1,0 0 1,1-1 0,-1 1 0,0 0-1,0-1 1,1 1 0,-1-1-1,1 1 1,-1 0 0,1-1 0,0 1-1,0-1 1,0 1 0,-1-1 0,1 0-1,1 1 1,-1-1 0,0 0-1,0 0 1,2 2 0,7 4 58,-1 1 0,1-2 0,0 0 1,19 9-1,-19-10-8,30 15 153,58 33 414,-88-47-511,0 0-1,-1 2 1,0-1 0,0 1 0,-1 0 0,0 1 0,8 11 0,-14-19-104,-1 1 1,0-1-1,0 1 1,0-1-1,0 1 1,0-1-1,-1 1 1,1 0 0,0 0-1,-1-1 1,0 1-1,1 0 1,-1 0-1,0 0 1,0 0-1,0-1 1,0 1-1,0 0 1,0 0 0,-1 2-1,0-2-84,1-1-1,-1 1 1,0-1-1,-1 1 1,1-1-1,0 0 1,0 1 0,0-1-1,-1 0 1,1 0-1,-1 0 1,1 0-1,-1 0 1,1 0-1,-1-1 1,1 1-1,-3 0 1,-7 2-824,1-1-1,0 0 1,-1 0-1,1-2 1,-19 1-1,-51 0-11751,33 4-32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23T15:43:47.06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12359 5985 1098 0,'0'0'504'0,"0"0"-182"15,0 0-76-15,0 0 23 0,0 0 2 16,0 0-17-16,0 0-55 0,0 0-68 15,0 0-52-15,-27 26-31 0,12-14-26 16,-4 1 13-16,0 4 4 0,-2 0 24 16,1-1 10-16,-1 2 53 0,3 0-54 0,2-1 10 15,0 0-32-15,5-4 16 0,1 0-18 16,4-3-17-16,3-2-30 0,1 1-1 16,2-1-19-16,0-1-13 0,2 3 3 15,7-3 26-15,1-1-10 0,1 2-18 16,5-2 18-16,-2 0-5 0,5-1-17 15,-1-2-15-15,-1 0 25 0,0-3-24 16,0 3 47 0,-2-2-58-16,1-1-42 0,-5 2-43 0,1-2-107 0,-2 1-161 15,-1 0-191-15,-7 1-416 0,4 0-83 16</inkml:trace>
  <inkml:trace contextRef="#ctx0" brushRef="#br0" timeOffset="215.42">12163 6453 1083 0,'0'0'1206'0,"0"0"-883"16,0 0-223-16,0 0 13 0,0 0-42 0,0 0-7 15,0 0-22-15,0 0 9 0,0 0-6 16,88 4-45-16,-69-6-39 0,1 0-41 15,0-3-138-15,0 1-273 0,-4 2-285 16,7-2-372-16</inkml:trace>
  <inkml:trace contextRef="#ctx0" brushRef="#br0" timeOffset="693.29">12813 6059 1952 0,'0'0'538'0,"0"0"-213"0,0 0-42 15,0 0-9-15,0 0-70 0,0 0-18 16,0 0-29-16,0 0-50 0,-7 84-56 16,7-62 2-16,0-1-53 0,0 3-3 15,-3-2-31-15,1-1-8 0,1-3-2 16,-2-1-81-16,0-3-39 0,2-5-131 15,1-1-268-15,0-2-228 0,0-2-519 0</inkml:trace>
  <inkml:trace contextRef="#ctx0" brushRef="#br0" timeOffset="1119.6">13045 6049 1686 0,'0'0'454'0,"0"0"-240"0,0 0-101 16,0 0-113-16,0 0-3 0,0 0-13 15,0 0-4-15,0 0-9 0,0 0 13 16,0 0 32-16,75-54-15 0,-74 51 1 16,1 3 55-16,-2 0 88 0,0 0 103 15,-3 0 12-15,-3 5-136 0,-5 1-85 16,-1 2-11-16,-1 1-28 0,-3 1 51 15,2 2-6-15,-4 0-29 0,5 1 12 16,-2 0-12-16,3 1 54 0,1-1-32 16,3 0 6-16,4 1 13 0,1-4-34 31,2 1-22-31,1-1 37 0,0-1-38 0,3 2-16 0,2-4 3 0,7 1 10 0,-4 1-13 16,4-1-3-16,-1-2 3 0,0 0 16 15,-3 1 13-15,0 2-12 0,-1-2 1 0,-3 0 39 16,-1 1 41-16,-3 0-60 15,0-1-22-15,0 1 16 0,0 0 20 0,-3 0-36 16,-1-1-54-16,-3-1 16 0,1 0-120 16,-1-2-76-16,1-2-51 0,0-1-84 15,-1-1-187-15,6 0-263 0,1-1-230 0</inkml:trace>
  <inkml:trace contextRef="#ctx0" brushRef="#br0" timeOffset="1431.77">13270 6109 329 0,'0'0'1676'15,"0"0"-1190"-15,0 0-196 0,0 0-110 16,0 0-71-16,0 0 32 0,-20 65-1 16,17-47-44-16,0 1-17 0,3-1-32 15,0 0-43-15,1-4-4 0,7-2 1 0,0-1-2 16,2-4 1-16,2 0-2 0,0-5 2 15,2 0 0-15,0-2 0 0,-1 0 0 16,3-7 2-16,-3 0 20 0,1-5-3 16,1-1 0-16,-2-3-19 0,-1 1 16 15,-1-1 12-15,-4-2 57 0,0 2 7 16,-7 1 11 0,0-1-18-16,0 1 3 0,-7 1 3 15,-2 1-35-15,-3 2-19 0,0 2-37 0,-1 4-15 0,-2 0-94 16,1 4-74-16,-2 1-109 0,3 0-140 0,3 0-380 15,0 4-830-15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35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10677,'6'12'7873,"14"26"-6366,163 190 2304,18-17-5079,-190-201 626,26 23-1016,-35-31 852,1 0 0,0-1 1,0 0-1,0 1 0,0-1 1,0 0-1,5 1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35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1 11717,'-21'11'2642,"-4"5"95,-4 1-2001,-2 8-160,2 8-31,-1 4 47,-3 4-32,4 2-128,2 3-111,4 1-81,6-5-176,1-1-80,6-4-385,5 0-287,1-4-352,4-6-2034,2-4-2272,5-4-5251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36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11941,'-2'16'2434,"0"1"15,0 1-2241,4 1-144,0-1-80,2-1-160,0-1-192,0-3-193,0-3-1888,0-2-1937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37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10 13494,'-9'-2'2817,"1"0"1,2 0-2322,4 0-592,4 0-224,4 2-256,2 0-305,-2 2-1952,1 0-2097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37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222 274 12086,'15'31'4865,"5"17"-3626,-3-7-820,-12-30-329,0 0 1,-1 1 0,0-1 0,-1 1-1,0 0 1,-1 0 0,-1 0 0,1 20 0,-2-26-83,-1-1 0,0 0 0,0 1 0,0-1-1,-1 0 1,0 1 0,0-1 0,0 0 0,-1-1 0,1 1 0,-1 0 0,0-1 0,-1 1 0,1-1 0,-1 0 0,0 0 0,0 0 0,0-1 0,0 1 0,0-1 0,-8 4 0,5-3-84,-1 1 0,0-1 0,0 0 0,-1-1-1,-8 3 1,-14-4-2374,28-3 1608,0 1 0,1-1 0,-1 0 0,0 0 0,0 0 0,1 0 0,-1 0 0,-4-4 0,-8-7-8274</inkml:trace>
  <inkml:trace contextRef="#ctx0" brushRef="#br0" timeOffset="1">38 14 13878,'-14'-4'3138,"6"3"-1,-1-1-1824,3 0-1233,6 0-96,2 0-224,2 2-417,1 0-383,5 2-2097,0-2-2354,7 6-5474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39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 11477,'-3'2'617,"1"-1"-1,-1 1 0,1 0 1,0 1-1,0-1 1,0 0-1,0 0 0,0 1 1,1-1-1,-4 6 1,5-6-540,0 0 1,0-1 0,0 1-1,1-1 1,-1 1 0,0 0-1,1-1 1,-1 1 0,1-1-1,-1 1 1,1 0 0,-1-1-1,1 0 1,0 1 0,0-1-1,0 1 1,0-1-1,0 0 1,0 0 0,0 1-1,1-1 1,1 1 0,5 6-3,0-1-1,1-1 1,0 1-1,0-1 1,0-1 0,1 0-1,0 0 1,0-1 0,0 0-1,18 4 1,6-2-51,-1-1 0,38 1 1,14 1 36,-81-7-57,-1 1-1,0-1 1,0 1 0,0-1-1,0 1 1,0 0 0,-1 0-1,1 0 1,0 0 0,0 1-1,-1-1 1,1 1 0,0 0-1,-1-1 1,0 1 0,1 0 0,1 3-1,-3-2 11,0-1 0,0 0 0,0 1 0,-1-1-1,1 1 1,-1-1 0,1 1 0,-1-1 0,0 1 0,0-1-1,0 1 1,-1-1 0,1 0 0,0 1 0,-1-1 0,0 1 0,0-1-1,1 0 1,-1 1 0,0-1 0,-2 3 0,-8 15 186,-2 0 1,0 0-1,-1-1 0,0 0 1,-2-2-1,-24 23 1,18-18-211,0 0 0,2 2 0,-17 26 0,18-24-340,3-3-2307,7-8-7446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39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1 13286,'-47'38'6669,"38"-28"-6402,-1 0 0,2 0-1,-1 1 1,1 0 0,1 0 0,0 1 0,-10 24 0,-35 103-1671,42-109-2535,1 1-3390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39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41 11701,'-3'3'1483,"-13"13"3768,13-13-5044,1 0 1,0 0 0,-1 1-1,1-1 1,1 1 0,-1-1-1,0 1 1,1-1 0,0 1 0,0 0-1,-1 4 1,0 7 121,0 0 0,1-1 1,0 1-1,2 0 0,0 0 0,0 0 1,1-1-1,1 1 0,0-1 1,1 0-1,1 0 0,0 0 0,12 21 1,-14-29-274,0 0 1,1 0 0,0-1-1,0 1 1,0-1 0,1 0 0,0 0-1,0 0 1,0-1 0,1 0 0,-1 0-1,1 0 1,0 0 0,0-1 0,0 0-1,1-1 1,-1 1 0,1-1-1,-1 0 1,1-1 0,0 0 0,0 0-1,0 0 1,0-1 0,-1 0 0,1 0-1,0-1 1,0 0 0,0 0-1,12-4 1,-2 0 28,-1-1-1,0 0 1,-1-2 0,1 1-1,-1-2 1,-1 0 0,0-1-1,0 0 1,-1-1-1,20-22 1,-28 28-80,-1 0 1,0 0-1,0-1 1,0 1-1,0-1 1,-1 0-1,0 0 0,-1 0 1,1 0-1,-1-1 1,0 1-1,-1-1 1,1 1-1,-1-1 0,-1 1 1,1-1-1,-1 0 1,0 1-1,-1-1 1,0 0-1,0 1 0,0-1 1,0 1-1,-1-1 1,-1 1-1,1 0 1,-1 0-1,0 0 1,0 0-1,-4-6 0,1 4-71,0 0-1,0 1 0,0 0 0,-1 0 0,0 0 0,-1 1 1,1 0-1,-1 1 0,0 0 0,-1 0 0,1 0 0,-1 1 1,0 0-1,0 1 0,0 0 0,0 1 0,-1-1 0,1 2 1,-1-1-1,1 2 0,-11-1 0,4 1-730,-1 1 0,1 1 0,0 0 0,-30 9 0,26-5-2066,0 2-1,1 0 1,-25 14-1,26-10-8621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44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1 288 10853,'6'25'8677,"15"19"-8154,-8-16 97,156 339 2393,-169-367-3005,0 1 0,0-1 0,0 1 0,0-1 0,0 1 0,1-1 0,-1 1 0,0-1 0,0 1 0,0-1 0,1 0 0,-1 1 0,0-1 0,1 1 1,-1-1-1,0 0 0,1 1 0,-1-1 0,0 0 0,1 1 0,-1-1 0,1 0 0,-1 0 0,0 1 0,1-1 0,-1 0 0,1 0 0,-1 0 1,1 0-1,-1 0 0,1 0 0,-1 1 0,1-1 0,-1 0 0,1 0 0,-1 0 0,1-1 0,9-17 187,0-35 14,-10 51-194,91-555 248,-83 513-443,5-36-1800,-13 80 1915,0 0 0,0-1 0,0 1 0,1 0 0,-1 0 0,0 0-1,0 0 1,0-1 0,0 1 0,0 0 0,0 0 0,0 0 0,0-1-1,0 1 1,0 0 0,0 0 0,0-1 0,0 1 0,0 0 0,0 0 0,0 0-1,0-1 1,0 1 0,0 0 0,0 0 0,0 0 0,-1 0 0,1-1-1,0 1 1,0 0 0,0 0 0,0 0 0,0 0 0,-1-1 0,1 1 0,0 0-1,0 0 1,0 0 0,0 0 0,-1 0 0,1 0 0,0 0 0,0-1-1,0 1 1,0 0 0,-1 0 0,1 0 0,0 0 0,0 0 0,-1 0-1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44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11093,'2'-4'7075,"0"2"-6642,4 0-113,2 2-80,1 0-16,7-2-96,3 2-48,4-2-128,3 0-208,1 0-288,2-2-17,0 1-2304,-4-1-2113,0 6-5363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45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0 12406,'-3'1'482,"1"0"1,-1-1 0,1 1-1,-1 0 1,1 1-1,-1-1 1,1 0 0,0 0-1,-1 1 1,-2 3-1,-19 24 1019,16-15-1281,0 0 0,-8 25 1,-9 36 266,2 1 0,-17 111 1,37-169-469,1 0 1,1 0 0,0 0-1,1 0 1,1 0 0,1 0-1,1-1 1,6 27 0,-6-36-165,0 0 0,0-1 1,1 1-1,0-1 1,0 0-1,0 0 1,1 0-1,10 11 1,-10-13-256,1-1 0,-1 1 0,1-1-1,0 0 1,0-1 0,0 0 0,1 1 0,-1-2 0,1 1 0,-1-1 0,12 2-1,15 1-5369,2-3-3872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45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12150,'-2'0'2673,"-2"0"160,2 4-2081,0 4-207,0 2-113,4 3-48,-2 3-80,4 3-64,2 4-176,-1-1-224,3-1-160,0 2-208,0-3-240,1-5-1842,1-1-319,-2-5-1825,1-1-3554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45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0 11877,'1'22'2498,"-1"-3"63,0 4-2193,0 2-160,0-1-16,-1-1-16,1 0-16,-2 2-64,-2 1-176,2-5-256,-4-2-416,-2-1-1841,-5-5-2066,-3 1-5057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46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 12838,'7'21'2689,"-3"3"96,0 3-2288,0 4-209,0-2-48,2-4-32,-4-2 0,2 1-16,-2-5-96,-2-2-160,-2-3-64,0-4-144,-4 1-192,-2-5-257,-6-2-1087,-1-4-1074,-6-4-1856,-1-2-4226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46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36 14006,'-2'-4'2930,"-2"0"31,2 2-2577,2 0-192,0-2-80,0 2-32,2-2-32,-2 2-224,2 0-240,-2 0-320,0-1-2209,-2-1-49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47.3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12 130 12630,'-12'-2'4354,"12"0"-5619,8 0-1360,2 1-1889,11-1-4066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4:13:51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14263,'16'6'1957,"0"2"0,0 0 0,15 11 0,-8-3-846,27 24-1,78 91-627,-123-126-299,27 30-91,-2 1-1,-1 2 0,-2 1 0,27 52 0,-43-69-229,-1 1-1,-1 1 0,0-1 1,-2 1-1,-1 1 1,-1-1-1,-2 1 1,0 0-1,-1 46 0,-3-48-586,-2-1-1,0 1 1,-1 0 0,-14 41-1,10-43-2423,-2 1-1,-18 31 1,-4 0-7849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23T15:44:09.48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17037 10874 290 0,'0'0'199'15,"0"0"-130"-15,0 0-24 0,0 0 56 16,0 0 46-16,0 0-17 16,0 0-45-16,0 0-7 0,0 0 26 0,0-3 23 15,0 3-16-15,0 0-39 0,0 0-30 16,0 0 0-16,0 0-22 0,0 0-20 16,0-1 0-16,0 1-20 0,-2 0-71 15,1 0 65-15,0 0 26 0,-1 0 13 16,1 0 23-16,1 0 45 0,0 0 79 0,-2 0 15 15,2 0-39-15,0 0-45 0,-1 0-4 16,1 0-22-16,-2 0-46 0,1 1-19 16,-1-1 10-16,1 1-10 0,1-1-26 15,-2 2-19-15,2-2-4 0,0 0-19 16,0 0-39-16,0 0-22 0,0 0 12 16,0 0 29-16,0 0 43 0,0 0 28 0,0 1 16 15,-1 2-103-15,-3-3-150 0,3 4-254 16,-5-2-225-16,18-12 626 0</inkml:trace>
  <inkml:trace contextRef="#ctx0" brushRef="#br0" timeOffset="658.78">17030 10740 166 0,'0'0'1323'16,"0"0"-916"-16,0 0-141 0,0 0-23 0,0 0 92 16,0 0-1-16,0 0-69 0,0 0-58 0,0 0-61 15,0 0-17-15,0 0-41 16,4 53-13-16,-1-32-15 0,0 2-9 16,0 5-4-16,4-4 24 0,-4 2-14 15,2-2-20-15,0-6-6 0,-1 0 0 0,-1-2 0 16,0-4-13-16,0-5-18 0,-1-2-1 15,0-2-20-15,-2-3-10 0,0 0 16 0,0 0 15 16,0 0 22-16,0-6-22 0,0-3-22 16,0-1 22-16,-5-7 0 0,0-2-6 15,1-2-31-15,-4-3-10 0,3-3 10 16,2 1 2-16,-4 2 7 0,4 0 17 16,1 0 10-16,1 2-17 0,1 4 18 15,0 3 0-15,0 2 17 0,0 3-17 16,0 4-16-16,1 0 14 0,4 2 2 0,2 2 0 15,1-2 25-15,3 1 28 16,4 2 25-16,1-1-22 16,6 2-6-16,-1 0-1 0,1 1 10 0,0 5-25 15,-2 2 0-15,-6 1 49 0,-1 4 37 0,-6 1-18 16,-2 3-23-16,-5-1-9 16,0 1-11-16,-3 1-23 0,-6 0-8 15,-4 1 5-15,0-2-24 0,-2-1-9 0,-1-2-30 16,-2-2-10-16,1-2-18 0,1-2-55 0,2-2-71 15,2-2-38-15,5-2-60 0,3-2-126 16,2 0-178-16,2 0-443 0,2 0-337 0</inkml:trace>
  <inkml:trace contextRef="#ctx0" brushRef="#br0" timeOffset="1117.45">17355 10865 1558 0,'0'0'451'0,"0"0"-214"0,0 0 6 16,0 0 69-16,0 0-19 0,0 0-63 15,0 0-40-15,0 0-44 0,0 0-29 16,0 0-10-16,0 0-16 0,33 53-16 16,-28-45 1-16,-2 0-1 0,0 1-19 15,1-6-56-15,0 1 0 0,2-3-16 0,1-1 14 16,-1 0 2-16,3 0 10 0,-2-5 5 15,1-2-2-15,0-1-10 0,-3-2 0 16,1 1 0-16,-1 3 0 0,-1 1 13 16,-4 1 15-16,0 3 6 0,0-1 3 15,0 2-18-15,3 0-22 0,-2 0-10 16,3 0-43-16,2 0 47 0,3 0 6 16,2 6 71-16,1 1 43 0,4 4-39 0,0 2-38 15,-1 3 3 1,3 4-7-16,0-1-5 0,0 4 6 0,-2-3 30 15,-5 4 7-15,1-4 2 0,-8 1 52 0,-4-1 34 16,0 1-19-16,-4-3-46 0,-8 1-34 0,1-2-5 16,-6-3-7-1,0 1-38-15,2-5-10 0,2-4 0 16,-2-1 0-16,7-5-30 0,-3-4-82 0,3-6-55 0,1-7-12 16,1-4-20-16,3-5-52 0,2-3-113 15,1 0-171-15,0 1-224 0,0 6-416 16,5-5-314-16</inkml:trace>
  <inkml:trace contextRef="#ctx0" brushRef="#br0" timeOffset="1982.66">17742 10582 646 0,'0'0'1298'16,"0"0"-782"-16,0 0-136 0,0 0-34 15,0 0 33-15,0 0-57 0,0 0-111 16,0 0-55-16,0 0 8 0,0 0 50 15,0 0-14-15,30 77-32 0,-23-60-31 16,0 3-2-16,0-1-26 0,1 0-60 16,-2 0-37-16,-1-1-10 0,4-5-2 15,-3-1-25-15,-2-2-20 0,0-4-22 16,4 0-46-16,-3-5-76 0,2-1-78 0,1 0-134 16,0 0-211-16,1-5-423 0,-3 0-157 15,1-5-135-15</inkml:trace>
  <inkml:trace contextRef="#ctx0" brushRef="#br0" timeOffset="2367.67">18026 10638 2383 0,'0'0'574'0,"0"0"-155"16,0 0-105-16,0 0-50 0,0 0 34 15,0 0-106-15,0 0-133 0,0 0-25 16,0 0-3-16,0 0 3 0,-59 72-16 15,56-56-2-15,1-2 24 0,1-1 18 16,1-2-36-16,0-1-22 0,3-4-31 16,0-4 7-16,5 0-13 0,-1-2 6 0,2 0 12 15,0-1 16-15,2-6-31 0,1 0-3 16,0-5-40-16,2 1-47 0,-4-2-60 16,0 2 71-16,0-2 41 0,-3 3-13 0,-1 2 31 15,-1 1 35-15,-2 4 17 16,-3 1 2-16,3 2 22 0,-1 0 45 0,-2 0 64 15,0 0 42-15,0 2-2 0,3 1-69 16,-2 3-58-16,1 0 2 0,2 1-6 16,0 0 3-1,2 0-3-15,-2 0-6 0,0-2-18 0,2-1-16 16,2 0-21-16,-3-1 2 0,4-3-21 0,-2 0-40 16,0 0-71-16,1-2-104 0,2-4-166 15,-2 0-183-15,1-3 116 0,-1 1-503 16,1-4-95-16</inkml:trace>
  <inkml:trace contextRef="#ctx0" brushRef="#br0" timeOffset="2648.92">18292 10632 1770 0,'0'0'594'0,"0"0"-281"16,0 0-36-16,0 0 11 0,0 0 27 16,0 0-44-16,0 0-41 0,0 0-21 15,43 71-22-15,-34-62-33 0,-3-4-77 0,0-1-58 16,-1-3-4-16,-2-1 10 0,6 0 8 15,-6 0-8-15,2-7-1 0,3 1 4 16,-2 0-13-16,2-2-2 0,1-1-13 16,-1 1 1-16,3 0-1 0,-3 1-13 15,1 3-5-15,1 0 15 0,0 0 3 16,0 3 2-16,0 1 29 0,3 0 30 16,-1 0 3-16,2 0 28 0,-2 0 11 15,1 1-39 1,-1 1-31-16,-1-2-33 0,-4 2-24 0,1-2-31 15,0 0-89-15,-4 0-131 0,-1 0-126 0,-2 0-320 0,-1 0-617 16,-1 0-480-16</inkml:trace>
  <inkml:trace contextRef="#ctx0" brushRef="#br0" timeOffset="2928.22">17837 11334 2093 0,'0'0'2243'0,"0"0"-2060"0,0 0-143 0,0 0-25 16,0 0 133-16,0 0 48 0,91-47-85 16,-55 29-8-16,8-3 25 0,4-2-27 15,5-3-53-15,5-1-17 0,-1-2-22 16,7 0-9-16,-2-3-46 0,0 0 13 15,-3 4-55-15,-3 0-104 0,-8 8-62 16,-5 1 48 0,-12 4-241-16,-9 6-275 0,-6 2-567 0,-12 4-128 15</inkml:trace>
  <inkml:trace contextRef="#ctx0" brushRef="#br0" timeOffset="3117.74">18051 11346 3503 0,'0'0'599'0,"0"0"-393"16,0 0-147-16,0 0 21 15,0 0 143-15,0 0 62 0,96-25-89 0,-50 5-56 16,0-3-89-16,6-4-51 0,2-2-6 16,1-1-33-16,2-1-77 0,-3 0-122 15,-4 2-211-15,-13 10-774 0,6-4-996 0</inkml:trace>
  <inkml:trace contextRef="#ctx0" brushRef="#br0" timeOffset="13715.34">28691 12687 2699 0,'0'0'482'0,"0"0"-141"0,0 0-60 15,0 0-13-15,0 0 87 0,0 0 52 16,0 0-132-16,0 0-114 15,36 78-121-15,-24-47-25 0,2 5-12 0,-2 2 0 16,1 3 9-16,1 0 1 0,-5-4-10 0,0-5 12 16,-1-4-15-16,-3-6-2 15,-1-4-19-15,-3-5-22 0,1-6-21 0,-2-1-21 16,0-5-22-16,0-1-40 0,-3 0-123 16,-3-2-86-16,-3-9-61 0,-2-3 34 15,-1-7 74-15,1-2 82 0,-1-4 101 16,2-5 46-16,2-1 80 15,-1-2 26-15,6-1 25 0,0 0-12 0,3 2 44 0,0 0 1 16,3 5 12-16,3 5 9 16,5 5 7-16,-2 4 88 0,4 7-13 15,3 3-45-15,1 4-4 0,8 1 7 0,2 2-21 16,8 6-37-16,5 1-15 0,0 4-13 16,2 3-10-16,-3 2 10 15,-2 4 21-15,-9 2 67 0,-11 2 43 16,-6 2-31-16,-9 1-37 0,-2-1-25 0,-10 1-24 15,-6 0-9-15,-7-3-16 0,-1 0-27 16,-5-1-21-16,0-5-11 16,-1-3-10-16,7-4-15 15,1-5-52-15,2-4-67 0,7-4-56 16,0-3-12-16,6-6-66 0,0-3-108 0,4 0-170 0,3-2-229 0,0 3-397 16,4-3 68-16</inkml:trace>
  <inkml:trace contextRef="#ctx0" brushRef="#br0" timeOffset="14032.88">29173 12987 117 0,'0'0'1950'0,"0"0"-1394"0,0 0-221 15,0 0-41-15,0 0 9 0,0 0-48 16,0 0-72-16,0 0-70 0,86-15-56 16,-70 2-20-16,-3 0-18 0,0-2-16 15,-3-2-1-15,0 0 1 0,-5-1-3 0,-4 0 0 16,-1 1 17-16,0 4 17 0,-7-2 22 15,-2 7 49-15,-1 2 65 0,0 1-16 16,1 5-19-16,-2 0 6 0,2 5-1 16,-1 7-21-16,-1 5-31 0,2 2-33 15,2 3-25-15,2 4 3 0,2 0-14 16,3-2-16 15,2-1-3-31,7-4-1 0,2-3-30 0,8-7 4 0,2-1-6 0,1-6-10 0,1-2-66 0,3-2-96 0,0-7 25 16,1-5-29-16,-2-3-25 0,-2-2-266 15,1-4-305-15,-6 4-510 0,1-6-42 16</inkml:trace>
  <inkml:trace contextRef="#ctx0" brushRef="#br0" timeOffset="14498">29553 12784 1982 0,'0'0'580'0,"0"0"-271"0,0 0-1 15,0 0 26-15,-4 68-33 0,4-49-27 0,0 1-44 16,4-2-35-16,-1-5-34 0,0-1-69 15,0-1-31-15,-2-4-30 0,1-4-17 16,-1 0-14-16,-1-3-13 0,3 0-2 16,0 0-16-16,3-5-49 0,2-7 50 15,1 0 26-15,1-2-11 0,3-4-10 16,-3 0-8-16,-1 1-11 0,1 2 17 16,-3 3 8-16,-3 5 18 0,-1 1 0 0,0 5-11 15,-1 1 12-15,-1 0 19 0,1 0 49 16,1 4 21-16,2 3-12 0,1 0-43 15,0 5-6-15,0-1-1 0,-1 2-2 16,1 1-4-16,-2-2 1 0,-1-1-4 16,-1-1-6-16,-1-3-12 0,2-2-18 0,0-2-10 15,1 0-5-15,-1-3-10 0,6 0-28 16,-1-6-21 15,1-1 40-31,5-5 24 16,-2-2 25-16,0-1-10 0,2 0 1 0,-4 0-3 0,4 3 2 0,-5 1 11 0,1 3-1 0,-1 2 2 0,-2 2 1 15,-3 3 11-15,-1-1 26 0,2 2 22 16,-1 0 24-16,4 3 25 0,-2 3-32 16,3 1-18-16,1 4 4 0,-2-3 32 0,0 1-33 15,-1 0-33-15,-2-2-27 0,-1-1-1 16,1-1-22-16,1-2-51 0,0-3-74 16,0 0-83-16,1 0-103 0,3-5-129 15,0-5-31-15,3 0-218 0,-3 1-427 16,6-6-212-16</inkml:trace>
  <inkml:trace contextRef="#ctx0" brushRef="#br0" timeOffset="14879.3">30168 12672 779 0,'0'0'1827'0,"0"0"-1281"0,0 0-170 16,0 0-47-16,0 0-68 0,0 0-22 15,0 0-90-15,0 0-75 0,0 0-21 16,-57 80-1-16,51-61 3 0,1-1 25 0,2-3 12 15,3 0-21-15,0-3-45 0,1-4-26 16,6-3-24-16,2-2 5 0,1-2-2 16,3-1-34-16,1-1 18 0,2-7-55 15,-1 0 6-15,-1-4 3 0,-1-1-35 16,-3 0 10-16,-1 0-7 0,-2-1 49 16,-3 4 26-16,-1-1 40 0,-3 2 0 15,3-1 3-15,-3 2 25 0,0 1 0 16,2 2 19-16,-1 3 9 15,-1 1-16-15,0 1-15 0,0 0 28 0,0 0 73 0,3 3 47 16,-3 3-35-16,3 3-52 0,-2 0-31 16,3 0-15-16,1-1-13 0,-1-1-26 15,2-2-1-15,0 1-24 0,1-3-7 16,6 0-24-16,0-3 6 0,3 0-123 16,1-5-96-16,0-2 26 0,2-5-242 15,-2 1-656-15,-5 1 145 0,5-4 321 16</inkml:trace>
  <inkml:trace contextRef="#ctx0" brushRef="#br0" timeOffset="15115.67">30523 12636 1103 0,'0'0'742'0,"0"0"-104"0,0 0-142 15,0 0-103-15,0 0-72 0,0 0-19 16,0 0-30-16,0 0-39 0,0 0-39 16,9 64-12-16,-9-55-8 0,4-2-22 15,-3 0-15-15,1 0-15 0,1-2-40 0,-2-4-40 16,1 0-24-16,1-1 1 0,0 0-17 15,1 0 13-15,3 0-12 0,3-1 15 16,-1-2 0-16,1-2-17 0,0 0-1 16,0 1-1-16,0 0-14 0,4 1-9 0,3-2-19 15,4 1-78-15,5 0-9 32,1-1-20-32,5-2-180 0,1 1-141 0,3-3-272 0,-1 1-385 15,-8 2 64-15,14-5-221 0</inkml:trace>
  <inkml:trace contextRef="#ctx0" brushRef="#br0" timeOffset="15457.15">31087 12521 1656 0,'0'0'1130'16,"0"0"-671"-16,0 0-30 0,0 0 18 15,0 0-80-15,0 0-96 0,0 0-115 16,0 0-91-16,0 0-35 0,0 0 7 16,-75 85-16-16,70-64-5 0,2-3-4 0,2-4-12 15,1-2-12-15,0-5-16 0,4-2 1 16,2-2 2-16,3-3 1 0,2 0 24 0,-1-8 1 15,5-4-1-15,-1-4-12 0,5-5-15 16,-3-3-13-16,4-2-21 0,-1-3-13 16,1-6-15-1,-2 0-13-15,0-4-3 0,-2-2-16 16,-3 0 6 0,-3 1 59-16,-3 3 54 0,-1 6 2 15,-3 9 19-15,-2 8 31 0,-1 7 83 0,0 7 68 0,-3 0 33 0,-4 11-105 0,-3 3-56 16,0 8-21-16,1 2 15 0,1 6-3 15,2 1-6-15,3 2-46 0,0-2-12 16,3-2 0-16,3-4-24 0,4-5-9 16,5-1-25-16,-1-7-116 0,3-2-93 15,1-5-253-15,2-4-275 0,-4-1-345 16,15-4-154-16</inkml:trace>
  <inkml:trace contextRef="#ctx0" brushRef="#br0" timeOffset="15697.51">31679 12189 3179 0,'0'0'726'0,"0"0"-356"16,0 0-8-16,0 0-37 0,0 0-87 15,-88 54-98-15,78-35-64 0,3 3-45 16,7 0-31-16,0 0-25 0,7 0 4 16,6 0 18-16,0-1-15 0,4-3 3 15,1 1 15-15,0-2 26 0,1 0 20 16,-3-3 17-16,-2-2-8 0,-5 0-16 15,-2-5-11-15,-5 3 5 0,-2-2 12 0,-5 4 13 16,-9 0-43-16,-11 5-15 16,-7 2-127-16,-5 3-107 0,-9 0-94 15,13-6-358-15,-25 6-974 16</inkml:trace>
  <inkml:trace contextRef="#ctx0" brushRef="#br0" timeOffset="16337.08">30033 14161 2368 0,'0'0'1056'0,"0"0"-786"0,0 0-210 16,0 0 31-16,0 0 88 0,51 80 72 16,-37-56-78-16,2 1-58 0,-4-3-41 0,-4-4 3 15,-1-5 0-15,-4-2 9 0,-1-3-1 16,-2-2 1-16,0-3-22 0,0-3-9 16,-2 0-6-16,-4-5-13 0,-4-6-36 15,2-4-64-15,-1-9 9 0,1-2 13 16,3-6-1-16,2-4 12 0,3-2 19 15,0 2 0-15,2 2 9 0,4 2 1 16,3 2 1-16,3 2-1 0,2 6-20 0,2 1-30 16,0 5-61-16,0 6-53 0,0 3-94 15,-2 6-109-15,-1 1-196 16,2 12-152-16,-5-2-292 0,4 15 13 16</inkml:trace>
  <inkml:trace contextRef="#ctx0" brushRef="#br0" timeOffset="16614.93">30398 14265 1964 0,'0'0'479'0,"0"0"-227"0,0 0 124 16,0 0-15-16,0 0-67 0,0 0-64 0,0 0-60 15,66-79-33-15,-55 54-56 0,0 1-38 16,-4-1-8-16,-1 2-4 0,-3 0 9 16,-3 3 0-16,0 1 16 0,-3 4 58 0,-6 3 61 15,3 5-38-15,-5 3 7 0,2 4 35 16,0 2-24-16,-1 6-36 0,-1 7-68 15,2 6-30-15,3 3-19 0,2 6-2 16,0 1 1 47,4 1 0-63,2 0-1 0,7-5-3 0,3-4-18 0,5-4 0 0,3-4-6 0,5-6 2 0,-1-5-17 0,5-4-64 0,4-5-55 0,-1-11-4 0,1-4-30 0,-1-6-147 0,-3-4-331 15,-8 6-521-15,2-17-88 0</inkml:trace>
  <inkml:trace contextRef="#ctx0" brushRef="#br0" timeOffset="17179.45">30748 13751 1486 0,'0'0'1312'0,"0"0"-952"15,0 0-128-15,0 0 67 0,0 0-139 0,0 0-34 16,-16 92-25-16,19-52-10 0,6 4 12 0,2 3-7 16,-1 1-13-16,3 0 10 0,2-4 12 15,-1-5-13-15,-1-6-64 0,0-5-27 16,-4-9-1-16,-1-5-15 0,-2-4-7 15,-3-7-2-15,-3 1 11 0,0-4 10 16,0 0-34-16,0-9-58 0,0-3 21 16,0-4 2-16,0-6 44 0,0-4 10 15,0-2 5-15,3-3-5 16,4 1-4-16,4 4 7 0,1-1-7 16,4 6-3-16,0 5-47 0,1 2-6 15,2 1 8-15,1 2 26 0,0 1 13 0,-4 3 30 16,-3 2 1-16,-6 2 1 0,-4 3 15 0,0 0 28 15,-3 0 57-15,0 0 14 0,0 0-46 16,0 2-20-16,0 0-24 0,0 4-23 16,0 2 14-16,0 1 8 0,-3 3-5 15,-4 2-7-15,-3 3 4 0,-2 0 6 0,2 6-4 16,-3-4 10-16,5 1 24 0,0 0 13 16,5-5-6-16,3-2-34 0,0-4-25 15,3-1-24-15,3-4 5 0,4-1 7 16,3-3-6-16,0 0-13 0,0-7 12 15,3-3-6-15,-3 1 10 0,4-5-3 16,-4-1-10-16,2 1 0 0,-4 2 16 16,2 0 11-16,-3 0 0 0,-1 2 0 0,-2 2-1 15,3 0 2-15,-4 3 3 16,0-1 0-16,-2 6-1 0,-1 0 19 16,-3 0 35-16,4 0 18 0,-1 0 34 0,0 6 45 15,1 0-15-15,2 1-56 0,0 1-33 16,1 1-28-16,0-3-21 0,2 1-1 15,0-2-23-15,2-2-25 0,2-2-30 16,-1-1-117-16,2 0-84 0,1-3-164 16,0-3-254-16,-5-1-58 0,5-4-725 0</inkml:trace>
  <inkml:trace contextRef="#ctx0" brushRef="#br0" timeOffset="17350.55">31438 13952 1395 0,'0'0'1785'0,"0"0"-1460"0,0 0-183 0,0 0 85 16,0 0 25-16,0 0-62 0,0 0-57 16,15 72-55-16,-7-62-29 0,1-4-49 15,1 0-3-15,1-5-28 0,0-1-89 16,-1 0-98-16,1-1-86 0,-2-9-292 16,1 0-210-16,-4 0-379 0</inkml:trace>
  <inkml:trace contextRef="#ctx0" brushRef="#br0" timeOffset="17581.46">31621 13658 391 0,'0'0'2283'0,"0"0"-1779"0,0 0-202 16,0 0-77-16,0 0-11 0,0 0-28 16,0 0 20-16,0 0-20 0,0 0-72 0,0 0-9 15,0 0 21-15,10 76 45 0,-8-52 12 16,-1-2-33-16,1 3-44 0,-2-1-39 15,1 0-22-15,1-2-24 0,-1-1-21 16,2-5-3-16,1-1-21 0,-2-3-15 16,0-5-43-16,1-1-119 0,0-1-71 15,0-3-102-15,0-2-228 0,2 0-484 16,-3 0-96-16,4-1 20 0</inkml:trace>
  <inkml:trace contextRef="#ctx0" brushRef="#br0" timeOffset="17895.25">31355 13646 4310 0,'0'0'620'0,"0"0"-440"0,0 0-101 15,0 0 10-15,0 0-89 0,0 0 0 16,0 0-95-16,0 0-109 0,0 0-109 15,0 0-274-15,0 0-711 0,-18-2-675 0</inkml:trace>
  <inkml:trace contextRef="#ctx0" brushRef="#br0" timeOffset="26865.41">20591 12139 2827 0,'0'0'506'0,"0"0"-223"0,0 0-12 15,0 0-10-15,0 0 16 16,1 67-101-16,3-54-111 0,-1-1-4 0,0-2-61 16,0-3-15-16,2-2-19 0,-3-2 19 15,0 0 13-15,-1-3 2 0,-1 0 12 16,0-4 40-16,0-3-6 0,0-4-18 15,0-2 12-15,0-5-10 0,0-1-23 16,0-3-7-16,0 0-19 0,6 0 16 16,0-2-21-16,4 3-16 0,4 1-16 15,-1-2-30 1,4 4 9-16,1 5-90 0,-3 3-51 0,2 6-5 16,-5-1-50-16,0 5-48 0,-2 0-56 15,1 9-51-15,-3 1-148 0,-4 1-182 0,1 8-418 16</inkml:trace>
  <inkml:trace contextRef="#ctx0" brushRef="#br0" timeOffset="27044.98">20879 12183 2516 0,'0'0'703'0,"0"0"-350"16,0 0-31-16,0 0 89 0,0 0-71 15,20 68-125-15,-17-50-89 0,1-1-71 16,-1 0-55-16,2-5-49 0,0 0 15 15,0-2-58-15,0-2-141 0,0 0-120 16,-2-2-218-16,-3-1-673 0,0 4-706 0</inkml:trace>
  <inkml:trace contextRef="#ctx0" brushRef="#br0" timeOffset="27509.18">20679 12847 2100 0,'0'0'1299'0,"0"0"-1049"0,0 0-136 15,0 0 50-15,5 68 34 0,0-50-39 16,2-3-107-16,0 1-52 15,2-8-22-15,-2 3-25 0,-1-8 32 0,-2 0-4 16,1-3 19-16,-5 0 58 0,2-8 7 16,-2-4 16-16,2-4-34 0,-2-4-7 15,0-3-22-15,0-5-18 0,1-2-3 16,-1-1-12-16,4-3-1 0,-1 1-27 0,5 0 6 16,-1 2-31-1,3 5-10-15,3 3-34 0,0 9-42 0,3 1-41 0,-2 5-45 16,2 5-91-16,-2 3-169 0,-4 0-231 15,2 12-549-15</inkml:trace>
  <inkml:trace contextRef="#ctx0" brushRef="#br0" timeOffset="27738.61">20938 12995 1846 0,'0'0'1397'0,"0"0"-1101"0,0 0-62 0,0 0 99 16,0 0-6-16,0 0-120 15,0 0-115-15,38 66-33 0,-31-54-59 0,-3 1-10 16,5-2-23-16,-5 3 32 0,0-3-36 16,-1 0-127-16,0-3-102 0,0-2-126 15,-1-1-379-15,-2-3-866 0</inkml:trace>
  <inkml:trace contextRef="#ctx0" brushRef="#br0" timeOffset="28260.88">20734 13565 2609 0,'0'0'543'0,"0"0"-332"0,0 0-14 16,0 0 46-16,20 79-33 0,-13-59-108 0,-3 2-56 15,5-3-8-15,-4-1 12 0,0-2 3 16,-2-4 18-16,0-5 3 0,0-3-12 15,-2-2-25-15,-1-2-9 0,1-3-9 16,-1-5-19-16,2-5 64 0,-2-4-11 16,0-2-13-16,0-2-19 0,-2-4-21 15,1 0-1-15,0 0-1 0,1 0-10 16,0 2-13-16,0 2-5 0,4 0 14 16,2 3-18-16,2 1-12 0,1 3-13 15,0 3-33-15,2 0-79 0,1 7-83 16,-1 0-142-16,2 4-264 0,-3 0-597 15,4 2-443-15</inkml:trace>
  <inkml:trace contextRef="#ctx0" brushRef="#br0" timeOffset="28515.24">20978 13661 13 0,'0'0'1703'0,"0"0"-1012"0,0 0-217 16,0 0-45-16,0 0-55 0,0 0-40 15,0 0-59-15,0 0-73 0,0 0-60 16,0 0-19-16,54 32-28 0,-48-22-37 16,-2 3-15-16,-1 4 21 0,1-1-12 15,0 1-27-15,1 1-25 0,-3-1 0 0,1-4 0 16,0-2-101-16,0 0-132 0,0-6-116 15,-1-2-346-15,-1-1-1100 0</inkml:trace>
  <inkml:trace contextRef="#ctx0" brushRef="#br0" timeOffset="29245.16">20853 14691 2966 0,'0'0'667'0,"0"0"-315"0,0 0-60 15,0 0 14-15,0 0-47 0,0 0-76 0,0 0-79 16,3 71-40-16,0-59-27 0,1 1-4 16,0-3-8-16,2-1-25 15,-3-3 0-15,0 0 12 0,-2-4-6 0,1 0-6 16,-2-2 0-16,0 0 46 0,0-6-31 15,0-5 0-15,0-5-12 0,0-7 33 16,-3-4-11-16,0-8-25 0,0-1-34 16,0-2 16-16,0-2 0 0,3 2-22 15,0 2-33-15,3 6 22 0,3 2-23 16,1 10-26-16,2 6-32 0,2 7 0 16,3 5-34-16,3 2-66 0,-1 8-124 0,5 6-161 15,-6-2-287-15,9 14-683 16</inkml:trace>
  <inkml:trace contextRef="#ctx0" brushRef="#br0" timeOffset="29612.61">21085 14791 1311 0,'0'0'1899'15,"0"0"-1495"-15,0 0-268 0,0 0-33 16,0 0 70-16,0 0 47 0,0 0-102 16,0 0-75-16,0 0-15 0,0 0 3 15,74-47 3-15,-57 39-32 0,-1 1 10 16,1 0 4-16,-4 5 18 0,-3-2-22 16,-1 4-9-16,-5 0 40 0,0 5 44 0,-2 4 48 15,-2 1-65-15,0 4-42 0,0 0-16 16,-5 5-10-16,0-2 9 0,-4-1-10 15,5 0-1-15,-2-3 13 0,2-1-1 16,1-1-12-16,1-4 2 0,2-3 13 0,0-1-5 16,0-1-10-16,0-2-33 0,2 2 5 15,4-2 10-15,1 0 16 0,4-2-20 16,-1-3-20-16,5-1-41 0,1-3-65 16,-2 2-84-16,3 1-189 0,2 0-333 15,-7 4-635-15,2 2-234 0</inkml:trace>
  <inkml:trace contextRef="#ctx0" brushRef="#br0" timeOffset="30081">20944 15443 1110 0,'0'0'1016'16,"0"0"-679"-16,0 0 21 0,0 0 49 15,0 66-64-15,3-49-112 0,1-5-42 16,1 2 21-16,-2-4-14 0,0-4-69 16,0-3-56-16,-3-2-22 0,0-1 28 15,0 0 24-15,0-4-15 0,0-5-3 16,0-5 2-16,-3-5-33 0,-1-5 0 0,-1-5-12 15,0-3-40-15,1-1 0 0,1 2-43 16,1 1 19-16,1 4-7 0,1 3-36 31,0 5-19-31,1 2-39 0,5 4-60 0,5 3-99 0,1 3-97 0,3 2-124 16,2 4-128-16,-5 0-466 0,9 10-357 0</inkml:trace>
  <inkml:trace contextRef="#ctx0" brushRef="#br0" timeOffset="30490.7">21121 15529 346 0,'0'0'1815'16,"0"0"-1343"-16,0 0-208 0,0 0 110 15,0 0-15-15,0 0-72 0,0 0-85 16,0 0-46-16,0 0-35 0,0 0-41 0,0 0-33 16,81-49-10-16,-74 49 0 0,-3 0 3 15,4 2 3-15,-4 2 6 0,2 1-6 16,-1 3-9-16,0 2-16 0,-3 0-2 16,1 1-13-16,-1 2 12 0,-1 2-3 15,-1 0 1-15,0 0-1 0,0 1 3 16,0-1 7-16,-3 0-1 0,0-3 1 15,2-4-7 17,0-3 3-32,1 1 7 0,0-5 2 0,0-1 10 0,0 4 15 0,0-4-1 0,1 0-2 0,5 0 36 0,0 0 16 15,1 0-35-15,3 0-29 0,-1 0-36 16,1 0-1-16,0-5-46 0,0-1-63 16,2 1-77-16,0-3-113 0,3-3-228 15,-2 5-568-15,6-5-434 0</inkml:trace>
  <inkml:trace contextRef="#ctx0" brushRef="#br0" timeOffset="38328.61">20369 6672 3161 0,'0'0'334'0,"0"0"-245"15,0 0-70-15,0 0 19 0,0 0 3 16,-16 66-6-16,16-56-13 0,0-2-6 16,0-1-14-16,0-3 23 0,1 1 47 0,1 0 35 15,-2-3 38-15,1 0-7 0,-1 1-5 16,0-1-24-16,0 0-48 0,0-1-36 16,0 2 9-16,0-3-3 0,0 0-31 15,0 0-3-15,0 0 3 0,0 0 0 16,0-1-22-16,0-4-6 0,0-3 7 15,-1-4-1-15,-1-3-21 0,1-4 9 16,-1-3 22-16,2-3-1 0,0 0-15 16,0 0-9-16,2 1 36 0,2 3-21 15,4 2-12-15,1 2 9 0,2 2 13 16,-3 1 10-16,5 6-42 0,-3 2 29 0,2 4 15 16,-1 2 44-16,1 1 12 15,-2 8-22-15,0 6 41 0,-3 3-1 0,1 2-49 16,-7 3-13-16,-1 0 28 0,0 1 3 15,-1-5-43-15,-7 4 1 0,1-4 35 16,-6-2-36-16,5-1-21 0,-4-2-87 16,1-5 3-16,0-3-13 0,4-2-75 0,0-3-72 15,1-1-101-15,0 0-78 0,1-4-200 16,0 1-164-16,2-1-253 0</inkml:trace>
  <inkml:trace contextRef="#ctx0" brushRef="#br0" timeOffset="38561.19">20640 6892 2217 0,'0'0'966'0,"0"0"-524"0,0 0-89 16,0 0-6-16,0 0-74 0,0 0-119 0,0 0-115 15,1 77-39-15,-1-62-3 0,2 0-40 16,-1-3-77-16,4 1-190 0,-1-3-122 16,-3-2-339-16,-1 4-765 0</inkml:trace>
  <inkml:trace contextRef="#ctx0" brushRef="#br0" timeOffset="39410.47">20333 6602 786 0,'0'0'212'0,"0"0"-89"0,0 0 21 15,0 0 28-15,0 0 30 0,0 0 42 16,0 0 9-16,0 0-10 0,0 0-4 15,0 0 38-15,0 0 56 0,20-12-5 16,-20 16-69-16,0 4-46 0,0 1 4 0,-2 3-19 16,-2 3-3-16,1 3-14 0,-4 2-28 15,4 3-36-15,-1 3-17 0,1 2-21 16,0-2-15-16,0 2-15 0,0 1-28 16,2-2-18-16,1-2-3 15,-2-4-2-15,2-2-22 0,0-5-6 0,0 0-37 16,5-7-58-16,1-1-28 0,-1 0-34 15,1-2-56-15,3-3-88 0,-4 0-106 16,1 3-191-16,-3-3-354 0,2 5-342 0</inkml:trace>
  <inkml:trace contextRef="#ctx0" brushRef="#br0" timeOffset="39946.24">20450 7444 848 0,'0'0'1803'0,"0"0"-1443"0,0 0-139 15,0 0 5-15,8 73 28 16,-5-54-18-16,3 1-113 0,-3-1-39 16,-2-2 22-16,2 1-6 0,0-6-35 15,-2 0 9-15,1-3-6 0,-1-3 12 0,-1-2 28 16,0-4 18-16,0 0-25 0,0 0-19 15,0 0-33-15,0 0-34 0,0-4-15 16,0-4 0-16,-3-4-36 0,-1-6-4 16,0-1 37-16,1-9-9 0,-3-1-16 15,3-2 1 1,3-1 25-16,0 3-17 0,0 5-11 0,3 5-4 0,6 3 6 16,-2 4 16-16,3 0-34 15,3 3 12-15,0 0 32 0,4 2-10 0,1 2-19 16,2 2-9-16,-3 0 10 0,0 3-44 15,-2 3-87-15,-5 5-54 0,-3 6 27 0,-6 2-60 16,-1 3-241-16,0 2-88 16,-8-1 31-16,-4 2 62 0,2-6-95 0,-4 4-161 15</inkml:trace>
  <inkml:trace contextRef="#ctx0" brushRef="#br0" timeOffset="40229.26">20690 7630 2726 0,'0'0'765'0,"0"0"-424"16,0 0-60-16,0 0 70 0,0 0-34 16,0 0-90-16,0 0-80 0,13 73-74 15,-11-58-64-15,-1-2-9 0,1-1-24 16,2 0-68-16,-3-2-110 0,0 0-120 16,2 1-222-16,-1-4-552 0,-2 3-594 0</inkml:trace>
  <inkml:trace contextRef="#ctx0" brushRef="#br0" timeOffset="40795.05">20483 7560 1296 0,'0'0'534'0,"0"0"-307"0,0 0-101 16,0 0-52-16,0 0-74 0,0 0-42 15,57-68 19-15,-42 55-39 0,1 1-61 16,-5 5 3-16,-1 1 68 0,-3 2 33 15,-2 4 6-15,-4 0 13 0,-1 0-3 16,-3 5-13-16,0 0-488 0,-9 2-672 0</inkml:trace>
  <inkml:trace contextRef="#ctx0" brushRef="#br0" timeOffset="41748.8">20587 8418 2395 0,'0'0'638'16,"0"0"-198"-16,0 0-92 0,0 0-68 16,0 0-96-16,0 0-97 0,0 0 12 15,-11 94 0-15,14-61-16 0,3 1 10 16,0-2 17-16,-2-1-42 0,0-4-67 15,-2-3 0-15,-1-7 22 0,2-3 2 0,-3-2-25 16,0-7-10-16,0-3 10 0,0-1 17 16,0-1-17-16,0-1-13 0,0-5 11 0,2-6-65 15,1-6 40-15,-3-5 20 0,2-4 7 16,0-4 0-16,-1-2-22 16,2 0-9-1,1-2 31-15,2 0-1 0,0 2-10 0,1 1 5 16,3 6 6-16,-1 1 0 0,3 4-26 15,-1 3-17-15,0 5 41 0,1 1-13 0,4 3-28 16,-2 5 12-16,4 3 31 0,2 1 58 16,-6 0-21-16,3 7-25 0,-5 3 19 0,-5 5 9 15,-4 3-28-15,-3 1-12 0,-3 5-12 16,-8 3-31-16,-7-2-77 0,-1 1-56 16,-1 0 12-16,-1-2-79 0,0 1-224 15,3-4-174-15,3-5-392 0,-2 4-263 16</inkml:trace>
  <inkml:trace contextRef="#ctx0" brushRef="#br0" timeOffset="42094.6">20797 8753 157 0,'0'0'573'0,"0"0"-110"0,0 0 16 0,0 0-51 15,0 0-39-15,0 0-54 16,0 0-59-16,0 0-17 0,0 0-31 0,0 0-29 16,0 0-16-16,65-10-20 0,-54 8-13 15,-1 2-14-15,2 0-18 0,-1 0-22 16,0 0-32-16,-4 0-8 0,0 2 2 16,-3 2 28-16,-1 4 33 0,0 4-36 15,-3 0-44-15,0 2-17 0,0 2-10 16,0 1 3-16,0 1-3 0,-2-1-11 15,0-2-1 1,-1 2-1-16,3-7-2 0,0-1-30 0,0-3-1 0,0-2-2 0,0-2 2 16,3-1-6-16,1 0-36 0,0-1-47 15,4 0-12-15,0-1-35 0,1-2-19 16,-1-1-86-16,0 2-296 0,-3 1-511 16,0 1-366-16</inkml:trace>
  <inkml:trace contextRef="#ctx0" brushRef="#br0" timeOffset="42626.33">20661 9393 2974 0,'0'0'739'0,"0"0"-396"0,0 0-155 16,0 0-49-16,0 0 59 0,0 0-13 0,0 0-41 15,39 83-43-15,-33-60-55 0,2-3-24 16,-3 3 11-16,-2-3 13 0,-2-2-28 15,2-1-15-15,-1-6 18 0,1-4-21 16,-3-1-12-16,0-5-5 0,0-1 16 16,0 0 0-16,0-1-118 0,0-8-9 15,0-2 39-15,-3-8 86 0,-2-2-31 16,2-5-6-16,-1-3 37 0,0-2 0 16,0-3-31-16,2 0 15 15,1 1 19-15,1 3 16 0,0 4-16 0,1 1-16 0,5 4 16 16,1 3 0-16,0 6-27 0,3-1-9 15,3 2 36-15,-1 5 17 0,3 0-16 16,2 4 23-16,-3 1 28 0,0 1 10 16,1 0-29-16,-7 7-5 0,0 1 12 15,-4 6-13-15,-4 3-27 0,0 2-64 0,-4 1 6 16,-8 2-50-16,-2 0-61 0,-2 2-64 16,-1-1-102-1,-6 1-221-15,2-3-149 0,3-7-62 16,-5 5-361-16</inkml:trace>
  <inkml:trace contextRef="#ctx0" brushRef="#br0" timeOffset="42978.01">20875 9571 1007 0,'0'0'1724'16,"0"0"-1294"-16,0 0-226 0,0 0-90 16,0 0 67-16,0 0 40 0,0 0-61 15,0 0-50-15,0 0-29 0,0 0-15 16,0 0 2-16,81-18 9 0,-75 18 1 16,-1 0-4-16,-4 0 46 0,-1 1 113 15,0 6-31-15,0 3-111 0,0 1-60 16,0 4-19-16,-4 1-10 0,-1 0-2 15,0 1-19-15,-1-1-5 0,3-2-6 16,0-1 2-16,2-2 0 0,1-4 26 16,0-2-15-16,0-2-16 0,0-1-1 15,0-2-12-15,3 0 4 0,1 0-19 16,4 0-74-16,1-5 9 0,-1 0-29 0,0 1-140 16,1 0-344-16,-3 2-595 0,-1 2-516 0</inkml:trace>
  <inkml:trace contextRef="#ctx0" brushRef="#br0" timeOffset="43526.33">20879 10097 150 0,'0'0'2646'0,"0"0"-2181"0,0 0-195 15,0 0-77-15,0 0-29 0,0 0-29 16,16 72-53-16,-11-54-22 0,-2-1-17 16,-3 1 13-16,2 2 10 0,-2-3-1 0,0 2 43 15,0-4 31-15,0-3-66 0,0-5-73 16,0-1-22-16,0-5 22 0,0 0-1 15,0-1-36-15,0 0-55 0,0-3 21 16,0-7-4-16,0-1 72 0,0-3 3 16,0-6 0-16,-3-2 0 0,-2-2-6 15,0-4-3-15,-2-3 9 0,1 0 18 16,2 0-18-16,-1-2 0 0,5 4 0 16,0 2 0-16,2 3-15 0,3 4-10 0,4 2 24 15,0 2-1-15,1 1 4 16,2 2 7-16,0 2 63 0,3 0 20 15,2-1-61-15,0 3-30 0,4 2 30 16,-2 2-28-16,1 4-3 0,-9 1 0 0,-1 1 6 16,-6 10 56-16,-2 2-53 0,-2 5-9 15,-3 2-1-15,-6 2-14 0,-4 0-31 16,0 2-59-16,-4 0-32 0,-2 1-43 16,1-3-46-16,1 1-38 0,-1-4 58 15,4-4 22-15,4-4 2 0,4-4-1 0,3-6-55 16,3-1-107-16,0-1-210 0,4-5 194 15,5-2 130-15,-3 2-179 0,8-4-167 0</inkml:trace>
  <inkml:trace contextRef="#ctx0" brushRef="#br0" timeOffset="43896.56">21086 10169 1922 0,'0'0'483'15,"0"0"-193"-15,0 0-33 0,0 0-7 16,0 0-17-16,0 0-46 0,0 0-35 16,0 0-42-16,0 0-22 0,0 0 10 15,0 0 27-15,-8 25 2 0,13-24-21 0,0 3-26 16,-1-4-15-16,4 1-12 0,-1 0-13 16,0 2-22-16,0-1 7 15,0-1-7-15,-1 0-6 0,1-1 0 0,2 1-12 16,-2 1-2-16,-1-2-1 0,-2 1 1 15,-1 2 2-15,-3 2 30 0,0 1 22 0,0 3-12 16,0 3-9-16,-3-1 3 0,-3 2-10 16,4-2 28-16,-3 1 3 0,2-1-3 15,0-4-40-15,3-2-12 0,-1-3-2 16,1-1-31 0,0-1 2-16,0 1 31 0,0-1 17 0,0 0 11 15,0 0 15-15,4 0 27 0,4 0-6 0,-3 0-64 16,3-2-19-16,2 0-69 0,-3-3-46 15,0-1-120-15,0 0-250 0,-1 0-713 16,4 0-1011-16,-82 39 1390 0</inkml:trace>
  <inkml:trace contextRef="#ctx0" brushRef="#br0" timeOffset="45140.87">28449 7899 3231 0,'0'0'505'0,"0"0"-332"15,0 0 16 1,0 0 82-16,0 0 59 0,0 0-96 0,0 0-124 16,0 0-34-16,0 0-24 0,-98 80-6 0,75-53 27 15,0 1 85-15,7 1-61 0,2-1-61 16,7-2-9-16,4-3-2 0,3-3-22 15,1-4-3-15,11 1-34 0,5-4 4 16,4-1-6-16,4-1-1 0,3-2 22 16,2-3 14-16,0 0-1 0,0 0-10 15,-2-2 10-15,-7-2-10 0,-5 2 12 16,-7-2 0-16,-2 4 27 0,-7 0 104 0,0 5 26 16,-7 2-48-16,-3 5-58 15,-3-2-30-15,-3 2-21 0,0-2-17 16,-1-6-101-16,2 1-97 0,1-7-43 15,5-4-150-15,1 0-255 0,2-1-503 0,3-9-453 0</inkml:trace>
  <inkml:trace contextRef="#ctx0" brushRef="#br0" timeOffset="45413.14">28789 8186 3094 0,'0'0'449'0,"0"0"-275"0,0 0 46 16,0 0 72-16,0 0-103 0,-7 80-105 16,16-67-56-16,0-3-13 0,3 0 1 0,0-6 8 15,1-3-2-15,4-1 6 0,-2-3 9 16,1-5 27-16,-2-4 32 0,2-1 23 16,-6-2-15-16,1-1-25 0,-5-2 7 15,-1 0-19-15,-4 0-25 0,-1 2-42 16,0 0-24-16,0 1-49 0,0 4-52 15,0 3-55-15,0 1-97 0,-1 1-300 16,1 2-636-16,0 0-671 0</inkml:trace>
  <inkml:trace contextRef="#ctx0" brushRef="#br0" timeOffset="45774.18">29239 8320 2334 0,'0'0'378'0,"0"0"-136"0,0 0 199 0,19 76-96 0,-15-50-90 16,-1-1-70-16,-1 2-82 16,-1-1-38-16,2-1-6 0,-3-5 99 0,0-1-26 15,0-3-64-15,0-4 0 0,-1-5-4 16,-4-3-15-16,2-3 0 0,-4-1 3 16,0 0-52-16,-5-7-18 15,-1-6-19-15,-1-3-27 0,1-10 9 0,-2-7-22 16,1-7 9-16,4-7 7 15,0-5-7-15,4-5 22 0,3-2 5 16,3 4 7-16,3 3-21 0,10 9-29 0,0 8 28 16,4 7 12-16,-1 9 19 0,4 4-3 15,-1 7 28-15,1 2 7 0,2 6 21 0,-3 0-3 16,-1 8 34-16,-3 7 46 0,-2 5-9 16,-7 7-3-16,-5 3-35 0,-1 5-5 15,-3 0-29-15,-9-1-24 0,-2-1-43 16,-2-3-102-16,-1-3-59 0,1-6-83 15,0-4-202-15,6-7-303 0,-3-4-820 16</inkml:trace>
  <inkml:trace contextRef="#ctx0" brushRef="#br0" timeOffset="46178.82">29618 8306 2598 0,'0'0'403'0,"0"0"-218"16,0 0 121-16,30 81-68 0,-22-61-94 15,-4-2-21-15,0-2-3 0,-2-4 1 16,-2-6-37-16,0-1-22 0,0-5 10 16,0 0 17-16,-3-1 10 0,-3-7-71 15,-3-4-28-15,-1-5-74 0,0-5 6 0,0-8 6 16,2-7 31-16,-1-7-12 0,3-5-26 15,2-1 20-15,2-4 18 0,2 2 3 32,2 7 3-32,6 5 6 0,4 7-6 0,2 6-3 15,1 6 6-15,1 6 19 0,2 2-22 16,0 2 22-16,3 6 3 0,-2 2 72 0,4 3 6 16,-3 0-1-16,-1 0-30 0,-2 6 3 0,-2 6 12 15,-4 2 36-15,-5 4 38 0,-6 6-31 0,0-1-38 16,-6 4-15-16,-8 0-21 0,-5 2-7 15,-4-2-24-15,-3-2-58 0,-1 0-58 16,-1-4-57-16,5-7-83 16,3-5-123-16,8-9-256 0,4 0-510 0,5-16-545 15</inkml:trace>
  <inkml:trace contextRef="#ctx0" brushRef="#br0" timeOffset="47071.81">30039 7778 2077 0,'0'0'512'15,"0"0"-258"-15,0 0 35 0,0 0 100 16,10 69-61-16,-7-47-95 0,1-1-89 16,2 0-26-16,0-1-28 0,2-2-58 0,1-4-32 15,-2-1-25-15,2-1 10 0,-2-1 2 16,0-3-8-16,-1-2-14 0,-3 0-27 15,3-3-25-15,-3-1-16 16,2-2-10-16,-2 0-26 0,3 0 7 0,0-2 12 16,1-7-10-16,3 0-42 0,0-2-87 15,2-3-56-15,2 0 41 0,-1-2 112 16,4-1 20-16,-5 3 44 0,2 3 98 16,-5 3 43-1,-5 2 132-15,-1 3 112 0,-3 3 26 0,2 0 26 0,-2 0-20 16,1 0-88-16,-1 3-68 0,2-1-62 15,-1 5-19-15,2 2 46 0,4-1-19 16,-1 7-50-16,1 0-22 0,7 4-12 0,1-1 30 16,2 2 1-16,2-1-13 15,4 0-31-15,-2-2-11 0,0-2-2 16,-1 0 1-16,-4-3-22 0,0-2 3 0,-5 1 7 16,1-6 0-16,-4 1-16 0,-3-5-18 15,-1 3-44-15,-1-4 0 0,-2 0-25 0,3 0-4 16,-1-4 69-16,0-1 50 0,2-1 35 15,-1 0 9-15,2-2-6 16,-2 1-13-16,3-3-24 0,-1 2-1 0,-3-2 0 16,1 3 1-16,-1-1 2 0,0 0 15 15,0 1 4-15,-1 0-3 0,-1-1-18 16,3-3-1-16,0-2-2 0,-1-2 2 16,0 1 1-16,0-3 24 0,1-1-9 15,1 1-13-15,-2 2 12 0,1 3-2 16,-1 1-1-16,-2 3 28 0,2 0-15 15,0 3-24-15,0-1 12 0,-2 2-10 0,2 0 34 16,0 3 0-16,0-2 9 0,0 1 38 16,0 0 27-16,2 1-10 0,-2 1-15 15,0 0-22-15,-3 0 0 0,2 0 19 16,-1 0 48-16,2 1-9 0,0 4-37 0,3 2 0 16,0 4-19-16,2 2-35 0,-1 1 8 15,2 4-6-15,-3 3-5 16,5 1-4-16,-2 3-3 0,3 4-21 15,0 3 0-15,0 4 0 0,2 4-1 16,-2 2-14-16,2 4-3 0,-4-2 3 0,-1 2-7 16,-6-1 22-16,-3-4 0 0,-6 1 12 15,-10-4 7-15,-7-3 8 0,-7 0-6 16,-3-3 12-16,-3-3-6 16,-2-6-11-16,4-5 2 0,2-9-6 15,5-6-12-15,2-3-46 0,2-14-20 0,3-7-34 16,5-10-9-16,4-6-3 0,5-9 30 0,6-1-12 15,5-2-4-15,10 2 31 0,4 3-9 16,6 2-31-16,5 0-19 0,0 6-77 16,5 1-125-16,-5 6-178 0,0 7 8 15,-4 3-198-15,-6 8-470 0</inkml:trace>
  <inkml:trace contextRef="#ctx0" brushRef="#br0" timeOffset="50527.97">8991 310 470 0,'0'0'3032'0,"0"0"-2594"0,0 0-305 15,0 0 1-15,0 0 102 0,0 0 33 16,0 0-88-16,33 73-71 0,-27-51-43 16,-3 1-45-16,4 1-22 0,-4 1 1 15,1-1-1-15,-1-4-3 0,0-3 3 0,0-4 10 16,-2-4-8-16,1-2 0 0,-2-5 1 15,0-1 18-15,1-1 7 0,-1 0-1 16,0 0 1-16,0 0-28 16,0-1 0-16,0-5-49 0,0-1-3 0,-1-3-24 15,-2-3-13-15,0-7 28 0,1-1 15 16,1-4 27-16,1 2-18 0,0 0 1 31,0 6 8-31,3 5-3 0,0 3 19 0,0 6 9 0,0 0 1 0,0 3-17 16,-2 0 17-16,4 0-38 0,3 3 6 15,0 0 34-15,7 3 34 0,-2 4 31 0,4 2-1 16,-2 1 7-16,-1 5 3 0,-1-2-10 16,-4 2-30-16,-2-2-7 0,1-2 1 15,-3-3-28-15,-1-1-13 0,2-1-14 0,-3-5-19 16,0 0-12-16,0-3-28 16,1-1-52-16,0 0-20 0,2-3 53 0,0-6-10 15,1 0 97-15,3-4 18 0,-3-3 6 16,-1 2-3-16,3-1-3 15,-2 1 0-15,0 2-1 0,2 2-15 16,-4 0-24-16,4 6 18 0,-3 1 20 0,0 2 2 16,-1 1 55-16,3 0 63 15,-1 4 55-15,0 1-28 0,2 4-40 0,1 1 11 16,0 2 10-16,-3 2-19 0,3 1-16 0,-1 2-9 16,-1-1-30-16,0 0-22 15,-3-1-30-15,0 0 11 0,2-4-11 0,-3-3-48 16,0-1-120-16,-1-4-76 0,2-3-60 15,-2 0-208-15,1 0-255 0,3-6-272 16,-4-1 57-16,4-5-285 0</inkml:trace>
  <inkml:trace contextRef="#ctx0" brushRef="#br0" timeOffset="50709.75">9645 494 1441 0,'0'0'1627'0,"0"0"-1324"16,0 0-87-16,0 0 115 0,0 0-67 0,0 0-130 16,19 66-44-16,-13-55-81 0,0-1-9 0,1-2-121 15,0-1-100-15,0-2-157 0,2-5-128 16,0 0-101-16,-1 0-391 0,5-9-116 0</inkml:trace>
  <inkml:trace contextRef="#ctx0" brushRef="#br0" timeOffset="51026.31">9893 489 980 0,'0'0'1347'0,"0"0"-992"0,0 0-46 0,0 0 78 0,0 0-67 0,0 0-87 16,0 0-32-16,0 0-39 0,27 67-72 15,-25-65-90-15,1 0-3 0,-2-2 2 0,1 0-24 16,-1 0-58-16,3-4 11 0,1 1 72 15,-1-4 29-15,2 1-13 16,0-3-13-16,1-1 19 0,3 2-22 16,-4-3-22-16,4 4-13 0,0 0 10 15,-3 2-6-15,5-1 3 0,-1 3 13 0,1 2 15 16,1 1 40-16,1 0 38 0,-2 0 31 16,2 5 34-16,-4 0 8 0,-1 4 12 15,1-2-31-15,-6 0-44 0,0 0-39 16,-2 0-49-16,1-3-9 0,-3-2-113 15,0-1-96-15,0-1-72 0,0 0-157 16,0 0-287-16,-11-6-719 0</inkml:trace>
  <inkml:trace contextRef="#ctx0" brushRef="#br0" timeOffset="51177.89">9680 341 4099 0,'0'0'595'0,"0"0"-595"0,0 0-24 16,0 0-177-16,0 0-150 16,0 0-11-16,0 0-114 0,77 1-500 0,-52-1-1195 15</inkml:trace>
  <inkml:trace contextRef="#ctx0" brushRef="#br0" timeOffset="51476.13">10295 501 3089 0,'0'0'747'0,"0"0"-498"15,0 0-72-15,0 0-12 16,0 0 8-16,0 0-7 0,0 0-37 0,0 0-89 16,29 66-28-16,-23-59-12 0,-2-1-18 15,2-3-71-15,0 0-83 0,-2-3-41 16,5 0-73-16,-1-5-132 0,4-5-138 16,-1-3-187-16,1 1-382 0,1-8-176 0</inkml:trace>
  <inkml:trace contextRef="#ctx0" brushRef="#br0" timeOffset="51936.95">10509 458 859 0,'0'0'1679'0,"0"0"-1386"0,0 0-97 0,0 0 143 16,0 0-9-16,0 0-38 0,0 0-13 16,0 0-95-16,0 0-175 0,0 0-9 15,20 56-37-15,-19-56 13 0,0 0 24 16,1 0 0-16,1-1-9 0,0-3-60 15,1-3 13-15,4 0 36 0,1-2 19 16,1-1-20-16,3 0-63 0,-1 0-1 16,-2 2 18-16,1-2-5 0,0 3 0 15,-4 4 50-15,3 1 19 0,-6 2 3 0,0 0 15 16,1 0 133-16,-1 4 81 0,1 2-52 16,-1 3-46-16,1 0-27 0,0 0 10 15,1-1-31-15,-3 2-46 0,2-1-12 16,0-1 14-16,2 0-13 0,-1-3-26 15,-2-2-28-15,2 0-14 0,1-1-57 16,1-2-39-16,0 0 27 0,0-2 18 16,0-2 31-16,0-3 12 0,-2 3 26 0,-2 0 5 15,1 1 6-15,-4 2 12 0,1-1 1 16,-2 2-2 0,0 0 2-16,1 0 24 0,1 0 23 0,-1 0 18 0,1 0 40 15,1 3 34-15,2 3-10 0,-1-1-27 0,1 0-14 16,0 1 16-16,1 1-24 0,0-3-29 15,0 4-35-15,-4-5-16 0,3 2-18 16,1-1-61-16,-2-3-132 0,3-1-102 16,-1 0-248-16,3-4-389 0,-2-1-59 15,9-9-407-15</inkml:trace>
  <inkml:trace contextRef="#ctx0" brushRef="#br0" timeOffset="52128.13">11046 456 375 0,'0'0'3049'16,"0"0"-2641"-16,0 0-225 0,0 0 89 16,0 0-46-16,0 0-31 0,0 0 4 15,10 65-18-15,-4-53-81 0,0-3-100 0,1 0-12 16,-2-4-76-16,3 2 33 0,-2-3-117 16,-1-4-68-16,4 0-156 0,-2-3-157 15,2-5-71-15,4-4-69 0,0-2 18 16,-2 3-155-16</inkml:trace>
  <inkml:trace contextRef="#ctx0" brushRef="#br0" timeOffset="52338.52">11310 310 802 0,'0'0'1597'16,"0"0"-940"-16,0 0-118 0,0 0-95 16,0 0-129-16,0 0-83 0,0 0-62 15,0 0-66-15,0 0-50 0,0 0-53 16,-6 78 17-16,9-61 18 0,3-1-20 15,1 1-13-15,1-3 33 0,1 1-5 0,-2-2-19 16,2-3-11-16,-5-1 15 0,-2-2 14 16,-2-2-6-16,0-2-24 0,0 0-30 0,-5 0-111 15,-6-2-199-15,-2-1-185 0,3 0-503 16,-16-4-576-16</inkml:trace>
  <inkml:trace contextRef="#ctx0" brushRef="#br0" timeOffset="52462.56">10954 377 3176 0,'0'0'964'0,"0"0"-964"15,0 0-101-15,0 0-154 0,0 0 40 16,0 0 47-16,0 0-225 0,76-39-410 16,-47 31-932-16</inkml:trace>
  <inkml:trace contextRef="#ctx0" brushRef="#br0" timeOffset="52735.53">11502 470 1876 0,'0'0'270'15,"0"0"-128"-15,0 0 55 0,0 0-6 16,0 0-56-16,0 0-61 0,0 0 51 16,80-35-3-16,-76 26-84 0,1-1-25 15,-2 0 6-15,-3 2 55 0,0-2 18 16,0 3 39-16,-3 2 62 0,-2-1-1 15,1 5-9-15,0 1 32 0,1 0 61 16,-2 0-24-16,0 5-77 0,-4 5 2 16,0 4 30-16,-1 1-107 0,-1 3 12 15,1 5-6-15,4-3 24 0,2 1-30 16,4-3-82-16,0-3-18 0,4-1-45 16,9-3-37-16,6-1-54 0,4-4-34 15,6-2-57-15,5-4-235 0,-6 0-827 0,19-13-1263 0</inkml:trace>
  <inkml:trace contextRef="#ctx0" brushRef="#br0" timeOffset="53294.65">12715 438 2947 0,'0'0'1034'0,"0"0"-730"15,0 0 27-15,0 0 25 0,0 0-11 16,0 0-117-16,0 0-149 0,0 0-67 0,0 0-12 16,-41 68-28-16,30-49 28 0,4 2 4 15,-2 3 17-15,5-3-21 0,1-2-1 16,3-2-14-16,0-3-37 0,3-3-36 15,4-3-46-15,5-1-66 0,2-5-73 16,3-2-173-16,5-2-209 0,-6-5-297 16,11-9-530-16</inkml:trace>
  <inkml:trace contextRef="#ctx0" brushRef="#br0" timeOffset="53561.35">12948 563 2553 0,'0'0'499'0,"0"0"-240"0,0 0 137 0,0 0-81 0,0 0-43 16,0 0-55-16,6 73-44 0,3-65-71 16,1-2-75-16,3-3-25 15,-2-1 35-15,1-2 15 0,4 0-24 0,0-7-4 0,1-4 1 16,0-3-5-16,-2-3-20 16,-5 2 0-16,0-1 0 0,-8 4 34 0,0-2 5 15,-2 4-5-15,0-1 12 0,-3 2-7 16,-1-1-36-16,-6 3 0 0,1 1-3 15,-4 2-30-15,-3 4-74 0,-2 0-125 16,-3 0-11-16,3 3 23 0,2 3-127 0,3-1-134 16,9-3-228-16,4 1-629 0</inkml:trace>
  <inkml:trace contextRef="#ctx0" brushRef="#br0" timeOffset="53811.84">13306 373 1439 0,'0'0'615'15,"0"0"-107"-15,0 0 0 0,0 0-30 16,0 0 20-16,0 0-127 0,0 0-62 16,0 0-51-16,0 0-127 0,0 0-82 15,0 0-19-15,23 77-30 0,-15-54-14 0,8 0 14 16,2 2 0-16,3-1 12 16,2 1-10-16,2-4-1 0,-1-2 12 0,-2-2-13 15,-2-5-13-15,-7-1 12 0,-3-3 1 16,-1 1 28-16,-8-3 51 0,-1 0 6 0,0 1 91 15,-1-1-52-15,-9 3-57 0,0 1-67 16,-5-2-58-16,1-1-105 0,1-3-62 16,-2-4-55-16,5 0-89 0,-1-2-223 15,4-6-359-15,1 2-471 0</inkml:trace>
  <inkml:trace contextRef="#ctx0" brushRef="#br0" timeOffset="54036.42">13701 317 2561 0,'0'0'799'15,"0"0"-460"-15,0 0-65 16,0 0-98-16,0 0-92 0,1 69 0 0,-1-39 6 16,1 3 0-16,2 1 6 0,2 2-7 15,-2 0 55-15,1-3-21 0,1-4-98 16,1-2-25-16,-1-7-65 0,1-3-64 15,-5-6-105-15,0-2-144 0,-1-3-278 16,0-2-425-16,0-4-276 0</inkml:trace>
  <inkml:trace contextRef="#ctx0" brushRef="#br0" timeOffset="54160.09">13705 614 893 0,'0'0'1136'0,"0"0"-835"0,0 0 100 15,0 0 29-15,0 0-99 0,0 0-84 16,97-44-93-16,-73 35-53 0,2-1-80 15,0 1-21-15,0-2-54 0,0 1-267 16,-6 2-364-16,6 1-1160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5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31 11877,'5'12'10670,"10"28"-5612,-13-11-3707,0 0 0,-5 43 0,1 11-888,2-53-386,4 64 66,-2-83-121,-1 1 1,2-1-1,-1 0 1,1 0 0,10 21-1,-16-61-177,1-51-1,2 22 166,-4-7-18,-1 0 0,-4 1 0,-18-68 0,26 118 4,6 14 75,-3 1-56,-1 1-1,0-1 1,1 0-1,-1 1 1,0-1-1,0 1 1,0 0-1,0-1 1,0 1-1,-1 0 1,1-1-1,0 3 1,3 27 44,0 1 1,-3-1 0,0 1-1,-2 0 1,-6 36-1,0 7-48,5-35-11,2-1 0,1 0 0,2 0 0,10 48 0,-13-85 0,1 0 0,-1 1 0,1-1 0,-1 1 0,0-1 0,0 0 0,0 1 0,0-1 0,-1 1 0,0 3 0,1-6 0,0 0 0,0 0 0,0 0 0,0 0 0,0 1 0,-1-1 0,1 0 0,0 0 0,0 0 0,0 0 0,0 0 0,0 0 0,0 0 0,0 0 0,0 0 0,0 0 0,0 0 0,0 0 0,-1 0 0,1 0 0,0 0 0,0 0 0,0 0 0,0 0 0,0 0 0,0 0 0,0 0 0,0 0 0,-1 0 0,1 0 0,0 0 0,0 0 0,0 0 0,0 0 0,0 0 0,0 0 0,0 0 0,0 0 0,0 0 0,0 0 0,-1 0 0,1 0 0,0 0 0,0-1 0,0 1 0,0 0 0,0 0 0,0 0 0,0 0 0,0 0 0,0 0 0,0 0 0,0 0 0,0 0 0,0 0 0,0-1 0,0 1 0,0 0 0,0 0 0,0 0 0,0 0 0,0 0 0,0 0 0,-4-19 0,-19-101 0,13 76 0,-5-61 0,14 96 201,1 1 1,0-1-1,1 1 0,2-13 1,1 8-2263,1 0-4419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6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22 140 11717,'0'1'231,"0"-1"-1,-1 0 0,1 1 1,-1-1-1,1 0 0,-1 0 1,1 1-1,-1-1 0,1 0 0,-1 0 1,1 0-1,-1 0 0,0 0 1,1 0-1,-1 0 0,1 0 1,-1 0-1,1 0 0,-1 0 1,1 0-1,-1 0 0,1 0 0,-1 0 1,1-1-1,-1 1 0,1 0 1,-1 0-1,1-1 0,-1 1 1,1 0-1,-1-1 0,1 1 1,-1-1-1,0 0 44,0-1 1,1 1-1,-1-1 1,1 1-1,-1-1 1,1 1-1,0-1 1,0 0-1,0 1 1,0-1-1,0-2 1,0-2 153,1 1 0,0-1 0,0 1 0,0-1 0,1 1 0,2-6 0,1 5 8,0 1-1,1 0 1,-1 0-1,1 0 0,1 1 1,-1 0-1,0 0 1,1 0-1,0 1 0,0 0 1,12-3-1,9-6-113,-24 11-300,-1-1 1,1 1-1,0 0 1,0 0-1,0 1 1,0-1-1,-1 1 0,1 0 1,0 0-1,0 0 1,0 0-1,0 1 0,0 0 1,0-1-1,-1 1 1,1 1-1,7 2 1,-9-3-3,1 0 0,-1 1 0,0-1 1,1 1-1,-1 0 0,0-1 1,0 1-1,0 0 0,0 0 0,0 0 1,-1 0-1,1 1 0,0-1 1,-1 0-1,0 1 0,0-1 0,0 1 1,0 0-1,0-1 0,0 1 1,0 0-1,-1-1 0,1 1 1,-1 0-1,0 5 0,-2 9-6,0 0 1,-2 0-1,1 0 0,-2-1 1,-1 1-1,0-1 0,0 0 0,-2-1 1,0 1-1,-1-2 0,0 1 1,-1-1-1,-1-1 0,0 0 0,-1 0 1,-21 17-1,31-29-5,1 0 0,0 0 1,0 0-1,0 0 0,0 0 0,0 0 1,0 1-1,0-1 0,1 0 0,-1 0 1,0 1-1,0 1 0,1-2-7,0-1 0,0 0 0,0 1 0,0-1 0,0 0-1,0 1 1,0-1 0,0 0 0,0 1 0,0-1 0,1 0 0,-1 0 0,0 1-1,0-1 1,0 0 0,1 0 0,-1 1 0,0-1 0,0 0 0,1 0 0,-1 1 0,0-1-1,0 0 1,1 0 0,-1 0 0,0 0 0,1 0 0,-1 1 0,0-1 0,1 0-1,-1 0 1,0 0 0,1 0 0,44-1 25,-19 0-30,5 3 47,56-3 0,-39-9-5204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8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11301,'2'-4'811,"1"1"0,0 0 0,-1 0 0,1 0 0,0 0 0,1 1 0,-1-1 0,0 1 0,7-3 0,-5 2-500,0 1-1,0 0 1,1 0-1,-1 1 1,0 0-1,1 0 1,5-1-1,-7 2-262,0-1-1,0 1 1,0 0-1,0 1 0,0-1 1,-1 1-1,1-1 1,0 1-1,0 0 1,-1 1-1,1-1 1,0 1-1,-1-1 1,1 1-1,-1 0 0,0 0 1,0 1-1,0-1 1,0 0-1,0 1 1,0 0-1,4 6 1,-3-2 21,0 1 0,-1 0 1,0 0-1,-1 0 1,1 1-1,-1-1 1,-1 0-1,0 1 1,0 0-1,-1-1 1,0 1-1,-1 10 1,0-8-66,-1 1 0,0-1 1,0 1-1,-1-1 0,-1 0 0,0 0 1,0-1-1,-10 17 0,8-15 41,12-14 7,15-4-79,-15 5 65,1 0 0,-1 0 0,1 1 0,0 0 0,-1 1 0,1-1 0,-1 1 0,1 0 0,-1 1 0,1 0 0,-1 0 0,0 0 1,10 5-1,-14-5 61,-1-1 1,1 0-1,0 0 1,0 1 0,-1-1-1,1 1 1,-1 0 0,1-1-1,-1 1 1,0 0-1,1 0 1,-1 0 0,0 0-1,0 0 1,-1 0-1,1 0 1,1 3 0,-2-1 77,0-1 0,0 0 1,0 0-1,-1 0 0,1 0 0,-1 0 1,1 0-1,-1 1 0,0-1 0,-1-1 1,1 1-1,0 0 0,-1 0 0,1 0 1,-5 4-1,3-3-108,0 0 1,-1-1-1,0 1 0,1-1 0,-1 0 0,0 0 1,-1-1-1,1 1 0,0-1 0,-1 0 1,0 0-1,1 0 0,-9 2 0,-28 3-4136,21-5-1531,2-2-3301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8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0 10261,'-1'3'6281,"-2"2"-3364,-5 15-1158,2-5-793,-6 14 83,1 1 0,2 1 0,-8 40 0,17-69-983,-1 0-1,1 0 1,0 0 0,0 0-1,0 1 1,0-1 0,1 0-1,-1 0 1,0 0 0,1 0-1,0 0 1,-1 0 0,1 0-1,0 0 1,0 0 0,0 0-1,0 0 1,0-1 0,1 1 0,-1 0-1,3 2 1,-1-2 3,1 1-1,-1-1 1,1-1 0,-1 1 0,1 0 0,-1-1-1,1 0 1,0 0 0,0 0 0,0 0 0,4 0-1,11 0-28,0-1-1,0 0 1,35-6-1,-52 5-55,12-1-1043,1-1 1,21-8-1,-16 3-3949,0-1-5529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9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0 14759,'-12'8'9384,"2"10"-5849,-4 17-1050,9-21-1815,0 1 1,2 0-1,0 0 0,-2 17 0,5-25-978,0 0 0,0-1 0,1 1 1,2 11-1,-1-12-1305,0 0 1,0 0 0,0-1-1,1 1 1,6 9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29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11989,'39'-17'6856,"-21"8"-6252,1 1 0,-1 0 0,31-6-1,-49 13-660,0 1-1,1 0 0,-1 0 0,0 0 0,0 0 1,1 0-1,-1 0 0,0 0 0,0 0 0,1 0 1,-1 0-1,0 0 0,0 0 0,0 0 0,1 0 0,-1 0 1,0 0-1,0 0 0,1 0 0,-1 1 0,0-1 1,0 0-1,0 0 0,1 0 0,-1 0 0,0 0 1,0 0-1,0 1 0,1-1 0,-1 0 0,0 0 1,0 0-1,0 1 0,0-1 0,0 0 0,1 0 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0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0 11845,'-27'30'9139,"-1"8"-5682,26-35-3308,0 0 0,0 0 0,1 0 0,-1 0-1,1 1 1,-1-1 0,1 0 0,0 1-1,0-1 1,1 1 0,-1-1 0,1 1 0,-1-1-1,1 1 1,0-1 0,1 1 0,-1 0 0,1-1-1,-1 1 1,1-1 0,0 0 0,2 5-1,-2-6-65,1 0-1,0-1 0,0 1 0,-1 0 1,1 0-1,0-1 0,1 1 0,-1-1 1,0 0-1,0 1 0,1-1 0,-1 0 0,0-1 1,1 1-1,-1 0 0,1-1 0,-1 1 1,5-1-1,52 2 308,-43-2-307,11-1 21,-12 0-63,1 1 0,-1 0 0,0 1 0,25 5 0,-37-6 28,0 1 0,0 0 1,0 0-1,0 0 0,-1 0 0,1 0 0,0 1 0,0-1 0,-1 1 0,1 0 0,-1 0 1,0 0-1,1 0 0,-1 0 0,0 0 0,0 1 0,0-1 0,-1 1 0,1-1 0,0 1 0,-1 0 1,0 0-1,0-1 0,0 1 0,0 0 0,0 0 0,0 0 0,-1 0 0,1 4 0,-1-2 16,-1 0-1,1 0 0,-1 0 0,0-1 0,0 1 1,0 0-1,-1 0 0,0-1 0,0 1 0,0-1 0,0 1 1,-1-1-1,0 0 0,0 0 0,0 0 0,0 0 0,0-1 1,-1 1-1,-5 3 0,6-4-454,-1 0 1,0-1-1,0 0 0,1 0 1,-1 0-1,-1 0 0,1 0 1,0-1-1,-8 2 0,-13-3-6126,2-10-4438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1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 12358,'7'0'8721,"-11"6"-6147,-4 7-1672,1 6-432,1 1 0,0 0 1,1 0-1,2 1 0,0-1 0,1 1 0,1 0 0,1 0 0,3 26 0,-2-36-384,0 0 1,2 1-1,-1-1 0,1 0 0,1-1 0,0 1 1,0-1-1,1 1 0,1-1 0,-1-1 0,2 1 1,-1-1-1,1 0 0,1 0 0,0-1 1,0 0-1,0-1 0,14 10 0,-20-16-98,-1 0-1,0 0 0,1-1 1,-1 1-1,0 0 1,1-1-1,-1 1 0,1-1 1,-1 0-1,0 0 1,1 1-1,-1-1 1,1 0-1,-1 0 0,1 0 1,-1 0-1,1-1 1,-1 1-1,1 0 0,-1-1 1,1 1-1,-1-1 1,3 0-1,-2-1 5,1 0-1,-1 0 1,0 0-1,1 0 1,-1 0-1,0 0 1,0 0-1,0-1 1,-1 1-1,1-1 1,2-4-1,-3 4 26,1-1 0,0 1 1,-1-1-1,1 0 0,-1 0 0,0 1 0,-1-1 0,1 0 0,-1 0 0,1 0 1,-1 0-1,0 0 0,0 0 0,-1 0 0,1 0 0,-1 0 0,0 0 1,0 1-1,-2-5 0,2 7-1,0-1-1,0 1 1,-1 0 0,1 0 0,0 0 0,-1 0 0,1 0-1,0 1 1,-1-1 0,1 0 0,-1 0 0,1 1 0,-1-1-1,1 1 1,-1 0 0,0-1 0,1 1 0,-1 0 0,0 0-1,1 0 1,-1 0 0,0 0 0,1 0 0,-1 1 0,-2 0-1,-45 15-1257,32-9-1089,13-6 891,-12 5-1812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2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13078,'0'1'325,"0"0"0,0-1 1,-1 1-1,1 0 0,0 0 0,0 0 1,0 0-1,0 0 0,0 0 0,0 0 1,1-1-1,-1 1 0,0 0 0,0 0 1,1 0-1,-1 0 0,0-1 0,1 1 1,-1 0-1,1 0 0,-1-1 0,1 1 1,-1 0-1,1-1 0,-1 1 0,1 0 1,0 0-1,2 0 39,-1 0 0,0 1 0,1-1 0,-1 0 0,1 0 0,-1-1-1,1 1 1,-1-1 0,5 1 0,7 0 310,0-1 0,24-2 0,-34 1-120,150-27 1601,-117 19-2088,-36 9-56,0 0 1,0-1-1,0 1 0,0 0 0,0 0 1,0 0-1,0 0 0,-1 0 1,1 0-1,0 0 0,0 0 0,0 0 1,0 0-1,0 0 0,0 1 1,0-1-1,-1 0 0,1 1 0,0-1 1,0 1-1,0-1 0,-1 1 1,1-1-1,0 1 0,0-1 0,0 2 1,0-1 3,-1 1 0,1-1 0,0 1-1,-1-1 1,1 1 0,-1 0 0,0-1 0,1 1 0,-1 0 0,0-1 0,0 1 0,0 0 0,-1 2 0,-1 9 35,-1 0 1,0 0 0,-6 14-1,4-11-24,-49 172 518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2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91 12710,'46'-5'14471,"-4"-8"-9398,-3-5-7322,-1-4-5244,1 0-3000,-19 11-1526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3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56 9716,'1'0'320,"0"0"0,0-1 0,0 1 0,0 0 0,-1-1-1,1 1 1,0-1 0,0 1 0,0-1 0,0 1 0,0-1-1,-1 0 1,1 1 0,0-1 0,0 0 0,-1 0 0,1 0-1,-1 1 1,1-1 0,-1 0 0,1 0 0,-1 0-1,1 0 1,-1 0 0,0 0 0,1 0 0,-1 0 0,0-1-1,0 1-186,0-1-1,0 1 1,0 0-1,0-1 1,-1 1-1,1-1 0,0 1 1,-1 0-1,1-1 1,-1 1-1,1 0 1,-1 0-1,0 0 1,0-1-1,1 1 0,-1 0 1,0 0-1,0 0 1,0 0-1,0 0 1,0 0-1,0 1 0,-1-1 1,1 0-1,0 0 1,0 1-1,0-1 1,-1 1-1,1-1 0,0 1 1,-3-1-1,-1 0-87,-1 1-1,0-1 1,0 1 0,0 0-1,1 1 1,-1-1-1,0 1 1,0 0 0,1 1-1,-1-1 1,1 1-1,-1 0 1,1 0-1,0 1 1,-1 0 0,2 0-1,-1 0 1,0 0-1,0 1 1,1 0 0,0 0-1,0 0 1,0 1-1,0-1 1,1 1-1,0 0 1,0 0 0,0 0-1,0 0 1,1 0-1,0 1 1,0-1 0,0 1-1,1-1 1,0 1-1,0 0 1,0 9-1,1-13-17,0 0-1,0 1 1,1-1-1,-1 0 1,1 0-1,-1 0 1,1 0-1,0 1 1,0-1-1,0 0 1,0-1-1,0 1 1,1 0-1,-1 0 0,1 0 1,-1-1-1,1 1 1,-1-1-1,4 3 1,43 22 48,-16-10-10,-3 3-26,-15-12 2,0 1 1,-1 1-1,-1 0 1,1 1-1,-1 0 1,-1 1-1,19 23 1,-28-31-25,-1 0 1,0 0-1,0-1 1,0 1-1,-1 0 1,1 0-1,-1 0 1,0 0-1,1 0 1,-1 0-1,-1 0 1,1 0 0,0 0-1,-1 0 1,1-1-1,-1 1 1,0 0-1,0 0 1,0 0-1,0-1 1,-3 6-1,2-5-7,0 1 0,-1-1 0,1 0 0,0 1 0,-1-1 0,0 0 0,0-1 0,0 1 0,0 0-1,0-1 1,0 0 0,-1 0 0,1 0 0,-1 0 0,-7 3 0,8-5-1,0 0-1,-1 0 1,1 0 0,-1 0-1,1-1 1,0 1-1,-1-1 1,1 0 0,0 0-1,0 0 1,0 0-1,0-1 1,0 1-1,0-1 1,0 0 0,0 0-1,0 0 1,1 0-1,-1 0 1,1-1 0,0 1-1,0-1 1,-1 0-1,-1-4 1,-4-3 45,1-1-1,1 0 1,-1 0-1,-8-25 1,13 31-43,1 1 1,0-1-1,0 0 0,0 0 0,1 0 1,0 0-1,0 0 0,0 0 1,0 0-1,1 0 0,0 1 0,0-1 1,0 0-1,0 0 0,1 1 0,0-1 1,0 1-1,3-6 0,5-6 6,1 1 0,1 0 0,21-21 0,-22 24-153,0 0 1,0-1 0,-1 0-1,10-18 1,-11 7-871,-11 15-2759,-10 10-6489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4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36 12214,'1'0'227,"-1"-1"1,0 1 0,1 0 0,-1 0 0,0 0 0,1 0-1,-1-1 1,0 1 0,0 0 0,1 0 0,-1-1 0,0 1-1,1 0 1,-1 0 0,0-1 0,0 1 0,0 0 0,1-1-1,-1 1 1,0 0 0,0-1 0,0 1 0,0-1 0,0 1-1,0 0 1,0-1 0,0 1 0,0 0 0,0-1 0,0 1 0,0 0-1,0-1 1,0 1 0,0-1 0,0 1 0,0 0 0,0-1-1,0 1 1,0 0 0,-1-1 0,1 1 0,0-1 0,-19-10 2077,-27 1-2575,41 11 297,1-1 0,0 1 0,-1 0 0,1 1 0,0-1 1,0 1-1,0 0 0,0 0 0,0 0 0,1 1 0,-1-1 0,1 1 1,-1 0-1,1 0 0,0 0 0,0 0 0,0 0 0,0 1 1,-3 5-1,3-3 98,-1-1 0,1 1 1,0 0-1,0 0 0,0 0 0,1 0 1,0 1-1,0-1 0,1 1 1,0-1-1,0 1 0,0 10 0,1-16-102,0 1 0,0 0 0,1 0 0,-1 0-1,0-1 1,1 1 0,-1 0 0,1 0 0,-1-1-1,1 1 1,0 0 0,0-1 0,0 1 0,0-1 0,0 1-1,0-1 1,0 1 0,0-1 0,1 0 0,-1 0-1,0 0 1,1 0 0,2 2 0,-1-2-2,0 0 0,0 0 1,0-1-1,0 0 0,0 1 0,0-1 1,0 0-1,0 0 0,0-1 0,0 1 1,0 0-1,0-1 0,3-1 0,8-3 54,0 0-1,0-1 0,0-1 1,17-12-1,1-4-58,-30 21 20,-1 1 0,1-1 0,0 1-1,-1-1 1,1 1 0,-1-1 0,0 0 0,1 0 0,-1 0-1,0 0 1,0 0 0,0 0 0,-1 0 0,1 0 0,1-3 0,-4 69 4083,1 40-3025,2-85-2366,1 0 0,0 0 0,10 30 0,-8-31-1378,0-3-1637,0 0-4282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5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12534,'0'25'10249,"1"2"-4985,-2 101-2417,0-117-2911,-1 32 403,2-40-695,0-1 1,0 0-1,0 1 1,0-1-1,1 0 1,-1 1-1,1-1 1,0 0-1,0 1 1,0-1-1,0 0 0,0 0 1,0 0-1,2 2 1,6-3-6151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5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13030,'0'6'1562,"0"1"-1,1 0 1,0-1 0,0 1 0,2 6-1,-1-9-1338,-1 0 0,1 1 0,0-1-1,0 0 1,1 0 0,-1 0 0,1-1 0,0 1-1,0-1 1,0 1 0,0-1 0,1 0 0,-1 0-1,1 0 1,0-1 0,0 1 0,0-1 0,0 0-1,0 0 1,7 2 0,-8-3-137,0 1-1,-1-1 1,1 0-1,0 0 1,0-1-1,-1 1 1,1 0 0,0-1-1,0 0 1,0 0-1,0 0 1,0 0-1,0 0 1,0 0-1,0-1 1,-1 1 0,1-1-1,0 0 1,0 0-1,-1 0 1,1 0-1,0-1 1,-1 1-1,1-1 1,-1 1 0,0-1-1,1 0 1,3-4-1,-1 1-72,-1 2 13,0 0 0,0-1 0,-1 1 1,1-1-1,-1 0 0,0 0 0,3-6 0,-5 8-15,-1 1 0,1-1-1,-1 1 1,0-1 0,0 1-1,0-1 1,0 0-1,0 1 1,0-1 0,0 1-1,0-1 1,-1 0 0,1 1-1,0-1 1,-1 1 0,0-1-1,1 1 1,-1 0 0,0-1-1,0 1 1,1 0 0,-1-1-1,0 1 1,0 0 0,-1 0-1,1 0 1,-2-2-1,-7-7 8,-1 0-1,0 1 0,-20-13 0,-6 6-3230,33 14 1799,-1 1 0,1 1 0,0-1 0,-1 1-1,1 0 1,-9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6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13094,'12'9'9055,"-3"6"-5033,2 22-2501,-7-24-82,3 14-518,-1-1-1,4 42 1,-9-42-5325,0-1-4773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6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15623,'5'39'10055,"-7"22"-5640,0-4-2472,2-47-1799,0 0-1,1-1 1,1 1-1,-1-1 1,7 18-1,10 3-2930,11-5-6529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7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12918,'7'2'10313,"-7"-1"-10026,5 13 3542,-3 19-3163,-2-29 297,2 101-972,-2-75-5155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7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11349,'3'-1'659,"-1"0"-1,1 0 1,-1 0 0,1 0-1,0 0 1,0 0 0,-1 1-1,1 0 1,0-1 0,0 1-1,-1 0 1,1 0 0,0 1-1,0-1 1,0 1-1,-1-1 1,1 1 0,4 1-1,-4 0-486,0 0 0,-1-1-1,1 1 1,0 0 0,-1 0-1,1 1 1,-1-1-1,0 0 1,0 1 0,0-1-1,0 1 1,0 0 0,-1 0-1,1 0 1,-1-1 0,1 2-1,-1-1 1,0 0-1,0 0 1,-1 0 0,1 0-1,-1 1 1,1-1 0,-1 5-1,-1 5-12,-1 0 1,0-1-1,0 1 0,-5 13 0,3-16 31,2 0-1,-1 0 1,1 0 0,1 0-1,0 1 1,1-1 0,0 14-1,0-23-128,0 1 0,1-1 0,-1 1-1,0-1 1,1 0 0,-1 1 0,1-1 0,-1 0-1,1 1 1,0-1 0,-1 0 0,1 0 0,0 0-1,0 0 1,0 0 0,0 0 0,0 0 0,0 0-1,0 0 1,0 0 0,1 0 0,-1-1 0,2 2-1,0-1-28,0 0-1,0-1 0,0 1 0,0-1 1,0 0-1,0 0 0,0 0 0,1 0 1,-1 0-1,5-2 0,2 0-829,-1-1 0,1-1 0,0 1 0,-1-2 0,17-9 0,-2-3-2975,0-3-6794,-5 6-2575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8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12438,'2'4'7748,"-1"3"-3770,-3 24-2122,2-27-752,-8 74 2408,4-47-2433,0 58-1,4-80-1261,1 0-1,0 1 0,0-1 0,1 0 0,0 0 1,1-1-1,0 1 0,1 0 0,-1-1 0,10 14 0,-10-16-2605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8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13686,'6'-4'1161,"-1"1"-1,1 0 1,0 1 0,1-1-1,-1 1 1,0 0 0,0 1-1,1 0 1,8-1-1,-14 2-1057,1 0 0,-1-1-1,1 2 1,0-1 0,-1 0 0,1 0-1,-1 1 1,1-1 0,-1 0-1,1 1 1,-1 0 0,1-1-1,-1 1 1,1 0 0,-1 0 0,0 0-1,1-1 1,-1 2 0,0-1-1,0 0 1,0 0 0,0 0-1,0 0 1,0 1 0,0-1-1,0 0 1,0 1 0,-1-1 0,1 1-1,-1-1 1,1 1 0,-1-1-1,1 1 1,-1-1 0,0 1-1,0 0 1,0-1 0,0 1-1,0-1 1,0 1 0,0 0 0,0-1-1,-1 3 1,0 3-25,-1 0 0,0 0 0,-1 0 1,1 0-1,-1 0 0,-1 0 0,1-1 0,-1 1 0,0-1 0,0 0 0,-1 0 1,-10 10-1,8-9-72,1 1 0,-1 0-1,2 0 1,-1 1 0,-8 17 0,14-25-2,-1 0 0,1 0-1,0 0 1,0 0 0,0 0-1,0 0 1,0 1 0,0-1-1,0 0 1,0 0 0,0 0 0,1 0-1,-1 0 1,0 0 0,1 0-1,-1 0 1,0 0 0,1-1-1,-1 1 1,1 0 0,0 0 0,-1 0-1,1 0 1,0-1 0,-1 1-1,1 0 1,0 0 0,0-1 0,0 1-1,0-1 1,0 1 0,-1-1-1,1 1 1,0-1 0,0 1-1,0-1 1,0 0 0,0 0 0,2 1-1,48 7 431,-43-7-376,9 0 6,-8 0 55,0-1 0,0 1 0,-1 1 0,1 0 0,14 5 0,-21-6-105,0 0 0,-1-1 0,1 1 0,-1 0 0,1 0 0,-1 1 0,0-1 0,0 0-1,1 0 1,-1 1 0,0-1 0,0 0 0,0 1 0,0-1 0,0 1 0,0 0 0,-1-1 0,1 1 0,-1-1-1,1 1 1,-1 0 0,1 0 0,-1-1 0,0 1 0,0 0 0,0 0 0,0-1 0,0 1 0,0 0-1,0 0 1,-1-1 0,1 1 0,-1 0 0,0 2 0,-4 13-1,-1-1 0,0 0 0,-1-1 0,0 0 0,-15 22 0,18-31-939,-1-1 1,0 1-1,0-1 0,-11 10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39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11957,'19'-12'16809,"-14"38"-11814,-3-12-5989,7 75 1003,-8-60-295,2-1-1,1 1 1,12 45-1,-16-73 63,1 0 0,-1 0 0,0 0-1,1 0 1,-1 0 0,1 0-1,-1 0 1,1-1 0,-1 1 0,1 0-1,-1 0 1,1 0 0,0-1-1,0 1 1,-1 0 0,1-1-1,0 1 1,0-1 0,0 1 0,0-1-1,1 1 1,-1-1-442,0 0 1,0 0-1,0 0 0,0 0 1,0 0-1,0 0 0,0 0 0,0-1 1,0 1-1,0 0 0,0-1 1,0 1-1,0-1 0,-1 1 1,1-1-1,0 1 0,0-1 1,0 0-1,2-2-1331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40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14311,'5'7'8571,"-4"5"-4969,-5 14-2773,2-18 292,-16 80 1609,12-65-2541,1 1 1,1-1-1,1 1 0,-1 44 1,4-66-180,0 0 0,0 0 0,1 0 0,-1 0 0,0 0 0,1 0 0,-1 0 0,1 0 0,0 0 1,-1 0-1,1 0 0,0 0 0,0-1 0,0 1 0,0 0 0,1-1 0,-1 1 0,0 0 0,1-1 0,-1 0 0,1 1 0,0-1 1,-1 0-1,1 0 0,0 0 0,0 0 0,0 0 0,0 0 0,0 0 0,0-1 0,0 1 0,0-1 0,0 1 0,0-1 0,0 0 1,0 0-1,0 0 0,0 0 0,0 0 0,0 0 0,3-1 0,4-1 18,0 0 0,0 0-1,0-1 1,0 0 0,-1-1 0,1 0 0,14-10-1,13-6-816,-17 10-468,-1-1-3433,2-5-10576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40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15191,'1'6'13241,"3"12"-11208,-2 1-1302,-1 1 0,-1 0 0,-4 34 1,1 15-1599,3-59-382,0 1-1,1-1 1,1 1-1,4 15 1,-3-18-3332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59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10869,'-1'67'7927,"-1"-20"-7606,2-1-1,7 61 1,2-83-1112,-1-15-2144,4-10-5253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5:59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21 135 8244,'2'5'753,"0"0"1,0 1 0,0-1 0,1 0-1,-1 0 1,1 0 0,0 0 0,5 4-1,-5-6-621,0 0-1,0 0 1,1 0-1,-1 0 1,1-1 0,0 0-1,0 0 1,0 0-1,0 0 1,0-1-1,0 1 1,0-1-1,1 0 1,-1 0 0,1-1-1,-1 1 1,0-1-1,1 0 1,-1 0-1,1 0 1,-1-1-1,0 0 1,1 0 0,-1 0-1,0 0 1,6-3-1,-4 2-37,0-1-1,-1 1 1,1-1-1,-1 0 1,1-1 0,-1 0-1,0 0 1,0 0-1,-1 0 1,1 0-1,-1-1 1,0 0 0,0 0-1,0 0 1,5-11-1,-8 13-80,1 0-1,-1-1 1,0 1 0,0 0-1,0-1 1,-1 1-1,1-1 1,-1 1-1,1-1 1,-1 1-1,0-1 1,-1 1-1,1 0 1,-1-1 0,1 1-1,-1-1 1,0 1-1,0 0 1,-1-1-1,1 1 1,0 0-1,-1 0 1,0 0 0,0 0-1,0 0 1,0 1-1,0-1 1,-1 0-1,1 1 1,-5-3-1,1 1 7,0 0 0,0 0 0,-1 1 0,0-1 0,1 2 0,-1-1 0,0 1 0,-1 0 0,1 0 0,0 1 0,0 0 0,-16 0 0,15 1-241,-1 0 0,1 0 0,-1 1 0,1 1 0,-1-1 0,1 2 0,-1-1 0,1 1 0,0 0 0,-14 8 0,11-2-4243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00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46 7347,'-1'5'844,"-2"9"537,0-1-1,1 1 1,1 0 0,0 0-1,2 19 1,-1-30-1305,0 0 0,1-1 0,-1 1 0,1 0-1,0-1 1,-1 1 0,1-1 0,1 1 0,-1-1 0,0 0 0,1 1-1,-1-1 1,1 0 0,-1 0 0,1 0 0,0 0 0,0 0 0,0 0-1,0 0 1,0-1 0,1 1 0,-1-1 0,0 0 0,1 1 0,-1-1-1,1 0 1,-1-1 0,1 1 0,0 0 0,-1-1 0,1 1 0,0-1 0,-1 0-1,1 0 1,4 0 0,-3-1-42,0 0-1,1 0 1,-1 0 0,0 0-1,0-1 1,1 0-1,-1 1 1,-1-2 0,1 1-1,0 0 1,0-1-1,-1 0 1,1 1 0,-1-2-1,0 1 1,0 0-1,5-7 1,0-1 41,-1 1 1,0-2-1,0 1 1,8-22-1,-14 31-42,0-1 0,1 0 1,-2 0-1,1 0 0,0 0 0,0 0 0,-1 0 1,0 0-1,1 0 0,-1 0 0,0 0 1,-1 0-1,1 0 0,0 0 0,-1 0 0,0 0 1,0 0-1,0 0 0,-2-4 0,1 5-26,0 0-1,0-1 1,0 1-1,0 0 0,0 1 1,-1-1-1,1 0 1,-1 1-1,1-1 0,-1 1 1,0 0-1,0 0 1,1 0-1,-1 0 0,0 0 1,0 1-1,0-1 0,0 1 1,-6 0-1,-33 3-2123,15 4-6499,14-2-1631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06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66 10885,'20'-65'12272,"-57"151"-8224,27-58-4015,1 0 1,1 1 0,2 0 0,0 1-1,-1 50 1,7-74-33,1 1 0,0-1 0,0 0-1,1-1 1,-1 1 0,1 0 0,1 0 0,-1-1-1,1 1 1,5 7 0,-7-11-8,0-1 0,-1 1 1,1-1-1,0 0 0,0 0 0,0 1 0,1-1 1,-1 0-1,0 0 0,0 0 0,1 0 0,-1 0 1,0-1-1,1 1 0,-1 0 0,1-1 0,-1 1 1,1-1-1,-1 1 0,1-1 0,-1 0 0,1 1 1,0-1-1,-1 0 0,1 0 0,-1 0 0,1 0 1,0-1-1,-1 1 0,1 0 0,-1-1 0,1 1 1,-1-1-1,1 1 0,-1-1 0,1 0 0,-1 0 1,0 1-1,1-1 0,-1 0 0,0 0 0,0 0 1,1-1-1,-1 1 0,1-1 0,-1 0 14,1 0-1,-1 0 1,0 1-1,0-1 1,0 0 0,0 0-1,0 0 1,0 0 0,0-1-1,-1 1 1,1 0-1,-1 0 1,0 0 0,1 0-1,-1-1 1,0 1-1,0 0 1,0 0 0,-1-1-1,1 1 1,0 0-1,-1 0 1,0 0 0,1 0-1,-1 0 1,0 0-1,-2-4 1,2 4-224,0 0 0,-1-1 0,1 1 0,-1 0 0,0 0 0,1 0 0,-1 0-1,0 0 1,0 0 0,-1 0 0,1 1 0,0-1 0,0 1 0,-1-1 0,1 1 0,-1 0 0,1 0 0,-1 0 0,1 0 0,-1 1 0,0-1 0,-3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06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26 12678,'-3'3'6400,"-9"13"-4602,8-12-1642,0 0-1,1 1 0,-1-1 1,1 1-1,0 0 0,1 0 1,-1 0-1,1 0 0,0 0 1,0 1-1,1-1 0,0 1 1,-1 8-1,1-10-81,1 0 0,0 0 1,0 0-1,0 0 0,1 0 1,-1-1-1,1 1 0,0 0 0,0 0 1,0 0-1,1-1 0,-1 1 1,1 0-1,0-1 0,0 1 0,0-1 1,1 0-1,-1 0 0,5 5 1,-4-6-34,-1 0 1,1 0 0,0 0-1,0-1 1,0 1-1,0-1 1,0 1 0,0-1-1,0 0 1,0 0 0,0 0-1,1-1 1,-1 1 0,0-1-1,1 0 1,-1 0 0,0 0-1,1 0 1,-1 0 0,0-1-1,1 0 1,-1 1-1,0-1 1,0 0 0,0-1-1,0 1 1,0 0 0,0-1-1,0 0 1,0 0 0,-1 0-1,1 0 1,0 0 0,-1 0-1,3-4 1,-1 2 15,0 0 0,-1 0 0,1 0 0,-1 0 1,0-1-1,-1 0 0,1 1 0,-1-1 0,1 0 0,-2 0 0,1 0 0,0-1 0,-1 1 1,0 0-1,0-1 0,-1 1 0,1 0 0,-1-1 0,0 1 0,-1-1 0,-1-9 0,1 11-30,-1 0-1,1 1 0,-1-1 0,0 0 0,0 0 0,0 1 1,0-1-1,-1 1 0,1 0 0,-1 0 0,0 0 0,0 0 1,0 0-1,-1 0 0,1 1 0,0 0 0,-1-1 0,0 1 1,1 1-1,-1-1 0,0 0 0,0 1 0,-5-1 0,0 0-890,0 1-1,1 0 0,-19 0 0,-26 6-11665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07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52 174 10517,'15'21'7750,"5"-2"-4650,-19-18-3013,1 0 1,-1 0-1,0 0 1,1 0-1,-1 0 1,1 0-1,-1-1 1,1 1 0,0-1-1,-1 1 1,1-1-1,-1 0 1,1 1-1,0-1 1,-1 0-1,1 0 1,0 0 0,-1 0-1,1-1 1,0 1-1,-1 0 1,1-1-1,-1 1 1,1-1 0,-1 1-1,1-1 1,-1 0-1,1 0 1,-1 0-1,1 0 1,0-1-1,0 0-18,0 0 1,0 0-1,0 0 0,-1-1 0,1 1 0,-1-1 0,0 1 0,0-1 0,0 0 0,0 1 0,0-1 1,0 0-1,-1 1 0,1-6 0,1-43 227,-2 40-233,-1 5-38,1-1 0,-1 1 0,0-1 0,0 1-1,-1 0 1,0 0 0,0-1 0,-1 1 0,-3-7 0,4 10-29,1 1 0,-1-1 0,1 1-1,-1-1 1,0 1 0,0 0 0,0-1-1,0 1 1,-1 0 0,1 1 0,0-1-1,-1 0 1,1 1 0,-1-1 0,0 1-1,1 0 1,-1 0 0,0 0 0,0 0 0,0 0-1,0 1 1,-5-1 0,6 1-41,-1 1 1,0-1-1,0 1 1,1 0-1,-1 0 1,1 0-1,-1 0 0,1 0 1,-1 0-1,1 1 1,-1-1-1,1 1 1,0 0-1,0 0 1,-3 3-1,-16 20-2536,9-9-3796,7-9 1281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11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12454,'1'3'9353,"2"3"-4261,4 35-1825,2 52-1593,-3-22-2180,3-1-3402,-9-69 3340,4 17-1051,0-10-2203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11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13158,'0'0'290,"1"-1"0,-1 1 0,1 0 0,-1 0 0,1 0 1,-1 0-1,0 0 0,1 0 0,-1 0 0,1 1 0,-1-1 0,0 0 0,5 3 3772,-4-2-3772,7 14 2379,1 21-2086,-8-34-97,4 30 298,5 27 114,-9-55-820,0 0-1,1-1 1,-1 1-1,1 0 1,-1 0-1,1-1 1,0 1-1,0-1 1,1 0-1,-1 0 1,4 4-1,-5-6-47,-1-1-1,1 1 1,0-1 0,-1 1-1,1-1 1,0 0-1,0 1 1,-1-1-1,1 1 1,0-1 0,0 0-1,-1 0 1,1 1-1,0-1 1,0 0-1,0 0 1,0 0 0,-1 0-1,1 0 1,0 0-1,0 0 1,0 0-1,0-1 1,-1 1 0,1 0-1,0 0 1,0-1-1,0 1 1,1-2 10,0 1 1,0-1 0,0 1-1,0-1 1,-1 0-1,1 0 1,-1 0-1,1 0 1,1-4 0,2-3 18,-1 0 1,0 0 0,5-18-1,-8 21-32,0 0-1,0 1 0,0-1 0,-1 0 1,1-1-1,-2 1 0,1 0 0,-1 0 1,1 0-1,-3-6 0,2 10-23,0-1 1,1 1-1,-1 0 1,0 0-1,0 0 0,-1 0 1,1 0-1,0 0 0,-1 1 1,1-1-1,-1 0 0,1 1 1,-1-1-1,0 1 0,0 0 1,0-1-1,0 1 1,0 0-1,0 0 0,0 0 1,0 0-1,0 1 0,0-1 1,0 0-1,-1 1 0,1 0 1,0-1-1,0 1 0,-4 0 1,-17 2-378,21-2 31,1 0 1,-1 0-1,1 1 0,-1-1 1,1 0-1,-1 0 0,1 0 1,-1-1-1,0 1 0,1 0 1,-1-1-1,-2 0 0,6-7-5294,12-7-3301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12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12582,'9'7'6735,"-5"10"-3977,-1 21-1828,-3-32-129,1 5-364,3 33 960,-3-42-1296,-1 0 0,1 1 1,-1-1-1,1 0 0,0 0 0,0 1 0,0-1 0,0 0 0,0 0 0,1 0 0,-1 0 0,1 0 0,-1-1 0,4 4 0,-4-5-70,0 1 0,1-1 0,-1 1 0,0-1-1,0 0 1,0 0 0,1 1 0,-1-1-1,0 0 1,1 0 0,-1 0 0,0-1 0,0 1-1,1 0 1,-1 0 0,0-1 0,0 1-1,0 0 1,0-1 0,1 0 0,-1 1 0,0-1-1,0 0 1,0 1 0,0-1 0,0 0-1,0 0 1,0 0 0,-1 0 0,1 0 0,0 0-1,0 0 1,-1 0 0,2-1 0,2-4 114,0 0 0,0 0 0,-1 0 1,5-11-1,-5 9 20,-1 1 1,-1-1-1,0 0 0,0 1 1,0-1-1,-1 0 0,0 0 1,-1-8-1,0 11-128,1 0 0,-1 1 0,0-1 0,0 0 0,-1 1 0,1-1 0,-1 1 0,0-1 0,0 1 0,0 0 0,-1 0 0,0 0 0,1 0 0,-6-5 1,7 9-180,1-1 0,-1 1 0,0-1 1,0 1-1,0-1 0,0 1 1,1-1-1,-1 1 0,0 0 1,0-1-1,0 1 0,0 0 0,0 0 1,0 0-1,0 0 0,0 0 1,0 0-1,0 0 0,0 0 1,0 0-1,0 0 0,0 1 1,0-1-1,0 0 0,0 1 0,1-1 1,-1 1-1,0-1 0,0 1 1,0-1-1,0 1 0,1-1 1,-1 1-1,0 0 0,1-1 1,-2 2-1,-22 33-11355,20-29 7600,-6 9-6470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12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15607,'6'26'9966,"-6"20"-7676,-1-24-918,0 12-402,1-7-1230,3 36 1,4-51-3510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13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71 11077,'10'-13'5907,"4"-7"-1074,-9 15-4116,0-1 0,0 1 0,0-1 0,0 1 0,10-6 0,-22 19-434,1 0 1,0 1 0,0 0 0,-7 16 0,-26 55-420,38-78 146,1-1 0,-1 1 1,0 0-1,0 0 0,1 0 1,-1-1-1,1 1 0,-1 0 0,1 0 1,0 0-1,0 0 0,0 0 0,0 0 1,0 0-1,0 0 0,1 0 0,-1 0 1,0 0-1,1-1 0,0 1 1,-1 0-1,1 0 0,0 0 0,0-1 1,0 1-1,0-1 0,0 1 0,2 1 1,-1-1 54,0-1 0,1 0 0,-1 0 0,0 0 0,1 0 0,-1 0 0,1 0 0,-1-1 1,1 1-1,-1-1 0,1 1 0,-1-1 0,1 0 0,0 0 0,-1 0 0,1-1 0,-1 1 0,1-1 0,-1 1 1,5-3-1,-5 3-24,55-14 772,-55 14-710,1-1 0,0 1 0,0 0 0,0 0 0,-1 0 0,1 0 0,0 0 0,0 1 0,0-1 0,-1 1 0,1-1 0,0 1 0,-1 0 1,1 0-1,-1 1 0,1-1 0,-1 0 0,3 3 0,-4-3-64,0 1 0,0 0 0,0 0 0,0 0 0,0 0 0,-1 1 1,1-1-1,-1 0 0,1 0 0,-1 0 0,0 0 0,0 0 0,0 1 0,0-1 1,0 0-1,-1 0 0,1 0 0,-1 0 0,1 1 0,-1-1 0,0 0 1,1 0-1,-3 3 0,-24 46-525,-6-11-794,32-39 958,0 1-1,-1-1 0,1 1 1,-1-1-1,1 1 1,-1-1-1,1 0 0,-1 0 1,0 0-1,0 0 0,1 0 1,-1 0-1,0-1 1,0 1-1,0 0 0,0-1 1,0 0-1,0 1 1,0-1-1,0 0 0,0 0 1,-3 0-1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13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11061,'2'3'7041,"-1"6"-3571,-3 25-1319,2-31-1303,-1 9 31,1 1 0,1-1-1,0 1 1,0 0 0,6 16-1,-6-25-686,0 1-1,1-2 0,-1 1 0,1 0 1,0 0-1,0 0 0,0-1 0,1 1 1,2 2-1,-3-4-139,-1-1 1,1 1 0,0-1-1,-1 0 1,1 0 0,0 0-1,0 0 1,0 0 0,0 0-1,0 0 1,0-1 0,0 1-1,0-1 1,0 1 0,0-1-1,0 0 1,0 0 0,5 0-1,-5-1-51,1 1-1,0-1 1,-1 0 0,1 0-1,-1-1 1,1 1-1,-1 0 1,0-1 0,1 0-1,-1 1 1,0-1-1,0 0 1,0 0-1,0 0 1,-1 0 0,1-1-1,-1 1 1,1 0-1,1-4 1,0 0-1,0 0 0,0 0 0,-1 0-1,1-1 1,-1 1 0,2-13 0,-4 15 62,0-1-1,-1 0 1,1 0 0,-1 0-1,0 0 1,0 1-1,0-1 1,-1 0 0,1 1-1,-1-1 1,0 1 0,-1-1-1,1 1 1,-1 0-1,0 0 1,0 0 0,-5-5-1,5 6-416,0 0 0,0 1 0,-1-1 0,1 1 1,0 0-1,-1 0 0,1 0 0,-1 0 0,-7-2 0,-11 2-5951,-2 8-4357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14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14791,'33'-18'12845,"15"-10"-7964,5-3-4631,-52 30-250,0 0 0,0 0 0,1 1 0,-1-1 0,0 0 0,0 1 0,1-1 0,-1 1 0,1-1 0,-1 1 0,0-1 0,1 1 0,-1 0 0,1 0 0,-1 0 0,1 0 0,-1 0 0,2 0 0,-2 1 0,0 0 0,0 0 0,-1 0 0,1 1 0,-1-1 0,1 0 0,-1 0 0,1 0 0,-1 0 0,0 1 0,0-1 0,0 0 0,1 0 0,-1 0 0,0 1 0,0-1 0,-1 0 0,1 0 0,0 1 0,-1 1 0,-5 63-34,2-37-45,1-1 0,1 1 0,1 0 1,2 0-1,9 54 0,-9-75-1318,3 11 936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14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0 195 14631,'3'5'14742,"12"-14"-11141,16-14-3821,40-52-3541,-35 35-2294,2 2-5857,-22 23 886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14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12038,'-3'5'7536,"0"5"-3350,-8 45-1425,11-53-2326,0 2-288,-4 17 856,2 1 1,1 0-1,1 24 1,0-42-929,0 1 0,0-1 0,1 1 0,-1-1 0,1 1 0,1-1 0,-1 0 0,0 1 0,1-1 0,0 0 0,0 0 0,0 0 0,1 0 0,-1-1 0,1 1 0,0-1 0,0 1 0,0-1 0,0 0 0,1 0 0,7 5 0,-9-7-75,0 0 0,0-1 0,0 1 0,0 0 0,0-1 0,1 1 0,-1-1 0,0 0 0,0 0 0,0 0 0,1 0 0,-1 0 0,0 0 0,0-1 0,0 1 0,0-1 0,1 1 0,-1-1 0,2-1 0,1-1 0,-1 1 0,1-1 0,-1 0 0,0 0 0,0-1 0,-1 1 0,1-1 0,4-5 0,-3 2 0,0 0 0,0-1 0,0 1 0,-1-1 0,0 0 0,-1 0 0,0-1 0,0 1 0,3-16 0,-7-6-1345,0 26 1531,0 0 1,0 0 0,0 1-1,-1-1 1,1 1 0,-1-1-1,0 1 1,0-1 0,0 1-1,0 0 1,0 0-1,-1 0 1,-4-4 0,2 3-754,1 1-1,-1-1 1,0 1 0,-1 0 0,-5-3 0,-11-2-5863,0 2-4569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33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0 11669,'-11'15'6793,"2"19"-5606,7-22-243,-4 11-56,1 0-1,-2 43 0,7-59-1100,-1 0 0,1 0 0,1 0-1,0 0 1,0 1 0,0-1 0,1-1 0,0 1 0,0 0-1,0 0 1,1-1 0,0 1 0,8 10 0,-5-12-2611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33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10293,'3'57'10010,"0"-24"-8764,1 1 0,10 33-1,-12-59-1118,0-1-1,0 0 1,1 0-1,0 1 1,6 9 0,-8-16-120,0 0 1,-1 0 0,1 0-1,0 0 1,0 0 0,0 0-1,0 0 1,0 0 0,0 0 0,0 0-1,0-1 1,1 1 0,-1 0-1,0-1 1,0 1 0,0-1 0,1 0-1,-1 1 1,0-1 0,1 0-1,-1 0 1,0 0 0,1 0-1,-1 0 1,0 0 0,0 0 0,1 0-1,-1 0 1,0-1 0,1 1-1,-1 0 1,0-1 0,0 1 0,1-1-1,-1 0 1,0 1 0,0-1-1,0 0 1,0 0 0,1 0 0,4-4 6,0 1 0,-1-1 1,0 0-1,0 0 1,0-1-1,0 1 0,-1-1 1,0 0-1,0 0 1,-1-1-1,1 1 1,-1-1-1,-1 0 0,4-11 1,-5 14-20,-1 1 0,1 0 0,-1-1 0,0 1 1,0-1-1,0 1 0,0 0 0,-1-1 0,1 1 0,-1 0 0,0-1 0,0 1 1,0 0-1,-1 0 0,1 0 0,-1 0 0,1 0 0,-1 0 0,0 0 0,0 1 1,0-1-1,-1 1 0,1-1 0,-1 1 0,1 0 0,-1 0 0,0 0 0,0 0 1,0 0-1,0 1 0,0-1 0,0 1 0,-4-1 0,1 0-353,0 0-1,0 1 1,1 0-1,-1 0 1,0 1-1,0 0 0,-11 1 1,-2-1-7584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34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10677,'2'2'753,"0"0"0,0 1 0,0-1 0,-1 1 0,1 0 0,-1-1 0,1 1 0,-1 0 0,2 6 0,-1 0-98,-1 0 1,0 1-1,0-1 1,-1 11-1,0-14-505,-1 1 1,1-1-1,1 1 1,-1-1-1,1 0 1,0 1-1,1-1 0,0 0 1,0 0-1,4 9 1,-5-13-135,0-1 1,0 0 0,1 1-1,-1-1 1,0 0 0,1 1-1,-1-1 1,1 0 0,0 0-1,-1 0 1,1 0 0,0-1-1,-1 1 1,1 0 0,0-1-1,0 1 1,0-1 0,-1 1-1,1-1 1,0 0 0,0 0-1,0 0 1,0 0 0,0 0-1,0-1 1,-1 1 0,1 0-1,0-1 1,0 1 0,0-1-1,-1 0 1,1 0 0,0 0-1,2-1 1,3-2-7,-1 0 0,0 0-1,0 0 1,0 0 0,-1-1 0,1 0-1,7-9 1,-9 8 1,0 1-1,-1-1 0,1 0 0,-1 0 1,0 0-1,0-1 0,-1 1 1,2-8-1,-3 12-7,-1 1-1,0-1 1,0 1 0,0-1-1,0 1 1,0-1 0,0 0-1,0 1 1,0-1 0,0 1-1,-1-1 1,1 1 0,-1-1-1,1 1 1,-1 0 0,1-1 0,-1 1-1,0 0 1,0-1 0,0 1-1,0 0 1,0 0 0,0-1-1,0 1 1,0 0 0,0 0-1,-1 0 1,1 1 0,0-1-1,0 0 1,-1 0 0,1 1-1,-1-1 1,1 1 0,-1-1 0,1 1-1,-1 0 1,1-1 0,-1 1-1,1 0 1,-2 0 0,-11-1 11,0 0 1,-26 3-1,5 0-2582,0-5-8159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47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34 11077,'1'-2'469,"-1"1"-1,0-1 0,0 1 1,1-1-1,-1 1 1,0-1-1,0 1 1,0-1-1,-1 1 1,1-1-1,0 1 0,-1-1 1,1 1-1,-1-1 1,1 1-1,-1-1 1,1 1-1,-1 0 1,-1-2-1,2 2-348,-1 1 1,1 0-1,0 0 0,-1 0 1,1-1-1,0 1 1,-1 0-1,1 0 0,-1 0 1,1 0-1,0 0 0,-1 0 1,1 0-1,0 0 0,-1 0 1,1 0-1,0 0 0,-1 0 1,1 0-1,-1 0 0,1 0 1,0 0-1,-1 1 0,1-1 1,0 0-1,-1 0 1,1 1-1,-13 14 1217,-8 19-915,2 2-1,-15 39 1,29-62-321,0 0 0,1 1 0,1-1 0,0 1 0,1-1 0,0 1 0,1 0 0,0 0 0,3 23 1,-1-32-90,0 0 0,1 0 0,-1-1 0,1 1 0,0-1 0,0 0 0,0 1 0,1-1 0,0 0 0,-1 0 0,1 0 0,1-1 0,-1 1 0,0-1 0,1 0 0,6 5 0,-9-7-14,1 0 1,0 0-1,0 0 0,0-1 0,0 1 0,0 0 1,0-1-1,0 1 0,0-1 0,0 0 1,0 1-1,0-1 0,0 0 0,0 0 0,0-1 1,0 1-1,0 0 0,1-1 0,-1 1 1,0-1-1,-1 1 0,1-1 0,0 0 0,0 0 1,0 0-1,0 0 0,-1 0 0,1-1 0,0 1 1,-1 0-1,1-1 0,-1 1 0,0-1 1,1 0-1,-1 1 0,0-1 0,0 0 0,0 0 1,1-2-1,4-9-147,0 0-1,-1 0 1,-1 0-1,0-1 1,0 1 0,-2-1-1,3-27 1,-5 41 134,0-1 1,-1 0 0,1 1-1,0-1 1,0 0-1,0 1 1,0-1 0,-1 1-1,1-1 1,0 0-1,-1 1 1,1-1-1,0 1 1,-1-1 0,1 1-1,-1-1 1,1 1-1,-1-1 1,1 1 0,-1-1-1,1 1 1,-1 0-1,1-1 1,-1 1 0,1 0-1,-1 0 1,0-1-1,1 1 1,-1 0 0,0 0-1,1 0 1,-1 0-1,0 0 1,1 0 0,-1 0-1,0 0 1,1 0-1,-1 0 1,0 0 0,1 0-1,-1 0 1,1 0-1,-1 1 1,0-1 0,1 0-1,-1 0 1,1 1-1,-1-1 1,0 1 0,-38 17-1078,32-14 567,5-3 163,-22 13-1285,13 0-5933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48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9 11301,'-12'17'7029,"3"3"-3564,-7 48-1334,15-59-1310,-2 4-280,2 0-1,-1 22 1,1-33-487,1 0 1,0 0-1,0 0 1,0 0-1,0-1 1,0 1-1,1 0 1,-1 0-1,1 0 1,-1 0 0,1-1-1,-1 1 1,1 0-1,0 0 1,0-1-1,0 1 1,0-1-1,0 1 1,0-1-1,0 1 1,1-1-1,-1 0 1,1 1 0,-1-1-1,0 0 1,1 0-1,0 0 1,-1 0-1,3 0 1,-1 0-28,0-1 1,1-1-1,-1 1 1,0 0-1,0-1 1,0 0-1,0 0 0,1 0 1,-1 0-1,0 0 1,-1-1-1,1 1 1,0-1-1,0 1 1,-1-1-1,1 0 0,-1 0 1,1-1-1,2-2 1,3-4 21,0 0-1,0 0 1,11-20 0,-16 24-28,-1 1-1,1 0 0,-1-1 1,0 1-1,-1-1 0,1 1 1,-1-1-1,0 0 0,0 0 1,-1 0-1,1-7 0,-1 9-66,-1 0-1,0-1 1,1 1-1,-1 0 1,-1 0-1,1 0 1,0 0 0,-1 0-1,1 0 1,-1 0-1,0 0 1,0 1-1,0-1 1,0 0-1,-1 1 1,1 0-1,-5-4 1,-10-6-1703,-9-6-2917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59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 11573,'-2'3'1449,"-1"0"0,1 0 0,0 0 0,0 1 0,0-1 0,0 1 0,0-1 0,-1 7 0,-7 40 2891,6 60-6771,5-88 2227,-1-4-1906,1-9-1383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59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 12262,'-13'40'8423,"7"-24"-7189,1-1 0,-3 20 0,7-31-1064,0 0 0,1 1 0,0-1 0,0 0 0,0 0 0,0 0 0,1 0 0,-1 0 0,1 0 0,0 0 0,0 0 0,1 0 0,2 6 0,-3-9-153,0 0 0,-1 0 0,1 0-1,0 0 1,-1 0 0,1 0 0,0-1 0,0 1 0,0 0 0,0 0-1,0-1 1,0 1 0,0-1 0,0 1 0,0-1 0,0 1 0,0-1 0,0 0-1,0 1 1,0-1 0,0 0 0,0 0 0,1 0 0,-1 0 0,0 0-1,0 0 1,0 0 0,0 0 0,0 0 0,0-1 0,1 1 0,-1 0 0,0-1-1,0 1 1,0-1 0,0 1 0,0-1 0,0 1 0,0-1 0,0 0 0,-1 0-1,1 1 1,0-1 0,0 0 0,1-2 0,2-1-12,0 0 0,0 0 0,0-1 0,-1 0 0,1 1 0,-1-1 0,4-10 0,9-41-12,-15 52-20,0-1-1,0 1 0,-1-1 0,1 1 1,-1-1-1,0 0 0,-1 1 0,1-1 1,-1 1-1,-2-8 0,2 11-95,1 0 0,-1 0-1,0 0 1,0 0 0,0 1 0,0-1 0,0 0-1,0 1 1,-1-1 0,1 1 0,0-1-1,0 1 1,0-1 0,0 1 0,-1 0-1,1 0 1,0-1 0,0 1 0,-1 0 0,1 0-1,0 0 1,0 0 0,-1 1 0,1-1-1,-2 1 1,-6-1-4489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6:59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9588,'2'1'878,"-1"1"-1,0 0 0,0 0 1,0-1-1,0 1 0,0 0 1,0 0-1,0 0 0,-1 0 1,1 0-1,0 3 0,2 45 1686,-3-23-1066,1-19-1190,0 4 414,1 0 0,0 1 0,7 20 0,-8-30-662,0-1 1,0 1-1,0-1 1,0 1 0,0-1-1,1 1 1,-1-1 0,1 0-1,0 0 1,0 0-1,-1 0 1,1 0 0,0 0-1,1-1 1,-1 1-1,0-1 1,0 1 0,1-1-1,-1 0 1,1 0-1,-1 0 1,1 0 0,4 1-1,-5-3-39,0 1 0,0 0-1,0-1 1,0 1 0,0-1-1,0 0 1,0 1 0,-1-1 0,1 0-1,0 0 1,0 0 0,-1 0-1,1-1 1,-1 1 0,1 0 0,-1-1-1,1 1 1,-1-1 0,2-2-1,1-1 15,-1 0-1,1-1 1,-1 1-1,0-1 1,3-7-1,-4 5-5,0 1 0,0-1 0,-1 1 0,0-1 0,-1 0 0,0 0 0,0 1 0,0-1 0,-1 0 0,-1 1 0,-3-16 0,4 21-162,1-1 1,-1 0-1,0 1 1,-1-1 0,1 1-1,0-1 1,-1 1 0,1-1-1,-1 1 1,0 0-1,0 0 1,0 0 0,0 0-1,0 0 1,0 0 0,0 1-1,-1-1 1,1 1-1,0-1 1,-1 1 0,0 0-1,1 0 1,-1 0 0,0 0-1,1 1 1,-1-1-1,0 1 1,0 0 0,1-1-1,-1 1 1,0 0 0,0 1-1,0-1 1,-3 1-1,-9 1-3697,4 0-4474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7:16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82 8820,'21'-22'6731,"23"-34"-2630,-44 55-4072,0 1 0,0 0 0,1 0 0,-1-1 0,0 1 0,0 0 0,0 0 0,0 0 0,1-1 0,-1 1 1,0 0-1,0 0 0,1 0 0,-1 0 0,0 0 0,0-1 0,1 1 0,-1 0 0,0 0 0,0 0 0,1 0 0,-1 0 0,0 0 1,1 0-1,-1 0 0,0 0 0,0 0 0,1 0 0,-1 0 0,0 0 0,1 0 0,-1 0 0,0 1 0,0-1 0,1 0 1,-1 0-1,0 0 0,0 0 0,1 1 0,8 11 326,2 18-267,-8-16 11,-1 1 0,0 0 0,-1 0-1,-1 0 1,-1 0 0,0 0 0,-6 29 0,0-2 550,7-41-633,0-1 0,0 1 0,0-1 0,-1 1 0,1-1 0,0 1 0,0 0 0,0-1-1,0 1 1,0-1 0,0 1 0,0-1 0,0 1 0,0-1 0,0 1 0,0-1 0,0 1-1,1-1 1,-1 1 0,0 0 0,0-1 0,1 0 0,-1 1 0,0-1 0,1 1 0,-1-1-1,0 1 1,1-1 0,-1 0 0,0 1 0,1-1 0,-1 1 0,1-1 0,-1 0 0,1 0-1,0 1 1,0-1-1,1 0 0,0-1-1,-1 1 1,1 0 0,-1-1-1,1 1 1,-1-1 0,0 0-1,1 1 1,-1-1 0,1 0-1,1-1 1,37-33-441,-13 0-1630,-21 22-1661,-1-2-3978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7:17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36 135 11029,'0'0'256,"-1"1"1,0 0-1,1-1 0,-1 1 0,0-1 1,1 1-1,-1 0 0,1-1 0,-1 1 1,1 0-1,-1 0 0,1-1 1,0 1-1,-1 0 0,1 0 0,0 0 1,0-1-1,0 1 0,-1 0 0,1 0 1,0 0-1,0 0 0,0-1 1,0 1-1,0 0 0,1 0 0,-1 0 1,0 0-1,0 1 0,1-1-99,1 0 0,-1 0 0,0 0 0,0 0 0,0 1 0,1-1 0,-1-1 0,0 1 0,1 0 0,-1 0 0,1 0 0,-1-1 0,1 1 0,1 0 0,5 1 0,-1-1 1,1 1-1,-1-1 0,1 0 0,11-1 0,-12-1-86,0-1-1,0-1 0,0 1 0,-1-1 0,1 0 0,-1 0 0,1-1 0,-1 0 0,-1 0 0,1 0 0,0-1 0,-1 1 1,0-2-1,0 1 0,0 0 0,-1-1 0,0 0 0,0 0 0,-1 0 0,1-1 0,-1 1 0,0-1 0,-1 1 0,0-1 1,3-13-1,-5 19-38,0-1 0,0 1 0,0 0 0,0 0 0,0-1 1,0 1-1,0 0 0,-1 0 0,1 0 0,0-1 0,-1 1 0,1 0 1,-1 0-1,1 0 0,-1 0 0,0 0 0,1 0 0,-1 0 1,0 0-1,0 0 0,0 0 0,-1-1 0,-1 0 40,0 0-1,0 0 1,0 1 0,0 0-1,0-1 1,0 1-1,0 0 1,-5 0-1,-5-1 97,0 0 0,0 1-1,-18 2 1,17 0 169,-1 0 0,-23 6 0,5 5-2761,19-3-2220,3 2-3316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7:23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4 10757,'-2'-3'9803,"1"18"-7080,-4 9-1517,2 0 0,0 30 1,2 14-2504,1-64 1072,2 7-3342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7:24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10789,'32'2'8681,"-27"-2"-8204,0 0 0,0 0-1,0 0 1,-1 1-1,1 0 1,0 0 0,-1 0-1,7 3 1,-10-3-418,0 0 0,1 0 0,-1 0 0,0 0 0,0 0 0,0 0 0,0 1 0,0-1 0,0 1 0,0-1 0,0 1 0,-1-1 0,1 1 0,0-1 0,-1 1-1,1-1 1,-1 1 0,0 0 0,0-1 0,1 1 0,-1 0 0,0-1 0,0 1 0,-1 0 0,1-1 0,0 1 0,0 0 0,-1-1 0,0 3 0,-1 2 23,1-1 0,-1 1 0,0-1 0,-1 0 0,1 1-1,-1-1 1,-4 5 0,-12 26 34,19-34-119,-1 0 0,0 0 1,1 0-1,-1 0 0,1 0 0,-1 0 1,1 0-1,0 0 0,0 0 0,0 0 0,0 0 1,0 0-1,1 0 0,-1 0 0,0 0 0,1 0 1,0 0-1,-1 0 0,1 0 0,0 0 0,0-1 1,0 1-1,0 0 0,0 0 0,1-1 1,1 3-1,3 0 1,-1 0 0,1 0 0,0-1 0,1 0 0,-1 0-1,10 3 1,-11-4 13,0-1 0,1 2-1,-1-1 1,0 0-1,0 1 1,-1 0-1,1 0 1,-1 1-1,8 6 1,-10-8 13,-1 0-1,0 0 1,-1 0 0,1 0-1,0 0 1,0 0 0,-1 1-1,1-1 1,-1 0-1,0 0 1,0 0 0,0 1-1,0-1 1,0 0 0,0 0-1,-1 5 1,1-6-87,-1 0-1,1 1 1,0-1 0,-1 0 0,1 0-1,-1 0 1,1 0 0,-1 1-1,1-1 1,-1 0 0,0 0 0,1 0-1,-1 0 1,0 0 0,0-1-1,0 1 1,0 0 0,0 0 0,0 0-1,0-1 1,0 1 0,0-1-1,0 1 1,0-1 0,-1 1 0,1-1-1,0 1 1,0-1 0,-2 0-1,-10-2-2981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7:24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11781,'5'20'7956,"-1"14"-3904,1 7-2125,-5-39-1854,0 0 0,1 0 0,-1 0 1,1 0-1,0 0 0,0 0 0,0 0 1,-1 0-1,2 0 0,-1 0 0,0 0 1,0-1-1,1 1 0,-1 0 0,1-1 0,-1 1 1,1-1-1,-1 0 0,1 1 0,0-1 1,0 0-1,0 0 0,0 0 0,0 0 1,0-1-1,0 1 0,2 0 0,-2-1 14,0 0-1,0 0 0,0-1 1,0 1-1,0-1 1,0 1-1,0-1 0,0 0 1,0 0-1,0 1 1,0-2-1,-1 1 0,1 0 1,0 0-1,-1 0 0,1-1 1,-1 1-1,0-1 1,1 1-1,-1-1 0,0 1 1,0-1-1,0 0 1,0 0-1,0 0 0,0 0 1,0 1-1,-1-1 1,1-4-1,4-7 145,-3 10-217,-1 0 0,0 1 1,0-1-1,0 0 0,0 0 0,0 0 0,0 0 1,-1 0-1,1 0 0,-1 0 0,0 0 0,0 0 1,0 0-1,0 0 0,-1 0 0,1 0 0,-1 0 1,0 1-1,0-1 0,0 0 0,0 0 0,0 0 1,-1 1-1,1-1 0,-3-3 0,2 4-42,1 0 0,-1 0 0,1 0 0,-1 0 0,0 0 0,0 0 0,0 0 0,0 1 0,0-1 0,0 1 0,0 0 0,0 0 0,-3-2 0,-21 4-5100,20 0 1819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7:56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0 182 12198,'14'-6'8236,"5"-9"-4374,24-26-2864,-16 16 0,11-21-629,-32 37-321,1 0 0,0 1 0,14-14-1,-21 22-28,1 0-1,-1 0 0,1 0 0,-1-1 1,1 1-1,-1 0 0,1 0 1,-1 0-1,0 0 0,1 0 0,-1 1 1,1-1-1,-1 0 0,1 0 1,-1 0-1,1 0 0,-1 0 0,1 1 1,-1-1-1,0 0 0,1 0 1,-1 1-1,1-1 0,-1 0 0,0 1 1,1-1-1,-1 0 0,0 1 1,1-1-1,-1 0 0,0 1 0,0-1 1,1 1-1,-1-1 0,0 1 1,0-1-1,0 0 0,0 1 0,0-1 1,1 1-1,-1-1 0,0 1 1,0-1-1,0 1 0,0 0 0,6 26 630,-5-26-616,4 20-29,0-1 1,2 1-1,1-1 0,0-1 0,2 1 1,0-1-1,1-1 0,21 27 0,-28-42-1015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7:56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0 152 10885,'20'-24'10424,"1"1"-6053,4-4-4888,9-20-6312,-27 32-62,2 0-4552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7:57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54 12038,'-9'37'9482,"8"2"-5026,2-35-4346,-1-1 0,0 0 0,1 0 0,0 0 0,0 0 0,0 0 0,0 0 0,0 0 0,1 0 0,-1-1 0,1 1 0,0 0 0,0-1 0,0 1 0,0-1 0,0 0 0,0 0 0,1 0 0,-1 0 0,1 0 0,0 0 0,4 2 0,-5-3-91,0-1-1,-1 0 1,1 0 0,-1 1-1,1-1 1,0 0-1,-1 0 1,1-1-1,0 1 1,-1 0 0,1 0-1,-1-1 1,1 1-1,0-1 1,-1 1-1,1-1 1,-1 0-1,0 0 1,1 0 0,-1 1-1,0-1 1,1-1-1,1-1 1,32-35 473,-19 20 43,-13 13-483,-1 1 0,1-1 0,-1 1 0,0-1 0,0 0-1,-1 0 1,1 0 0,-1 0 0,0 0 0,0 0 0,-1 0 0,0 0 0,0 0 0,0 0 0,0-1 0,-1 1-1,0 0 1,0 0 0,0 0 0,0 0 0,-4-6 0,4 10-56,-1-1 0,0 1 0,0 1 1,1-1-1,-1 0 0,0 0 0,0 1 0,0-1 0,0 1 0,0-1 1,0 1-1,0 0 0,0 0 0,0 0 0,0 0 0,0 0 1,0 0-1,0 0 0,0 1 0,0-1 0,-3 2 0,-2 0-1332,0 0 0,-1 1 0,1-1-1,-8 6 1,11-6-265,-2 1-2236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02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0 12310,'4'8'8332,"-4"6"-4433,-5 19-2511,3-20-121,-5 26-219,-1 0-1,-18 52 0,13-53-1306,3 1-1,-7 43 1,17-68-55,5-9-3773,-4-5 3513,-1 0 0,1 0 0,0 0 0,0-1 0,-1 1 0,1 0-1,0-1 1,-1 1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03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45 12086,'7'1'6664,"-9"8"-4391,0-2-2206,-6 22 1023,2-13-583,2 1 1,-4 19 0,8-33-406,-1 0 1,1 0 0,0 1-1,0-1 1,0 0 0,0 1-1,0-1 1,1 0 0,0 0-1,-1 1 1,1-1-1,0 0 1,1 0 0,-1 0-1,1 0 1,-1 0 0,3 3-1,-3-5-81,0-1-1,0 1 0,0 0 0,0 0 1,1 0-1,-1-1 0,0 1 1,0-1-1,1 1 0,-1-1 0,0 1 1,1-1-1,-1 0 0,0 0 1,1 1-1,-1-1 0,1 0 0,-1 0 1,0 0-1,1-1 0,-1 1 1,1 0-1,-1 0 0,0-1 0,1 1 1,-1-1-1,0 1 0,0-1 1,1 0-1,-1 0 0,0 1 0,0-1 1,0 0-1,0 0 0,0 0 1,0 0-1,1-1 0,4-4-5,0 0-1,0 0 0,0-1 1,7-12-1,-8 12 16,-1-1 0,0 0-1,0 0 1,-1 0-1,0 0 1,0 0-1,-1-1 1,0 0-1,2-15 1,-4 21-94,0 0 1,0 1 0,-1-1-1,1 0 1,-1 0 0,1 0-1,-1 0 1,0 0 0,0 0-1,0 1 1,-1-1 0,1 0-1,0 1 1,-1-1-1,0 1 1,0 0 0,0-1-1,0 1 1,0 0 0,0 0-1,0 0 1,-1 1 0,1-1-1,-1 0 1,1 1-1,-1 0 1,1-1 0,-1 1-1,0 0 1,0 0 0,0 1-1,-3-2 1,-2 0-990,2 0-1943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03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13606,'-2'51'9570,"0"-30"-7949,3 39-1,1-38-995,-2-8-195,2 0 0,0 0 1,0 0-1,1 0 1,8 19-1,-11-32-414,1 1 0,-1-1 0,1 0 0,0 0 0,-1 0 0,1 0 0,0 0 0,0 0 0,0 0 0,0 0 0,0 0 0,0-1 0,0 1 0,0 0 0,0-1 1,0 1-1,1 0 0,-1-1 0,0 1 0,0-1 0,0 0 0,3 1 0,-1-1-3,0 0 0,1 0 0,-1 0 0,0-1 0,0 1 1,0-1-1,0 0 0,0 0 0,4-1 0,1-2 0,-1 1 1,0-1-1,0-1 0,0 1 0,0-1 0,9-10 1,-11 10 21,-1 0 0,0 0 1,0 0-1,0-1 0,-1 0 1,1 0-1,-2 0 1,1 0-1,0 0 0,-1-1 1,-1 1-1,1-1 1,1-12-1,-3 15-137,0 1-1,0-1 1,-1 0-1,0 1 1,1-1-1,-1 0 1,0 1 0,0-1-1,-1 1 1,1-1-1,-1 1 1,0 0-1,0 0 1,0 0-1,0 0 1,-1 0 0,1 0-1,-1 0 1,1 1-1,-1-1 1,0 1-1,0 0 1,0 0-1,0 0 1,-1 0 0,-5-2-1,-18-4-2766,0-1-2978,13 1-3456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05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31 11013,'-8'-4'3883,"7"3"-3455,0 0 0,-1 0 1,1 0-1,-1 1 0,1-1 1,-1 0-1,1 1 1,-1-1-1,1 1 0,-1 0 1,0 0-1,-1-1 1,1 2-389,0 0 0,1 0 1,-1-1-1,1 1 1,-1 0-1,1 0 1,-1 1-1,1-1 1,0 0-1,-1 0 1,1 1-1,0-1 1,-2 3-1,0 0 39,0 0 127,-1 1 1,0 0 0,1 0-1,0 0 1,-2 6 0,4-10-175,1-1 1,0 1-1,-1 0 1,1 0-1,0 0 0,0-1 1,0 1-1,0 0 1,-1 0-1,1 0 1,0 0-1,1-1 1,-1 1-1,0 0 1,0 0-1,0 0 1,0 0-1,1-1 1,-1 1-1,0 0 1,1 0-1,-1-1 1,1 1-1,-1 0 1,0-1-1,1 1 1,0 0-1,-1-1 1,1 1-1,-1-1 1,1 1-1,0-1 1,-1 1-1,1-1 1,0 1-1,0-1 0,-1 0 1,1 1-1,0-1 1,0 0-1,0 0 1,-1 1-1,2-1 1,31 7 238,33 11 211,-61-17-460,-1 1 0,0 0 1,1 0-1,-1 0 0,0 1 0,-1-1 0,1 1 0,0 0 1,-1 0-1,1 0 0,4 7 0,-7-9-12,0 1 0,1 0 0,-1 0 0,0 0-1,0 0 1,0 0 0,-1 0 0,1 0 0,0 0 0,-1 0 0,0 0 0,1 1 0,-1-1 0,0 0-1,0 0 1,0 0 0,0 1 0,0-1 0,-1 0 0,1 0 0,-1 0 0,0 0 0,1 0-1,-1 0 1,0 0 0,0 0 0,0 0 0,-3 4 0,2-3-4,-1 0 1,0 0-1,0 0 1,-1-1-1,1 1 1,0-1-1,-1 0 1,1 1-1,-1-2 1,0 1-1,0 0 1,0-1-1,0 0 1,-4 2-1,3-2-4,0 0 0,0-1 0,0 1 0,0-1-1,0 0 1,0 0 0,-1 0 0,-4-2 0,9 2-2,-1 0 1,1-1-1,0 1 0,0-1 1,0 0-1,0 1 0,0-1 1,0 0-1,0 0 0,0 0 1,0 0-1,0 0 0,0 0 1,0 0-1,0 0 0,1 0 1,-1 0-1,0 0 0,1 0 1,-1 0-1,1-1 0,0 1 1,-1 0-1,1 0 0,0-1 1,0 1-1,-1 0 0,1-1 1,0 1-1,0 0 1,1 0-1,-1-1 0,0 1 1,0 0-1,1 0 0,-1-2 1,30-119-2033,-21 86 1417,-7 33 217,5-23-3811,4 3-4745,-1 9-50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05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57 11461,'-2'13'2573,"-1"2"-1094,2-1 0,-1 1 0,2-1 0,2 29 0,-2-41-1363,1 1-1,-1-1 1,1 0 0,-1 1-1,1-1 1,0 0 0,0 1-1,0-1 1,0 0 0,0 0-1,0 0 1,1 0-1,-1 0 1,1 0 0,-1 0-1,1 0 1,0-1 0,0 1-1,0-1 1,0 1 0,0-1-1,0 0 1,0 1-1,0-1 1,0 0 0,1-1-1,-1 1 1,0 0 0,1-1-1,-1 1 1,0-1 0,1 0-1,-1 0 1,1 0-1,-1 0 1,5 0 0,-2-2 31,-1 1 1,0-1 0,0 1-1,1-1 1,-1 0-1,0-1 1,-1 1-1,1-1 1,0 0 0,-1 0-1,0 0 1,1 0-1,-1 0 1,4-7 0,0 2 103,-1-1 0,0 0 1,-1 0-1,1 0 0,3-13 0,-7 19-228,-1 0-1,0 0 0,0-1 0,0 1 1,-1 0-1,1-1 0,-1 1 0,0-1 1,0 1-1,0 0 0,0-1 0,0 1 0,-1-1 1,0 1-1,0 0 0,0-1 0,0 1 1,0 0-1,0 0 0,-4-5 0,2 4-224,1 2 0,-1-1 1,0 0-1,0 0 0,-1 1 0,1 0 0,0 0 0,-1 0 0,1 0 1,-1 0-1,0 1 0,0-1 0,1 1 0,-1 0 0,0 0 0,0 1 1,-5-1-1,-16-1-1989,3 0-2277,8 0-3133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07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 12966,'28'-14'7587,"-2"-2"-4357,-2 2-2228,35-15 1,-46 24-738,-12 4-186,-1 1 0,1-1 0,0 1 0,0-1 0,0 1 0,0 0 0,0-1 0,0 1 1,0 0-1,0 0 0,0 0 0,0-1 0,0 1 0,0 0 0,2 1 0,-2 0-39,0 0 0,-1 0 0,1 0 0,0 0 0,0 0 0,0 0-1,-1 0 1,1 0 0,-1 1 0,1-1 0,-1 0 0,1 0 0,-1 1 0,1 2 0,1 9 13,0 0 1,-1 0-1,0 0 1,-1 1-1,-3 18 0,1 10 267,2-23-218,1 36 586,-1-52-793,0 0 0,0 1 0,1-1 1,0 0-1,0 0 0,0 0 0,0 0 0,0 0 0,0 0 0,1 0 0,0 0 0,3 5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07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1 153 12438,'23'-21'6929,"2"0"-3553,55-34-2509,-66 46-455,-2 1-1150,0 2 0,24-10 1,-17 9-2984,0-2-4256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08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71 10341,'12'9'8756,"3"15"-4720,6 5-2448,-19-26-1468,1-1 0,0 0 1,0 0-1,0 0 0,1 0 1,-1 0-1,0-1 0,1 1 1,-1-1-1,1 0 0,0 0 1,-1 0-1,1 0 0,0-1 1,-1 0-1,1 1 0,0-1 1,0-1-1,-1 1 0,1 0 1,0-1-1,-1 0 0,1 0 1,-1 0-1,1 0 0,-1-1 1,6-2-1,-3 0 100,0 0 0,0 0 0,-1 0 0,1-1 0,-1 0 0,0 0-1,-1 0 1,1-1 0,-1 1 0,0-1 0,0 0 0,-1 0 0,5-10 0,-7 13-160,0 1 0,0-1-1,0 0 1,-1 0 0,1 0 0,-1 0 0,0 0-1,1 0 1,-1 0 0,0 0 0,-1 0 0,1 0 0,-2-5-1,2 7-51,-1 0 1,1 0-1,-1 0 0,0 0 0,1 0 0,-1 0 0,0 0 0,0 0 0,0 0 0,0 0 0,0 1 0,0-1 1,0 0-1,0 1 0,0-1 0,0 0 0,0 1 0,0-1 0,0 1 0,0 0 0,-1-1 0,1 1 0,0 0 1,0 0-1,-1 0 0,1 0 0,0 0 0,0 0 0,0 0 0,-1 0 0,1 0 0,0 1 0,0-1 0,-3 1 0,-52 17-1376,-2 1-3633,19-14-8743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11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0 13094,'-4'8'8591,"-2"5"-4542,2 49-326,0 18-2053,5-72-2422,-1 1 0,1 0 0,0-1 0,1 1 0,0-1 0,5 14-1,-7-22 608,0 1 0,1-1-1,-1 0 1,0 1-1,0-1 1,1 0-1,-1 1 1,0-1 0,0 0-1,1 1 1,-1-1-1,0 0 1,1 0-1,-1 1 1,0-1 0,1 0-1,-1 0 1,0 0-1,1 0 1,-1 1-1,1-1 1,-1 0 0,0 0-1,1 0 1,-1 0-1,1 0 1,-1 0-1,1 0 1,-1 0 0,0 0-1,1 0 1,-1 0-1,1 0 1,-1 0-1,0-1 1,1 1 0,-1 0-1,1 0 1,-1-1-1,15-10-11244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12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12582,'1'9'8474,"1"18"-6471,-2-19-1078,1 10-131,0-4-70,0 0 1,5 28-1,-5-40-633,0 1 0,0 0 0,-1 0 0,2 0 0,-1-1 0,0 1 0,0-1 0,1 1 0,0-1 0,-1 1 0,1-1 0,0 0 0,0 0 0,0 0-1,0 0 1,1 0 0,-1 0 0,1 0 0,-1-1 0,4 2 0,-4-3-76,-1 1 0,1-1-1,-1 0 1,1 0 0,0 0-1,-1-1 1,1 1 0,0 0-1,-1 0 1,1-1 0,-1 1-1,1-1 1,-1 0 0,1 1 0,-1-1-1,1 0 1,-1 0 0,0 0-1,1 0 1,-1 0 0,0 0-1,0 0 1,0 0 0,0-1-1,0 1 1,0 0 0,0-1 0,0 1-1,1-3 1,3-4 7,-1-1 0,0 1 0,5-17-1,-8 22-22,0-1 0,0 1-1,-1-1 1,1 0-1,-1 1 1,0-1-1,0 0 1,-1 1 0,1-1-1,-1 1 1,1-1-1,-1 0 1,0 1-1,0-1 1,-1 1 0,1 0-1,-1-1 1,0 1-1,0 0 1,0 0-1,-4-5 1,2 4-202,1 0 0,-1 1-1,0-1 1,-1 1 0,1 0 0,-1 0 0,1 0 0,-1 1 0,0-1-1,0 1 1,0 0 0,0 1 0,0-1 0,-7 0 0,6 0-1884,8 0 430,12-2-3452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12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10933,'7'18'9213,"-5"17"-5051,-2-29-3957,0 0 1,0 0 0,1 1 0,0-1 0,2 8-1,-3-13-142,0 1-1,1-1 1,-1 1 0,0-1-1,1 1 1,0-1-1,-1 1 1,1-1-1,0 0 1,0 0-1,0 1 1,0-1-1,0 0 1,0 0-1,0 0 1,0 0 0,0 0-1,1 0 1,-1 0-1,0 0 1,1-1-1,-1 1 1,1 0-1,-1-1 1,1 1-1,-1-1 1,1 1-1,-1-1 1,1 0 0,-1 0-1,1 0 1,-1 0-1,1 0 1,-1 0-1,1 0 1,-1 0-1,1-1 1,-1 1-1,1 0 1,-1-1-1,1 0 1,-1 1 0,1-1-1,-1 0 1,0 0-1,1 1 1,1-3-1,0 1 23,0-1 0,0 1 0,0-1 0,-1 0 0,1 1 0,-1-1 0,0 0 0,0-1 0,0 1 0,0 0 0,0-1 0,-1 1 0,1-1 0,-1 1-1,0-1 1,0 0 0,0 1 0,-1-1 0,1-6 0,-2 5-12,1 1-1,-1 0 0,0-1 0,0 1 1,-1 0-1,1 0 0,-1 0 1,0 0-1,0 0 0,-1 0 1,1 1-1,-4-4 0,-13-11-2467,4 8-3388,-3 4-4915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15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13222,'1'6'10793,"3"19"-8943,0-3-2371,12 61 3787,-1-44-6962,8-7-9767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15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12438,'2'-2'790,"30"-17"6307,-23 14-6659,0 0 1,1 1-1,-1 0 0,1 0 0,-1 1 0,19-4 0,-27 7-399,0 0 1,0 0-1,0 0 0,0 0 0,0 0 1,0 1-1,0-1 0,0 0 0,0 0 1,0 1-1,0-1 0,0 0 0,0 1 1,0-1-1,0 1 0,0-1 0,-1 1 1,1 0-1,0-1 0,0 1 0,-1 0 1,1 0-1,0-1 0,-1 1 0,1 0 1,-1 0-1,1 0 0,-1 0 0,1 0 1,-1 0-1,0 0 0,1-1 0,-1 1 1,0 0-1,0 0 0,0 0 0,0 0 1,0 0-1,0 1 0,0-1 0,0 0 1,0 0-1,0 1 0,-1 8 86,-1 1 1,0-1-1,-4 15 0,2-8-85,3-14-36,0-1 0,1 0 1,0 0-1,-1 0 0,1 0 0,0 0 1,0 0-1,0 0 0,0 1 0,0-1 1,1 0-1,-1 0 0,1 0 0,-1 0 1,1 0-1,1 3 0,0-4 2,0 0 0,0 0 0,0 0 0,-1 0 0,1 0 0,0-1-1,0 1 1,0 0 0,1-1 0,-1 0 0,0 0 0,0 1 0,0-1 0,0 0 0,0-1 0,0 1 0,4-1 0,27-4 15,-26 3 50,1 1-1,-1 0 1,1 0-1,0 1 1,-1-1-1,10 2 0,-17 0-44,1-1-1,-1 0 0,0 0 0,1 1 0,-1-1 0,0 0 1,1 0-1,-1 1 0,0-1 0,0 0 0,1 1 0,-1-1 1,0 1-1,0-1 0,0 0 0,1 1 0,-1-1 0,0 1 1,0-1-1,0 0 0,0 1 0,0-1 0,0 1 1,0-1-1,0 1 0,0-1 0,0 0 0,0 1 0,0-1 1,0 1-1,0-1 0,0 1 0,0-1 0,-1 0 0,1 1 1,0-1-1,0 1 0,0-1 0,-1 0 0,1 1 0,0-1 1,0 0-1,-1 1 0,1-1 0,0 0 0,-1 1 0,-17 21 67,16-19-86,-16 18-269,-17 23-3775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16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12246,'6'12'7228,"-3"16"-5106,-1-9-820,-2-17-1128,0 0 0,1 1 0,-1-1 0,1 0 0,0 0 0,0 1-1,0-1 1,0 0 0,0 0 0,0 0 0,1 0 0,-1 0 0,0-1-1,1 1 1,0 0 0,3 2 0,-4-3-93,1-1-1,-1 0 1,1 0-1,0 1 1,-1-1 0,1 0-1,0 0 1,-1 0-1,1-1 1,0 1-1,-1 0 1,1-1 0,-1 1-1,1-1 1,-1 1-1,1-1 1,-1 0 0,1 1-1,-1-1 1,1 0-1,-1 0 1,0 0 0,0 0-1,3-3 1,4-2 313,38-35 1459,-44 39-1786,1 0 0,-1-1 0,0 0 0,0 1-1,0-1 1,0 0 0,0 0 0,-1 0 0,1 0-1,-1 0 1,0-1 0,0 1 0,0 0-1,0-6 1,-1 7-98,0 0 0,-1-1-1,1 1 1,-1 0 0,1-1 0,-1 1-1,0 0 1,0 0 0,0-1-1,0 1 1,-1 0 0,1 0 0,0 0-1,-1 1 1,0-1 0,1 0 0,-1 0-1,0 1 1,0-1 0,0 1-1,0 0 1,0 0 0,0-1 0,0 1-1,0 0 1,0 1 0,-1-1-1,1 0 1,0 1 0,-1-1 0,1 1-1,-4 0 1,3-1-372,1 1-1,-1 0 1,0 0-1,0 0 1,0 1-1,0-1 1,1 1-1,-1-1 1,0 1-1,0 0 1,1 0-1,-4 2 1,5-2-267,-1 0-1,1 0 1,-1 0-1,1 0 1,-1 1-1,1-1 1,0 0-1,-1 1 1,1-1-1,0 1 1,0-1 0,0 1-1,0 0 1,1-1-1,-1 1 1,0 0-1,1 0 1,-1-1-1,0 4 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42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21 11925,'0'-1'300,"0"1"-1,1-1 0,-1 1 0,1-1 1,-1 1-1,0-1 0,0 1 0,1-1 0,-1 1 1,0-1-1,0 1 0,0-1 0,1 0 0,-1 1 1,0-1-1,0 1 0,0-1 0,0 0 0,0 1 1,0-1-1,0 0 0,-1 1 0,1-1 0,0 1 1,0-1-1,0 1 0,-1-1 0,1 0 0,0 1 1,0-1-1,-1 1 0,0-2 0,0 2-159,1 0 0,-1 0 0,0 0 0,1 0 0,-1-1 0,0 1 0,0 0 0,1 0 0,-1 0 0,0 0 0,1 1-1,-1-1 1,0 0 0,1 0 0,-1 0 0,0 1 0,1-1 0,-1 0 0,0 0 0,1 1 0,-1-1 0,0 1 0,1-1 0,-1 1-1,1-1 1,-1 0 0,1 1 0,-1 1 0,-6 6 311,0 0-1,1 1 1,0 0 0,1 0-1,0 0 1,0 1-1,1-1 1,0 1 0,-4 18-1,4-13-140,1 0 0,1 1 0,0-1 0,1 1-1,1-1 1,1 17 0,0-26-415,0-1 0,0 1 0,1 0 0,0-1-1,0 0 1,0 1 0,0-1 0,1 0 0,0 0-1,0 0 1,0-1 0,1 1 0,-1-1 0,1 1 0,0-1-1,0 0 1,1-1 0,-1 1 0,1-1 0,7 4-1,-7-5-460,-1 0-1,0 0 0,1-1 0,-1 1 0,1-1 0,-1 0 0,1-1 0,0 1 1,0-1-1,-1 0 0,6 0 0,-5-1-596,0 0 0,-1 0 0,1 0 0,0-1 0,-1 1 0,1-1 0,-1 0 0,1-1 0,-1 1-1,0-1 1,7-5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43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80 11749,'-2'15'11761,"6"12"-8283,-3-25-3409,-1 1-1,1-1 0,0 0 0,-1 0 1,1 0-1,0 0 0,0 0 1,1 0-1,-1 0 0,0 0 1,1 0-1,-1 0 0,1-1 0,-1 1 1,1-1-1,0 1 0,0-1 1,0 1-1,0-1 0,0 0 1,0 0-1,0 0 0,0 0 0,4 1 1,-1-2 2,-1-1 0,1 1 1,-1-1-1,0 1 1,1-1-1,-1-1 0,0 1 1,0 0-1,0-1 0,0 0 1,0 0-1,0 0 0,0-1 1,-1 1-1,1-1 0,-1 0 1,0 0-1,1 0 0,-2 0 1,1-1-1,5-7 0,-6 8-62,0 0-1,1 0 0,-1 0 0,-1 0 0,1-1 0,0 1 0,-1-1 0,0 0 0,0 1 0,0-1 0,0 0 0,0 1 0,-1-1 0,0 0 1,0 0-1,0 0 0,0 0 0,0 1 0,-1-1 0,0 0 0,0 0 0,0 1 0,0-1 0,0 1 0,-4-7 0,4 8-26,-1 1-1,0-1 1,0 1 0,0 0-1,0 0 1,0-1-1,0 1 1,0 0-1,0 1 1,0-1 0,0 0-1,-1 1 1,1-1-1,0 1 1,0 0-1,-1-1 1,1 1-1,0 0 1,-1 1 0,1-1-1,0 0 1,0 1-1,-5 0 1,-3 2-1570,0 0 1,0 0-1,-18 9 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43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0 11717,'-10'14'11107,"-7"16"-8094,14-24-2924,0 0 0,0 0 1,1 0-1,0 1 0,0-1 0,0 1 1,1-1-1,0 1 0,0 7 1,2-10-46,0 0-1,0-1 1,0 1 0,1-1 0,-1 1 0,1-1 0,0 0 0,0 0 0,0 0 0,1 0 0,-1 0 0,1 0 0,-1-1 0,1 1 0,0-1 0,0 1-1,0-1 1,0 0 0,1-1 0,4 3 0,9 4 119,1-1 1,31 9-1,-38-13-89,-1 0-24,-1 0 1,1 1 0,-1 0-1,1 1 1,-1 0-1,12 9 1,-19-13-31,-1 0 0,1 0 0,-1 0 0,1 1 0,-1-1 0,1 0 0,-1 1 0,0-1 0,0 1 0,0 0 0,0-1 0,0 1 0,0 0 0,0-1 0,-1 1 0,1 0 0,-1 0 0,1 0 0,-1 0 0,1 0 0,-1-1 0,0 1 0,0 0 1,0 0-1,0 0 0,-1 0 0,1 0 0,0 0 0,-1 0 0,1 0 0,-1-1 0,0 1 0,1 0 0,-1 0 0,0-1 0,0 1 0,0 0 0,0-1 0,-1 1 0,1-1 0,-3 3 0,-7 7-185,0-1 0,0 0-1,-24 16 1,29-22-311,1-1 0,-1 0 0,0-1 0,0 1-1,0-1 1,-12 3 0,17-5 226,0 0 0,0 0 0,0 0 0,-1 0 0,1 0 0,0 0 0,0 0 0,0 0 0,0 0-1,0-1 1,-1 1 0,1 0 0,0-1 0,0 1 0,-1-2 0,-11-12-9353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43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15943,'16'12'9559,"-3"10"-6108,6 24-2590,-18-41-256,43 130 18,-18-44-5832,-22-72 1965,-3-5-7590</inkml:trace>
  <inkml:trace contextRef="#ctx0" brushRef="#br0" timeOffset="1">68 224 14791,'2'-5'3569,"1"-2"65,4 0-2401,0-3-321,5 0-208,0 0-127,1-2-433,2 0-496,1 0-433,-3 0-399,-1 2-2514,0 2-2801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44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1 738 16968,'126'-60'12177,"61"-33"-8155,65-30-4422,274-147 404,-266 133-75,-244 128-751,45-22 1031,-46 22-3794,-4 3-4254,-23 13-189,-7-1-4607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45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167 157 11717,'12'-39'8064,"-8"-7"-4583,-3 43-3360,-1 0 0,0 0 0,0 0 0,0 0 0,-1 0 0,1 0 0,-1 0 0,0 0 0,0 0 0,0 0 0,0 1 0,0-1 0,0 0 0,-1 1-1,1-1 1,-1 0 0,0 1 0,0 0 0,0 0 0,0-1 0,0 1 0,0 0 0,-1 0 0,1 1 0,-5-4 0,4 5-71,1-1 0,-1 1 0,1 0 1,-1-1-1,0 1 0,1 1 0,-1-1 1,1 0-1,-1 0 0,0 1 0,1 0 1,-1-1-1,1 1 0,0 0 0,-1 0 1,1 0-1,0 0 0,-1 1 0,1-1 0,0 1 1,0-1-1,0 1 0,0 0 0,-2 2 1,-4 5 42,-1 1 1,2-1-1,-12 18 1,13-16 105,0 0-1,1 1 1,0-1 0,1 1 0,0 0 0,1 0-1,0 0 1,1 1 0,0-1 0,1 0-1,1 1 1,0-1 0,1 1 0,0-1 0,0 1-1,6 17 1,1 0 26,2-1 0,1 0 1,1 0-1,2-1 0,24 39 0,-27-46-225,0 0 0,-2 1 0,-1 1 0,-1 0 0,0 0 0,5 44 0,-4-22 0,-3-35 0,1-17 0,7-8 0,20-2 0,0 2 0,40-13 0,-32 13 0,-34 12-224,43-19 543,-48 21-604,-1 0 1,1 0 0,0 0 0,0 0 0,0-1-1,-1 1 1,1 0 0,-1-1 0,1 0 0,-1 1 0,1-1-1,-1 0 1,0 1 0,0-1 0,0 0 0,0 0-1,0 0 1,0 0 0,-1 0 0,1 0 0,0-2-1,-5-8-4403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45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13 156 15159,'-7'5'4194,"3"0"208,3-1-1793,4-4-880,4-2-192,5-1-353,1-6-336,6 2-463,0-1-433,3-4-321,1-1-463,3-1-577,-1-1-447,-1-2-321,-2 0-2401,-2-9-2754,1-1-6114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46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1 124 12902,'19'-8'11734,"16"-23"-9215,-18 16-970,23-12-29,-28 19-1298,0 0 1,20-18-1,-67 56-2643,22-19 2417,0 0-1,0 0 1,2 1-1,-17 21 1,22-23 237,0 0 0,0 0-1,1 0 1,1 1 0,0-1 0,1 1 0,0 0 0,-3 17 0,5-24-144,1 0 0,0 1 0,-1-1 0,1 1-1,1-1 1,-1 0 0,1 1 0,-1-1 0,1 0 0,1 1 0,-1-1 0,0 0 0,1 0 0,0 0 0,0 0 0,0 0 0,1-1 0,-1 1-1,1-1 1,0 1 0,0-1 0,0 0 0,0 0 0,5 3 0,6 2-89,0 0 0,19 7 0,-20-10 0,0 1 0,0 0 0,12 9 0,-23-13 11,-1 0 1,1 0-1,-1-1 0,0 1 1,0 0-1,0 0 1,0 0-1,0 1 0,0-1 1,0 0-1,-1 0 0,1 0 1,-1 1-1,0-1 1,0 0-1,0 0 0,0 1 1,0-1-1,0 0 0,0 0 1,-1 1-1,1-1 1,-1 0-1,0 0 0,1 0 1,-1 1-1,0-1 0,-2 2 1,-17 29-1034,19-30 528,-1-2 0,0 1 0,0 0-1,0 0 1,0 0 0,0-1-1,0 1 1,0-1 0,-5 2-1,-2-4-6840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47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14006,'7'-3'8885,"10"-8"-5877,2-2-2183,-12 10-536,9-5 515,2 0-1,24-8 1,-38 15-696,-1 0 0,1 0 0,0 0 0,-1 0 0,1 1 0,0-1 0,-1 1 0,1 0 0,0 0 0,0 1 0,-1-1 0,1 1 0,0 0 0,-1 0 0,1 0 0,0 0 0,-1 0 0,7 4 0,-9-3-85,0 0 1,1-1 0,-1 1-1,0 0 1,0 0-1,0 0 1,0 0 0,0 0-1,-1 0 1,1 0-1,-1 1 1,1-1 0,-1 0-1,0 0 1,1 0-1,-1 0 1,-1 1 0,1-1-1,0 0 1,0 0-1,-1 0 1,1 0 0,-2 4-1,-1 3 6,0 1 0,0-1 1,-9 17-1,-7 4 22,-13 23 197,30-49-220,0 0 0,0 1 1,1-1-1,-1 0 0,1 0 0,0 1 0,0-1 0,1 1 0,-1-1 0,1 7 0,0-9-28,1-1 0,-1 0 0,1 1 0,-1-1 0,1 0 0,-1 1 0,1-1 0,0 0 0,0 0 0,-1 1 0,1-1 0,0 0 0,0 0 0,0 0 0,0 0 0,0 0 0,1-1 0,-1 1 0,0 0 0,0 0 0,3 0 0,34 12 0,-6-2 0,-30-11-16,-1 1-1,0 0 1,0 0-1,0 1 1,0-1-1,0 0 1,0 0 0,0 0-1,0 1 1,0-1-1,0 0 1,-1 1-1,1-1 1,-1 1 0,1-1-1,-1 1 1,1-1-1,-1 1 1,0-1 0,0 1-1,0-1 1,0 1-1,0-1 1,0 1-1,0-1 1,0 1 0,-1-1-1,1 1 1,-1-1-1,1 1 1,-1-1-1,1 1 1,-2 1 0,1-1-440,0-1 1,0 1 0,0 0 0,0 0 0,-1-1 0,1 1 0,-1-1 0,1 1 0,-1-1 0,-3 3-1,4-3-336,0-1 0,0 1 0,0-1 0,0 1 0,-1-1 0,1 0 0,0 1 0,0-1-1,-1 0 1,1 0 0,0 0 0,0 1 0,-1-1 0,1-1 0,0 1 0,0 0-1,-1 0 1,0-1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48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 11989,'7'-2'7621,"1"-1"-3407,22-11-2904,-12 5-509,-14 7-653,1 0 1,-1 0 0,1 1 0,-1 0 0,1 0-1,0 0 1,0 0 0,-1 1 0,1-1-1,0 1 1,7 1 0,-10 0-86,0-1 0,0 1 0,0 0 0,0 0 0,0 0 0,-1 0 0,1 0 0,0 0 0,-1 0 0,1 0 0,-1 1 0,1-1 0,-1 1 0,0-1 0,1 1 0,-1 0 0,0-1 0,0 1 0,0 0 0,-1 0-1,1-1 1,0 1 0,-1 0 0,1 0 0,-1 0 0,1 0 0,-1 0 0,0 0 0,0 0 0,0 3 0,0 5 14,-1 0 0,0-1 0,0 1 0,-1 0 0,0-1 0,-1 1 0,-4 9 0,3-6 7,0-1 0,-4 26-1,7-35-84,1-1 0,0 0 0,0 0 1,0 0-1,0 1 0,0-1 0,0 0 0,1 0 0,-1 0 0,1 0 0,-1 0 0,1 1 0,0-1 0,0 0 0,0-1 0,0 1 0,0 0 0,1 0 0,-1 0 0,0-1 0,1 1 1,-1 0-1,4 1 0,1 1 95,0 0 0,1-1 0,0 0 0,0 0 0,12 3 0,-11-4 70,-1 0 1,1 1 0,-1 0 0,14 7 0,-20-8-126,1-1 0,0 0 1,0 1-1,-1-1 0,1 1 0,-1 0 0,0-1 0,1 1 1,-1 0-1,0 0 0,0 0 0,0 0 0,0 0 1,0 0-1,-1 0 0,1 0 0,0 0 0,-1 0 0,0 1 1,1-1-1,-1 4 0,-1-2-185,1 0 1,-1-1-1,0 1 0,0-1 0,0 1 1,0-1-1,-1 1 0,1-1 0,-1 1 1,0-1-1,0 0 0,0 0 0,0 0 1,-1 0-1,1 0 0,-1-1 1,-3 4-1,-15 6-5763,-1-9-6302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52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12278,'0'11'13451,"3"8"-8599,-1-2-3378,3 51-1754,-4 0 1,-7 76 0,6-140-3189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52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13 13494,'2'-2'1859,"-2"2"-1594,0 0 1,0-1-1,0 1 1,0 0-1,-2-7 5841,1 6-5840,-13-1 3277,-16 11-1925,23-4-1330,1 1 0,0 0-1,0 0 1,1 1 0,-1 0 0,1 0 0,1 0 0,0 0-1,0 1 1,-4 10 0,5-11-182,0-1 1,1 1-1,0 0 0,1 0 1,0 0-1,0 0 1,0 0-1,1 0 0,0 1 1,0-1-1,0 0 0,4 12 1,-4-17-107,0 0 0,1 0 0,0 0 1,-1 0-1,1 0 0,0 0 0,0-1 1,0 1-1,0 0 0,1 0 0,-1-1 1,0 1-1,1 0 0,-1-1 0,1 1 1,0-1-1,-1 0 0,1 0 0,2 2 1,-2-3-1,0 0 0,-1 1 0,1-1 0,0 0 0,0 0 0,0 0 0,0 0 0,-1 0 0,1 0 0,0 0 0,0-1 0,0 1 0,-1-1 0,1 1 0,0-1 0,0 0 0,1-1 0,4-2 0,0-1 0,-1 1 0,1-1 0,-1-1 0,-1 1 0,1-1 0,-1 0 0,7-10 0,-4 2 0,0-1 0,-1 0 0,6-19 0,-8 19 0,1 1 0,1 0 0,15-26 0,-22 40 0,0 0 0,0 0 0,0-1 0,0 1 0,1 0 0,-1 0 0,0 0 0,0-1 0,0 1 0,0 0 0,1 0 0,-1 0 0,0 0 0,0-1 0,1 1 0,-1 0 0,0 0 0,0 0 0,1 0 0,-1 0 0,0 0 0,0 0 0,1 0 0,-1 0 0,0 0 0,1 0 0,-1 0 0,0 0 0,0 0 0,1 0 0,-1 0 0,0 0 0,0 0 0,1 0 0,-1 0 0,0 0 0,0 0 0,1 1 0,8 11 0,6 25 0,-12-29 0,11 25 133,39 63 0,-35-67-1299,-1 1-1,18 47 1,-30-66-1039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53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 14583,'9'-13'7667,"5"1"-3313,-10 8-3968,1 1 0,0 0-1,0 0 1,0 0 0,0 0-1,1 1 1,-1 0 0,1 0 0,-1 0-1,1 1 1,0 0 0,0 0-1,6 0 1,-11 1-362,0 1 1,-1-1-1,1 1 1,-1-1-1,1 1 0,-1-1 1,1 1-1,-1-1 0,1 1 1,-1 0-1,0-1 1,1 1-1,-1 0 0,0-1 1,1 1-1,-1 0 1,0-1-1,0 1 0,0 0 1,0 0-1,1-1 0,-1 1 1,0 0-1,0 0 1,0-1-1,-1 1 0,1 0 1,0 0-1,0-1 1,0 1-1,0 0 0,-1 0 1,-7 30-109,6-28 126,-6 22-42,4-14 0,0-1 0,0 0 0,1 1 0,1-1 0,0 1 0,0 0 0,1 0 0,0 0 0,2 15 0,-1-25 0,1 0 0,-1 0 0,0-1 0,1 1 0,-1 0 0,1 0 0,-1 0 0,1-1 0,-1 1 0,1 0 0,0-1 0,-1 1 0,1 0 0,0-1 0,0 1 0,-1-1 0,1 1 0,0-1 0,0 1 0,0-1 0,0 0 0,-1 0 0,1 1 0,1-1 0,30 4 0,-28-5 0,0 2 0,0-1 0,0 0 0,0 1 0,-1 0 0,1 0 0,4 1 0,-6-1-9,-1 0 0,0 0 1,1 0-1,-1 0 0,0 0 0,0 0 0,0 0 1,0 0-1,0 0 0,0 1 0,0-1 0,0 0 1,-1 1-1,1-1 0,0 0 0,-1 1 0,1-1 1,-1 1-1,0-1 0,1 1 0,-1 2 0,0 0 57,0-1 0,0 1-1,-1 0 1,1-1-1,-1 1 1,0 0 0,0-1-1,0 1 1,-3 4-1,1-3-353,0 1-1,0-1 0,0 0 1,-1 0-1,-5 6 0,7-9-407,0 1 0,0-1 0,-1 0-1,1 0 1,-1 0 0,1-1 0,-1 1-1,0-1 1,-5 3 0,7-4 184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53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17 142 14199,'-6'9'10942,"-4"36"-6403,9-41-4439,1-1-1,0 1 1,0-1-1,0 1 1,1-1-1,-1 1 1,1-1-1,0 1 1,0-1-1,0 0 1,0 0-1,0 1 1,1-1-1,0 0 1,-1 0-1,1 0 1,0 0-1,0-1 1,1 1-1,-1-1 1,1 1-1,-1-1 1,1 0-1,0 0 1,0 0-1,0 0 1,0 0-1,0 0 1,0-1-1,0 0 1,4 1-1,-1 0-105,0-1 1,0 0-1,1 0 0,-1 0 1,0-1-1,0 0 0,1 0 0,-1-1 1,0 0-1,0 0 0,0 0 1,0-1-1,0 0 0,0 0 0,0 0 1,9-6-1,-4 0 6,0 0 0,0 0 0,-1-1 0,0 0 0,0-1 0,-1 0 0,11-16 0,-15 19 0,0-1 0,0 0 0,-1-1 0,0 1 0,0-1 0,-1 1 0,0-1 0,-1 0 0,0 0 0,0 0 0,0-16 0,-2 22-24,1 1 0,-1-1 0,-1 1 0,1-1 0,0 1 0,-1 0 0,1-1 0,-1 1 0,1-1 0,-1 1 0,0 0 0,0-1-1,-1 1 1,1 0 0,0 0 0,-1 0 0,1 0 0,-1 0 0,1 0 0,-1 0 0,0 1 0,0-1 0,0 1 0,0-1 0,0 1 0,0 0 0,0-1 0,-1 1 0,1 0 0,0 1 0,-1-1 0,1 0 0,-1 1 0,1-1 0,-1 1 0,-3 0 0,-9-1-1487,-1 2 1,1 0 0,-1 1 0,-28 6-1,10-1-4214,-3-3-1911,0 1-3329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54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1346 16920,'12'-5'2276,"0"-1"0,-1 1 0,15-11 0,57-48 443,-35 24-1368,98-73 453,513-377-935,-125 119-869,-282 173-159,-241 189 113,-7 6-79,0 0 1,0-1 0,-1 1 0,1-1-1,-1 0 1,3-4 0,-50 36-5452,22-13 3543,-52 38-10301,37-21 585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23T13:28:54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1165 13142,'-1'0'145,"1"0"-1,0 1 1,0-1-1,0 0 1,-1 0-1,1 1 1,0-1-1,0 0 1,0 0-1,0 1 1,0-1-1,0 0 1,0 0-1,-1 1 1,1-1-1,0 0 1,0 0-1,0 1 1,0-1-1,0 0 1,0 1-1,0-1 1,0 0-1,1 0 1,-1 1-1,0-1 1,0 0-1,0 1 1,0-1-1,0 0 1,0 0 0,0 1-1,1-1 1,-1 0-1,0 0 1,0 0-1,0 1 1,1-1-1,-1 0 1,0 0-1,0 0 1,1 0-1,-1 1 1,0-1-1,0 0 1,1 0-1,-1 0 1,0 0-1,0 0 1,1 0-1,-1 0 1,20-8 2444,22-20-837,161-121 3939,15-12-3898,560-400-2002,-484 341-1599,-274 205 1454,-15 11 4,0 1 1,-1-1-1,1 0 0,-1 0 1,0 0-1,5-6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0-11-23T15:45:45.30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9596 4041 2312 0,'0'0'452'16,"0"0"-307"-16,0 0-68 0,0 0 9 15,0 0 58-15,0 0-4 0,0 0-54 16,0 0-73-16,25 86-11 0,-15-67 78 15,-5 5 49-15,0-2-78 0,1 1-4 16,-3-2-9-16,0 0-25 0,-2-4 24 16,1-2 11-16,0-6-14 0,-2-2-34 15,1-2 3-15,1-1 32 0,-2-2-4 0,0-2-12 16,0 0 13-16,0 0 31 0,0 0 24 16,0-7-15-16,-2 0-18 0,-3-5-53 15,1-4-2-15,-4-3-17 0,1-5 15 16,0-6-20-16,-2-1 23 15,4-4 1-15,-3 1 1 16,4-3 18-16,1 5-20 0,3-2 0 0,0 3-34 16,3 5 15-16,3 2-9 0,4 2-34 0,3 3 18 15,0 2 22-15,4 0 20 16,2 5-39-16,1 0 41 0,3 4 22 0,-4 1-3 0,1 3-19 16,-5 3 0-16,-4 1 31 0,-2 5 47 15,-5 6 31-15,-4 3 18 0,0 6 9 16,-4 5-19-16,-8 3-43 15,-8 3-37-15,-3 0 15 0,-3 1-43 0,0-1-9 16,-3-3-58-16,3-3-31 16,5-6-47-16,4-4-58 0,5-5-96 0,6-3-167 0,1-3-263 15,3-1-508-15,2-2-269 16</inkml:trace>
  <inkml:trace contextRef="#ctx0" brushRef="#br0" timeOffset="268.27">9874 4267 1550 0,'0'0'1352'0,"0"0"-894"0,0 0-59 15,0 0-65-15,0 0-35 16,3 68-129-16,-3-52-90 0,0-4-68 0,0 1-12 16,2-3-34-16,0-1-24 0,1 0 18 15,2-2-190-15,-4-2-105 0,1-3-240 16,-2 0-668-16,0-2-531 0</inkml:trace>
  <inkml:trace contextRef="#ctx0" brushRef="#br0" timeOffset="1114.22">10196 3986 1034 0,'0'0'2190'15,"0"0"-1841"-15,0 0-231 16,0 0 27-16,0 0 37 0,0 71 50 0,0-50-61 15,4-1-69-15,0-2-28 0,3 0-19 16,-1-6-18-16,-1-2-36 0,-1-1 0 16,0-4 15-16,-1 1-16 0,-1-4 0 15,-1-1 0-15,1-1 3 0,-2 0 31 16,0 0-32-16,0 0 13 0,0-1 22 16,4-6-37-16,-1-3-40 0,1-5 0 0,0-2 25 15,4-8 13-15,-4 1-60 0,3-2-21 16,-1 1 63-1,-3 5 18-15,1 5-8 0,-1 2 0 0,0 5 10 0,-2 2 0 16,1 5-12-16,-2 1-15 0,3 0 27 0,-2 0 0 16,5 1 1-16,1 5 24 0,2 3 80 15,1 3 15-15,1 1-43 0,-2 1-25 16,0 3 0-16,-2-2 6 16,0 0-42-16,-4-1-16 0,0-4 21 0,0-1-21 15,0-1 0-15,-1-4-34 0,1 0 7 16,3-3-10-16,-3-1-21 0,3 0-7 15,1-3 4-15,2-3-13 0,2-4 25 16,-2 0 9-16,1-3 3 0,-2 4 12 16,0-1 9-16,-1 1 14 0,-1 1 2 15,1 3 13-15,-2-1-10 0,0 5-1 0,1-1 10 16,-3 2 7-16,2 0-1 0,4 0 63 16,-3 2 14-16,4 7 12 0,-3-1-2 15,1 4-23-15,0-1-36 0,-2 3-18 16,-2-4-25-16,0 1-3 0,1-1-23 15,-1-5-59-15,-1 0-71 0,1 0-66 0,-2-3-90 16,0 0-133-16,0 0-202 0,-1-2-488 16,2 0-516-16</inkml:trace>
  <inkml:trace contextRef="#ctx0" brushRef="#br0" timeOffset="1279.78">10774 4151 3205 0,'0'0'644'16,"0"0"-248"-16,0 0-12 0,0 0-62 16,0 0-136-16,7 72-70 0,-1-59-44 15,0-3-72-15,0-1-118 0,-1-3-81 16,1 0-95-16,-2-6-292 0,-3 2-782 16,-1-2-1195-16</inkml:trace>
  <inkml:trace contextRef="#ctx0" brushRef="#br0" timeOffset="3236.61">11389 3945 2058 0,'0'0'547'0,"0"0"-309"0,0 0-10 0,0 0-26 16,23 68-11-16,-14-44-42 0,-2 2-39 15,2 0-22-15,-1 0-25 0,-2 0-12 16,0-3 21-16,0-3-9 0,-5-6 25 16,0-1-16-16,1-3 9 0,-2-2-1 0,0-3-24 15,0-3-9-15,0 0 5 16,0-2 13-16,0 0-7 0,0 0 1 0,0 0 5 15,0-2-30-15,-4-7-34 0,-4-3-61 16,-2-7 5-16,-1-4 44 0,1-8-6 16,-2-2-25-1,2-5 40-15,3 1 1 0,1 1-22 0,1 5 8 0,5 6 15 16,0 3-2-16,5 6-34 0,1 1-9 16,1 4 21-16,3 2-3 0,2 3-12 15,1 2-4-15,1 2 32 0,-1 2 12 16,0 0 0-16,-3 2 19 0,-1 4-1 15,-3 3 10-15,-4 3-28 0,-2 2 0 0,-2 3-49 16,-6 2-48-16,-3 2-74 0,-5-2-56 16,3-1-139-16,-1-3-245 0,5-4-487 15,-1-3-301-15</inkml:trace>
  <inkml:trace contextRef="#ctx0" brushRef="#br0" timeOffset="3790.19">11589 3964 1612 0,'0'0'497'15,"0"0"-141"-15,0 0-82 0,0 0-71 16,0 0-56-16,0 0-57 0,0 0-26 0,12 68-48 16,-12-62 0-16,0-3 9 0,0 0-25 15,0-2-16-15,1-1 16 0,-1 0 64 16,0 0 6-16,0-5-38 0,0-1-31 0,0-3-2 15,-4-3-20-15,0 1-30 16,-2-3 6-16,3 0 26 0,0 0-10 16,2 2 4-16,1-1-23 0,0-1 25 15,0 5-18-15,5-2-29 0,1 2-7 0,3 3 22 16,-1 2 23-16,3 1-13 0,1 3 45 16,0 0 67-16,0 0 68 0,2 5-10 15,-2-1-4-15,2 3-3 0,-5 1-10 16,1 1-32-1,0-1 6-15,-3 1 22 0,2 2-41 0,-2-1-63 0,3-1-3 16,-1-1 3-16,-2 3 0 0,3-4 0 16,0-1-12-16,2-1 12 0,-1-3 0 15,-2 2-15-15,-1-4 12 0,2 0 0 16,-3 0 2-16,1-4 1 0,1-4 1 0,-1 0 2 16,-2-1 0-16,0 0 0 15,-2-1 16-15,-1 1 3 0,-3-1-3 0,0-1 6 16,0 1 19-16,-7 0-4 0,-2 1 8 15,-2 2-4-15,-3-2-6 0,-1 4 8 16,2 0-11-16,-4 2-7 0,0 2 18 0,0 1-24 16,0 1 3-16,0 4-25 15,1 2-64-15,0-1-2 0,6 1-49 0,0-2-36 16,6-1-57-16,4-1-77 0,0-1-210 16,6-2-134-16,8 0 0 0,0 0 7 15,6-1-138-15</inkml:trace>
  <inkml:trace contextRef="#ctx0" brushRef="#br0" timeOffset="4196.1">12003 3818 65 0,'0'0'1715'0,"0"0"-931"0,0 0-250 16,0 0-298-16,0 0-74 0,0 0 13 16,0 0-18-16,-28 70-37 0,27-54-23 15,0 0 1-15,1 0-11 0,0-2 28 0,0-2-6 16,4-3-66-16,2-2-43 15,0-3-10-15,-2-1-9 0,4-2-3 0,-2-1-2 16,0-1-7-16,3-6 6 0,-2-4 6 16,0-3 7-16,-1-3-1 0,0-2-2 15,-3-3-16-15,-3-2-25 0,0-1-7 16,0 0 17-16,-6-2 42 0,0 3-21 16,-1-1-7-16,0 5 32 0,1 4 23 15,1 5 5-15,4 4 25 0,0 5 19 0,1 1 12 16,0 1-22-16,0 0-9 0,0 0 9 15,0 1 21-15,0 1-15 0,0 5-40 16,0 1 27-16,4 3 13 0,3 4-35 16,2 4-8-16,1 0 9 0,-1-1-15 15,2 3-19-15,1-5-21 0,1 0-4 16,-1-3-9-16,0-1-55 0,1-1-31 0,-3-4-6 16,2 0 5-16,-2-2-94 0,-3-1-65 15,-1-3-17-15,1 1-40 16,1-2-115-16,0 0-61 0,0-3-117 0,0-1-70 15,1-4-24-15</inkml:trace>
  <inkml:trace contextRef="#ctx0" brushRef="#br0" timeOffset="4403.62">12277 3853 362 0,'0'0'1319'0,"0"0"-796"16,0 0-196-16,0 0-86 0,0 0-6 0,0 0 5 16,0 0-43-16,0 0-38 0,0 0 5 15,0 0-22-15,0 0-39 0,52 31-20 16,-49-31 26-16,-2 0 16 0,2 0-29 15,-2-3 12-15,-1-1 31 0,0-2 14 16,0-1-79-16,0-3-40 0,0 1 2 16,-1-2-23-16,-3 0-13 0,1 2-46 0,0-1-28 15,-2 0-79-15,1 3-60 0,1-1-45 16,0 0-55-16,2 3-218 0,1 0-232 16,0 1-380-16,3 3 48 0</inkml:trace>
  <inkml:trace contextRef="#ctx0" brushRef="#br0" timeOffset="4616.39">12532 3745 1970 0,'0'0'590'0,"0"0"-246"0,0 0 2 0,0 0-6 16,0 0-40-16,0 0-51 0,0 0-122 15,0 0-71-15,0 0-28 0,0 0-12 16,0 0 24-16,-56 69 16 0,47-54 6 15,2-2-25-15,0 2-37 0,7-5-59 16,0-1-71-16,0-1-91 0,8-4-30 0,1 0-52 16,2-1-101-16,5-3-123 0,-4 0-208 15,5 0-442-15</inkml:trace>
  <inkml:trace contextRef="#ctx0" brushRef="#br0" timeOffset="4944.07">12707 3829 1812 0,'0'0'1106'0,"0"0"-1078"16,0 0-27-16,0 0 69 0,0 0-32 15,0 0 13-15,0 0-12 0,0 0-17 16,0 0-3-16,79-68 0 0,-72 58 1 16,0-1 15-16,-3 3 19 0,-2-3 32 15,-1 3 111-15,-1-1-1 0,0 0-30 16,-4 2-43-16,-2 1-1 0,-3-2-4 15,4 5 13-15,-4-1 8 0,1 4 18 16,-1 0-16-16,1 0-28 0,0 4-18 0,-2 4-31 16,0 3-12-16,2 1-13 0,1 3-8 15,2 2 14-15,3-2 10 0,2 2-12 16,0-1-30-16,6-2-13 16,2 1-16-16,5-3-14 15,5-1-46-15,1-6-18 0,4-2-56 0,-1-3-73 16,3 0-103-16,-3-7-264 0,-7 1-643 0,0-7-871 15</inkml:trace>
  <inkml:trace contextRef="#ctx0" brushRef="#br0" timeOffset="5335.62">11856 4314 3317 0,'0'0'1069'0,"0"0"-883"0,0 0-41 16,0 0 21-16,0 0 42 0,0 0-38 16,15 78-75-16,-7-63-59 0,-1 1-7 15,0 0-29-15,5-2-88 0,-4-6-67 16,3 3-7-16,-3-5-52 0,4-2-243 15,-4-4-271-15,0 0-363 0,5-4-409 0</inkml:trace>
  <inkml:trace contextRef="#ctx0" brushRef="#br0" timeOffset="5912.76">12128 4279 2963 0,'0'0'701'0,"0"0"-399"0,0 0-110 0,0 0-8 0,0 0-79 15,0 0-30 1,0 0-4-16,0 0-13 0,-14 72-12 0,14-60-12 16,0 0-9-16,0-2-25 0,7-1 0 15,-1-2-19-15,1-2 4 0,3-4-6 0,3-1-13 16,0 0 0-16,4-3 0 0,1-6 9 16,3-4 13-16,1-1-10 0,-3-2-6 15,-2 0-6-15,-5 1-31 0,-4 3-12 16,-5 1 12-16,-3 3 52 0,-3 0 13 15,-8 4 25-15,-4-3 12 0,-4 5-37 16,-2 2 0-16,0 0-1 0,0 2 1 0,0 3 22 16,3 1-19-16,4 1-3 0,2-3-15 15,6-1-69-15,3-1-66 0,3-2-96 0,0 0-200 16,8 0-43-16,3 0 277 16,5-5 125-16,2 1 48 0,2-3-23 15,2-1 17-15,2 0 0 0,2-3 29 16,3 1-4-16,-4-1-38 0,3-2-42 15,-2 1-30-15,-2-1 26 0,-3 3 65 16,-3 2 22-16,-5 1 17 0,-3 2 55 0,-4 3 127 16,-3 2 109-16,-3 0 32 0,0 0 74 15,0 3 58-15,-2 7-143 0,-2-1-224 16,0 5-37-16,0 0-11 0,4 0 35 16,0 0 9-16,0-1 0 0,4-1 15 15,6-1 3-15,0-3-34 0,6-1-34 16,3-2-12-16,4-5 17 0,0 0-2 0,1 0-22 15,-1-7-15-15,2-3 0 0,-5 0 1 16,-4-2-1-16,-3 1 0 0,-3-1 15 0,-7 3 19 16,0-1 6-16,-3 0 3 0,0-1 12 15,-9 0 0-15,-3 2-28 0,-3-1-27 16,-7 1-36 0,-1 5-41-16,-3 2-116 15,-3 2-75-15,-1 0-143 0,7 3-297 0,-6 8-1065 0</inkml:trace>
  <inkml:trace contextRef="#ctx0" brushRef="#br0" timeOffset="6916.98">9785 8621 1296 0,'0'0'1197'0,"0"0"-968"16,0 0-97-16,19 87 6 15,-9-58 64-15,0 1 37 0,-1-4-27 0,2 0-60 16,-4-4-48-16,1-2-45 0,-1-5-9 15,-3-3-31-15,0-1 0 0,-1-4 16 16,-1-3 9-16,-2-3-3 0,0-1 2 16,0 0 13-16,0 0 22 0,0-1-7 15,-5-6 41-15,-6-4-41 0,-2-6-65 16,-1-4-6-16,-3-7-49 0,2-3 21 0,2-8 12 31,1 1-21-31,4-5-6 0,3 0 40 0,5 3-19 0,0-1-9 0,3 6 6 16,5 2 23-16,3 5-13 0,0 5 12 15,4 4-10-15,-2 7 13 0,1 4 26 16,1 3-24-16,2 5-1 0,-4 0 46 0,0 5-4 16,0 3-41-16,-6 4 29 0,-1 3 22 15,-3 4-14-15,-3 0-39 0,0 1-62 16,-3 1-90 0,-3-2-94-16,0 0-208 0,2-7-330 15,-6 7-630-15</inkml:trace>
  <inkml:trace contextRef="#ctx0" brushRef="#br0" timeOffset="7100.66">10072 8785 2002 0,'0'0'534'0,"0"0"-103"16,0 0 42-16,0 0-81 15,0 0-46-15,39 65-79 0,-35-52-87 16,2-1-94-16,-5 1-84 0,2-2-2 0,0-4-33 15,0 0-50-15,-2-2-100 0,1 1-72 16,1-5-131-16,-2 0-371 0,1-1-708 0</inkml:trace>
  <inkml:trace contextRef="#ctx0" brushRef="#br0" timeOffset="7898.6">10376 8665 1580 0,'0'0'1289'0,"0"0"-908"16,0 0-212-16,0 0 2 0,0 0 41 15,0 0 36-15,0 0-53 0,29 67-46 16,-19-50-13-16,-3 0-16 0,0-4-31 16,-1 1-27-16,-2-3-13 0,-2-1-9 15,1-3-19-15,-3-2-20 0,1-5-1 0,-1 0 1 16,0 0 0-16,0 0-1 0,0 0-1 15,0-5-23-15,0-6-65 0,0-3-13 16,2-4 53-16,-1-4 15 0,2-2-15 16,0 0-1-16,2 3 23 0,0 0 26 15,-1 6-15-15,0 3 16 0,1 3 0 16,-4 5 0-16,2 2-15 0,0 2-10 16,4 0 25-16,2 5 65 0,1 5 28 0,3 4-10 15,0 2-16 1,1 2-2-16,-2 1-22 0,-5-1-18 0,2-1 8 0,-2-4-8 15,-1-1-25-15,-2-4-2 16,-1-3-1-16,-2 1-16 0,1-5-21 0,1-1-9 16,0 0 6-16,1 0-6 0,0-7 15 15,2-3 13-15,0-4 8 0,1 0 10 16,4-3-37-16,-2-4-6 0,3 2 31 0,-1 0 12 16,1 1-15-16,-2 2-2 0,0 6 20 15,-5 1 2-15,0 5-2 0,-1 3 3 16,-1 1 86-16,2 0 34 0,0 5 15 15,1 3-52-15,0 1-12 0,1 1-10 16,-1 0-52-16,-1-2-12 0,0 0 15 16,-2-1-15-16,-1 2-60 0,1-5-74 15,0 0-26-15,2 1-31 0,-2-2-103 0,2 0-111 16,-1-3-98-16,1 1-192 0,-2-1-660 16</inkml:trace>
  <inkml:trace contextRef="#ctx0" brushRef="#br0" timeOffset="8286.06">10954 8699 1155 0,'0'0'1579'15,"0"0"-1351"-15,0 0-90 0,0 0 82 16,0 0 19-16,0 0-24 0,0 0-55 16,0 0-63-16,0 0-21 0,0 0-13 15,0 0 5-15,82-11-12 0,-71 5-12 16,0 5 2-16,-4-4 1 0,3 3-7 15,-6-1-12-15,0 2 6 0,-2 1 0 16,1 0 6-16,-3 0 28 0,0 0 95 0,0 4-19 16,0 1-34-16,0 4-58 0,0 0-22 15,0 1-15-15,0 0-3 0,0-2-9 16,0 3 13-16,0-1-1 0,-2 0 37 16,1 1-22-16,-2-2-2 0,0 1 11 15,2 0 22-15,-2-2-19 16,3 1-39-16,0-4-3 0,0-1 0 0,0 0-18 15,0-1-9-15,0 0 2 0,3-3-2 16,-1 1-3-16,3-1-10 0,1 0 10 0,1 0-4 16,3-1 1-16,0-3 2 0,2 2-20 15,2-3-20-15,-2 0-30 0,5-1 25 16,-1 1-59-16,1-1-93 0,2 0-70 16,-2-2-72-16,0 2-89 0,-2 1-213 15,-5 2-432-15,0-1-147 0</inkml:trace>
  <inkml:trace contextRef="#ctx0" brushRef="#br0" timeOffset="8872.68">10081 9610 3347 0,'0'0'626'16,"0"0"-450"-16,0 0-11 15,0 0-10-15,1 72 83 0,7-45-36 0,1 0-49 16,0 2-40-16,4 0-19 0,-3-4 37 16,-1-4-15-16,-2-4-89 0,0-3-15 15,-4-6 15-15,0-3-15 0,-2-4-12 16,-1-1 0-16,0 0 2 0,0 0-2 15,0-6-51-15,-1-5 11 0,-8-6 19 16,-1-3 3-16,-2-4-31 0,-2-7-14 16,1-4 14-16,0-1 0 15,3 0-21-15,3-1 18 16,4 4 34-16,3 2 17 0,0 3-32 0,3 6-4 0,3 3 35 16,1 2 1-16,3 4-30 0,-2 3 6 0,3 2 25 15,1 1 22-15,0 1-22 0,2 3 0 16,-2 3 3-16,0 0 22 0,-1 0-23 15,-5 3 16-15,0 5 25 0,-5 5-7 16,-1 4-18-16,-3 3-18 0,-7 2-43 16,-4 2-58-16,1-4-67 0,-2-2-91 0,4-2-144 15,2-6-201-15,5-4-469 16,1-2-459-16</inkml:trace>
  <inkml:trace contextRef="#ctx0" brushRef="#br0" timeOffset="9351.75">10402 9611 1451 0,'0'0'970'0,"0"0"-744"0,0 0 54 15,0 0 30-15,0 0-39 0,10 71-94 16,-7-62-110-16,-3-3-30 0,3-2 7 16,-3-1 13-16,0-2 59 0,0-1 66 15,0 0-1-15,0-1-8 0,-5-6-49 16,0-3-124-16,-3-2-7 0,0-1-11 15,2-5-1-15,3 3 7 0,2 1-13 16,1 2 1-16,0-1-10 0,5 3-6 0,7-2-1 16,-2 4 10-16,3-3 10 0,1 2 2 15,1 0 4-15,1 0-1 0,0 3 13 0,1 2-9 16,-1-1-4 0,-2 5 4-16,-1 0 0 0,0 0 12 0,-4 6 2 0,-2 3 23 15,-1 1 31-15,1 3-22 0,-1 2 13 16,-2-3-20-16,-1 1-11 15,3-1-4-15,-3-3-10 0,2-2 1 0,1-1 25 16,-3-4-25-16,3-1 10 0,-2-1 11 16,2 0 41-16,2-6 24 0,-1-3-30 15,4-4-19-15,-4-2-7 0,1 1-2 16,-2-2-19-16,-3 2-9 0,-3 1 40 16,0 2-6-16,-1-1-10 0,-8 3-14 15,-4 1 8-15,0 2-5 0,-3 5-16 16,2 0-42-16,-3 1-14 0,1 0-63 15,3 2-75-15,3 4-43 0,4 0-15 0,3-3-81 16,3 1-231-16,0 1-104 0,7-2-35 16,-1 0-81-16,10-2 5 0</inkml:trace>
  <inkml:trace contextRef="#ctx0" brushRef="#br0" timeOffset="9701.81">10820 9435 127 0,'0'0'587'0,"0"0"-105"0,0 0-23 16,0 0 41-16,0 0 211 0,0 0-123 15,0 0-212-15,0 0-95 0,0 0-51 16,0 0-50-16,13 77-20 0,-13-64-49 16,0-1-71-16,0-4-38 0,1 0 10 15,2-3-12-15,0-2 0 0,3-2 0 16,-3-1 11-16,2 0 17 0,4-4-16 16,-2-4 0-16,2-4 22 0,4-2-16 0,-2-6-18 15,2-3-27-15,2-4 24 0,-2-1-19 16,0-2-33-16,-5-3-3 0,0 2 40 15,-5 0 17-15,-2 6-10 0,-1 3 11 16,0 8 18-16,0 4 41 0,-4 4-25 16,-2 1-4-16,1 4 38 0,0 1 5 0,-1 0-33 15,-3 4 27-15,2 4 91 0,0 4-84 16,1 3-74-16,-2 4-29 0,5 1 29 16,-2 2 0-16,4-3-19 0,1-1-29 15,0-4-13-15,6-2-64 0,3-2-43 16,2-2-22-16,-1-3-26 0,3-4-122 15,0 0-207-15,2-1-182 0,-4 0-465 0,7-2-180 0</inkml:trace>
  <inkml:trace contextRef="#ctx0" brushRef="#br0" timeOffset="9954.17">11163 9378 2621 0,'0'0'562'15,"0"0"-288"-15,0 0 30 0,0 0-43 16,0 0 18-16,0 0-59 0,0 0-85 15,0 0-64-15,0 0-16 0,0 0-5 0,79 54 5 16,-63-58 12-16,-3-3 46 16,-2-4 15-16,1 0-30 0,-4-2-31 0,-2-1-22 15,-1-2-5-15,-5-1-1 0,0 2-25 16,0-3-14-16,0 0-15 0,-2 1-21 0,1 2-52 16,-1 1-83-16,1 3-76 0,1 2-125 15,0 3-276-15,0 2-531 0,3-1-494 0</inkml:trace>
  <inkml:trace contextRef="#ctx0" brushRef="#br0" timeOffset="10169.56">11596 9200 378 0,'0'0'2804'0,"0"0"-2368"0,0 0-200 0,0 0 20 0,0 0-11 0,0 0 55 0,0 0-91 15,0 0-117-15,-82 42-52 0,74-24-16 16,-2 2 19-16,1 1 24 0,2 3 19 16,4 0 45-16,0-4-22 15,3 1-30-15,0-6-73 0,3-2-6 0,5-3-43 0,3-3-11 16,3-6-47-16,1-1-57 0,3-3-19 16,4-6-65-16,1-5-178 15,3-3-535-15,-5 5 228 0,10-12-742 16</inkml:trace>
  <inkml:trace contextRef="#ctx0" brushRef="#br0" timeOffset="10478.49">11794 9265 3328 0,'0'0'607'0,"0"0"-462"0,0 0-57 16,0 0-87-16,0 0-1 0,0 0 28 15,0 0 0-15,0 0-27 16,0 0 0-16,0 0 21 0,0 0 6 0,79-66-13 15,-75 55 10-15,-1-1 28 0,-1-1 3 16,-2-1-44-16,0 0-10 0,0 3 23 16,-5 0 6-16,-1 2-28 0,1 5 31 0,-1 3 43 15,-1 1 142-15,0 4-72 0,-3 6-31 16,0 3-19-16,-2 6-36 0,4 4-21 16,-1 2 8-16,4 0 68 0,3 3 69 31,2-4-97-31,0-4-58 0,5-2 0 0,4-5-30 15,2-3-39-15,1-4-40 0,1-4-21 0,1-2-61 0,1-1-100 16,1-9-171-16,-3 2-628 0,4-8-809 16</inkml:trace>
  <inkml:trace contextRef="#ctx0" brushRef="#br0" timeOffset="11448.38">11114 9887 215 0,'0'0'3457'0,"0"0"-2820"15,0 0-303-15,0 0 10 0,0 0-70 16,0 0 30-16,0 0-171 0,-22 71-45 15,13-40 6-15,1 4 60 0,-2 0 5 16,4-1-38-16,5-2-49 0,1-7-45 16,1 0-27-16,8-7-35 0,5-5-31 15,2-3-24-15,4-8-19 0,3-2-18 16,3-3 7-16,3-11 20 0,-2-3 3 16,1-5-91-16,1-2-82 15,-5 0-69-15,-3 0-43 0,-4-1-48 0,-3 3-100 16,-4 1 84-16,-4 4 138 0,-3 5 150 31,-3 5 158-31,0 3 90 0,0 4 138 0,-8 0 0 0,1 0-53 0,0 8-47 0,-4 3-20 16,5 0 21-16,-2 2 32 0,3 3 15 15,2-2-29-15,3 3-25 0,0-3-14 16,0 0 10-16,3-1-22 0,5-2-35 16,3-3 25-16,3 0 16 0,-1-2-1 15,5-2-34-15,1-3-24 0,4-1 9 0,2 0-13 16,1-6-36-16,-2-2-2 0,-2-3 1 15,-3 2 12-15,-6-1-14 0,-2 2 0 16,-5 0 16-16,-3 0 20 0,0 1-8 16,-3 2-10-16,0-2 12 0,-3 0 1 15,-2 1-31-15,-1-2 0 0,-2 2 2 0,-2 2-2 16,0-1-43-16,-4 1-2 0,2 2 29 16,-4 0 1-16,3 2 0 0,3 0 15 15,-1 0 0-15,5 0 13 0,3 0-13 16,0 0-1-16,3 0 1 0,0 0 0 15,0 0-23-15,0 0-5 0,0 0 13 16,0 0 3-16,0 0-22 0,0 0 10 16,0 0 24-16,0 0 24 0,0 0-21 15,3 0 13-15,0-1 17 0,-3 1-12 16,3-1-21-16,-3 1-12 0,3 0 12 16,-3 0 18-16,1-1-18 0,0 1 0 0,-1-2 12 15,2 2 24-15,-2 0-20 0,0 0-13 16,0 0 45-16,0 0-2 0,0 0-44 15,0 0 0-15,0 0 40 0,0 0 7 16,0 0-28-16,0 0 4 0,0 0 11 0,0 0-30 16,0 0-6-16,0 0-33 0,0 0 33 15,0 0 0-15,0 0-10 0,0 0-14 16,0 0 24-16,0 0 9 0,0 0-9 16,0 0-16-16,0 0 16 0,0 0 0 15,0 0-1-15,0 0-41 0,0 0-56 16,0 0-90-16,0 0-130 0,0 0-332 15,0 0-799-15,0 0-617 0,0 0 1399 0</inkml:trace>
  <inkml:trace contextRef="#ctx0" brushRef="#br0" timeOffset="11732.4">10902 10106 2722 0,'0'0'669'0,"0"0"-529"0,0 0-4 0,0 0 13 15,0 0-27-15,83-47-78 16,-55 32-44-16,-5 4-44 0,0 2-94 0,-4 2-271 16,-8 2-331-16,-3 5-858 0</inkml:trace>
  <inkml:trace contextRef="#ctx0" brushRef="#br0" timeOffset="12514.39">11082 10062 1223 0,'0'0'1092'0,"0"0"-695"0,0 0 2 16,0 0-74-16,0 0-75 0,0 0-57 15,0 0-62-15,0 0-45 0,0 0-8 16,0 0 12-16,4 0 3 0,-1 0 4 16,2 0 54-16,-1 0 46 0,6 0-32 15,-1 0-88-15,1 2-37 0,4-1 8 16,-1 5-15-16,3-3-33 0,-3 1-9 0,3 1 9 16,0-1 0-16,-2 0 0 15,-1 1-26-15,-3 0 26 0,-1 0 19 0,-2-1-18 16,-3 3 1-16,-1 1 53 15,-1-1 15-15,-1-1-55 0,1 5-12 0,-2-6 33 16,0 2 1-16,0 0-34 0,-3-3 0 16,0 0 30-16,-3 0 4 0,-1 0-37 15,0-1 1-15,-2 0 1 0,-1 0 13 0,-3 1-15 16,0-2-3-16,0 0 0 16,-2 0 2-16,1-1-1 0,-3 3-13 0,2-1 13 15,-2-2 0-15,0 2-1 0,4-2 1 16,3 1 2-16,0 0 1 0,4-2 14 15,3 0-3-15,2 0-12 0,1-2-14 16,-2-5-35-16,1-3-6 0,1 1 31 16,0-2 12-16,0 1 9 0,0 1 2 15,0 1 0-15,0 0 0 0,0 0 1 0,0 2 3 16,0 0 12-16,0-2-15 0,0-3-1 16,0 0-20-16,0-3 6 0,3-4-4 15,1-2 1-15,2 0-3 0,1 1-1 16,0 0 1-16,2 2 6 0,-3 1 0 15,2 3-1-15,-2 1 13 16,0 2 1-16,-1 0-10 0,-2 3 11 0,-1 3 1 0,1 0 0 16,-3 3-12-16,0 1-9 0,0 0-41 15,0 0-20-15,0 0-75 0,0 0-117 16,0 0-212-16,0 0-465 0,0 0-444 0</inkml:trace>
  <inkml:trace contextRef="#ctx0" brushRef="#br0" timeOffset="14565.61">8758 15133 1987 0,'0'0'569'16,"0"0"-221"-16,0 0-43 0,0 0 57 16,0 0-8-16,0 0-13 0,0 0-145 15,11 69-85-15,-2-42-31 0,2 2-42 16,2 0-36-16,0 0 150 0,-2-4-75 15,0 0-32-15,-6 0-26 0,0-1 30 16,-2-2 12-16,0-1-6 0,-3-5-7 0,0-4-8 16,0-5-10-16,0-2-30 0,0-5 3 15,0 0 0-15,-5-7-3 0,-3-2-61 0,-1-7-83 16,-7-2 34-16,2-10 25 0,-5-3 45 16,3-4 15-16,-1-7 16 15,1 1 9-15,0-1 0 16,3-1-3-16,3 1 3 0,4 3 0 15,3 4-9-15,3 4-31 0,2 7 37 0,5 6-13 16,6 5 14-16,1 2 4 0,4 6 39 0,1 3-9 16,-2 2-30-16,-1 0-2 0,1 7 25 15,-5 5 8-15,-1 5-17 16,-2 2-14-16,-5 6 22 16,-1 1-11-16,-3 3-13 0,0 2-36 0,-5-2-38 15,-2 1-52-15,0-5-68 0,-1-3-243 16,-1-3-175-16,3-5-376 0,2-5-175 0,-2-2-43 0</inkml:trace>
  <inkml:trace contextRef="#ctx0" brushRef="#br0" timeOffset="15437.95">8997 15441 1079 0,'0'0'971'16,"0"0"-682"-16,0 0-118 16,0 0 58-16,0 0-81 0,0 0-90 0,0 0-20 15,0 0 17-15,0 0 54 0,0 0 38 16,20-16-42-16,-17 15-16 0,0-2-4 15,1 2-2-15,-1-1 2 0,0 2-19 16,0 0-15-16,1 0-14 0,-1-2-11 16,0 2-14-16,-2 0 10 0,5 0-9 0,0 0 5 15,0 0-5-15,2 0-1 0,-2 0 1 16,0 2 12-16,-2 0 1 0,2 2 18 16,-3-1 31-16,1 3 74 0,-4 0-28 15,3 3-38-15,-3-2-18 0,0 0-22 16,0 3-27-16,0 0-16 0,0-1 18 15,0 2-6-15,0-3-12 0,-2 0 0 16,1 0 2 0,-3-1 16-16,2-2-15 15,1 0-2-15,-2 0 24 0,0 1 12 0,-1-1-16 0,1 1-18 0,0 0 31 0,1-3 3 16,1 3-19-16,-1-5-17 0,1 2 14 16,1-1-2-16,-4 0-13 0,4 1 0 15,0-1 12-15,0-2 3 0,0 2-13 16,0-2 1-16,0 0 31 0,0 1-4 15,0-1-14-15,0 0 2 0,0 0 16 0,0 0-7 16,0 0-24-16,0 0-3 0,0 0 2 16,4 0 14-16,-1 0 11 0,3 0-12 15,-1 0 6-15,3-1 3 0,0-1-24 16,1-3-12-16,1 0 12 0,3 2-1 16,-1-3-51-16,-1 0-37 0,2-2-54 0,2 2-75 15,2 0-110-15,-3-1-147 0,2 4-53 16,-4 2-552-16,2 1-475 15</inkml:trace>
  <inkml:trace contextRef="#ctx0" brushRef="#br0" timeOffset="18233.27">9369 15043 1596 0,'0'0'1288'0,"0"0"-945"16,0 0-181-16,0 0 4 0,0 0 30 15,0 0-5-15,27 75-67 0,-18-56-3 16,-1 0 4-16,-1-1-10 0,-2-1 5 16,1-1-21-16,-5-4-31 0,2-4-31 0,-3-2-10 15,1-2-5-15,1-4-22 0,-2 0-10 16,0 0 9-16,0-4-20 0,0-3-40 16,2-4-29-16,0-2 90 0,-2-6 25 0,0-1-22 15,0-2-3-15,0 1-31 0,-4 0 31 16,-1 4-2-1,3 1-13-15,-1 8 13 0,3 1 2 0,0 3 0 16,0 3-11-16,0 1 11 0,0 0 0 0,0 1 50 16,3 6 11-16,4 1-39 0,3 5 21 15,0-1-19-15,3 3-21 0,-3 1-3 16,0-5 21-16,1 1-11 0,-2-4-10 16,0 2-15-16,-3-4 15 0,1-3 0 15,0 1-6-15,-1-4-40 0,4 0 24 16,0-7 20-16,3-4-16 0,3-9-7 15,-3-3 0-15,0-5-76 0,1-1 23 16,-2-2 29-16,-1 5 49 0,-4 3 0 0,-1 7 0 16,-1 5-21-16,-4 7 21 0,2-2 0 15,-2 6-27-15,1-1 12 0,2 1 15 16,-1 0 80-16,3 1 69 0,1 5-63 0,2 6 12 16,2-1 1-16,1 7-35 15,-2 0 9-15,0 0 86 0,-3-3-13 0,0 1-76 16,1-4-46-16,-3 0-24 0,-1-5-19 15,1-2-39-15,-2-3-97 16,0-2-43-16,-1 0-51 0,3-5-106 16,-2-7-347-16,1 3-504 0,2-13-231 0</inkml:trace>
  <inkml:trace contextRef="#ctx0" brushRef="#br0" timeOffset="18350.96">9974 14985 1459 0,'0'0'1540'0,"0"0"-1178"15,0 0-168-15,0 0-8 0,0 0-186 16,0 0-28-16,0 0-289 0,27 66-401 16,-24-59-948-16</inkml:trace>
  <inkml:trace contextRef="#ctx0" brushRef="#br0" timeOffset="19030.83">9174 16223 931 0,'0'0'2200'0,"0"0"-1881"0,0 0-252 16,0 0 110-16,0 0 21 0,-6 70-21 16,15-50-46-16,0-2-50 0,3 0 12 15,0 1 53-15,-3-6-11 0,1 0-70 16,-5-2-22-16,0-4 18 0,-2-1 4 15,-3-2-31-15,0-4-19 0,0 0 34 16,0 0 18-16,0 0-27 0,0 0 21 0,0-4-9 16,-3-2-52-16,-3-5-74 0,-1-7 16 15,-6-6 31-15,3-2 26 0,-6-7-33 0,3 0-15 16,0 1 40-16,3-1 6 0,3 7-12 16,4 2-7-16,3 2 22 0,0 4-24 15,6 2-28-15,5 0-7 0,6 4 29 16,3 0 14-16,1 5-17 15,0 4 8-15,-1 3 3 0,-4 3-24 16,-1 6 43-16,-4 6-16 0,-2 3 16 16,-2 3-24-16,-1 4-29 0,-5 2-34 0,-1 2-25 15,-1 2-141-15,-6 0-90 16,-3 0-29-16,-2-2-102 0,1-4-117 0,2-7-231 16,-3-1-540-16</inkml:trace>
  <inkml:trace contextRef="#ctx0" brushRef="#br0" timeOffset="19516.16">9540 16286 1251 0,'0'0'468'0,"0"0"-137"15,0 0 55-15,0 0 30 0,0 0-143 16,9 70-91-16,-9-56-17 0,0-5-41 15,0-2-7-15,-2-4-45 0,1-2-28 16,1-1-25-16,0 0 0 0,-3-4 16 16,3-6-7-16,-3-1-6 0,0-5-21 15,1-2-1-15,1 0-22 0,1 1-9 16,0-2 5-16,0 4-5 0,0 2 3 16,6 2-10-16,-3 3 19 0,3 0-13 15,-3 3-2-15,1 2 8 0,-1 3-24 0,2 0 31 16,3 3 19-16,-1 3 38 0,5 2-16 15,-1 3-22-15,2 1 3 0,1-4 0 16,-1 3-3-16,-1-3-3 0,1 1 3 47,0-2 0-47,-3-2 1 0,-2-2 0 0,0 0-1 0,-5 0 0 0,0-2 1 0,0-1 1 0,-3 0 11 0,1 0 31 0,3-7 10 16,2-1 65-16,0-4 10 0,-2-5-19 15,2-1-53-15,-3-1-57 0,-2 2 12 16,-1 3-9-16,0 1 19 0,-4 2 9 15,-3 3 13-15,-5 1 18 0,-2 4-16 16,-4 0-33-16,-2 3-13 0,-1 1-47 16,2 7-77-16,-1 1-114 0,4 1-14 15,0 0 12-15,6 2-98 0,5-3-240 16,5-1-402-16,0-3 166 0</inkml:trace>
  <inkml:trace contextRef="#ctx0" brushRef="#br0" timeOffset="19880.18">9844 16098 593 0,'0'0'649'16,"0"0"60"-16,0 0-62 0,0 0-280 0,0 0-194 15,0 0 19-15,0 0-11 0,-11 69-41 16,11-57-24-16,0 0-53 0,4-3-3 16,3-3 12-16,-1 0-50 0,0-6-19 15,-1 2-3-15,1-2 51 0,1 0-3 16,-1-5-11-16,0-2 25 0,1-5 66 0,-1-2-23 15,2-7-78-15,0-1-26 0,-3-5 1 16,3 0-2-16,-3-4-33 16,-2-1-32-16,-3-1-44 0,0 0 53 15,-5 2 22-15,-6 2 34 0,-2 3 22 0,-1 7 18 16,2 3 26-16,4 9 61 0,-1 3 18 16,4 4 10-16,-1 0-32 0,0 9-68 15,0 2-40-15,1 5-15 0,2 4-29 16,3 5-14-16,0 2 41 0,4 2 0 0,6 2-22 15,2-2-16-15,-1-2-12 0,3-4-53 16,1-4-90-16,1-4-116 0,2-4-127 16,0-4-164-16,2-6-123 0,-7-1-245 15,7 0-205-15</inkml:trace>
  <inkml:trace contextRef="#ctx0" brushRef="#br0" timeOffset="20116.56">10140 15992 1562 0,'0'0'591'0,"0"0"-299"0,0 0 14 16,0 0 82-16,0 0-72 0,24 76-85 15,-12-67-19-15,-1-2-2 0,1-4-51 16,-1-3-100-16,-1 0-28 0,-1 0 4 16,0-8 24-16,-2-3 21 0,0-6 31 15,-1-1-46-15,-5-4-35 0,1 0-5 0,-2 0-7 16,0 2-16-16,-6-3-2 0,-2 4 0 15,3 1-12-15,-5 2-19 0,4 4-64 16,0 5-65-16,2 0-58 0,-1 4-89 16,0 3-208-16,3 0-620 0,0 4-646 0</inkml:trace>
  <inkml:trace contextRef="#ctx0" brushRef="#br0" timeOffset="20383.87">10408 15841 1676 0,'0'0'1223'0,"0"0"-1047"0,0 0-29 0,0 0 219 0,0 0-75 15,0 0-65-15,0 0-20 16,0 0-60-16,0 0-66 0,0 0-43 16,0 0-35-16,-35 33 14 0,28-14-15 0,0 0 26 15,4 0 32-15,0 4 15 0,3-4 18 16,0 0-22-16,1-5-33 0,7-2-37 15,3-3-40-15,1-5-3 0,3-4 13 16,1 0-19-16,3-4-28 0,0-10-28 16,1-1-18-16,0-4-76 0,-1-2-124 15,1-2-249 1,-8 6-477-16,5-6-301 0</inkml:trace>
  <inkml:trace contextRef="#ctx0" brushRef="#br0" timeOffset="20686">10607 15858 2676 0,'0'0'414'0,"0"0"-382"0,0 0 134 15,0 0 60-15,0 0-70 0,0 0-18 16,0 0-40-16,56-71-54 0,-47 54-42 16,-1 1-1-16,-2-1 21 15,-3 5 12-15,-3-1-9 0,0 2 33 0,-5-1 38 16,-2 2-11-16,-4 1-39 0,-1 4 4 15,2-1 58-15,-4 6 44 0,3 0-51 16,-1 4-33-16,3 4 27 0,0 4-16 0,2 2-77 16,0 1-1-16,4 4 17 0,3 2 3 15,0 0 7-15,4-1 21 0,5-1 33 16,1-2 37-16,0-4-92 0,3-1-27 16,1-4-1-16,4-3-26 0,-1-4-55 15,2-1-102-15,2-8-88 0,0-4-108 16,-4 1-345-16,6-12-1249 0</inkml:trace>
  <inkml:trace contextRef="#ctx0" brushRef="#br0" timeOffset="20946.28">11037 15454 2047 0,'0'0'1233'0,"0"0"-871"16,0 0-94-16,0 0 74 0,0 0-41 15,0 0-58-15,16 79 5 0,-11-55-50 16,2-1-76-16,-3-3-52 0,2-1-67 16,-1-1-3-16,0-1-55 0,1-5-48 15,0-1-53-15,2-3-64 0,-2-4-90 0,1-4-218 16,2 0-279-16,-2-5-495 0,3-11-54 0</inkml:trace>
  <inkml:trace contextRef="#ctx0" brushRef="#br0" timeOffset="21247.47">11204 15427 2496 0,'0'0'605'0,"0"0"-327"16,0 0 45-16,0 0 20 0,0 0-121 15,-12 64 2-15,12-44 16 0,0 2-53 16,0-1-46-16,0-1-7 0,0 1-12 16,5-4-34-16,-1 0-12 0,2-6-15 0,2-3-29 15,-3-4-32-15,7-2-27 0,-3-2 6 16,4-5-13-16,1-7 10 0,-1-4 3 16,4-6 19-16,-1-5-1 0,0-4-34 15,-3 1-27-15,0 2-21 16,-7 0 9-16,-2 6 15 0,-1 4 3 15,-3 4 9-15,0 6 13 0,-5 2-29 0,0 4-11 16,-1 2-47-16,-1 0-115 0,0 4-154 16,1 3-125-16,0 1-99 0,2-1-77 15,1-2-369-15,3 0-56 0</inkml:trace>
  <inkml:trace contextRef="#ctx0" brushRef="#br0" timeOffset="21568.17">11324 15429 82 0,'0'0'166'0,"0"0"-23"15,0 0-35-15,0 0-30 0,0 0 0 0,0 0 1 16,0 0 9-16,0 0 68 0,0 0 95 16,0 0 97-16,0 0 45 0,3-18-123 15,-3 18-118-15,1 0-149 0,-1 0-3 16,0 0-94-16,2 0 26 0,-2 0 68 16,0-2 63-16,0 2 63 0,0 0 61 15,0-1 35-15,0 1-26 0,0 0-13 16,0 0-5-16,0 0-25 0,0-2-46 15,0 2-46-15,0-2-11 0,0 2-12 0,0 0-13 16,0 0-12-16,0 0 18 0,0 0-6 16,0 0-23-16,0 0-1 0,0 0 24 15,0 0 13-15,0 0 3 16,0 0 0-16,0 0 3 0,0 0-12 0,0 0-17 16,0 0-15-16,0 0-18 0,0 0-121 15,-2 0-81-15,1-2-94 0,-1 1-59 0,1-1-132 16,1 0-198-16,0-1-88 0,6 13-276 0</inkml:trace>
  <inkml:trace contextRef="#ctx0" brushRef="#br0" timeOffset="21890.85">11513 15304 1850 0,'0'0'1143'0,"0"0"-900"0,0 0-77 0,0 0 81 15,0 0 3-15,0 0-30 0,0 0-15 16,0 0-62-16,0 0-63 0,0 0-6 16,-5 62 28-16,1-41 39 0,0 4-15 15,3-1-34-15,1-4-19 0,0-1-21 16,0-4-28-16,7-3-24 0,1-6-2 16,0-4 0-16,2-1 1 0,1-1-2 15,1-3-22-15,0-9 10 0,2-5-4 16,-1-4 17-16,1-3 1 0,-4-2-21 0,-1 1-2 15,-7 1-12-15,-2 4 2 0,0 4 32 16,-8 0 1-16,-4 2 1 0,-1 4-28 16,-2 0-21-16,-4 3-24 0,2 3-47 15,-2 3-86-15,0 1-188 0,2 0-309 16,4 0-670-16,-4 3-378 0</inkml:trace>
  <inkml:trace contextRef="#ctx0" brushRef="#br0" timeOffset="29762.75">15766 6672 238 0,'0'0'437'0,"0"0"-108"16,0 0-117-16,0 0-53 0,0 0 4 15,0 0 29-15,0 0 35 0,0 0-32 16,0 0-23-16,0 0-11 0,0 0 4 16,-5-7 2-16,5 7-3 0,0 0-23 15,0 0-29-15,0 0-22 0,-1 0-20 16,1 0-16-16,-2 0-10 0,2 0 10 0,-1 0 41 15,-1 0-29-15,1 0-25 0,-1 0 10 16,-1 2 9-16,1-1-7 0,-1 3 10 16,0-3 0-16,0 1 22 0,0 2-7 0,1-3-9 15,0 3-32-15,-2-3-6 0,1 2-13 16,0 0 7-16,0-2 0 0,0 3 0 16,2-2-3-16,0 3 27 0,-2-4 44 15,0 4-7-15,0-1-18 0,-2 0-28 16,2 1-4-16,0 1 14 0,2 0 11 15,-1-4 0-15,-1 4-15 0,1-1-13 16,1-1-30-16,1 1-2 0,-3 0 2 16,1 0 24-16,2 1-3 0,0 1-2 15,0 0 5-15,0-1 4 16,0 0-10-16,0 1-19 0,5-2-2 0,-2 1 0 16,0-3-12-16,0 2-10 0,0-1 12 0,-1 2 10 15,1-4 2-15,-2 4 1 0,1 0 13 16,1-1-14-16,-2 1-2 0,1-2 0 15,1 0 0-15,-2 2 12 0,2-1-9 16,0 2-1-16,2-2-1 0,0 0 1 16,0 0 31-16,3 1-33 0,-2-3 98 0,0 1-59 15,0-3-39-15,-1 2-27 0,1-2-3 16,-4 0 30-16,3 1 0 0,-1-2 0 16,2 0 2-16,-3 0 22 0,1 0-21 15,0 0-3-15,1 0-15 0,-1 0 0 16,2 0 2-16,-1 0-23 0,1-3 2 15,0-1 19-15,0 1 0 0,0 1-6 0,4-1 8 16,-5-1 13-16,1-1 43 16,-1 3-15-16,0-3-16 0,1 1-12 15,-3 0 0-15,3 0 0 0,-3 0 0 0,1 1 0 16,0-2 1-16,1-1 1 16,-1 1 0-16,-1 2-2 0,0-2 2 0,-2 0 10 15,0-1 0-15,1 4-10 0,-1-4 1 16,1 0 15-16,-1 0-16 0,-1 0 11 0,0 0-12 15,0-1 1-15,0-2 25 16,0 2-27-16,0-2-9 0,0 2 9 0,0-1 2 16,0 1 0-16,-1 0 0 0,1 2 1 15,-2-1 9-15,1 1-10 0,-1-2 19 16,1 0 1-16,0 0-20 0,-2-1 1 16,0 2 12-16,-1-1 0 0,-1 1 0 15,1 0 0-15,0 1-13 0,1 2 11 0,-3-1-10 16,0 0 21-16,-2 0-12 0,0 1-10 15,1 2-1-15,-2 0 17 0,-1 1-15 16,2 0-2-16,-1 0-1 0,1 0-2 16,0 0-19-16,1 0-49 15,3 1-54-15,-5 3-41 0,2 0-54 0,0 2-249 16,-2 3-523-16,3-3-404 0,-5 5-706 16</inkml:trace>
  <inkml:trace contextRef="#ctx0" brushRef="#br0" timeOffset="31749.11">16239 10024 121 0,'0'0'577'0,"0"0"-134"0,0 0-62 16,0 0-24-16,0 0-29 0,0 0-30 0,0 0-37 15,0 0 2-15,0 0-7 0,0 0-77 16,1-2-37-16,-1 2-18 16,0 0-8-16,0 0 16 0,0 0 22 0,0 0 12 15,0 0-21-15,-1 2-46 0,-2-1-22 16,0 2-6-16,-3-2 0 0,3 3 3 16,-1-1-10-16,-3 1-24 0,2-1 3 15,-2 3-4-15,1 0-8 0,-3 1-7 16,3 2 4-16,-3-2-7 0,1 2 1 15,3-1-7-15,-2 0 12 0,-1 1 7 0,3 0-7 16,-1 1-2-16,0-1 5 0,0 0 10 16,4-1 2-16,-1-1-12 0,0 0-5 15,3 1-13-15,0 0-12 0,0-1 0 16,0 2 0-16,3-1 1 0,1 1-1 16,0-1-1-16,2-2 0 0,-2 2 1 15,2-1 0-15,0-3-1 0,0 1 1 0,1 0 1 16,-3-3 2-16,2 1-1 0,0-1 10 15,-3-2-11-15,1 2-1 0,3 0-1 16,-3-1 1-16,1 0 3 0,0-1 12 16,1 0-13-16,3 0 10 0,-4 0 1 15,1 0-11-15,2 0-1 0,-4 0 0 16,3 0 1-16,-1 0-1 0,-3 0-1 0,0 0 0 16,1 0 1-16,-1-1-1 15,3 0 1-15,-3-3-1 0,4 0 2 0,-2 0-1 16,3-1-1-16,0-1-1 0,1 1 1 15,0-1-2-15,-2 0-14 0,-1 1 16 16,4-2 0-16,-6 1 4 0,2 1-2 16,0-2 0-16,-2 2 10 0,0-4-9 15,0 1-1-15,1 1 1 0,-4-2 15 16,-1 0-3-16,0 1-14 0,0-3 2 16,0 4 12-16,-1-3-12 0,-4 1 0 0,-2-2 9 15,2 3 7-15,-4-2-16 0,2 1-1 16,-3 0-2-16,1 1 15 0,-1 4-12 15,-2-2-3-15,-1 2 0 0,2 4-46 16,-8 0-54-16,-1 0-76 0,0 3-52 0,0 5-41 16,0-2-135-16,2 3-291 15,7-2-680-15,-1 0-732 0</inkml:trace>
  <inkml:trace contextRef="#ctx0" brushRef="#br0" timeOffset="33227.29">15442 11858 1258 0,'0'0'651'0,"0"0"-411"0,0 0-124 15,0 0 7-15,0 0 84 0,0 0 67 16,0 0-43-16,0 0-14 0,0 0-1 16,0 0-23-16,0 0-35 0,-24-11 8 15,16 15-15-15,2 3-30 0,-1-1-37 16,-1 0-6-16,0 2 14 0,-1-1 22 0,1 2 3 16,0 2-19-16,-1 0-15 0,1 1-25 0,1 1-9 15,2-1-7-15,3 4 1 0,-2-1-3 16,4-1-1-16,0 2-2 15,0-4-16-15,6 1 3 16,2-2-8-16,2-3-16 0,0-1 1 0,2-1-1 16,-2-2 1-16,1-1 1 15,-1-1-1-15,0-1 14 0,2-1-15 0,-2 0 0 0,2-1 3 16,-1-4 9-16,1-1-9 16,-2 1 9-16,0 2-10 0,-3-2 1 0,2-1 0 15,-2 2-1-15,0 1 1 0,-1-3 10 16,3 2-11-16,-4-3-2 0,5 0 0 15,-3-2 3-15,2 0 0 0,0-1-1 16,-4 0 0-16,1 0 0 0,-1-1 10 16,-4 2-9-16,1 1 21 0,-2 1 1 0,0-1-7 15,0 0 0-15,0 0-3 0,0-3-12 16,-3 3-1-16,0-3-1 0,0-1 0 0,-2 0 2 16,1 1 0-16,-3-1 9 0,1 5-9 15,0-1 28-15,-1 3-10 0,-3 1-20 16,-1 2-1-16,-3 2-3 0,-1 0-49 15,-1 0-66-15,-3 7-64 0,1 5-50 16,2 0-68-16,-2 2-210 16,8-3-549-16,-1 6-676 0</inkml:trace>
  <inkml:trace contextRef="#ctx0" brushRef="#br0" timeOffset="48834.51">17926 6481 962 0,'0'0'378'0,"0"0"-134"15,0 0-30-15,0 0-35 0,0 0 51 16,0 0 23-16,0 0-21 0,0 0-45 16,0 0-46-16,-18 1 6 0,15 1 19 15,-2 0 0-15,-1 0-11 0,0 1 12 16,1 0 21-16,-1 3 1 0,0 0-18 15,2-1 5-15,0 3-18 0,1 1-51 16,0 3-21-16,1 1-37 0,2 1 18 16,-1-2-45-16,1 1 54 0,-2 1-49 0,1-2-27 15,1 1-9-15,0 0-9 0,0-1 16 16,0-2 1-16,1-1-17 16,4-3 18-16,-1-1 2 0,2 1-2 0,0-2-22 0,4-2 10 15,-2 1 12-15,3-1 0 0,1-2 1 16,2 0-1-16,0 0 15 0,0 0-3 15,3-6-12-15,0 0-1 0,-2-4 1 16,0 1 13-16,0-3-11 0,-1-1-1 16,-4-2 23-16,1 2-2 0,-4 0-20 15,1-2 1-15,-4 2 24 0,-1-2 7 16,1 0-16-16,-4 2-3 0,0-1 6 16,0-1 10-16,0 1-13 0,-8 1 6 15,-1 1 7-15,-1 0-13 0,-5 1-18 16,-1 3-36-16,-4 4-25 0,0 3-43 0,-3 1-70 15,-3 11-59-15,0 7-283 0,5-1-571 16,-10 16-686-16</inkml:trace>
  <inkml:trace contextRef="#ctx0" brushRef="#br0" timeOffset="76208.12">22254 3928 2455 0,'0'0'996'0,"0"0"-771"0,0 0-74 15,0 0 0-15,0 0 125 0,0 0-12 16,0 0-123-16,0 0-88 0,0 0-35 0,3 35 4 16,1-17 42-16,0 4-2 0,2 3 42 15,-3 8-10-15,2 0-20 0,-4 5-7 16,-1 0 6-16,0 1-25 0,0-2-32 15,0-2-15-15,-4 0 20 0,-1-6-18 0,1-4 6 16,-1-6-9-16,1-4-15 16,3-6 15-16,-4-2 0 0,5-4 21 15,-2-3 7-15,2 0-28 0,-2-10-48 0,1-4 33 16,-2-5-1-16,-2-8-11 16,1-6 0-16,0-8 2 0,2-2-17 0,2-2 2 15,0-4-3 1,0 5 4-16,9 2 27 0,-2 3-7 15,5 4 7-15,-5 7-3 0,0 2 15 0,2 5 1 16,-2 2 17-16,-3 5 37 0,4 0-6 0,-7 5-10 16,2 3 13-16,-2 2 3 0,1 4-12 15,-2 0-16-15,1 1-25 0,-1 7-2 0,5 5-3 16,2 8 3-16,0 4 21 0,2 8 10 16,3 4-30-16,3 2 14 0,4-1 21 15,0-2 19-15,3-5-13 16,4-5-24-16,0-2-2 0,2-6-13 15,-5-6 24-15,0-1-26 0,-3-6 1 0,-4-3 22 0,-2-2-9 16,-1 0 19-16,0-4 117 16,0-8-24-16,0-4-28 0,2-4-9 15,-4-7-38-15,3-2-13 0,-5-5-38 16,-3-5-1-16,-3 1-30 0,-2-2 0 0,-1 2-10 16,0 3-29-16,0 7 3 0,0 8-4 15,0 4-29-15,-1 7-43 0,1 6-110 16,0 3-119-16,0 0-104 0,0 3-119 0,0 8-136 15,0 3 85-15,0-2-161 0,0 13-546 16</inkml:trace>
  <inkml:trace contextRef="#ctx0" brushRef="#br0" timeOffset="76543.41">22752 4125 2043 0,'0'0'473'16,"0"0"-154"-16,0 0-37 0,0 0 50 0,0 0-25 15,0 0-68-15,0 0-7 0,0 0-24 16,83 26-72-16,-69-31-25 0,-1-3 6 15,0-1-40-15,-1-3-35 16,-2-1-26-16,0 1 5 0,-2-4-6 0,1-1-15 16,-2 0 0-16,-4 1 13 0,-2-1-13 15,-1 2-1-15,0 0 1 0,-4 3 22 16,-3 2 15-16,0 3 6 0,-1 2 15 16,1 3 12-16,-1 2-3 0,1 0-28 15,-2 2 7-15,1 3 27 0,0 5 33 0,2 1-24 16,2 4-55-16,2 3 12 0,2 3 22 15,0 0-10-15,3-1-18 0,6-1-12 16,4-3-21-16,1 0 0 0,5-3 2 16,4-1-2-16,-1-3-28 0,2-3 10 15,2-3 0-15,-3-2-51 0,2-1-59 0,-1 0-20 16,-1-7-41-16,0-2-67 0,-2-4-112 16,-3-4-159-1,-1-3-130-15,-5-2-418 0,-3 5-378 0</inkml:trace>
  <inkml:trace contextRef="#ctx0" brushRef="#br0" timeOffset="77190.57">23271 3727 2024 0,'0'0'1051'15,"0"0"-652"-15,0 0-155 0,0 0 20 16,0 0-16-16,0 0-90 0,0 0-34 0,0 0 0 16,13 77-23-16,-10-49-24 0,5 1-34 15,-3 2-12-15,-1 0-30 0,1-1 23 16,1-2-24-16,-4 0 0 0,1-5-18 15,0-3-16-15,-1-5 13 0,-1-2-22 16,-1-5-40-16,0-4 18 0,0-2 16 16,0-1 6-16,0-1-1 0,0 0 14 15,0-3-8-15,-1-2-70 0,-2-6 43 0,-2-2-54 16,3-2 19-16,2-1-29 0,0 0 66 16,0 2 19-16,2 1 0 0,7 2 9 15,1 0 7-15,2 3 2 0,2-3 25 16,1 4-1-16,0 1 2 15,-2 2 21-15,0 1 49 0,-1 2 5 0,-4 1 23 0,0 0-8 16,-4 0 58-16,3 5-5 16,-1 1-3-16,-2 1-29 0,2 2-21 15,0 1-44-15,1 0-15 0,-1 1-16 0,1-1 9 16,-1-1-23-16,1-1-1 0,1-2-1 16,-2-3-1-16,2 1-16 0,-1-4-4 15,1 0-21-15,1 0 16 0,-2-7 15 16,2-2 12-16,-1-2 3 15,1-1-1-15,-1-3-2 0,1 1-3 0,-1-2-19 16,-1 3 0-16,0 0-2 0,-1 5-4 16,2-1 7-16,-3 3 20 0,-1 2 0 15,-1 2-23-15,2 0 5 0,-4 2 18 0,2 0-11 16,1 0-10-16,0 2 22 0,2 1 9 0,0 3 47 16,3 0-22-16,2 2 12 15,-2 0-9-15,2-1-6 0,2 1-31 0,0-2 2 16,1-2 32-16,1-1 6 15,1-2-16-15,-2-1 35 0,-1 0 36 16,-3 0-28-16,-2-4-6 0,-3 0 18 0,0 0 13 16,-3-2 30-16,1-2-7 0,0-2-6 15,-1-4-12-15,-1 0-42 0,-1-4-43 16,0-4-12-16,0 3-2 0,0 0-23 16,-3 4-32-16,0 2-19 0,2 4-36 15,-1 2-40-15,2-1-40 0,-2 5-46 16,2 0-165-16,0 2-219 0,0 1-438 15,2 0-278-15,7 0 155 0</inkml:trace>
  <inkml:trace contextRef="#ctx0" brushRef="#br0" timeOffset="78139.71">24032 3775 1235 0,'0'0'797'0,"0"0"-214"0,0 0-130 16,0 0 3-16,0 0-68 0,0 0-105 15,0 0-81-15,0 0-41 0,0 0-47 16,0 0-56-16,-16 67-30 0,15-50 0 15,-1 0-5-15,2-2-23 0,0-1 0 16,3-2 12-16,5 0-9 0,0-3-1 16,1-5 13-16,-1 0-15 0,0-4-2 15,-1 0-1-15,4 0 3 0,-2-4 32 16,0-3 8-16,2-4-12 0,-4-3 12 16,2-1-7-16,-3-2-5 0,2-2-10 15,-5-1-16-15,0-1 1 0,-3 4 20 16,0-2-23-16,-6 4-3 0,-5 4-28 15,1 0-15-15,-3 5-6 0,-1 1-49 0,0 3-28 16,0 2-19-16,7 0-10 0,0 0-25 16,4 0-58-16,3 2-109 0,0 2-178 15,4-2-83-15,6 3 209 0,2-1 146 0,2-1 256 16,1 4 23-16,0-3 87 0,0 0-13 16,2 2 56-16,3-2 186 0,-4 1-142 15,4 1 25-15,-1 0-88 16,0 1 16-16,-1-1 22 0,-2 2-13 15,0 0 8-15,-3-1-66 0,-2 0 37 0,-2-2-30 16,-3 3 4-16,-3-5-25 0,-1 1 53 16,-2-4 26-16,0 0-36 0,0 0-38 15,0 0-22-15,0 0 13 0,0 0 36 0,0 0 36 16,0-4-57-16,0-3-98 16,0-2-21-16,0-5-43 0,1-5 24 0,3-1 16 15,1-4-37-15,3-1-22 0,1-1-8 16,1 2 11-16,3 1-27 0,1-1-22 15,2 3-29-15,0 2-87 0,3-2-115 16,0 4-44-16,2-1 21 0,5-1-38 16,0-1-64-16,0 2-40 15,-4 0 111-15,-2 2 141 0,-7 3 269 0,-5 2 4 0,-3 5 251 16,-4 1 276-16,-1 2-30 0,0 1-19 16,0 0-109-16,0 2-41 0,0 0-36 15,0 2-94-15,-1 0-82 0,-1 2-43 16,2 0-44-16,-1 7-27 0,-1 2 27 15,2 5 34-15,0 4 11 0,0 3 47 16,0 0 9-16,0 4-37 0,5-1-41 16,-1 1-18-16,-1-2 12 0,1-2-29 15,-1-2-17-15,0-5-3 0,0-2 0 16,1-6 3-16,-1-4-15 0,0-1-4 0,-2-4 19 16,-1-1 1-16,2 0 33 0,-1 0-22 15,-1-4 10-15,3-2 18 0,-1-4-10 16,2-6-30-16,2-5 0 0,2-7-2 15,2-1-13-15,2-2-25 0,5 1-6 16,-1 1 21-16,0 7-2 0,-3 5 5 0,-3 4 22 16,-3 6 0-16,-4 3 2 0,-1 3-1 15,-1 1-1-15,-1 0 19 0,0 0 8 0,0 1-14 16,0 3-10-16,0 3 12 0,0 4 4 16,-3 3 2-16,0 3 1 0,-3 4 5 15,1 1-2-15,-2-2-10 0,2-2-3 16,4-2-12-16,-1-1-3 15,2-2 2-15,0-3 1 0,2 1 0 0,2-4 0 16,1 0-34-16,3-3-5 16,2 0-14-16,0-1-51 0,6-3-7 0,0 0-49 15,7 0-24-15,3-8-60 0,4-3-327 16,-7 3-606-16,15-8-599 0</inkml:trace>
  <inkml:trace contextRef="#ctx0" brushRef="#br0" timeOffset="78554.42">25398 3475 2206 0,'0'0'1004'0,"0"0"-835"0,0 0-61 0,0 0 145 16,0 0 55-16,0 0-67 0,0 0-64 15,5 75-69-15,-2-61-68 0,1-1-6 16,2-2-34-16,-2-3 0 0,5-3-1 15,-2 1-42-15,0-6-53 0,3 0 19 16,2 0-25-16,1-6 21 0,5-7 9 16,4-5 22-16,3-6-35 0,6-1-25 15,1-4-91-15,5-4-91 0,-1-3 12 16,-1 1 87-16,-5-1 13 0,-4 3 64 16,-7 2 116-16,-3 8 113 15,-7 6 16-15,-4 7 89 0,-3 6 69 0,-1 1-2 0,-1 3-58 16,0 0-32-16,0 1-45 0,0 2-51 15,0 4-65-15,0 3-34 0,0 7 0 16,0 0 19-16,3 4 12 0,1 0 18 16,4 3-9-16,0-5-3 0,4 4 7 0,-4-4 66 15,3-5 22-15,-6-2-61 0,1 0-53 16,-5-6 10-16,-1 0 8 0,0-2-7 16,-5 0-29-16,-8 0-80 0,-6 0-116 15,-3-4-155-15,-5 0-288 0,4-3-440 16,-16-10-739-16</inkml:trace>
  <inkml:trace contextRef="#ctx0" brushRef="#br0" timeOffset="78693.03">25440 3252 2345 0,'0'0'1316'0,"0"0"-929"16,0 0-40-16,0 0 32 0,0 0-118 16,0 0-154-16,0 0-107 0,0 0-73 0,0 0 24 15,0 0-3-15,0 0-128 0,68-4-156 16,-48 4-340-16,-4 0-758 0,1 2-844 15</inkml:trace>
  <inkml:trace contextRef="#ctx0" brushRef="#br0" timeOffset="79521.39">26622 2973 2779 0,'0'0'1129'0,"0"0"-949"16,0 0-165-16,0 0 60 0,0 0 130 0,0 0 70 15,0 96-112-15,4-63-65 0,-1 3-33 16,1-4-4-16,2-3 0 0,-1-1 3 16,-1-5-21-16,2-4-28 0,-1-4-13 15,-2-5-2-15,0-4 1 0,-3-2 1 16,0-3 10-16,2-1 12 0,-1 0-5 15,-1 0-5-15,2-4-14 0,0-2-34 16,4-4-39-16,4-6-27 0,3-7 29 16,4 0 35-16,1-2-22 0,3 2-16 15,1 5 22-15,-2 3 21 0,3 5 7 16,-1 4-1-16,0 5 10 0,2 1-1 16,-1 0 7-16,1 7 9 0,-2 2 31 0,-3 1 40 15,-6 0 15-15,-3 0 8 0,-7-1-5 16,-3 2-7-16,-2-1 10 0,-9 0 14 15,-4 2 22-15,-6-1-31 0,-6 0-42 16,-4-1-34-16,-2-2-21 0,0-2-3 16,4-5-61-16,3 2-42 0,7-3-73 0,7 0-32 15,6-3-92-15,6-2-194 0,0-1-303 16,1 0-721-16,16-2-163 0</inkml:trace>
  <inkml:trace contextRef="#ctx0" brushRef="#br0" timeOffset="79875.23">27223 3120 326 0,'0'0'2768'15,"0"0"-2303"-15,0 0-187 0,0 0 89 16,0 0-63-16,0 0-106 0,0 0-82 0,0 0-33 16,0 0-31-16,-78 72-15 0,78-61 0 15,0-1-31-15,0-3-6 0,2-1-28 16,3-3-15-16,1-1-9 0,1-1 0 15,2-1-6-15,2 0 30 0,1-5 7 0,4-1-4 16,-2-2-24-16,5-3 6 0,-6 1-16 16,1 2 4-16,-2 1 30 0,-5 3 10 15,-1 2-4-15,1 2 17 0,-3 0 2 16,-1 0 40-16,2 0 19 0,-1 2 21 16,-1 2 28-16,1-1 21 0,-1 2-10 15,1 1 3-15,-1-1-12 0,1 0-22 16,-1-2-36-16,0 3-34 15,0-3-17-15,0 0 2 0,0-2-3 0,1 2-17 16,3-2-44-16,2-1-82 0,1 0-59 16,5-5 0-16,1-2-75 0,2-6-216 15,1-4-492-15,-5 4-339 0,6-9-361 0</inkml:trace>
  <inkml:trace contextRef="#ctx0" brushRef="#br0" timeOffset="80073.7">27668 2853 2737 0,'0'0'1042'16,"0"0"-882"-16,0 0-53 0,0 0 112 16,0 0 54-16,0 0-39 0,-23 74-68 15,20-49-50-15,3 0-18 0,0-2-31 16,2-2-34-16,3-1-33 0,3-3-1 16,-1-4-32-16,3-1-101 0,-3-1-74 0,2-4-48 15,-2-2-72-15,6-3-107 0,-3 1-180 16,-1-3-551-16,8 0-276 0</inkml:trace>
  <inkml:trace contextRef="#ctx0" brushRef="#br0" timeOffset="80412.84">28030 2976 1747 0,'0'0'1477'0,"0"0"-1223"0,0 0-10 15,0 0 122-15,0 0-92 0,0 0-76 16,0 0-66-16,0 0-30 0,-82 68-22 15,76-53-10-15,2-3-15 0,2 4-37 16,2-7-18-16,0 1-64 0,6-3-9 16,0-3-1-16,2-1 22 0,0-2 6 15,0-1 6-15,5-1 21 0,2-6-15 16,0-2-3-16,2-1-15 0,-2-2 9 0,-2 1-1 16,0 3-18-16,-4-1 36 0,-5 3 26 15,-1 3 28-15,-3 2 31 0,0 1 9 16,0 0 31-16,0 0 21 0,0 0 12 15,0 0-3-15,0 1 14 0,0 0 4 16,0 1-68-16,0 1-62 0,0-2-17 16,0 5 0-16,2-1-1 0,2 2 1 15,0-2-2-15,2 0-10 0,1-2-16 16,0 1-51-16,1-2-73 0,3-2-32 16,2 0-34-16,3-2-156 0,3-8-326 15,-2 4-470-15,10-11-282 0</inkml:trace>
  <inkml:trace contextRef="#ctx0" brushRef="#br0" timeOffset="80758.52">28399 2926 995 0,'0'0'1802'15,"0"0"-1459"-15,0 0-183 0,0 0 136 16,0 0 60-16,0 0-15 0,0 0-68 16,-6 78-48-16,9-61-45 0,3-2-54 15,-2 0-32-15,3-3-36 0,-1-4-36 16,-2-1-21-16,-1-3 1 0,-3-3 0 0,2-1 1 15,-1 0 12-15,-1 0-15 0,2 0-18 16,-1-1-4-16,2-5 1 0,1 1-13 16,3-6-20-16,1-1 23 0,2-5-33 15,0-2-19-15,1-1-21 0,-2 1 15 16,2 3 25-16,-2 3 15 16,-3 3 30-16,0 3 0 0,-3 6 16 0,-2 1-12 15,2 0-9-15,1 0 24 0,-2 0 37 16,2 3 22-16,2 6 52 0,1-1 5 15,-1 3-3-15,2 1-30 0,1 1-13 0,-2 1-18 16,1-1-37-16,0-1-15 0,2-1-2 16,-1-2-22-16,5-2-62 0,-2 1-79 15,3-6-96-15,3-1-246 0,2-1-291 16,-4-2-622-16,10-11-427 0</inkml:trace>
  <inkml:trace contextRef="#ctx0" brushRef="#br0" timeOffset="81100.69">28978 2851 1881 0,'0'0'1681'0,"0"0"-1318"0,0 0-131 16,0 0 119-16,0 0-40 0,0 0-115 16,0 0-67-16,0 0-44 0,0 0-27 15,0 0-31-15,-36 70-6 0,36-55 4 0,0-3-24 16,6 2-1-16,1-5-15 0,2 1-22 16,4-3-6-16,0-3-14 0,4-2-26 15,3-2-5-15,3 0-53 0,6-8-68 16,1-2-118-16,2-2-124 0,4-1-96 31,-4 0-84-31,-5 2 62 0,-1-1-612 16</inkml:trace>
  <inkml:trace contextRef="#ctx0" brushRef="#br0" timeOffset="81430.64">29324 2846 1858 0,'0'0'709'16,"0"0"-345"-16,0 0-120 0,0 0-5 0,0 0-20 15,0 0-52-15,0 0-54 0,0 0-28 16,0 0-28-16,0 0 0 0,36-25-4 15,-29 20 9-15,-1 2-22 0,-3-2-2 16,1 1 5-16,-1 1 25 0,0-3 22 16,-3 5 18-16,2-4-40 0,-2 3-28 15,0-2 9-15,0 3 28 0,0-3 42 16,-5 3-2-16,1 0-23 0,-3 0-15 0,-2 0-15 16,2 1-6-16,-2 0-31 0,0 0-2 15,-2 0 8-15,2 0 13 0,-1 4-1 16,-3 3-6-16,3 2-14 0,0 0 5 0,0 1 12 15,3 1-5-15,1 0-22 0,3 0-12 16,3 3 12-16,0-1-15 16,3 2-2-16,6-1-31 15,2-1-22 1,5-1-27-16,4 0-54 0,-1-3-22 0,7-3-16 0,6-3-37 0,5-3-102 0,9 0-44 16,6-5 56-16,3-5-8 0,3-1-1057 15,-15-1 42-15,13-7 975 0</inkml:trace>
  <inkml:trace contextRef="#ctx0" brushRef="#br0" timeOffset="81754.33">29923 2745 1672 0,'0'0'1042'0,"0"0"-602"16,0 0 82-16,0 0-44 0,0 0-167 0,0 0-61 15,0 0-127-15,-77 11-59 0,65 3-21 16,4 1 6-16,-1 3 9 0,6 0 21 16,3-1-12-16,0-1-21 0,3 0-18 0,6-3-13 15,2-1 9-15,1-4-24 0,1-3-2 16,1-1-28-16,2-4-7 15,1 0-18-15,3-8-15 0,-1-1 37 0,3-6-1 16,-1-2-33-16,2-4-10 16,-1-4 19-16,4-2-3 0,-3-4-32 15,0-2-48-15,-4-2 20 16,-2-1 31-16,-8 4 71 0,-5 5 19 16,-4 8 137-16,-1 7 110 0,-8 7-23 0,0 3-4 0,-3 2-7 15,0 0-58-15,-1 2 5 0,-2 5-48 16,1 7-48-16,-2 1-19 0,5 6 0 0,-1 0 3 15,8 5-8-15,4 0-16 16,0 3-13-16,9-4-11 0,6 1-30 0,4-4-82 16,7-1-69-16,6-5-65 0,6-3-33 15,6-6-177-15,-7 0-473 0,15-7-1933 0</inkml:trace>
  <inkml:trace contextRef="#ctx0" brushRef="#br0" timeOffset="83111.61">25698 3920 3550 0,'0'0'410'0,"0"0"-305"0,0 0-71 16,0 0 91-16,0 0 64 0,-93 39-49 15,75-16-73-15,0 9-17 0,3 6-1 16,2 4 22-16,7 5 5 0,5-3-2 16,1 2-19-16,4-6-12 0,10 0-37 15,4-2-6-15,2-5-3 0,4-4 2 16,-2-5-2-16,0-3-28 0,-4-4 10 16,-4-5 8-16,-2-2 1 0,-6-4-6 15,0-4 0-15,-5 2 2 0,1-4 15 16,-2 0 1-16,0 0-24 0,-2-6-38 15,-5-3-5-15,-4-4-100 0,-4-2 25 16,1-5 0-16,-2-1-27 0,4 1 31 0,-2 1 63 16,5 3 75-16,1 7 68 0,-1 1 9 15,5 2-2-15,1 5 37 0,0-1-10 16,3 2-36-16,0 0-66 0,0 0-29 0,0 0-30 16,10 4-7-16,4 2 66 0,5 1 78 15,6 2-19-15,2 1-28 0,2-3-19 16,1 0 1-16,5-4-13 0,-2-2 1 31,0-1-1-31,2 0 2 0,-5-4 13 0,-2-4 1 16,-4-1 5-16,-3-2 1 0,-5-1-20 0,0-1 0 15,-3-3-1-15,0 0 1 0,-3-2-2 0,-1 0-2 16,-2-2-32-16,-1 1 18 0,-3 1 16 16,-3 2 12-16,0 2 38 0,-2 3 36 15,-6 7 12-15,1 2 7 0,-1 2 66 16,-2 0-27-16,-3 6-92 0,0 5-31 15,0 3 0-15,-1 5-18 0,0 2 13 0,3 4-14 16,1 2 22-16,3-3 9 0,6 1-2 16,1-5-16-16,0 1 6 0,8-3-21 15,5-3 0-15,6 0-39 0,5-4 27 0,1-6-28 16,8-3-39-16,3-2-28 0,3-11-39 16,0-4-35-16,0-6-97 15,0 0-129-15,-6-4-208 0,-6 1-143 16,-8 2-31-16,-5 1 76 0,-9 2 277 0,-5 5 436 15,0 0 137-15,-8 6 403 0,-3 3 103 16,1 2-35-16,-3 3-146 0,2 0-105 16,0 0-120-16,0 5-55 0,2 2-58 15,3 3-6-15,1 2-6 0,0 2 0 16,1 1-1-16,4 1 37 0,0-1 12 16,0 0-38-16,6-5-39 0,2 1-34 0,1-5-16 15,4-1-31-15,-1-3-2 16,1-2-15-16,-1 0 9 0,0-6 6 0,1-1 18 15,-3-4 4-15,-1 1-7 0,-2-1 9 16,0 1-11-16,-1 2-12 0,-2 1 0 16,-1 3-1-16,0 2-3 0,-3 1-19 0,2 1 10 15,-1 0 10-15,1 0 0 0,3 0 2 16,-1 4 58-16,5 1 0 0,0 1-7 16,2-1-2-16,2 2-37 0,4-2-12 15,4-3-24-15,5 1-7 0,5-3-57 16,1-2-107-16,3-6-77 0,-1-5-148 15,-2-4-220-15,-5-2-384 16,-5 5-259 0,-1-10-132-16</inkml:trace>
  <inkml:trace contextRef="#ctx0" brushRef="#br0" timeOffset="83325.02">26837 4010 1611 0,'0'0'526'0,"0"0"-157"16,0 0 107-16,0 0 64 0,0 0-77 15,0 0-94-15,0 0-69 0,0 0-42 16,0 0-68-16,0 0-83 0,-2-6-80 15,-2 19-26-15,0 2 0 0,1 2-1 16,1 2-18-16,2 0-16 0,0-2 22 0,3 0-6 16,4 0 3-16,2-1 12 0,-2 1 3 15,2-3 1-15,0 1 3 0,-1-4 8 16,-1 1 0-16,-2-3 0 0,-4 0 12 16,-1-2 37-16,0 2-15 0,-6 1 0 15,-9 2-37 16,-3 1-9-31,-6-1-94 0,-1-2-65 0,1-3-30 0,2-4-113 0,3-1-153 0,8-2-564 0,-2-3-542 16</inkml:trace>
  <inkml:trace contextRef="#ctx0" brushRef="#br0" timeOffset="83540.5">27093 4164 463 0,'0'0'2319'16,"0"0"-1947"-16,0 0-187 0,0 0 142 16,0 0 4-16,0 0-108 0,3 68-83 15,-2-55-54-15,2-1-33 0,-1-2-38 0,2-1-15 16,-1-3-10-16,3-2-46 0,-1-1-86 16,1-3-111-16,3-3-78 0,0-5-120 15,-1-3-203-15,4-8-671 0</inkml:trace>
  <inkml:trace contextRef="#ctx0" brushRef="#br0" timeOffset="83914.2">27331 3913 2857 0,'0'0'458'0,"0"0"-426"0,0 0 82 0,0 0 80 0,4 65 11 16,3-45-42-16,1 3-28 0,-1 2-47 0,0-3-4 15,-1 1 6-15,-2-5 21 0,-1-4 31 16,1-3-90-16,-1-4-30 0,0-3-21 16,-1-3-1-16,-2-1 0 0,1 0 42 0,-1 0-18 15,3-1-23-15,1-5-1 0,2-3 0 16,1 0 28-16,2-5-28 0,4-1-10 16,-2-1-3-16,4 3-17 0,-2 1-16 15,1 1-7-15,2 5 10 0,-1 1 9 16,0 4-9-16,0 1 9 0,-1 0 11 15,-4 4 23-15,0 3 50 0,-1 0 61 16,-5 3 21-16,-4-2-15 0,0 3-1 16,-1-1 21-16,-11 0-18 0,-2 2-40 15,-5-1-46-15,2-1-16 0,-2-3-17 16,3-3-39-16,-1-2-64 0,5-2-50 16,1-3-79-16,2-5-79 0,2-4-138 0,1 1-233 15,3 0-449-15,2-9-227 0</inkml:trace>
  <inkml:trace contextRef="#ctx0" brushRef="#br0" timeOffset="84106.28">27707 3807 342 0,'0'0'2820'0,"0"0"-2349"16,0 0-304-16,0 0 15 0,0 0 54 15,0 0-28-15,0 0-72 0,13 77-75 16,-7-54-51-16,2 2-10 0,1-2-34 15,0 0-74-15,-2-3-38 0,4-1-160 0,-2-4-361 16,-3-5-443-16,3 1-514 0</inkml:trace>
  <inkml:trace contextRef="#ctx0" brushRef="#br0" timeOffset="84415.98">28050 4004 254 0,'0'0'3041'0,"0"0"-2689"0,0 0-304 0,0 0 50 16,0 0-32-16,0 0-35 0,0 0-31 16,0 0-13-16,85-66 10 0,-75 56 3 15,-4-1 14-15,0 1 39 0,-5-1 19 16,-1 1 8-16,0 1 45 0,-1 1 58 16,-5 2 21-16,0 2 5 0,-1 2-53 15,-3 2-64-15,3 0-19 0,-3 0-9 16,-2 3-39-16,1 2-13 0,-1 3 12 0,-2 3 22 15,1 1 9-15,0 4 57 0,1 0 76 16,5 1-52-16,2 1-48 0,5-2-46 16,0 3-15-16,9-4 6 15,6 0-27-15,3-4-6 0,4-4-57 16,1-1-27-16,3-5 5 0,3-1-9 0,4-4-36 16,3-6-25-16,7-4-70 0,-1-2-283 15,-7 2-795-15,6-5-1061 0</inkml:trace>
  <inkml:trace contextRef="#ctx0" brushRef="#br0" timeOffset="84709.73">26469 4876 3101 0,'0'0'645'0,"0"0"-490"0,0 0-77 0,0 0 30 0,0 0 178 15,0 0 45-15,102 5-86 0,-44-21-34 16,13-6-4-16,9-7-64 16,14-6-44-16,10-6 7 0,11-3-51 0,9-2-37 62,9 0-18-62,5-1-60 0,-1 3-4 0,-6 3-69 0,-4 5-80 0,-15 3-116 0,-15 3-163 0,-18 7-444 0,-27 7-319 0,-10 1-521 0</inkml:trace>
  <inkml:trace contextRef="#ctx0" brushRef="#br0" timeOffset="84963.07">26783 4935 3977 0,'0'0'468'0,"0"0"-393"0,0 0 26 16,0 0-5-16,0 0 36 0,0 0 98 15,81 5-38-15,-25-17-38 0,12-9-38 0,10-2-37 16,8-6-13-16,12-3-2 0,6-2-37 16,10-2-27-16,5-1-10 62,7-1-51-62,-1 2 25 0,-2 3-185 0,-8 2-206 0,-33 10-679 0,12-8-993 0</inkml:trace>
  <inkml:trace contextRef="#ctx0" brushRef="#br0" timeOffset="86325.96">26594 5748 3392 0,'0'0'418'0,"0"0"-317"16,0 0-23-16,0 0 55 0,0 0 69 16,0 0-28-16,-47 88-97 0,43-58-31 15,2-4-5-15,2 2 20 0,3-3 25 0,6-3 40 16,2-1-44-16,2-5-36 0,2-4-18 15,2-3-25-15,3-4 9 0,-2-4-12 16,0-1-24-16,1-3 21 0,1-8 3 16,-3-2 2-16,-1-2 0 0,-7-2 1 15,-1 1 30-15,-5-2 1 0,-3 0-10 16,-3 0-21-16,-6 0 0 16,-3 1 8-16,-3 0-11 0,-3 3 0 15,-1 3-2-15,2 3-1 0,-2 1-21 0,3 4-49 16,0 1-37-16,3 0 9 0,2 2-19 15,4 0-28-15,4 0-40 0,3 0-130 16,0 0-240-16,10-3-164 0,6 0 128 16,4-2 65-16,0 1 184 0,3 0 13 0,-3 2 101 15,-1 2 133-15,0 0 78 0,-2 3 20 16,0 7 30-16,-2 0 35 0,-1 2 6 16,-1 2 96-16,0 0 178 0,-3 2-16 0,2 2 18 15,1 0-20-15,1 2-33 0,2 4-30 16,0-1 76-16,1 1-76 15,-1-1-37-15,-2 1-25 0,-2-2-51 16,-1-1-29-16,-5-2-16 0,0-2 14 16,-2-2 16-16,-2-2-6 0,-1-2-35 0,1-3-15 15,-1-2-10-15,-1-4-15 16,0 1-12-16,0-3-3 0,0 0 9 0,0 0 36 16,0-3 3-16,0-1-24 0,0-4-34 15,-1-5-7-15,-4-4-23 0,1-9-16 16,-2-8-5-16,3-8 3 0,0-3-6 0,3-4-1 15,2 2-17-15,6 2-28 0,4 7-16 16,5 6 32-16,-1 5 5 0,4 5 6 16,0 5 21-16,1 6 22 0,-3 3 10 15,-3 4 14-15,1 4-12 0,-5 0 16 16,-2 5 27-16,-3 7 39 0,-2 2 1 0,-4 5-28 16,0 5-19-16,-7 1-29 0,-6 1-19 15,-3-2-39-15,-3-2-64 0,5-6-31 16,-1-2-71-16,5-9-136 0,3-3-279 15,0-2-447-15,4-6-282 0,3-13-172 16</inkml:trace>
  <inkml:trace contextRef="#ctx0" brushRef="#br0" timeOffset="86510.04">27285 5438 2609 0,'0'0'521'0,"0"0"-326"0,0 0-5 0,0 0 104 15,10 76-52-15,-7-47-107 0,2 3-75 16,0 2-39-16,-1-4-21 0,2-3-3 16,-3-1-18-16,3-7-48 0,-2 1-120 15,0-4-87-15,-2-4-32 0,-2-2-133 0,0-6-546 16,-7 4-251-16</inkml:trace>
  <inkml:trace contextRef="#ctx0" brushRef="#br0" timeOffset="86738.33">27354 5675 1258 0,'0'0'550'16,"0"0"-167"-16,0 0 11 0,0 0-75 16,0 0-78-16,88-44-47 15,-71 39-47-15,1 1-1 0,-1 0-8 0,-1 3-15 16,1 1-4-16,-2 0 51 0,0 5-17 16,0 1 11-16,-1 6-47 0,-1 0 0 15,0 0 6-15,-3 3-49 0,0-2-28 16,-4-1-13-16,1 0-14 0,-3 0-1 15,-1-4-18-15,0 2-43 0,0-5-58 16,3-2-114-16,-3-3-106 0,5-1-142 16,0-10-167-16,2-3-45 0,-3-1-361 15,7-9-203-15</inkml:trace>
  <inkml:trace contextRef="#ctx0" brushRef="#br0" timeOffset="87172.71">27805 5561 1672 0,'0'0'729'0,"0"0"-509"0,0 0-52 15,0 0 47-15,0 0 41 0,0 0-27 16,18 70-11-16,-14-59-10 0,-3-1-37 16,2-3-59-16,0-2-53 0,-2-2-46 15,1-2 2-15,-2-1 16 0,1 0 0 16,2-1-31-16,3-5-77 0,1-5-42 16,6-4 63-16,2-4-23 0,3-2-88 15,2-2-41-15,-1 1 37 0,0 1 60 16,-6 6 72-16,-2 5 11 0,-2 3 28 15,-6 5 32-15,-2 2 111 0,-1 0 120 0,0 0 7 16,2 5-57-16,-1 2-63 0,2 3-36 16,2 2-21-16,0 2-16 0,1 0-34 15,1 2-9-15,-1-3 28 16,4-1-29-16,0-5 4 0,0-1-15 0,-1-1-22 0,2-5-27 16,0 0-31-16,-1-3-16 0,1-5 16 15,-1 0 2-15,2-4 25 0,-1-1 10 16,-2 1-1-16,2 0-9 15,-2 2 6-15,0 4 13 0,-3-1 10 0,2 5 2 16,-4 1-1-16,1 1 1 0,-1 0 52 16,-1 0 16-16,3 1 16 0,-2 4-1 15,6 2-25-15,0 0-24 16,6 1-32-16,-3-2-1 0,6-1-1 0,-2 0-37 16,5-5-123-16,1 0-103 0,0-7-193 15,-3 1-324-15,7-11-758 0</inkml:trace>
  <inkml:trace contextRef="#ctx0" brushRef="#br0" timeOffset="87523.77">28575 5403 124 0,'0'0'3118'0,"0"0"-2680"0,0 0-277 15,0 0 63-15,0 0 0 0,0 0-31 16,-42 75-79-16,42-64-46 0,4 0-68 15,3-4-22-15,2-3-43 0,0-2 34 16,2-2 13-16,-2 0 18 0,1-4-1 16,0-4 0-16,0-4 0 0,-1 1-1 15,1-1-17-15,-3 0 4 0,0 3 15 16,-1-2-16-16,1 4-12 0,-3 2 7 16,1 0 19-16,-4 5-9 0,1 0 11 15,-1 0 72-15,-1 0 29 0,2 0 17 16,-1 5-14-16,2 0 9 0,3 2-9 0,-2 0-12 15,3 0-40-15,-1 1-34 0,1 0-15 16,2-3-3-16,1-1-14 0,2-3-35 16,3-1-104-16,1 0-18 0,4-8-4 15,1-2-116-15,0-4-280 16,1-5-403-16,-9 7-243 0,7-8-356 16</inkml:trace>
  <inkml:trace contextRef="#ctx0" brushRef="#br0" timeOffset="87690.97">29017 5103 2951 0,'0'0'961'16,"0"0"-791"-16,0 0-32 0,0 0 45 0,0 0-4 15,0 0 12-15,0 0 8 0,10 81-52 16,-4-56-4-16,1 1-12 0,1-2-46 16,0-5-42-16,2 0-43 0,-4-5-13 15,1-2-53-15,-1-4-108 0,1-3-57 16,-1-2-134-16,-2-3-367 0,2 0-716 15,1-4-529-15</inkml:trace>
  <inkml:trace contextRef="#ctx0" brushRef="#br0" timeOffset="88190.63">26780 6692 3127 0,'0'0'1016'0,"0"0"-892"15,0 0-46-15,0 0 18 0,0 0 12 16,0 0 117-16,78-12 11 0,-20-7-28 15,14-7-32-15,15-7-39 0,11-8-22 16,14-3-9-16,13-9-31 0,16-2-26 16,12-6-37-1,13-3 6-15,8-3-18 16,1 4-42-16,-7 0-46 16,-8 4-30-16,-16 7-3 0,-14 6-7 0,-20 5-15 0,-19 8-67 15,-21 8-87-15,-21 4-310 0,-20 7-58 0,-16 5 173 16,-15 7 48-16,-9 2-578 0,-34 4-507 0</inkml:trace>
  <inkml:trace contextRef="#ctx0" brushRef="#br0" timeOffset="88406.05">27093 6701 3739 0,'0'0'586'0,"0"0"-434"0,0 0-62 16,-78 55 64-16,78-51-22 0,19-4-77 15,16 0 86-15,16-10 39 0,17-11-10 16,20-10 9-16,13-10-30 0,17-9-19 16,15-9-31-16,11-3-50 0,10-2-49 47,6-2-3-47,2 2-43 0,-2 1-60 0,-6 6-111 0,-10 1-160 0,-14 6-281 0,-38 15-867 0,13-7-1101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2AB4B-049C-4011-9164-3886BE5B2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BFB70-97DB-42A8-8C53-325798409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3029F-B752-424D-B9A4-FEEC2CE3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5FB48-2057-4B31-BB20-90ACECEB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7BCC-D1B3-45FF-B02E-ED2E7B52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99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29FA5-3BAB-4E6C-99C7-E02CE7BF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8F10F-272B-4F89-8526-0232201ED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88F4F-6764-4E09-A262-926033A0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F5504-40FF-40A9-B3BB-8F3DE49E2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AE0F0-8173-4680-B503-A371D1F0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527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EEFF5-436B-4BAA-871C-9D936FA4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5EFD2-F59A-4412-AA2E-708A7AFE7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7DAB6-DEA7-487C-B27A-B6BAF20B8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3A070-025D-4238-8308-8866ADF56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7F822-636C-4C04-90F4-13E35992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56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3A72-78D8-427F-A44E-A0B0B2A01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D5FE8-88F8-4542-9783-52F90C7B2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7CB9ED-4EBC-4348-8C86-0EE451157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C5334-4C9F-4F88-9545-20BBE750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8C8A7-27AA-4885-B214-0FD958B2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3B89F-374B-4AF7-AE53-44245C59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269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A370-E459-4534-9F8B-3F8786C1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23753-6E7F-4A30-9051-2620F4CC8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131DE-A017-4DB1-BBDD-8CEA52532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39788F-3749-499A-963E-8F37FA2B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AB689-B309-4DDF-BBE4-40897A012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30BCD-B6F2-4D9B-A884-8634A3044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BC844-88D2-451C-896E-E20E1682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3C735A-B737-47CA-AD78-B9C70C15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60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724CC-081A-46CD-A3D9-4320369A5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2E89A-5359-44DE-B9C2-C8A2CD52F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96E99-3D3C-4AA1-B9F1-10D6034FD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CB140-4F2D-46B6-A32B-EBA81B21F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184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B5587-3E6D-4939-A743-C03BA9E0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D05A7-AFC7-4E28-834A-4A948D76C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9FB1C-C917-4027-9AD7-B87C58B9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96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E12C-A54E-47FF-8C78-5F4B7D87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2C1DC-9A39-454D-BF14-FE0CF9F7F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8F992-E5BA-456B-910A-79E0051CF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B67F3-1446-4B7D-B60E-E27806B0F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02FD4-B1FD-4A4A-BD84-C1E3933D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3229A-97C7-4D3C-8D81-21F35A0C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98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C433-94B1-4177-816C-9852E9394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ACB70-F372-4EB5-BA6C-D8F0E060B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ADC73-5744-44D1-BE92-90D66043B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96611-AFA1-4C46-987D-537D170F7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A5F01-9375-4C4A-8A5B-657AD0E9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84FB8-6F56-4ED5-8D42-B584B23F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12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7635-211D-4068-A57F-4758DF8A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F41286-F81E-45C1-B0F7-D4C2C1ACD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F1B3-B6F7-439A-908A-5CB76FA4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3911F-AA7B-4BF5-BC05-1A71240A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A8ED0-FF63-4A7A-B28B-22870815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01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5D567B-18C1-44D0-8C70-F02371D96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3BEE5-F1AA-4501-A5B1-8B96EBD56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388AE-74F0-4957-A0B7-C47DE065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DC80F-E064-44B0-AB48-0EA0FEFAD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3AA8E-A357-4EE7-8913-35BAC8C3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458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FFD83-845D-4FC4-9907-A6C6D336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633B6-5A94-4AAB-B358-9F12AE790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C6D06-445E-4B7A-B4B3-92438DE8B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E2F06-3068-4921-BAD3-FC39AADF4CFE}" type="datetimeFigureOut">
              <a:rPr lang="en-GB" smtClean="0"/>
              <a:t>23/11/2020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233AB-8473-4FAD-BE55-040DDA911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F93AD-0C75-4A95-897B-E675FEC65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2E80-B46F-4DC3-B183-35906D430B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983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9" Type="http://schemas.openxmlformats.org/officeDocument/2006/relationships/customXml" Target="../ink/ink23.xml"/><Relationship Id="rId21" Type="http://schemas.openxmlformats.org/officeDocument/2006/relationships/customXml" Target="../ink/ink14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27.xml"/><Relationship Id="rId50" Type="http://schemas.openxmlformats.org/officeDocument/2006/relationships/image" Target="../media/image26.png"/><Relationship Id="rId7" Type="http://schemas.openxmlformats.org/officeDocument/2006/relationships/customXml" Target="../ink/ink7.xml"/><Relationship Id="rId2" Type="http://schemas.openxmlformats.org/officeDocument/2006/relationships/image" Target="../media/image8.png"/><Relationship Id="rId16" Type="http://schemas.openxmlformats.org/officeDocument/2006/relationships/image" Target="../media/image9.png"/><Relationship Id="rId29" Type="http://schemas.openxmlformats.org/officeDocument/2006/relationships/customXml" Target="../ink/ink18.xml"/><Relationship Id="rId11" Type="http://schemas.openxmlformats.org/officeDocument/2006/relationships/customXml" Target="../ink/ink9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22.xml"/><Relationship Id="rId40" Type="http://schemas.openxmlformats.org/officeDocument/2006/relationships/image" Target="../media/image21.png"/><Relationship Id="rId45" Type="http://schemas.openxmlformats.org/officeDocument/2006/relationships/customXml" Target="../ink/ink26.xml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8.xml"/><Relationship Id="rId10" Type="http://schemas.openxmlformats.org/officeDocument/2006/relationships/image" Target="../media/image610.png"/><Relationship Id="rId19" Type="http://schemas.openxmlformats.org/officeDocument/2006/relationships/customXml" Target="../ink/ink13.xml"/><Relationship Id="rId31" Type="http://schemas.openxmlformats.org/officeDocument/2006/relationships/customXml" Target="../ink/ink19.xml"/><Relationship Id="rId44" Type="http://schemas.openxmlformats.org/officeDocument/2006/relationships/image" Target="../media/image23.png"/><Relationship Id="rId4" Type="http://schemas.openxmlformats.org/officeDocument/2006/relationships/image" Target="../media/image362.png"/><Relationship Id="rId9" Type="http://schemas.openxmlformats.org/officeDocument/2006/relationships/customXml" Target="../ink/ink8.xml"/><Relationship Id="rId14" Type="http://schemas.openxmlformats.org/officeDocument/2006/relationships/image" Target="../media/image810.png"/><Relationship Id="rId22" Type="http://schemas.openxmlformats.org/officeDocument/2006/relationships/image" Target="../media/image12.png"/><Relationship Id="rId27" Type="http://schemas.openxmlformats.org/officeDocument/2006/relationships/customXml" Target="../ink/ink17.xml"/><Relationship Id="rId30" Type="http://schemas.openxmlformats.org/officeDocument/2006/relationships/image" Target="../media/image16.png"/><Relationship Id="rId35" Type="http://schemas.openxmlformats.org/officeDocument/2006/relationships/customXml" Target="../ink/ink21.xml"/><Relationship Id="rId43" Type="http://schemas.openxmlformats.org/officeDocument/2006/relationships/customXml" Target="../ink/ink25.xml"/><Relationship Id="rId48" Type="http://schemas.openxmlformats.org/officeDocument/2006/relationships/image" Target="../media/image25.png"/><Relationship Id="rId8" Type="http://schemas.openxmlformats.org/officeDocument/2006/relationships/image" Target="../media/image510.png"/><Relationship Id="rId3" Type="http://schemas.openxmlformats.org/officeDocument/2006/relationships/customXml" Target="../ink/ink5.xml"/><Relationship Id="rId12" Type="http://schemas.openxmlformats.org/officeDocument/2006/relationships/image" Target="../media/image710.png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33" Type="http://schemas.openxmlformats.org/officeDocument/2006/relationships/customXml" Target="../ink/ink20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20" Type="http://schemas.openxmlformats.org/officeDocument/2006/relationships/image" Target="../media/image11.png"/><Relationship Id="rId41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6.xml"/><Relationship Id="rId21" Type="http://schemas.openxmlformats.org/officeDocument/2006/relationships/customXml" Target="../ink/ink38.xml"/><Relationship Id="rId63" Type="http://schemas.openxmlformats.org/officeDocument/2006/relationships/customXml" Target="../ink/ink59.xml"/><Relationship Id="rId159" Type="http://schemas.openxmlformats.org/officeDocument/2006/relationships/customXml" Target="../ink/ink107.xml"/><Relationship Id="rId170" Type="http://schemas.openxmlformats.org/officeDocument/2006/relationships/image" Target="../media/image86.png"/><Relationship Id="rId226" Type="http://schemas.openxmlformats.org/officeDocument/2006/relationships/image" Target="../media/image114.png"/><Relationship Id="rId268" Type="http://schemas.openxmlformats.org/officeDocument/2006/relationships/image" Target="../media/image135.png"/><Relationship Id="rId32" Type="http://schemas.openxmlformats.org/officeDocument/2006/relationships/image" Target="../media/image17.png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5" Type="http://schemas.openxmlformats.org/officeDocument/2006/relationships/customXml" Target="../ink/ink30.xml"/><Relationship Id="rId181" Type="http://schemas.openxmlformats.org/officeDocument/2006/relationships/customXml" Target="../ink/ink118.xml"/><Relationship Id="rId237" Type="http://schemas.openxmlformats.org/officeDocument/2006/relationships/customXml" Target="../ink/ink146.xml"/><Relationship Id="rId279" Type="http://schemas.openxmlformats.org/officeDocument/2006/relationships/customXml" Target="../ink/ink167.xml"/><Relationship Id="rId43" Type="http://schemas.openxmlformats.org/officeDocument/2006/relationships/customXml" Target="../ink/ink49.xml"/><Relationship Id="rId139" Type="http://schemas.openxmlformats.org/officeDocument/2006/relationships/customXml" Target="../ink/ink97.xml"/><Relationship Id="rId290" Type="http://schemas.openxmlformats.org/officeDocument/2006/relationships/image" Target="../media/image146.png"/><Relationship Id="rId85" Type="http://schemas.openxmlformats.org/officeDocument/2006/relationships/customXml" Target="../ink/ink70.xml"/><Relationship Id="rId150" Type="http://schemas.openxmlformats.org/officeDocument/2006/relationships/image" Target="../media/image76.png"/><Relationship Id="rId192" Type="http://schemas.openxmlformats.org/officeDocument/2006/relationships/image" Target="../media/image97.png"/><Relationship Id="rId206" Type="http://schemas.openxmlformats.org/officeDocument/2006/relationships/image" Target="../media/image104.png"/><Relationship Id="rId248" Type="http://schemas.openxmlformats.org/officeDocument/2006/relationships/image" Target="../media/image125.png"/><Relationship Id="rId269" Type="http://schemas.openxmlformats.org/officeDocument/2006/relationships/customXml" Target="../ink/ink162.xml"/><Relationship Id="rId12" Type="http://schemas.openxmlformats.org/officeDocument/2006/relationships/image" Target="../media/image710.png"/><Relationship Id="rId33" Type="http://schemas.openxmlformats.org/officeDocument/2006/relationships/customXml" Target="../ink/ink44.xml"/><Relationship Id="rId108" Type="http://schemas.openxmlformats.org/officeDocument/2006/relationships/image" Target="../media/image55.png"/><Relationship Id="rId129" Type="http://schemas.openxmlformats.org/officeDocument/2006/relationships/customXml" Target="../ink/ink92.xml"/><Relationship Id="rId280" Type="http://schemas.openxmlformats.org/officeDocument/2006/relationships/image" Target="../media/image141.png"/><Relationship Id="rId54" Type="http://schemas.openxmlformats.org/officeDocument/2006/relationships/image" Target="../media/image28.png"/><Relationship Id="rId75" Type="http://schemas.openxmlformats.org/officeDocument/2006/relationships/customXml" Target="../ink/ink65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61" Type="http://schemas.openxmlformats.org/officeDocument/2006/relationships/customXml" Target="../ink/ink108.xml"/><Relationship Id="rId182" Type="http://schemas.openxmlformats.org/officeDocument/2006/relationships/image" Target="../media/image92.png"/><Relationship Id="rId217" Type="http://schemas.openxmlformats.org/officeDocument/2006/relationships/customXml" Target="../ink/ink136.xml"/><Relationship Id="rId6" Type="http://schemas.openxmlformats.org/officeDocument/2006/relationships/image" Target="../media/image410.png"/><Relationship Id="rId238" Type="http://schemas.openxmlformats.org/officeDocument/2006/relationships/image" Target="../media/image120.png"/><Relationship Id="rId259" Type="http://schemas.openxmlformats.org/officeDocument/2006/relationships/customXml" Target="../ink/ink157.xml"/><Relationship Id="rId23" Type="http://schemas.openxmlformats.org/officeDocument/2006/relationships/customXml" Target="../ink/ink39.xml"/><Relationship Id="rId119" Type="http://schemas.openxmlformats.org/officeDocument/2006/relationships/customXml" Target="../ink/ink87.xml"/><Relationship Id="rId270" Type="http://schemas.openxmlformats.org/officeDocument/2006/relationships/image" Target="../media/image136.png"/><Relationship Id="rId44" Type="http://schemas.openxmlformats.org/officeDocument/2006/relationships/image" Target="../media/image23.png"/><Relationship Id="rId65" Type="http://schemas.openxmlformats.org/officeDocument/2006/relationships/customXml" Target="../ink/ink60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51" Type="http://schemas.openxmlformats.org/officeDocument/2006/relationships/customXml" Target="../ink/ink103.xml"/><Relationship Id="rId172" Type="http://schemas.openxmlformats.org/officeDocument/2006/relationships/image" Target="../media/image87.png"/><Relationship Id="rId193" Type="http://schemas.openxmlformats.org/officeDocument/2006/relationships/customXml" Target="../ink/ink124.xml"/><Relationship Id="rId207" Type="http://schemas.openxmlformats.org/officeDocument/2006/relationships/customXml" Target="../ink/ink131.xml"/><Relationship Id="rId228" Type="http://schemas.openxmlformats.org/officeDocument/2006/relationships/image" Target="../media/image115.png"/><Relationship Id="rId249" Type="http://schemas.openxmlformats.org/officeDocument/2006/relationships/customXml" Target="../ink/ink152.xml"/><Relationship Id="rId13" Type="http://schemas.openxmlformats.org/officeDocument/2006/relationships/customXml" Target="../ink/ink34.xml"/><Relationship Id="rId109" Type="http://schemas.openxmlformats.org/officeDocument/2006/relationships/customXml" Target="../ink/ink82.xml"/><Relationship Id="rId260" Type="http://schemas.openxmlformats.org/officeDocument/2006/relationships/image" Target="../media/image131.png"/><Relationship Id="rId281" Type="http://schemas.openxmlformats.org/officeDocument/2006/relationships/customXml" Target="../ink/ink168.xml"/><Relationship Id="rId34" Type="http://schemas.openxmlformats.org/officeDocument/2006/relationships/image" Target="../media/image18.png"/><Relationship Id="rId55" Type="http://schemas.openxmlformats.org/officeDocument/2006/relationships/customXml" Target="../ink/ink55.xml"/><Relationship Id="rId76" Type="http://schemas.openxmlformats.org/officeDocument/2006/relationships/image" Target="../media/image39.png"/><Relationship Id="rId97" Type="http://schemas.openxmlformats.org/officeDocument/2006/relationships/customXml" Target="../ink/ink76.xml"/><Relationship Id="rId120" Type="http://schemas.openxmlformats.org/officeDocument/2006/relationships/image" Target="../media/image61.png"/><Relationship Id="rId141" Type="http://schemas.openxmlformats.org/officeDocument/2006/relationships/customXml" Target="../ink/ink98.xml"/><Relationship Id="rId7" Type="http://schemas.openxmlformats.org/officeDocument/2006/relationships/customXml" Target="../ink/ink31.xml"/><Relationship Id="rId162" Type="http://schemas.openxmlformats.org/officeDocument/2006/relationships/image" Target="../media/image82.png"/><Relationship Id="rId183" Type="http://schemas.openxmlformats.org/officeDocument/2006/relationships/customXml" Target="../ink/ink119.xml"/><Relationship Id="rId218" Type="http://schemas.openxmlformats.org/officeDocument/2006/relationships/image" Target="../media/image110.png"/><Relationship Id="rId239" Type="http://schemas.openxmlformats.org/officeDocument/2006/relationships/customXml" Target="../ink/ink147.xml"/><Relationship Id="rId250" Type="http://schemas.openxmlformats.org/officeDocument/2006/relationships/image" Target="../media/image126.png"/><Relationship Id="rId271" Type="http://schemas.openxmlformats.org/officeDocument/2006/relationships/customXml" Target="../ink/ink163.xml"/><Relationship Id="rId24" Type="http://schemas.openxmlformats.org/officeDocument/2006/relationships/image" Target="../media/image13.png"/><Relationship Id="rId45" Type="http://schemas.openxmlformats.org/officeDocument/2006/relationships/customXml" Target="../ink/ink50.xml"/><Relationship Id="rId66" Type="http://schemas.openxmlformats.org/officeDocument/2006/relationships/image" Target="../media/image34.png"/><Relationship Id="rId87" Type="http://schemas.openxmlformats.org/officeDocument/2006/relationships/customXml" Target="../ink/ink71.xml"/><Relationship Id="rId110" Type="http://schemas.openxmlformats.org/officeDocument/2006/relationships/image" Target="../media/image56.png"/><Relationship Id="rId131" Type="http://schemas.openxmlformats.org/officeDocument/2006/relationships/customXml" Target="../ink/ink93.xml"/><Relationship Id="rId152" Type="http://schemas.openxmlformats.org/officeDocument/2006/relationships/image" Target="../media/image77.png"/><Relationship Id="rId173" Type="http://schemas.openxmlformats.org/officeDocument/2006/relationships/customXml" Target="../ink/ink114.xml"/><Relationship Id="rId194" Type="http://schemas.openxmlformats.org/officeDocument/2006/relationships/image" Target="../media/image98.png"/><Relationship Id="rId208" Type="http://schemas.openxmlformats.org/officeDocument/2006/relationships/image" Target="../media/image105.png"/><Relationship Id="rId229" Type="http://schemas.openxmlformats.org/officeDocument/2006/relationships/customXml" Target="../ink/ink142.xml"/><Relationship Id="rId240" Type="http://schemas.openxmlformats.org/officeDocument/2006/relationships/image" Target="../media/image121.png"/><Relationship Id="rId261" Type="http://schemas.openxmlformats.org/officeDocument/2006/relationships/customXml" Target="../ink/ink158.xml"/><Relationship Id="rId14" Type="http://schemas.openxmlformats.org/officeDocument/2006/relationships/image" Target="../media/image810.png"/><Relationship Id="rId35" Type="http://schemas.openxmlformats.org/officeDocument/2006/relationships/customXml" Target="../ink/ink45.xml"/><Relationship Id="rId56" Type="http://schemas.openxmlformats.org/officeDocument/2006/relationships/image" Target="../media/image29.png"/><Relationship Id="rId77" Type="http://schemas.openxmlformats.org/officeDocument/2006/relationships/customXml" Target="../ink/ink66.xml"/><Relationship Id="rId100" Type="http://schemas.openxmlformats.org/officeDocument/2006/relationships/image" Target="../media/image51.png"/><Relationship Id="rId282" Type="http://schemas.openxmlformats.org/officeDocument/2006/relationships/image" Target="../media/image142.png"/><Relationship Id="rId8" Type="http://schemas.openxmlformats.org/officeDocument/2006/relationships/image" Target="../media/image510.png"/><Relationship Id="rId98" Type="http://schemas.openxmlformats.org/officeDocument/2006/relationships/image" Target="../media/image50.png"/><Relationship Id="rId121" Type="http://schemas.openxmlformats.org/officeDocument/2006/relationships/customXml" Target="../ink/ink88.xml"/><Relationship Id="rId142" Type="http://schemas.openxmlformats.org/officeDocument/2006/relationships/image" Target="../media/image72.png"/><Relationship Id="rId163" Type="http://schemas.openxmlformats.org/officeDocument/2006/relationships/customXml" Target="../ink/ink109.xml"/><Relationship Id="rId184" Type="http://schemas.openxmlformats.org/officeDocument/2006/relationships/image" Target="../media/image93.png"/><Relationship Id="rId219" Type="http://schemas.openxmlformats.org/officeDocument/2006/relationships/customXml" Target="../ink/ink137.xml"/><Relationship Id="rId230" Type="http://schemas.openxmlformats.org/officeDocument/2006/relationships/image" Target="../media/image116.png"/><Relationship Id="rId251" Type="http://schemas.openxmlformats.org/officeDocument/2006/relationships/customXml" Target="../ink/ink153.xml"/><Relationship Id="rId25" Type="http://schemas.openxmlformats.org/officeDocument/2006/relationships/customXml" Target="../ink/ink40.xml"/><Relationship Id="rId46" Type="http://schemas.openxmlformats.org/officeDocument/2006/relationships/image" Target="../media/image24.png"/><Relationship Id="rId67" Type="http://schemas.openxmlformats.org/officeDocument/2006/relationships/customXml" Target="../ink/ink61.xml"/><Relationship Id="rId272" Type="http://schemas.openxmlformats.org/officeDocument/2006/relationships/image" Target="../media/image137.png"/><Relationship Id="rId88" Type="http://schemas.openxmlformats.org/officeDocument/2006/relationships/image" Target="../media/image45.png"/><Relationship Id="rId111" Type="http://schemas.openxmlformats.org/officeDocument/2006/relationships/customXml" Target="../ink/ink83.xml"/><Relationship Id="rId132" Type="http://schemas.openxmlformats.org/officeDocument/2006/relationships/image" Target="../media/image67.png"/><Relationship Id="rId153" Type="http://schemas.openxmlformats.org/officeDocument/2006/relationships/customXml" Target="../ink/ink104.xml"/><Relationship Id="rId174" Type="http://schemas.openxmlformats.org/officeDocument/2006/relationships/image" Target="../media/image88.png"/><Relationship Id="rId195" Type="http://schemas.openxmlformats.org/officeDocument/2006/relationships/customXml" Target="../ink/ink125.xml"/><Relationship Id="rId209" Type="http://schemas.openxmlformats.org/officeDocument/2006/relationships/customXml" Target="../ink/ink132.xml"/><Relationship Id="rId220" Type="http://schemas.openxmlformats.org/officeDocument/2006/relationships/image" Target="../media/image111.png"/><Relationship Id="rId241" Type="http://schemas.openxmlformats.org/officeDocument/2006/relationships/customXml" Target="../ink/ink148.xml"/><Relationship Id="rId15" Type="http://schemas.openxmlformats.org/officeDocument/2006/relationships/customXml" Target="../ink/ink35.xml"/><Relationship Id="rId36" Type="http://schemas.openxmlformats.org/officeDocument/2006/relationships/image" Target="../media/image19.png"/><Relationship Id="rId57" Type="http://schemas.openxmlformats.org/officeDocument/2006/relationships/customXml" Target="../ink/ink56.xml"/><Relationship Id="rId262" Type="http://schemas.openxmlformats.org/officeDocument/2006/relationships/image" Target="../media/image132.png"/><Relationship Id="rId283" Type="http://schemas.openxmlformats.org/officeDocument/2006/relationships/customXml" Target="../ink/ink169.xml"/><Relationship Id="rId78" Type="http://schemas.openxmlformats.org/officeDocument/2006/relationships/image" Target="../media/image40.png"/><Relationship Id="rId99" Type="http://schemas.openxmlformats.org/officeDocument/2006/relationships/customXml" Target="../ink/ink77.xml"/><Relationship Id="rId101" Type="http://schemas.openxmlformats.org/officeDocument/2006/relationships/customXml" Target="../ink/ink78.xml"/><Relationship Id="rId122" Type="http://schemas.openxmlformats.org/officeDocument/2006/relationships/image" Target="../media/image62.png"/><Relationship Id="rId143" Type="http://schemas.openxmlformats.org/officeDocument/2006/relationships/customXml" Target="../ink/ink99.xml"/><Relationship Id="rId164" Type="http://schemas.openxmlformats.org/officeDocument/2006/relationships/image" Target="../media/image83.png"/><Relationship Id="rId185" Type="http://schemas.openxmlformats.org/officeDocument/2006/relationships/customXml" Target="../ink/ink120.xml"/><Relationship Id="rId9" Type="http://schemas.openxmlformats.org/officeDocument/2006/relationships/customXml" Target="../ink/ink32.xml"/><Relationship Id="rId210" Type="http://schemas.openxmlformats.org/officeDocument/2006/relationships/image" Target="../media/image106.png"/><Relationship Id="rId26" Type="http://schemas.openxmlformats.org/officeDocument/2006/relationships/image" Target="../media/image14.png"/><Relationship Id="rId231" Type="http://schemas.openxmlformats.org/officeDocument/2006/relationships/customXml" Target="../ink/ink143.xml"/><Relationship Id="rId252" Type="http://schemas.openxmlformats.org/officeDocument/2006/relationships/image" Target="../media/image127.png"/><Relationship Id="rId273" Type="http://schemas.openxmlformats.org/officeDocument/2006/relationships/customXml" Target="../ink/ink164.xml"/><Relationship Id="rId47" Type="http://schemas.openxmlformats.org/officeDocument/2006/relationships/customXml" Target="../ink/ink51.xml"/><Relationship Id="rId68" Type="http://schemas.openxmlformats.org/officeDocument/2006/relationships/image" Target="../media/image35.png"/><Relationship Id="rId89" Type="http://schemas.openxmlformats.org/officeDocument/2006/relationships/customXml" Target="../ink/ink72.xml"/><Relationship Id="rId112" Type="http://schemas.openxmlformats.org/officeDocument/2006/relationships/image" Target="../media/image57.png"/><Relationship Id="rId133" Type="http://schemas.openxmlformats.org/officeDocument/2006/relationships/customXml" Target="../ink/ink94.xml"/><Relationship Id="rId154" Type="http://schemas.openxmlformats.org/officeDocument/2006/relationships/image" Target="../media/image78.png"/><Relationship Id="rId175" Type="http://schemas.openxmlformats.org/officeDocument/2006/relationships/customXml" Target="../ink/ink115.xml"/><Relationship Id="rId196" Type="http://schemas.openxmlformats.org/officeDocument/2006/relationships/image" Target="../media/image99.png"/><Relationship Id="rId200" Type="http://schemas.openxmlformats.org/officeDocument/2006/relationships/image" Target="../media/image101.png"/><Relationship Id="rId16" Type="http://schemas.openxmlformats.org/officeDocument/2006/relationships/image" Target="../media/image9.png"/><Relationship Id="rId221" Type="http://schemas.openxmlformats.org/officeDocument/2006/relationships/customXml" Target="../ink/ink138.xml"/><Relationship Id="rId242" Type="http://schemas.openxmlformats.org/officeDocument/2006/relationships/image" Target="../media/image122.png"/><Relationship Id="rId263" Type="http://schemas.openxmlformats.org/officeDocument/2006/relationships/customXml" Target="../ink/ink159.xml"/><Relationship Id="rId284" Type="http://schemas.openxmlformats.org/officeDocument/2006/relationships/image" Target="../media/image143.png"/><Relationship Id="rId37" Type="http://schemas.openxmlformats.org/officeDocument/2006/relationships/customXml" Target="../ink/ink46.xml"/><Relationship Id="rId58" Type="http://schemas.openxmlformats.org/officeDocument/2006/relationships/image" Target="../media/image30.png"/><Relationship Id="rId79" Type="http://schemas.openxmlformats.org/officeDocument/2006/relationships/customXml" Target="../ink/ink67.xml"/><Relationship Id="rId102" Type="http://schemas.openxmlformats.org/officeDocument/2006/relationships/image" Target="../media/image52.png"/><Relationship Id="rId123" Type="http://schemas.openxmlformats.org/officeDocument/2006/relationships/customXml" Target="../ink/ink89.xml"/><Relationship Id="rId144" Type="http://schemas.openxmlformats.org/officeDocument/2006/relationships/image" Target="../media/image73.png"/><Relationship Id="rId90" Type="http://schemas.openxmlformats.org/officeDocument/2006/relationships/image" Target="../media/image46.png"/><Relationship Id="rId165" Type="http://schemas.openxmlformats.org/officeDocument/2006/relationships/customXml" Target="../ink/ink110.xml"/><Relationship Id="rId186" Type="http://schemas.openxmlformats.org/officeDocument/2006/relationships/image" Target="../media/image94.png"/><Relationship Id="rId211" Type="http://schemas.openxmlformats.org/officeDocument/2006/relationships/customXml" Target="../ink/ink133.xml"/><Relationship Id="rId232" Type="http://schemas.openxmlformats.org/officeDocument/2006/relationships/image" Target="../media/image117.png"/><Relationship Id="rId253" Type="http://schemas.openxmlformats.org/officeDocument/2006/relationships/customXml" Target="../ink/ink154.xml"/><Relationship Id="rId274" Type="http://schemas.openxmlformats.org/officeDocument/2006/relationships/image" Target="../media/image138.png"/><Relationship Id="rId27" Type="http://schemas.openxmlformats.org/officeDocument/2006/relationships/customXml" Target="../ink/ink41.xml"/><Relationship Id="rId48" Type="http://schemas.openxmlformats.org/officeDocument/2006/relationships/image" Target="../media/image25.png"/><Relationship Id="rId69" Type="http://schemas.openxmlformats.org/officeDocument/2006/relationships/customXml" Target="../ink/ink62.xml"/><Relationship Id="rId113" Type="http://schemas.openxmlformats.org/officeDocument/2006/relationships/customXml" Target="../ink/ink84.xml"/><Relationship Id="rId134" Type="http://schemas.openxmlformats.org/officeDocument/2006/relationships/image" Target="../media/image68.png"/><Relationship Id="rId80" Type="http://schemas.openxmlformats.org/officeDocument/2006/relationships/image" Target="../media/image41.png"/><Relationship Id="rId155" Type="http://schemas.openxmlformats.org/officeDocument/2006/relationships/customXml" Target="../ink/ink105.xml"/><Relationship Id="rId176" Type="http://schemas.openxmlformats.org/officeDocument/2006/relationships/image" Target="../media/image89.png"/><Relationship Id="rId197" Type="http://schemas.openxmlformats.org/officeDocument/2006/relationships/customXml" Target="../ink/ink126.xml"/><Relationship Id="rId201" Type="http://schemas.openxmlformats.org/officeDocument/2006/relationships/customXml" Target="../ink/ink128.xml"/><Relationship Id="rId222" Type="http://schemas.openxmlformats.org/officeDocument/2006/relationships/image" Target="../media/image112.png"/><Relationship Id="rId243" Type="http://schemas.openxmlformats.org/officeDocument/2006/relationships/customXml" Target="../ink/ink149.xml"/><Relationship Id="rId264" Type="http://schemas.openxmlformats.org/officeDocument/2006/relationships/image" Target="../media/image133.png"/><Relationship Id="rId285" Type="http://schemas.openxmlformats.org/officeDocument/2006/relationships/customXml" Target="../ink/ink170.xml"/><Relationship Id="rId17" Type="http://schemas.openxmlformats.org/officeDocument/2006/relationships/customXml" Target="../ink/ink36.xml"/><Relationship Id="rId38" Type="http://schemas.openxmlformats.org/officeDocument/2006/relationships/image" Target="../media/image20.png"/><Relationship Id="rId59" Type="http://schemas.openxmlformats.org/officeDocument/2006/relationships/customXml" Target="../ink/ink57.xml"/><Relationship Id="rId103" Type="http://schemas.openxmlformats.org/officeDocument/2006/relationships/customXml" Target="../ink/ink79.xml"/><Relationship Id="rId124" Type="http://schemas.openxmlformats.org/officeDocument/2006/relationships/image" Target="../media/image63.png"/><Relationship Id="rId70" Type="http://schemas.openxmlformats.org/officeDocument/2006/relationships/image" Target="../media/image36.png"/><Relationship Id="rId91" Type="http://schemas.openxmlformats.org/officeDocument/2006/relationships/customXml" Target="../ink/ink73.xml"/><Relationship Id="rId145" Type="http://schemas.openxmlformats.org/officeDocument/2006/relationships/customXml" Target="../ink/ink100.xml"/><Relationship Id="rId166" Type="http://schemas.openxmlformats.org/officeDocument/2006/relationships/image" Target="../media/image84.png"/><Relationship Id="rId187" Type="http://schemas.openxmlformats.org/officeDocument/2006/relationships/customXml" Target="../ink/ink121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7.png"/><Relationship Id="rId233" Type="http://schemas.openxmlformats.org/officeDocument/2006/relationships/customXml" Target="../ink/ink144.xml"/><Relationship Id="rId254" Type="http://schemas.openxmlformats.org/officeDocument/2006/relationships/image" Target="../media/image128.png"/><Relationship Id="rId28" Type="http://schemas.openxmlformats.org/officeDocument/2006/relationships/image" Target="../media/image15.png"/><Relationship Id="rId49" Type="http://schemas.openxmlformats.org/officeDocument/2006/relationships/customXml" Target="../ink/ink52.xml"/><Relationship Id="rId114" Type="http://schemas.openxmlformats.org/officeDocument/2006/relationships/image" Target="../media/image58.png"/><Relationship Id="rId275" Type="http://schemas.openxmlformats.org/officeDocument/2006/relationships/customXml" Target="../ink/ink165.xml"/><Relationship Id="rId60" Type="http://schemas.openxmlformats.org/officeDocument/2006/relationships/image" Target="../media/image31.png"/><Relationship Id="rId81" Type="http://schemas.openxmlformats.org/officeDocument/2006/relationships/customXml" Target="../ink/ink68.xml"/><Relationship Id="rId135" Type="http://schemas.openxmlformats.org/officeDocument/2006/relationships/customXml" Target="../ink/ink95.xml"/><Relationship Id="rId156" Type="http://schemas.openxmlformats.org/officeDocument/2006/relationships/image" Target="../media/image79.png"/><Relationship Id="rId177" Type="http://schemas.openxmlformats.org/officeDocument/2006/relationships/customXml" Target="../ink/ink116.xml"/><Relationship Id="rId198" Type="http://schemas.openxmlformats.org/officeDocument/2006/relationships/image" Target="../media/image100.png"/><Relationship Id="rId202" Type="http://schemas.openxmlformats.org/officeDocument/2006/relationships/image" Target="../media/image102.png"/><Relationship Id="rId223" Type="http://schemas.openxmlformats.org/officeDocument/2006/relationships/customXml" Target="../ink/ink139.xml"/><Relationship Id="rId244" Type="http://schemas.openxmlformats.org/officeDocument/2006/relationships/image" Target="../media/image123.png"/><Relationship Id="rId18" Type="http://schemas.openxmlformats.org/officeDocument/2006/relationships/image" Target="../media/image10.png"/><Relationship Id="rId39" Type="http://schemas.openxmlformats.org/officeDocument/2006/relationships/customXml" Target="../ink/ink47.xml"/><Relationship Id="rId265" Type="http://schemas.openxmlformats.org/officeDocument/2006/relationships/customXml" Target="../ink/ink160.xml"/><Relationship Id="rId286" Type="http://schemas.openxmlformats.org/officeDocument/2006/relationships/image" Target="../media/image144.png"/><Relationship Id="rId50" Type="http://schemas.openxmlformats.org/officeDocument/2006/relationships/image" Target="../media/image2610.png"/><Relationship Id="rId104" Type="http://schemas.openxmlformats.org/officeDocument/2006/relationships/image" Target="../media/image53.png"/><Relationship Id="rId125" Type="http://schemas.openxmlformats.org/officeDocument/2006/relationships/customXml" Target="../ink/ink90.xml"/><Relationship Id="rId146" Type="http://schemas.openxmlformats.org/officeDocument/2006/relationships/image" Target="../media/image74.png"/><Relationship Id="rId167" Type="http://schemas.openxmlformats.org/officeDocument/2006/relationships/customXml" Target="../ink/ink111.xml"/><Relationship Id="rId188" Type="http://schemas.openxmlformats.org/officeDocument/2006/relationships/image" Target="../media/image95.png"/><Relationship Id="rId71" Type="http://schemas.openxmlformats.org/officeDocument/2006/relationships/customXml" Target="../ink/ink63.xml"/><Relationship Id="rId92" Type="http://schemas.openxmlformats.org/officeDocument/2006/relationships/image" Target="../media/image47.png"/><Relationship Id="rId213" Type="http://schemas.openxmlformats.org/officeDocument/2006/relationships/customXml" Target="../ink/ink134.xml"/><Relationship Id="rId234" Type="http://schemas.openxmlformats.org/officeDocument/2006/relationships/image" Target="../media/image118.png"/><Relationship Id="rId2" Type="http://schemas.openxmlformats.org/officeDocument/2006/relationships/image" Target="../media/image8.png"/><Relationship Id="rId29" Type="http://schemas.openxmlformats.org/officeDocument/2006/relationships/customXml" Target="../ink/ink42.xml"/><Relationship Id="rId255" Type="http://schemas.openxmlformats.org/officeDocument/2006/relationships/customXml" Target="../ink/ink155.xml"/><Relationship Id="rId276" Type="http://schemas.openxmlformats.org/officeDocument/2006/relationships/image" Target="../media/image139.png"/><Relationship Id="rId40" Type="http://schemas.openxmlformats.org/officeDocument/2006/relationships/image" Target="../media/image21.png"/><Relationship Id="rId115" Type="http://schemas.openxmlformats.org/officeDocument/2006/relationships/customXml" Target="../ink/ink85.xml"/><Relationship Id="rId136" Type="http://schemas.openxmlformats.org/officeDocument/2006/relationships/image" Target="../media/image69.png"/><Relationship Id="rId157" Type="http://schemas.openxmlformats.org/officeDocument/2006/relationships/customXml" Target="../ink/ink106.xml"/><Relationship Id="rId178" Type="http://schemas.openxmlformats.org/officeDocument/2006/relationships/image" Target="../media/image90.png"/><Relationship Id="rId61" Type="http://schemas.openxmlformats.org/officeDocument/2006/relationships/customXml" Target="../ink/ink58.xml"/><Relationship Id="rId82" Type="http://schemas.openxmlformats.org/officeDocument/2006/relationships/image" Target="../media/image42.png"/><Relationship Id="rId199" Type="http://schemas.openxmlformats.org/officeDocument/2006/relationships/customXml" Target="../ink/ink127.xml"/><Relationship Id="rId203" Type="http://schemas.openxmlformats.org/officeDocument/2006/relationships/customXml" Target="../ink/ink129.xml"/><Relationship Id="rId19" Type="http://schemas.openxmlformats.org/officeDocument/2006/relationships/customXml" Target="../ink/ink37.xml"/><Relationship Id="rId224" Type="http://schemas.openxmlformats.org/officeDocument/2006/relationships/image" Target="../media/image113.png"/><Relationship Id="rId245" Type="http://schemas.openxmlformats.org/officeDocument/2006/relationships/customXml" Target="../ink/ink150.xml"/><Relationship Id="rId266" Type="http://schemas.openxmlformats.org/officeDocument/2006/relationships/image" Target="../media/image134.png"/><Relationship Id="rId287" Type="http://schemas.openxmlformats.org/officeDocument/2006/relationships/customXml" Target="../ink/ink171.xml"/><Relationship Id="rId30" Type="http://schemas.openxmlformats.org/officeDocument/2006/relationships/image" Target="../media/image16.png"/><Relationship Id="rId105" Type="http://schemas.openxmlformats.org/officeDocument/2006/relationships/customXml" Target="../ink/ink80.xml"/><Relationship Id="rId126" Type="http://schemas.openxmlformats.org/officeDocument/2006/relationships/image" Target="../media/image64.png"/><Relationship Id="rId147" Type="http://schemas.openxmlformats.org/officeDocument/2006/relationships/customXml" Target="../ink/ink101.xml"/><Relationship Id="rId168" Type="http://schemas.openxmlformats.org/officeDocument/2006/relationships/image" Target="../media/image85.png"/><Relationship Id="rId51" Type="http://schemas.openxmlformats.org/officeDocument/2006/relationships/customXml" Target="../ink/ink53.xml"/><Relationship Id="rId72" Type="http://schemas.openxmlformats.org/officeDocument/2006/relationships/image" Target="../media/image37.png"/><Relationship Id="rId93" Type="http://schemas.openxmlformats.org/officeDocument/2006/relationships/customXml" Target="../ink/ink74.xml"/><Relationship Id="rId189" Type="http://schemas.openxmlformats.org/officeDocument/2006/relationships/customXml" Target="../ink/ink122.xml"/><Relationship Id="rId3" Type="http://schemas.openxmlformats.org/officeDocument/2006/relationships/customXml" Target="../ink/ink29.xml"/><Relationship Id="rId214" Type="http://schemas.openxmlformats.org/officeDocument/2006/relationships/image" Target="../media/image108.png"/><Relationship Id="rId235" Type="http://schemas.openxmlformats.org/officeDocument/2006/relationships/customXml" Target="../ink/ink145.xml"/><Relationship Id="rId256" Type="http://schemas.openxmlformats.org/officeDocument/2006/relationships/image" Target="../media/image129.png"/><Relationship Id="rId277" Type="http://schemas.openxmlformats.org/officeDocument/2006/relationships/customXml" Target="../ink/ink166.xml"/><Relationship Id="rId116" Type="http://schemas.openxmlformats.org/officeDocument/2006/relationships/image" Target="../media/image59.png"/><Relationship Id="rId137" Type="http://schemas.openxmlformats.org/officeDocument/2006/relationships/customXml" Target="../ink/ink96.xml"/><Relationship Id="rId158" Type="http://schemas.openxmlformats.org/officeDocument/2006/relationships/image" Target="../media/image80.png"/><Relationship Id="rId20" Type="http://schemas.openxmlformats.org/officeDocument/2006/relationships/image" Target="../media/image11.png"/><Relationship Id="rId41" Type="http://schemas.openxmlformats.org/officeDocument/2006/relationships/customXml" Target="../ink/ink48.xml"/><Relationship Id="rId62" Type="http://schemas.openxmlformats.org/officeDocument/2006/relationships/image" Target="../media/image32.png"/><Relationship Id="rId83" Type="http://schemas.openxmlformats.org/officeDocument/2006/relationships/customXml" Target="../ink/ink69.xml"/><Relationship Id="rId179" Type="http://schemas.openxmlformats.org/officeDocument/2006/relationships/customXml" Target="../ink/ink117.xml"/><Relationship Id="rId190" Type="http://schemas.openxmlformats.org/officeDocument/2006/relationships/image" Target="../media/image96.png"/><Relationship Id="rId204" Type="http://schemas.openxmlformats.org/officeDocument/2006/relationships/image" Target="../media/image103.png"/><Relationship Id="rId225" Type="http://schemas.openxmlformats.org/officeDocument/2006/relationships/customXml" Target="../ink/ink140.xml"/><Relationship Id="rId246" Type="http://schemas.openxmlformats.org/officeDocument/2006/relationships/image" Target="../media/image124.png"/><Relationship Id="rId267" Type="http://schemas.openxmlformats.org/officeDocument/2006/relationships/customXml" Target="../ink/ink161.xml"/><Relationship Id="rId288" Type="http://schemas.openxmlformats.org/officeDocument/2006/relationships/image" Target="../media/image145.png"/><Relationship Id="rId106" Type="http://schemas.openxmlformats.org/officeDocument/2006/relationships/image" Target="../media/image54.png"/><Relationship Id="rId127" Type="http://schemas.openxmlformats.org/officeDocument/2006/relationships/customXml" Target="../ink/ink91.xml"/><Relationship Id="rId10" Type="http://schemas.openxmlformats.org/officeDocument/2006/relationships/image" Target="../media/image610.png"/><Relationship Id="rId31" Type="http://schemas.openxmlformats.org/officeDocument/2006/relationships/customXml" Target="../ink/ink43.xml"/><Relationship Id="rId52" Type="http://schemas.openxmlformats.org/officeDocument/2006/relationships/image" Target="../media/image27.png"/><Relationship Id="rId73" Type="http://schemas.openxmlformats.org/officeDocument/2006/relationships/customXml" Target="../ink/ink64.xml"/><Relationship Id="rId94" Type="http://schemas.openxmlformats.org/officeDocument/2006/relationships/image" Target="../media/image48.png"/><Relationship Id="rId148" Type="http://schemas.openxmlformats.org/officeDocument/2006/relationships/image" Target="../media/image75.png"/><Relationship Id="rId169" Type="http://schemas.openxmlformats.org/officeDocument/2006/relationships/customXml" Target="../ink/ink112.xml"/><Relationship Id="rId4" Type="http://schemas.openxmlformats.org/officeDocument/2006/relationships/image" Target="../media/image362.png"/><Relationship Id="rId180" Type="http://schemas.openxmlformats.org/officeDocument/2006/relationships/image" Target="../media/image91.png"/><Relationship Id="rId215" Type="http://schemas.openxmlformats.org/officeDocument/2006/relationships/customXml" Target="../ink/ink135.xml"/><Relationship Id="rId236" Type="http://schemas.openxmlformats.org/officeDocument/2006/relationships/image" Target="../media/image119.png"/><Relationship Id="rId257" Type="http://schemas.openxmlformats.org/officeDocument/2006/relationships/customXml" Target="../ink/ink156.xml"/><Relationship Id="rId278" Type="http://schemas.openxmlformats.org/officeDocument/2006/relationships/image" Target="../media/image140.png"/><Relationship Id="rId42" Type="http://schemas.openxmlformats.org/officeDocument/2006/relationships/image" Target="../media/image22.png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91" Type="http://schemas.openxmlformats.org/officeDocument/2006/relationships/customXml" Target="../ink/ink123.xml"/><Relationship Id="rId205" Type="http://schemas.openxmlformats.org/officeDocument/2006/relationships/customXml" Target="../ink/ink130.xml"/><Relationship Id="rId247" Type="http://schemas.openxmlformats.org/officeDocument/2006/relationships/customXml" Target="../ink/ink151.xml"/><Relationship Id="rId107" Type="http://schemas.openxmlformats.org/officeDocument/2006/relationships/customXml" Target="../ink/ink81.xml"/><Relationship Id="rId289" Type="http://schemas.openxmlformats.org/officeDocument/2006/relationships/customXml" Target="../ink/ink172.xml"/><Relationship Id="rId11" Type="http://schemas.openxmlformats.org/officeDocument/2006/relationships/customXml" Target="../ink/ink33.xml"/><Relationship Id="rId53" Type="http://schemas.openxmlformats.org/officeDocument/2006/relationships/customXml" Target="../ink/ink54.xml"/><Relationship Id="rId149" Type="http://schemas.openxmlformats.org/officeDocument/2006/relationships/customXml" Target="../ink/ink102.xml"/><Relationship Id="rId95" Type="http://schemas.openxmlformats.org/officeDocument/2006/relationships/customXml" Target="../ink/ink75.xml"/><Relationship Id="rId160" Type="http://schemas.openxmlformats.org/officeDocument/2006/relationships/image" Target="../media/image81.png"/><Relationship Id="rId216" Type="http://schemas.openxmlformats.org/officeDocument/2006/relationships/image" Target="../media/image109.png"/><Relationship Id="rId258" Type="http://schemas.openxmlformats.org/officeDocument/2006/relationships/image" Target="../media/image130.png"/><Relationship Id="rId22" Type="http://schemas.openxmlformats.org/officeDocument/2006/relationships/image" Target="../media/image12.png"/><Relationship Id="rId64" Type="http://schemas.openxmlformats.org/officeDocument/2006/relationships/image" Target="../media/image33.png"/><Relationship Id="rId118" Type="http://schemas.openxmlformats.org/officeDocument/2006/relationships/image" Target="../media/image60.png"/><Relationship Id="rId171" Type="http://schemas.openxmlformats.org/officeDocument/2006/relationships/customXml" Target="../ink/ink113.xml"/><Relationship Id="rId227" Type="http://schemas.openxmlformats.org/officeDocument/2006/relationships/customXml" Target="../ink/ink141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3.png"/><Relationship Id="rId299" Type="http://schemas.openxmlformats.org/officeDocument/2006/relationships/image" Target="../media/image294.png"/><Relationship Id="rId21" Type="http://schemas.openxmlformats.org/officeDocument/2006/relationships/image" Target="../media/image155.png"/><Relationship Id="rId63" Type="http://schemas.openxmlformats.org/officeDocument/2006/relationships/image" Target="../media/image176.png"/><Relationship Id="rId159" Type="http://schemas.openxmlformats.org/officeDocument/2006/relationships/image" Target="../media/image224.png"/><Relationship Id="rId170" Type="http://schemas.openxmlformats.org/officeDocument/2006/relationships/customXml" Target="../ink/ink257.xml"/><Relationship Id="rId226" Type="http://schemas.openxmlformats.org/officeDocument/2006/relationships/customXml" Target="../ink/ink285.xml"/><Relationship Id="rId268" Type="http://schemas.openxmlformats.org/officeDocument/2006/relationships/customXml" Target="../ink/ink306.xml"/><Relationship Id="rId32" Type="http://schemas.openxmlformats.org/officeDocument/2006/relationships/customXml" Target="../ink/ink188.xml"/><Relationship Id="rId74" Type="http://schemas.openxmlformats.org/officeDocument/2006/relationships/customXml" Target="../ink/ink209.xml"/><Relationship Id="rId128" Type="http://schemas.openxmlformats.org/officeDocument/2006/relationships/customXml" Target="../ink/ink236.xml"/><Relationship Id="rId5" Type="http://schemas.openxmlformats.org/officeDocument/2006/relationships/image" Target="../media/image147.png"/><Relationship Id="rId181" Type="http://schemas.openxmlformats.org/officeDocument/2006/relationships/image" Target="../media/image235.png"/><Relationship Id="rId237" Type="http://schemas.openxmlformats.org/officeDocument/2006/relationships/image" Target="../media/image263.png"/><Relationship Id="rId279" Type="http://schemas.openxmlformats.org/officeDocument/2006/relationships/image" Target="../media/image284.png"/><Relationship Id="rId43" Type="http://schemas.openxmlformats.org/officeDocument/2006/relationships/image" Target="../media/image166.png"/><Relationship Id="rId139" Type="http://schemas.openxmlformats.org/officeDocument/2006/relationships/image" Target="../media/image214.png"/><Relationship Id="rId290" Type="http://schemas.openxmlformats.org/officeDocument/2006/relationships/customXml" Target="../ink/ink317.xml"/><Relationship Id="rId304" Type="http://schemas.openxmlformats.org/officeDocument/2006/relationships/customXml" Target="../ink/ink324.xml"/><Relationship Id="rId85" Type="http://schemas.openxmlformats.org/officeDocument/2006/relationships/image" Target="../media/image187.png"/><Relationship Id="rId150" Type="http://schemas.openxmlformats.org/officeDocument/2006/relationships/customXml" Target="../ink/ink247.xml"/><Relationship Id="rId192" Type="http://schemas.openxmlformats.org/officeDocument/2006/relationships/customXml" Target="../ink/ink268.xml"/><Relationship Id="rId206" Type="http://schemas.openxmlformats.org/officeDocument/2006/relationships/customXml" Target="../ink/ink275.xml"/><Relationship Id="rId248" Type="http://schemas.openxmlformats.org/officeDocument/2006/relationships/customXml" Target="../ink/ink296.xml"/><Relationship Id="rId12" Type="http://schemas.openxmlformats.org/officeDocument/2006/relationships/customXml" Target="../ink/ink178.xml"/><Relationship Id="rId108" Type="http://schemas.openxmlformats.org/officeDocument/2006/relationships/customXml" Target="../ink/ink226.xml"/><Relationship Id="rId54" Type="http://schemas.openxmlformats.org/officeDocument/2006/relationships/customXml" Target="../ink/ink199.xml"/><Relationship Id="rId96" Type="http://schemas.openxmlformats.org/officeDocument/2006/relationships/customXml" Target="../ink/ink220.xml"/><Relationship Id="rId161" Type="http://schemas.openxmlformats.org/officeDocument/2006/relationships/image" Target="../media/image225.png"/><Relationship Id="rId217" Type="http://schemas.openxmlformats.org/officeDocument/2006/relationships/image" Target="../media/image253.png"/><Relationship Id="rId259" Type="http://schemas.openxmlformats.org/officeDocument/2006/relationships/image" Target="../media/image274.png"/><Relationship Id="rId23" Type="http://schemas.openxmlformats.org/officeDocument/2006/relationships/image" Target="../media/image156.png"/><Relationship Id="rId119" Type="http://schemas.openxmlformats.org/officeDocument/2006/relationships/image" Target="../media/image204.png"/><Relationship Id="rId270" Type="http://schemas.openxmlformats.org/officeDocument/2006/relationships/customXml" Target="../ink/ink307.xml"/><Relationship Id="rId65" Type="http://schemas.openxmlformats.org/officeDocument/2006/relationships/image" Target="../media/image177.png"/><Relationship Id="rId130" Type="http://schemas.openxmlformats.org/officeDocument/2006/relationships/customXml" Target="../ink/ink237.xml"/><Relationship Id="rId172" Type="http://schemas.openxmlformats.org/officeDocument/2006/relationships/customXml" Target="../ink/ink258.xml"/><Relationship Id="rId193" Type="http://schemas.openxmlformats.org/officeDocument/2006/relationships/image" Target="../media/image241.png"/><Relationship Id="rId207" Type="http://schemas.openxmlformats.org/officeDocument/2006/relationships/image" Target="../media/image248.png"/><Relationship Id="rId228" Type="http://schemas.openxmlformats.org/officeDocument/2006/relationships/customXml" Target="../ink/ink286.xml"/><Relationship Id="rId249" Type="http://schemas.openxmlformats.org/officeDocument/2006/relationships/image" Target="../media/image269.png"/><Relationship Id="rId13" Type="http://schemas.openxmlformats.org/officeDocument/2006/relationships/image" Target="../media/image151.png"/><Relationship Id="rId109" Type="http://schemas.openxmlformats.org/officeDocument/2006/relationships/image" Target="../media/image199.png"/><Relationship Id="rId260" Type="http://schemas.openxmlformats.org/officeDocument/2006/relationships/customXml" Target="../ink/ink302.xml"/><Relationship Id="rId281" Type="http://schemas.openxmlformats.org/officeDocument/2006/relationships/image" Target="../media/image285.png"/><Relationship Id="rId34" Type="http://schemas.openxmlformats.org/officeDocument/2006/relationships/customXml" Target="../ink/ink189.xml"/><Relationship Id="rId55" Type="http://schemas.openxmlformats.org/officeDocument/2006/relationships/image" Target="../media/image172.png"/><Relationship Id="rId76" Type="http://schemas.openxmlformats.org/officeDocument/2006/relationships/customXml" Target="../ink/ink210.xml"/><Relationship Id="rId97" Type="http://schemas.openxmlformats.org/officeDocument/2006/relationships/image" Target="../media/image193.png"/><Relationship Id="rId120" Type="http://schemas.openxmlformats.org/officeDocument/2006/relationships/customXml" Target="../ink/ink232.xml"/><Relationship Id="rId141" Type="http://schemas.openxmlformats.org/officeDocument/2006/relationships/image" Target="../media/image215.png"/><Relationship Id="rId7" Type="http://schemas.openxmlformats.org/officeDocument/2006/relationships/image" Target="../media/image148.png"/><Relationship Id="rId162" Type="http://schemas.openxmlformats.org/officeDocument/2006/relationships/customXml" Target="../ink/ink253.xml"/><Relationship Id="rId183" Type="http://schemas.openxmlformats.org/officeDocument/2006/relationships/image" Target="../media/image236.png"/><Relationship Id="rId218" Type="http://schemas.openxmlformats.org/officeDocument/2006/relationships/customXml" Target="../ink/ink281.xml"/><Relationship Id="rId239" Type="http://schemas.openxmlformats.org/officeDocument/2006/relationships/image" Target="../media/image264.png"/><Relationship Id="rId250" Type="http://schemas.openxmlformats.org/officeDocument/2006/relationships/customXml" Target="../ink/ink297.xml"/><Relationship Id="rId271" Type="http://schemas.openxmlformats.org/officeDocument/2006/relationships/image" Target="../media/image280.png"/><Relationship Id="rId292" Type="http://schemas.openxmlformats.org/officeDocument/2006/relationships/customXml" Target="../ink/ink318.xml"/><Relationship Id="rId306" Type="http://schemas.openxmlformats.org/officeDocument/2006/relationships/customXml" Target="../ink/ink325.xml"/><Relationship Id="rId24" Type="http://schemas.openxmlformats.org/officeDocument/2006/relationships/customXml" Target="../ink/ink184.xml"/><Relationship Id="rId45" Type="http://schemas.openxmlformats.org/officeDocument/2006/relationships/image" Target="../media/image167.png"/><Relationship Id="rId66" Type="http://schemas.openxmlformats.org/officeDocument/2006/relationships/customXml" Target="../ink/ink205.xml"/><Relationship Id="rId87" Type="http://schemas.openxmlformats.org/officeDocument/2006/relationships/image" Target="../media/image188.png"/><Relationship Id="rId110" Type="http://schemas.openxmlformats.org/officeDocument/2006/relationships/customXml" Target="../ink/ink227.xml"/><Relationship Id="rId131" Type="http://schemas.openxmlformats.org/officeDocument/2006/relationships/image" Target="../media/image210.png"/><Relationship Id="rId152" Type="http://schemas.openxmlformats.org/officeDocument/2006/relationships/customXml" Target="../ink/ink248.xml"/><Relationship Id="rId173" Type="http://schemas.openxmlformats.org/officeDocument/2006/relationships/image" Target="../media/image231.png"/><Relationship Id="rId194" Type="http://schemas.openxmlformats.org/officeDocument/2006/relationships/customXml" Target="../ink/ink269.xml"/><Relationship Id="rId208" Type="http://schemas.openxmlformats.org/officeDocument/2006/relationships/customXml" Target="../ink/ink276.xml"/><Relationship Id="rId229" Type="http://schemas.openxmlformats.org/officeDocument/2006/relationships/image" Target="../media/image259.png"/><Relationship Id="rId240" Type="http://schemas.openxmlformats.org/officeDocument/2006/relationships/customXml" Target="../ink/ink292.xml"/><Relationship Id="rId261" Type="http://schemas.openxmlformats.org/officeDocument/2006/relationships/image" Target="../media/image275.png"/><Relationship Id="rId14" Type="http://schemas.openxmlformats.org/officeDocument/2006/relationships/customXml" Target="../ink/ink179.xml"/><Relationship Id="rId35" Type="http://schemas.openxmlformats.org/officeDocument/2006/relationships/image" Target="../media/image162.png"/><Relationship Id="rId56" Type="http://schemas.openxmlformats.org/officeDocument/2006/relationships/customXml" Target="../ink/ink200.xml"/><Relationship Id="rId77" Type="http://schemas.openxmlformats.org/officeDocument/2006/relationships/image" Target="../media/image183.png"/><Relationship Id="rId100" Type="http://schemas.openxmlformats.org/officeDocument/2006/relationships/customXml" Target="../ink/ink222.xml"/><Relationship Id="rId282" Type="http://schemas.openxmlformats.org/officeDocument/2006/relationships/customXml" Target="../ink/ink313.xml"/><Relationship Id="rId8" Type="http://schemas.openxmlformats.org/officeDocument/2006/relationships/customXml" Target="../ink/ink176.xml"/><Relationship Id="rId98" Type="http://schemas.openxmlformats.org/officeDocument/2006/relationships/customXml" Target="../ink/ink221.xml"/><Relationship Id="rId121" Type="http://schemas.openxmlformats.org/officeDocument/2006/relationships/image" Target="../media/image205.png"/><Relationship Id="rId142" Type="http://schemas.openxmlformats.org/officeDocument/2006/relationships/customXml" Target="../ink/ink243.xml"/><Relationship Id="rId163" Type="http://schemas.openxmlformats.org/officeDocument/2006/relationships/image" Target="../media/image226.png"/><Relationship Id="rId184" Type="http://schemas.openxmlformats.org/officeDocument/2006/relationships/customXml" Target="../ink/ink264.xml"/><Relationship Id="rId219" Type="http://schemas.openxmlformats.org/officeDocument/2006/relationships/image" Target="../media/image254.png"/><Relationship Id="rId230" Type="http://schemas.openxmlformats.org/officeDocument/2006/relationships/customXml" Target="../ink/ink287.xml"/><Relationship Id="rId251" Type="http://schemas.openxmlformats.org/officeDocument/2006/relationships/image" Target="../media/image270.png"/><Relationship Id="rId25" Type="http://schemas.openxmlformats.org/officeDocument/2006/relationships/image" Target="../media/image157.png"/><Relationship Id="rId46" Type="http://schemas.openxmlformats.org/officeDocument/2006/relationships/customXml" Target="../ink/ink195.xml"/><Relationship Id="rId67" Type="http://schemas.openxmlformats.org/officeDocument/2006/relationships/image" Target="../media/image178.png"/><Relationship Id="rId272" Type="http://schemas.openxmlformats.org/officeDocument/2006/relationships/customXml" Target="../ink/ink308.xml"/><Relationship Id="rId293" Type="http://schemas.openxmlformats.org/officeDocument/2006/relationships/image" Target="../media/image291.png"/><Relationship Id="rId307" Type="http://schemas.openxmlformats.org/officeDocument/2006/relationships/image" Target="../media/image298.png"/><Relationship Id="rId88" Type="http://schemas.openxmlformats.org/officeDocument/2006/relationships/customXml" Target="../ink/ink216.xml"/><Relationship Id="rId111" Type="http://schemas.openxmlformats.org/officeDocument/2006/relationships/image" Target="../media/image200.png"/><Relationship Id="rId132" Type="http://schemas.openxmlformats.org/officeDocument/2006/relationships/customXml" Target="../ink/ink238.xml"/><Relationship Id="rId153" Type="http://schemas.openxmlformats.org/officeDocument/2006/relationships/image" Target="../media/image221.png"/><Relationship Id="rId174" Type="http://schemas.openxmlformats.org/officeDocument/2006/relationships/customXml" Target="../ink/ink259.xml"/><Relationship Id="rId195" Type="http://schemas.openxmlformats.org/officeDocument/2006/relationships/image" Target="../media/image242.png"/><Relationship Id="rId209" Type="http://schemas.openxmlformats.org/officeDocument/2006/relationships/image" Target="../media/image249.png"/><Relationship Id="rId220" Type="http://schemas.openxmlformats.org/officeDocument/2006/relationships/customXml" Target="../ink/ink282.xml"/><Relationship Id="rId241" Type="http://schemas.openxmlformats.org/officeDocument/2006/relationships/image" Target="../media/image265.png"/><Relationship Id="rId15" Type="http://schemas.openxmlformats.org/officeDocument/2006/relationships/image" Target="../media/image152.png"/><Relationship Id="rId36" Type="http://schemas.openxmlformats.org/officeDocument/2006/relationships/customXml" Target="../ink/ink190.xml"/><Relationship Id="rId57" Type="http://schemas.openxmlformats.org/officeDocument/2006/relationships/image" Target="../media/image173.png"/><Relationship Id="rId262" Type="http://schemas.openxmlformats.org/officeDocument/2006/relationships/customXml" Target="../ink/ink303.xml"/><Relationship Id="rId283" Type="http://schemas.openxmlformats.org/officeDocument/2006/relationships/image" Target="../media/image286.png"/><Relationship Id="rId78" Type="http://schemas.openxmlformats.org/officeDocument/2006/relationships/customXml" Target="../ink/ink211.xml"/><Relationship Id="rId99" Type="http://schemas.openxmlformats.org/officeDocument/2006/relationships/image" Target="../media/image194.png"/><Relationship Id="rId101" Type="http://schemas.openxmlformats.org/officeDocument/2006/relationships/image" Target="../media/image195.png"/><Relationship Id="rId122" Type="http://schemas.openxmlformats.org/officeDocument/2006/relationships/customXml" Target="../ink/ink233.xml"/><Relationship Id="rId143" Type="http://schemas.openxmlformats.org/officeDocument/2006/relationships/image" Target="../media/image216.png"/><Relationship Id="rId164" Type="http://schemas.openxmlformats.org/officeDocument/2006/relationships/customXml" Target="../ink/ink254.xml"/><Relationship Id="rId185" Type="http://schemas.openxmlformats.org/officeDocument/2006/relationships/image" Target="../media/image237.png"/><Relationship Id="rId9" Type="http://schemas.openxmlformats.org/officeDocument/2006/relationships/image" Target="../media/image149.png"/><Relationship Id="rId210" Type="http://schemas.openxmlformats.org/officeDocument/2006/relationships/customXml" Target="../ink/ink277.xml"/><Relationship Id="rId26" Type="http://schemas.openxmlformats.org/officeDocument/2006/relationships/customXml" Target="../ink/ink185.xml"/><Relationship Id="rId231" Type="http://schemas.openxmlformats.org/officeDocument/2006/relationships/image" Target="../media/image260.png"/><Relationship Id="rId252" Type="http://schemas.openxmlformats.org/officeDocument/2006/relationships/customXml" Target="../ink/ink298.xml"/><Relationship Id="rId273" Type="http://schemas.openxmlformats.org/officeDocument/2006/relationships/image" Target="../media/image281.png"/><Relationship Id="rId294" Type="http://schemas.openxmlformats.org/officeDocument/2006/relationships/customXml" Target="../ink/ink319.xml"/><Relationship Id="rId308" Type="http://schemas.openxmlformats.org/officeDocument/2006/relationships/customXml" Target="../ink/ink326.xml"/><Relationship Id="rId47" Type="http://schemas.openxmlformats.org/officeDocument/2006/relationships/image" Target="../media/image168.png"/><Relationship Id="rId68" Type="http://schemas.openxmlformats.org/officeDocument/2006/relationships/customXml" Target="../ink/ink206.xml"/><Relationship Id="rId89" Type="http://schemas.openxmlformats.org/officeDocument/2006/relationships/image" Target="../media/image189.png"/><Relationship Id="rId112" Type="http://schemas.openxmlformats.org/officeDocument/2006/relationships/customXml" Target="../ink/ink228.xml"/><Relationship Id="rId133" Type="http://schemas.openxmlformats.org/officeDocument/2006/relationships/image" Target="../media/image211.png"/><Relationship Id="rId154" Type="http://schemas.openxmlformats.org/officeDocument/2006/relationships/customXml" Target="../ink/ink249.xml"/><Relationship Id="rId175" Type="http://schemas.openxmlformats.org/officeDocument/2006/relationships/image" Target="../media/image232.png"/><Relationship Id="rId196" Type="http://schemas.openxmlformats.org/officeDocument/2006/relationships/customXml" Target="../ink/ink270.xml"/><Relationship Id="rId200" Type="http://schemas.openxmlformats.org/officeDocument/2006/relationships/customXml" Target="../ink/ink272.xml"/><Relationship Id="rId16" Type="http://schemas.openxmlformats.org/officeDocument/2006/relationships/customXml" Target="../ink/ink180.xml"/><Relationship Id="rId221" Type="http://schemas.openxmlformats.org/officeDocument/2006/relationships/image" Target="../media/image255.png"/><Relationship Id="rId242" Type="http://schemas.openxmlformats.org/officeDocument/2006/relationships/customXml" Target="../ink/ink293.xml"/><Relationship Id="rId263" Type="http://schemas.openxmlformats.org/officeDocument/2006/relationships/image" Target="../media/image276.png"/><Relationship Id="rId284" Type="http://schemas.openxmlformats.org/officeDocument/2006/relationships/customXml" Target="../ink/ink314.xml"/><Relationship Id="rId37" Type="http://schemas.openxmlformats.org/officeDocument/2006/relationships/image" Target="../media/image163.png"/><Relationship Id="rId58" Type="http://schemas.openxmlformats.org/officeDocument/2006/relationships/customXml" Target="../ink/ink201.xml"/><Relationship Id="rId79" Type="http://schemas.openxmlformats.org/officeDocument/2006/relationships/image" Target="../media/image184.png"/><Relationship Id="rId102" Type="http://schemas.openxmlformats.org/officeDocument/2006/relationships/customXml" Target="../ink/ink223.xml"/><Relationship Id="rId123" Type="http://schemas.openxmlformats.org/officeDocument/2006/relationships/image" Target="../media/image206.png"/><Relationship Id="rId144" Type="http://schemas.openxmlformats.org/officeDocument/2006/relationships/customXml" Target="../ink/ink244.xml"/><Relationship Id="rId90" Type="http://schemas.openxmlformats.org/officeDocument/2006/relationships/customXml" Target="../ink/ink217.xml"/><Relationship Id="rId165" Type="http://schemas.openxmlformats.org/officeDocument/2006/relationships/image" Target="../media/image227.png"/><Relationship Id="rId186" Type="http://schemas.openxmlformats.org/officeDocument/2006/relationships/customXml" Target="../ink/ink265.xml"/><Relationship Id="rId211" Type="http://schemas.openxmlformats.org/officeDocument/2006/relationships/image" Target="../media/image250.png"/><Relationship Id="rId232" Type="http://schemas.openxmlformats.org/officeDocument/2006/relationships/customXml" Target="../ink/ink288.xml"/><Relationship Id="rId253" Type="http://schemas.openxmlformats.org/officeDocument/2006/relationships/image" Target="../media/image271.png"/><Relationship Id="rId274" Type="http://schemas.openxmlformats.org/officeDocument/2006/relationships/customXml" Target="../ink/ink309.xml"/><Relationship Id="rId295" Type="http://schemas.openxmlformats.org/officeDocument/2006/relationships/image" Target="../media/image292.png"/><Relationship Id="rId309" Type="http://schemas.openxmlformats.org/officeDocument/2006/relationships/image" Target="../media/image299.png"/><Relationship Id="rId27" Type="http://schemas.openxmlformats.org/officeDocument/2006/relationships/image" Target="../media/image158.png"/><Relationship Id="rId48" Type="http://schemas.openxmlformats.org/officeDocument/2006/relationships/customXml" Target="../ink/ink196.xml"/><Relationship Id="rId69" Type="http://schemas.openxmlformats.org/officeDocument/2006/relationships/image" Target="../media/image179.png"/><Relationship Id="rId113" Type="http://schemas.openxmlformats.org/officeDocument/2006/relationships/image" Target="../media/image201.png"/><Relationship Id="rId134" Type="http://schemas.openxmlformats.org/officeDocument/2006/relationships/customXml" Target="../ink/ink239.xml"/><Relationship Id="rId80" Type="http://schemas.openxmlformats.org/officeDocument/2006/relationships/customXml" Target="../ink/ink212.xml"/><Relationship Id="rId155" Type="http://schemas.openxmlformats.org/officeDocument/2006/relationships/image" Target="../media/image222.png"/><Relationship Id="rId176" Type="http://schemas.openxmlformats.org/officeDocument/2006/relationships/customXml" Target="../ink/ink260.xml"/><Relationship Id="rId197" Type="http://schemas.openxmlformats.org/officeDocument/2006/relationships/image" Target="../media/image243.png"/><Relationship Id="rId201" Type="http://schemas.openxmlformats.org/officeDocument/2006/relationships/image" Target="../media/image245.png"/><Relationship Id="rId222" Type="http://schemas.openxmlformats.org/officeDocument/2006/relationships/customXml" Target="../ink/ink283.xml"/><Relationship Id="rId243" Type="http://schemas.openxmlformats.org/officeDocument/2006/relationships/image" Target="../media/image266.png"/><Relationship Id="rId264" Type="http://schemas.openxmlformats.org/officeDocument/2006/relationships/customXml" Target="../ink/ink304.xml"/><Relationship Id="rId285" Type="http://schemas.openxmlformats.org/officeDocument/2006/relationships/image" Target="../media/image287.png"/><Relationship Id="rId17" Type="http://schemas.openxmlformats.org/officeDocument/2006/relationships/image" Target="../media/image153.png"/><Relationship Id="rId38" Type="http://schemas.openxmlformats.org/officeDocument/2006/relationships/customXml" Target="../ink/ink191.xml"/><Relationship Id="rId59" Type="http://schemas.openxmlformats.org/officeDocument/2006/relationships/image" Target="../media/image174.png"/><Relationship Id="rId103" Type="http://schemas.openxmlformats.org/officeDocument/2006/relationships/image" Target="../media/image196.png"/><Relationship Id="rId124" Type="http://schemas.openxmlformats.org/officeDocument/2006/relationships/customXml" Target="../ink/ink234.xml"/><Relationship Id="rId310" Type="http://schemas.openxmlformats.org/officeDocument/2006/relationships/customXml" Target="../ink/ink327.xml"/><Relationship Id="rId70" Type="http://schemas.openxmlformats.org/officeDocument/2006/relationships/customXml" Target="../ink/ink207.xml"/><Relationship Id="rId91" Type="http://schemas.openxmlformats.org/officeDocument/2006/relationships/image" Target="../media/image190.png"/><Relationship Id="rId145" Type="http://schemas.openxmlformats.org/officeDocument/2006/relationships/image" Target="../media/image217.png"/><Relationship Id="rId166" Type="http://schemas.openxmlformats.org/officeDocument/2006/relationships/customXml" Target="../ink/ink255.xml"/><Relationship Id="rId187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78.xml"/><Relationship Id="rId233" Type="http://schemas.openxmlformats.org/officeDocument/2006/relationships/image" Target="../media/image261.png"/><Relationship Id="rId254" Type="http://schemas.openxmlformats.org/officeDocument/2006/relationships/customXml" Target="../ink/ink299.xml"/><Relationship Id="rId28" Type="http://schemas.openxmlformats.org/officeDocument/2006/relationships/customXml" Target="../ink/ink186.xml"/><Relationship Id="rId49" Type="http://schemas.openxmlformats.org/officeDocument/2006/relationships/image" Target="../media/image169.png"/><Relationship Id="rId114" Type="http://schemas.openxmlformats.org/officeDocument/2006/relationships/customXml" Target="../ink/ink229.xml"/><Relationship Id="rId275" Type="http://schemas.openxmlformats.org/officeDocument/2006/relationships/image" Target="../media/image282.png"/><Relationship Id="rId296" Type="http://schemas.openxmlformats.org/officeDocument/2006/relationships/customXml" Target="../ink/ink320.xml"/><Relationship Id="rId300" Type="http://schemas.openxmlformats.org/officeDocument/2006/relationships/customXml" Target="../ink/ink322.xml"/><Relationship Id="rId60" Type="http://schemas.openxmlformats.org/officeDocument/2006/relationships/customXml" Target="../ink/ink202.xml"/><Relationship Id="rId81" Type="http://schemas.openxmlformats.org/officeDocument/2006/relationships/image" Target="../media/image185.png"/><Relationship Id="rId135" Type="http://schemas.openxmlformats.org/officeDocument/2006/relationships/image" Target="../media/image212.png"/><Relationship Id="rId156" Type="http://schemas.openxmlformats.org/officeDocument/2006/relationships/customXml" Target="../ink/ink250.xml"/><Relationship Id="rId177" Type="http://schemas.openxmlformats.org/officeDocument/2006/relationships/image" Target="../media/image233.png"/><Relationship Id="rId198" Type="http://schemas.openxmlformats.org/officeDocument/2006/relationships/customXml" Target="../ink/ink271.xml"/><Relationship Id="rId202" Type="http://schemas.openxmlformats.org/officeDocument/2006/relationships/customXml" Target="../ink/ink273.xml"/><Relationship Id="rId223" Type="http://schemas.openxmlformats.org/officeDocument/2006/relationships/image" Target="../media/image256.png"/><Relationship Id="rId244" Type="http://schemas.openxmlformats.org/officeDocument/2006/relationships/customXml" Target="../ink/ink294.xml"/><Relationship Id="rId18" Type="http://schemas.openxmlformats.org/officeDocument/2006/relationships/customXml" Target="../ink/ink181.xml"/><Relationship Id="rId39" Type="http://schemas.openxmlformats.org/officeDocument/2006/relationships/image" Target="../media/image164.png"/><Relationship Id="rId265" Type="http://schemas.openxmlformats.org/officeDocument/2006/relationships/image" Target="../media/image277.png"/><Relationship Id="rId286" Type="http://schemas.openxmlformats.org/officeDocument/2006/relationships/customXml" Target="../ink/ink315.xml"/><Relationship Id="rId50" Type="http://schemas.openxmlformats.org/officeDocument/2006/relationships/customXml" Target="../ink/ink197.xml"/><Relationship Id="rId104" Type="http://schemas.openxmlformats.org/officeDocument/2006/relationships/customXml" Target="../ink/ink224.xml"/><Relationship Id="rId125" Type="http://schemas.openxmlformats.org/officeDocument/2006/relationships/image" Target="../media/image207.png"/><Relationship Id="rId146" Type="http://schemas.openxmlformats.org/officeDocument/2006/relationships/customXml" Target="../ink/ink245.xml"/><Relationship Id="rId167" Type="http://schemas.openxmlformats.org/officeDocument/2006/relationships/image" Target="../media/image228.png"/><Relationship Id="rId188" Type="http://schemas.openxmlformats.org/officeDocument/2006/relationships/customXml" Target="../ink/ink266.xml"/><Relationship Id="rId311" Type="http://schemas.openxmlformats.org/officeDocument/2006/relationships/image" Target="../media/image300.png"/><Relationship Id="rId71" Type="http://schemas.openxmlformats.org/officeDocument/2006/relationships/image" Target="../media/image180.png"/><Relationship Id="rId92" Type="http://schemas.openxmlformats.org/officeDocument/2006/relationships/customXml" Target="../ink/ink218.xml"/><Relationship Id="rId213" Type="http://schemas.openxmlformats.org/officeDocument/2006/relationships/image" Target="../media/image251.png"/><Relationship Id="rId234" Type="http://schemas.openxmlformats.org/officeDocument/2006/relationships/customXml" Target="../ink/ink289.xml"/><Relationship Id="rId2" Type="http://schemas.openxmlformats.org/officeDocument/2006/relationships/customXml" Target="../ink/ink173.xml"/><Relationship Id="rId29" Type="http://schemas.openxmlformats.org/officeDocument/2006/relationships/image" Target="../media/image159.png"/><Relationship Id="rId255" Type="http://schemas.openxmlformats.org/officeDocument/2006/relationships/image" Target="../media/image272.png"/><Relationship Id="rId276" Type="http://schemas.openxmlformats.org/officeDocument/2006/relationships/customXml" Target="../ink/ink310.xml"/><Relationship Id="rId297" Type="http://schemas.openxmlformats.org/officeDocument/2006/relationships/image" Target="../media/image293.png"/><Relationship Id="rId40" Type="http://schemas.openxmlformats.org/officeDocument/2006/relationships/customXml" Target="../ink/ink192.xml"/><Relationship Id="rId115" Type="http://schemas.openxmlformats.org/officeDocument/2006/relationships/image" Target="../media/image202.png"/><Relationship Id="rId136" Type="http://schemas.openxmlformats.org/officeDocument/2006/relationships/customXml" Target="../ink/ink240.xml"/><Relationship Id="rId157" Type="http://schemas.openxmlformats.org/officeDocument/2006/relationships/image" Target="../media/image223.png"/><Relationship Id="rId178" Type="http://schemas.openxmlformats.org/officeDocument/2006/relationships/customXml" Target="../ink/ink261.xml"/><Relationship Id="rId301" Type="http://schemas.openxmlformats.org/officeDocument/2006/relationships/image" Target="../media/image295.png"/><Relationship Id="rId61" Type="http://schemas.openxmlformats.org/officeDocument/2006/relationships/image" Target="../media/image175.png"/><Relationship Id="rId82" Type="http://schemas.openxmlformats.org/officeDocument/2006/relationships/customXml" Target="../ink/ink213.xml"/><Relationship Id="rId199" Type="http://schemas.openxmlformats.org/officeDocument/2006/relationships/image" Target="../media/image244.png"/><Relationship Id="rId203" Type="http://schemas.openxmlformats.org/officeDocument/2006/relationships/image" Target="../media/image246.png"/><Relationship Id="rId19" Type="http://schemas.openxmlformats.org/officeDocument/2006/relationships/image" Target="../media/image154.png"/><Relationship Id="rId224" Type="http://schemas.openxmlformats.org/officeDocument/2006/relationships/customXml" Target="../ink/ink284.xml"/><Relationship Id="rId245" Type="http://schemas.openxmlformats.org/officeDocument/2006/relationships/image" Target="../media/image267.png"/><Relationship Id="rId266" Type="http://schemas.openxmlformats.org/officeDocument/2006/relationships/customXml" Target="../ink/ink305.xml"/><Relationship Id="rId287" Type="http://schemas.openxmlformats.org/officeDocument/2006/relationships/image" Target="../media/image288.png"/><Relationship Id="rId30" Type="http://schemas.openxmlformats.org/officeDocument/2006/relationships/customXml" Target="../ink/ink187.xml"/><Relationship Id="rId105" Type="http://schemas.openxmlformats.org/officeDocument/2006/relationships/image" Target="../media/image197.png"/><Relationship Id="rId126" Type="http://schemas.openxmlformats.org/officeDocument/2006/relationships/customXml" Target="../ink/ink235.xml"/><Relationship Id="rId147" Type="http://schemas.openxmlformats.org/officeDocument/2006/relationships/image" Target="../media/image218.png"/><Relationship Id="rId168" Type="http://schemas.openxmlformats.org/officeDocument/2006/relationships/customXml" Target="../ink/ink256.xml"/><Relationship Id="rId312" Type="http://schemas.openxmlformats.org/officeDocument/2006/relationships/customXml" Target="../ink/ink328.xml"/><Relationship Id="rId51" Type="http://schemas.openxmlformats.org/officeDocument/2006/relationships/image" Target="../media/image170.png"/><Relationship Id="rId72" Type="http://schemas.openxmlformats.org/officeDocument/2006/relationships/customXml" Target="../ink/ink208.xml"/><Relationship Id="rId93" Type="http://schemas.openxmlformats.org/officeDocument/2006/relationships/image" Target="../media/image191.png"/><Relationship Id="rId189" Type="http://schemas.openxmlformats.org/officeDocument/2006/relationships/image" Target="../media/image239.png"/><Relationship Id="rId3" Type="http://schemas.openxmlformats.org/officeDocument/2006/relationships/image" Target="../media/image1460.png"/><Relationship Id="rId214" Type="http://schemas.openxmlformats.org/officeDocument/2006/relationships/customXml" Target="../ink/ink279.xml"/><Relationship Id="rId235" Type="http://schemas.openxmlformats.org/officeDocument/2006/relationships/image" Target="../media/image262.png"/><Relationship Id="rId256" Type="http://schemas.openxmlformats.org/officeDocument/2006/relationships/customXml" Target="../ink/ink300.xml"/><Relationship Id="rId277" Type="http://schemas.openxmlformats.org/officeDocument/2006/relationships/image" Target="../media/image283.png"/><Relationship Id="rId298" Type="http://schemas.openxmlformats.org/officeDocument/2006/relationships/customXml" Target="../ink/ink321.xml"/><Relationship Id="rId116" Type="http://schemas.openxmlformats.org/officeDocument/2006/relationships/customXml" Target="../ink/ink230.xml"/><Relationship Id="rId137" Type="http://schemas.openxmlformats.org/officeDocument/2006/relationships/image" Target="../media/image213.png"/><Relationship Id="rId158" Type="http://schemas.openxmlformats.org/officeDocument/2006/relationships/customXml" Target="../ink/ink251.xml"/><Relationship Id="rId302" Type="http://schemas.openxmlformats.org/officeDocument/2006/relationships/customXml" Target="../ink/ink323.xml"/><Relationship Id="rId20" Type="http://schemas.openxmlformats.org/officeDocument/2006/relationships/customXml" Target="../ink/ink182.xml"/><Relationship Id="rId41" Type="http://schemas.openxmlformats.org/officeDocument/2006/relationships/image" Target="../media/image165.png"/><Relationship Id="rId62" Type="http://schemas.openxmlformats.org/officeDocument/2006/relationships/customXml" Target="../ink/ink203.xml"/><Relationship Id="rId83" Type="http://schemas.openxmlformats.org/officeDocument/2006/relationships/image" Target="../media/image186.png"/><Relationship Id="rId179" Type="http://schemas.openxmlformats.org/officeDocument/2006/relationships/image" Target="../media/image234.png"/><Relationship Id="rId190" Type="http://schemas.openxmlformats.org/officeDocument/2006/relationships/customXml" Target="../ink/ink267.xml"/><Relationship Id="rId204" Type="http://schemas.openxmlformats.org/officeDocument/2006/relationships/customXml" Target="../ink/ink274.xml"/><Relationship Id="rId225" Type="http://schemas.openxmlformats.org/officeDocument/2006/relationships/image" Target="../media/image257.png"/><Relationship Id="rId246" Type="http://schemas.openxmlformats.org/officeDocument/2006/relationships/customXml" Target="../ink/ink295.xml"/><Relationship Id="rId267" Type="http://schemas.openxmlformats.org/officeDocument/2006/relationships/image" Target="../media/image278.png"/><Relationship Id="rId288" Type="http://schemas.openxmlformats.org/officeDocument/2006/relationships/customXml" Target="../ink/ink316.xml"/><Relationship Id="rId106" Type="http://schemas.openxmlformats.org/officeDocument/2006/relationships/customXml" Target="../ink/ink225.xml"/><Relationship Id="rId127" Type="http://schemas.openxmlformats.org/officeDocument/2006/relationships/image" Target="../media/image208.png"/><Relationship Id="rId313" Type="http://schemas.openxmlformats.org/officeDocument/2006/relationships/image" Target="../media/image301.png"/><Relationship Id="rId10" Type="http://schemas.openxmlformats.org/officeDocument/2006/relationships/customXml" Target="../ink/ink177.xml"/><Relationship Id="rId31" Type="http://schemas.openxmlformats.org/officeDocument/2006/relationships/image" Target="../media/image160.png"/><Relationship Id="rId52" Type="http://schemas.openxmlformats.org/officeDocument/2006/relationships/customXml" Target="../ink/ink198.xml"/><Relationship Id="rId73" Type="http://schemas.openxmlformats.org/officeDocument/2006/relationships/image" Target="../media/image181.png"/><Relationship Id="rId94" Type="http://schemas.openxmlformats.org/officeDocument/2006/relationships/customXml" Target="../ink/ink219.xml"/><Relationship Id="rId148" Type="http://schemas.openxmlformats.org/officeDocument/2006/relationships/customXml" Target="../ink/ink246.xml"/><Relationship Id="rId169" Type="http://schemas.openxmlformats.org/officeDocument/2006/relationships/image" Target="../media/image229.png"/><Relationship Id="rId4" Type="http://schemas.openxmlformats.org/officeDocument/2006/relationships/customXml" Target="../ink/ink174.xml"/><Relationship Id="rId180" Type="http://schemas.openxmlformats.org/officeDocument/2006/relationships/customXml" Target="../ink/ink262.xml"/><Relationship Id="rId215" Type="http://schemas.openxmlformats.org/officeDocument/2006/relationships/image" Target="../media/image252.png"/><Relationship Id="rId236" Type="http://schemas.openxmlformats.org/officeDocument/2006/relationships/customXml" Target="../ink/ink290.xml"/><Relationship Id="rId257" Type="http://schemas.openxmlformats.org/officeDocument/2006/relationships/image" Target="../media/image273.png"/><Relationship Id="rId278" Type="http://schemas.openxmlformats.org/officeDocument/2006/relationships/customXml" Target="../ink/ink311.xml"/><Relationship Id="rId303" Type="http://schemas.openxmlformats.org/officeDocument/2006/relationships/image" Target="../media/image296.png"/><Relationship Id="rId42" Type="http://schemas.openxmlformats.org/officeDocument/2006/relationships/customXml" Target="../ink/ink193.xml"/><Relationship Id="rId84" Type="http://schemas.openxmlformats.org/officeDocument/2006/relationships/customXml" Target="../ink/ink214.xml"/><Relationship Id="rId138" Type="http://schemas.openxmlformats.org/officeDocument/2006/relationships/customXml" Target="../ink/ink241.xml"/><Relationship Id="rId191" Type="http://schemas.openxmlformats.org/officeDocument/2006/relationships/image" Target="../media/image240.png"/><Relationship Id="rId205" Type="http://schemas.openxmlformats.org/officeDocument/2006/relationships/image" Target="../media/image247.png"/><Relationship Id="rId247" Type="http://schemas.openxmlformats.org/officeDocument/2006/relationships/image" Target="../media/image268.png"/><Relationship Id="rId107" Type="http://schemas.openxmlformats.org/officeDocument/2006/relationships/image" Target="../media/image198.png"/><Relationship Id="rId289" Type="http://schemas.openxmlformats.org/officeDocument/2006/relationships/image" Target="../media/image289.png"/><Relationship Id="rId11" Type="http://schemas.openxmlformats.org/officeDocument/2006/relationships/image" Target="../media/image150.png"/><Relationship Id="rId53" Type="http://schemas.openxmlformats.org/officeDocument/2006/relationships/image" Target="../media/image171.png"/><Relationship Id="rId149" Type="http://schemas.openxmlformats.org/officeDocument/2006/relationships/image" Target="../media/image219.png"/><Relationship Id="rId95" Type="http://schemas.openxmlformats.org/officeDocument/2006/relationships/image" Target="../media/image192.png"/><Relationship Id="rId160" Type="http://schemas.openxmlformats.org/officeDocument/2006/relationships/customXml" Target="../ink/ink252.xml"/><Relationship Id="rId216" Type="http://schemas.openxmlformats.org/officeDocument/2006/relationships/customXml" Target="../ink/ink280.xml"/><Relationship Id="rId258" Type="http://schemas.openxmlformats.org/officeDocument/2006/relationships/customXml" Target="../ink/ink301.xml"/><Relationship Id="rId22" Type="http://schemas.openxmlformats.org/officeDocument/2006/relationships/customXml" Target="../ink/ink183.xml"/><Relationship Id="rId64" Type="http://schemas.openxmlformats.org/officeDocument/2006/relationships/customXml" Target="../ink/ink204.xml"/><Relationship Id="rId118" Type="http://schemas.openxmlformats.org/officeDocument/2006/relationships/customXml" Target="../ink/ink231.xml"/><Relationship Id="rId171" Type="http://schemas.openxmlformats.org/officeDocument/2006/relationships/image" Target="../media/image230.png"/><Relationship Id="rId227" Type="http://schemas.openxmlformats.org/officeDocument/2006/relationships/image" Target="../media/image258.png"/><Relationship Id="rId269" Type="http://schemas.openxmlformats.org/officeDocument/2006/relationships/image" Target="../media/image279.png"/><Relationship Id="rId33" Type="http://schemas.openxmlformats.org/officeDocument/2006/relationships/image" Target="../media/image161.png"/><Relationship Id="rId129" Type="http://schemas.openxmlformats.org/officeDocument/2006/relationships/image" Target="../media/image209.png"/><Relationship Id="rId280" Type="http://schemas.openxmlformats.org/officeDocument/2006/relationships/customXml" Target="../ink/ink312.xml"/><Relationship Id="rId75" Type="http://schemas.openxmlformats.org/officeDocument/2006/relationships/image" Target="../media/image182.png"/><Relationship Id="rId140" Type="http://schemas.openxmlformats.org/officeDocument/2006/relationships/customXml" Target="../ink/ink242.xml"/><Relationship Id="rId182" Type="http://schemas.openxmlformats.org/officeDocument/2006/relationships/customXml" Target="../ink/ink263.xml"/><Relationship Id="rId6" Type="http://schemas.openxmlformats.org/officeDocument/2006/relationships/customXml" Target="../ink/ink175.xml"/><Relationship Id="rId238" Type="http://schemas.openxmlformats.org/officeDocument/2006/relationships/customXml" Target="../ink/ink291.xml"/><Relationship Id="rId291" Type="http://schemas.openxmlformats.org/officeDocument/2006/relationships/image" Target="../media/image290.png"/><Relationship Id="rId305" Type="http://schemas.openxmlformats.org/officeDocument/2006/relationships/image" Target="../media/image297.png"/><Relationship Id="rId44" Type="http://schemas.openxmlformats.org/officeDocument/2006/relationships/customXml" Target="../ink/ink194.xml"/><Relationship Id="rId86" Type="http://schemas.openxmlformats.org/officeDocument/2006/relationships/customXml" Target="../ink/ink215.xml"/><Relationship Id="rId151" Type="http://schemas.openxmlformats.org/officeDocument/2006/relationships/image" Target="../media/image22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3.xml"/><Relationship Id="rId18" Type="http://schemas.openxmlformats.org/officeDocument/2006/relationships/image" Target="../media/image310.png"/><Relationship Id="rId26" Type="http://schemas.openxmlformats.org/officeDocument/2006/relationships/image" Target="../media/image314.png"/><Relationship Id="rId39" Type="http://schemas.openxmlformats.org/officeDocument/2006/relationships/customXml" Target="../ink/ink346.xml"/><Relationship Id="rId21" Type="http://schemas.openxmlformats.org/officeDocument/2006/relationships/customXml" Target="../ink/ink337.xml"/><Relationship Id="rId34" Type="http://schemas.openxmlformats.org/officeDocument/2006/relationships/image" Target="../media/image318.png"/><Relationship Id="rId7" Type="http://schemas.openxmlformats.org/officeDocument/2006/relationships/customXml" Target="../ink/ink330.xml"/><Relationship Id="rId12" Type="http://schemas.openxmlformats.org/officeDocument/2006/relationships/image" Target="../media/image307.png"/><Relationship Id="rId17" Type="http://schemas.openxmlformats.org/officeDocument/2006/relationships/customXml" Target="../ink/ink335.xml"/><Relationship Id="rId25" Type="http://schemas.openxmlformats.org/officeDocument/2006/relationships/customXml" Target="../ink/ink339.xml"/><Relationship Id="rId33" Type="http://schemas.openxmlformats.org/officeDocument/2006/relationships/customXml" Target="../ink/ink343.xml"/><Relationship Id="rId38" Type="http://schemas.openxmlformats.org/officeDocument/2006/relationships/image" Target="../media/image320.png"/><Relationship Id="rId2" Type="http://schemas.openxmlformats.org/officeDocument/2006/relationships/image" Target="../media/image302.png"/><Relationship Id="rId16" Type="http://schemas.openxmlformats.org/officeDocument/2006/relationships/image" Target="../media/image309.png"/><Relationship Id="rId20" Type="http://schemas.openxmlformats.org/officeDocument/2006/relationships/image" Target="../media/image311.png"/><Relationship Id="rId29" Type="http://schemas.openxmlformats.org/officeDocument/2006/relationships/customXml" Target="../ink/ink3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41.png"/><Relationship Id="rId11" Type="http://schemas.openxmlformats.org/officeDocument/2006/relationships/customXml" Target="../ink/ink332.xml"/><Relationship Id="rId24" Type="http://schemas.openxmlformats.org/officeDocument/2006/relationships/image" Target="../media/image313.png"/><Relationship Id="rId32" Type="http://schemas.openxmlformats.org/officeDocument/2006/relationships/image" Target="../media/image317.png"/><Relationship Id="rId37" Type="http://schemas.openxmlformats.org/officeDocument/2006/relationships/customXml" Target="../ink/ink345.xml"/><Relationship Id="rId40" Type="http://schemas.openxmlformats.org/officeDocument/2006/relationships/image" Target="../media/image321.png"/><Relationship Id="rId5" Type="http://schemas.openxmlformats.org/officeDocument/2006/relationships/customXml" Target="../ink/ink329.xml"/><Relationship Id="rId15" Type="http://schemas.openxmlformats.org/officeDocument/2006/relationships/customXml" Target="../ink/ink334.xml"/><Relationship Id="rId23" Type="http://schemas.openxmlformats.org/officeDocument/2006/relationships/customXml" Target="../ink/ink338.xml"/><Relationship Id="rId28" Type="http://schemas.openxmlformats.org/officeDocument/2006/relationships/image" Target="../media/image315.png"/><Relationship Id="rId36" Type="http://schemas.openxmlformats.org/officeDocument/2006/relationships/image" Target="../media/image319.png"/><Relationship Id="rId10" Type="http://schemas.openxmlformats.org/officeDocument/2006/relationships/image" Target="../media/image306.png"/><Relationship Id="rId19" Type="http://schemas.openxmlformats.org/officeDocument/2006/relationships/customXml" Target="../ink/ink336.xml"/><Relationship Id="rId31" Type="http://schemas.openxmlformats.org/officeDocument/2006/relationships/customXml" Target="../ink/ink342.xml"/><Relationship Id="rId4" Type="http://schemas.openxmlformats.org/officeDocument/2006/relationships/image" Target="../media/image304.png"/><Relationship Id="rId9" Type="http://schemas.openxmlformats.org/officeDocument/2006/relationships/customXml" Target="../ink/ink331.xml"/><Relationship Id="rId14" Type="http://schemas.openxmlformats.org/officeDocument/2006/relationships/image" Target="../media/image308.png"/><Relationship Id="rId22" Type="http://schemas.openxmlformats.org/officeDocument/2006/relationships/image" Target="../media/image312.png"/><Relationship Id="rId27" Type="http://schemas.openxmlformats.org/officeDocument/2006/relationships/customXml" Target="../ink/ink340.xml"/><Relationship Id="rId30" Type="http://schemas.openxmlformats.org/officeDocument/2006/relationships/image" Target="../media/image316.png"/><Relationship Id="rId35" Type="http://schemas.openxmlformats.org/officeDocument/2006/relationships/customXml" Target="../ink/ink344.xml"/><Relationship Id="rId8" Type="http://schemas.openxmlformats.org/officeDocument/2006/relationships/image" Target="../media/image305.png"/><Relationship Id="rId3" Type="http://schemas.openxmlformats.org/officeDocument/2006/relationships/image" Target="../media/image303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04.xml"/><Relationship Id="rId21" Type="http://schemas.openxmlformats.org/officeDocument/2006/relationships/customXml" Target="../ink/ink356.xml"/><Relationship Id="rId42" Type="http://schemas.openxmlformats.org/officeDocument/2006/relationships/image" Target="../media/image22.png"/><Relationship Id="rId63" Type="http://schemas.openxmlformats.org/officeDocument/2006/relationships/customXml" Target="../ink/ink377.xml"/><Relationship Id="rId84" Type="http://schemas.openxmlformats.org/officeDocument/2006/relationships/image" Target="../media/image3180.png"/><Relationship Id="rId138" Type="http://schemas.openxmlformats.org/officeDocument/2006/relationships/image" Target="../media/image345.png"/><Relationship Id="rId159" Type="http://schemas.openxmlformats.org/officeDocument/2006/relationships/customXml" Target="../ink/ink425.xml"/><Relationship Id="rId170" Type="http://schemas.openxmlformats.org/officeDocument/2006/relationships/image" Target="../media/image361.png"/><Relationship Id="rId107" Type="http://schemas.openxmlformats.org/officeDocument/2006/relationships/customXml" Target="../ink/ink399.xml"/><Relationship Id="rId11" Type="http://schemas.openxmlformats.org/officeDocument/2006/relationships/customXml" Target="../ink/ink351.xml"/><Relationship Id="rId32" Type="http://schemas.openxmlformats.org/officeDocument/2006/relationships/image" Target="../media/image17.png"/><Relationship Id="rId53" Type="http://schemas.openxmlformats.org/officeDocument/2006/relationships/customXml" Target="../ink/ink372.xml"/><Relationship Id="rId74" Type="http://schemas.openxmlformats.org/officeDocument/2006/relationships/image" Target="../media/image3130.png"/><Relationship Id="rId128" Type="http://schemas.openxmlformats.org/officeDocument/2006/relationships/image" Target="../media/image340.png"/><Relationship Id="rId149" Type="http://schemas.openxmlformats.org/officeDocument/2006/relationships/customXml" Target="../ink/ink420.xml"/><Relationship Id="rId5" Type="http://schemas.openxmlformats.org/officeDocument/2006/relationships/customXml" Target="../ink/ink348.xml"/><Relationship Id="rId95" Type="http://schemas.openxmlformats.org/officeDocument/2006/relationships/customXml" Target="../ink/ink393.xml"/><Relationship Id="rId160" Type="http://schemas.openxmlformats.org/officeDocument/2006/relationships/image" Target="../media/image356.png"/><Relationship Id="rId22" Type="http://schemas.openxmlformats.org/officeDocument/2006/relationships/image" Target="../media/image12.png"/><Relationship Id="rId43" Type="http://schemas.openxmlformats.org/officeDocument/2006/relationships/customXml" Target="../ink/ink367.xml"/><Relationship Id="rId64" Type="http://schemas.openxmlformats.org/officeDocument/2006/relationships/image" Target="../media/image3080.png"/><Relationship Id="rId118" Type="http://schemas.openxmlformats.org/officeDocument/2006/relationships/image" Target="../media/image335.png"/><Relationship Id="rId139" Type="http://schemas.openxmlformats.org/officeDocument/2006/relationships/customXml" Target="../ink/ink415.xml"/><Relationship Id="rId85" Type="http://schemas.openxmlformats.org/officeDocument/2006/relationships/customXml" Target="../ink/ink388.xml"/><Relationship Id="rId150" Type="http://schemas.openxmlformats.org/officeDocument/2006/relationships/image" Target="../media/image351.png"/><Relationship Id="rId171" Type="http://schemas.openxmlformats.org/officeDocument/2006/relationships/customXml" Target="../ink/ink431.xml"/><Relationship Id="rId12" Type="http://schemas.openxmlformats.org/officeDocument/2006/relationships/image" Target="../media/image710.png"/><Relationship Id="rId33" Type="http://schemas.openxmlformats.org/officeDocument/2006/relationships/customXml" Target="../ink/ink362.xml"/><Relationship Id="rId108" Type="http://schemas.openxmlformats.org/officeDocument/2006/relationships/image" Target="../media/image330.png"/><Relationship Id="rId129" Type="http://schemas.openxmlformats.org/officeDocument/2006/relationships/customXml" Target="../ink/ink410.xml"/><Relationship Id="rId54" Type="http://schemas.openxmlformats.org/officeDocument/2006/relationships/image" Target="../media/image3030.png"/><Relationship Id="rId70" Type="http://schemas.openxmlformats.org/officeDocument/2006/relationships/image" Target="../media/image3110.png"/><Relationship Id="rId75" Type="http://schemas.openxmlformats.org/officeDocument/2006/relationships/customXml" Target="../ink/ink383.xml"/><Relationship Id="rId91" Type="http://schemas.openxmlformats.org/officeDocument/2006/relationships/customXml" Target="../ink/ink391.xml"/><Relationship Id="rId96" Type="http://schemas.openxmlformats.org/officeDocument/2006/relationships/image" Target="../media/image324.png"/><Relationship Id="rId140" Type="http://schemas.openxmlformats.org/officeDocument/2006/relationships/image" Target="../media/image346.png"/><Relationship Id="rId145" Type="http://schemas.openxmlformats.org/officeDocument/2006/relationships/customXml" Target="../ink/ink418.xml"/><Relationship Id="rId161" Type="http://schemas.openxmlformats.org/officeDocument/2006/relationships/customXml" Target="../ink/ink426.xml"/><Relationship Id="rId166" Type="http://schemas.openxmlformats.org/officeDocument/2006/relationships/image" Target="../media/image3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23" Type="http://schemas.openxmlformats.org/officeDocument/2006/relationships/customXml" Target="../ink/ink357.xml"/><Relationship Id="rId28" Type="http://schemas.openxmlformats.org/officeDocument/2006/relationships/image" Target="../media/image15.png"/><Relationship Id="rId49" Type="http://schemas.openxmlformats.org/officeDocument/2006/relationships/customXml" Target="../ink/ink370.xml"/><Relationship Id="rId114" Type="http://schemas.openxmlformats.org/officeDocument/2006/relationships/image" Target="../media/image333.png"/><Relationship Id="rId119" Type="http://schemas.openxmlformats.org/officeDocument/2006/relationships/customXml" Target="../ink/ink405.xml"/><Relationship Id="rId44" Type="http://schemas.openxmlformats.org/officeDocument/2006/relationships/image" Target="../media/image23.png"/><Relationship Id="rId60" Type="http://schemas.openxmlformats.org/officeDocument/2006/relationships/image" Target="../media/image3060.png"/><Relationship Id="rId65" Type="http://schemas.openxmlformats.org/officeDocument/2006/relationships/customXml" Target="../ink/ink378.xml"/><Relationship Id="rId81" Type="http://schemas.openxmlformats.org/officeDocument/2006/relationships/customXml" Target="../ink/ink386.xml"/><Relationship Id="rId86" Type="http://schemas.openxmlformats.org/officeDocument/2006/relationships/image" Target="../media/image3190.png"/><Relationship Id="rId130" Type="http://schemas.openxmlformats.org/officeDocument/2006/relationships/image" Target="../media/image341.png"/><Relationship Id="rId135" Type="http://schemas.openxmlformats.org/officeDocument/2006/relationships/customXml" Target="../ink/ink413.xml"/><Relationship Id="rId151" Type="http://schemas.openxmlformats.org/officeDocument/2006/relationships/customXml" Target="../ink/ink421.xml"/><Relationship Id="rId156" Type="http://schemas.openxmlformats.org/officeDocument/2006/relationships/image" Target="../media/image354.png"/><Relationship Id="rId172" Type="http://schemas.openxmlformats.org/officeDocument/2006/relationships/image" Target="../media/image363.png"/><Relationship Id="rId13" Type="http://schemas.openxmlformats.org/officeDocument/2006/relationships/customXml" Target="../ink/ink352.xml"/><Relationship Id="rId18" Type="http://schemas.openxmlformats.org/officeDocument/2006/relationships/image" Target="../media/image10.png"/><Relationship Id="rId39" Type="http://schemas.openxmlformats.org/officeDocument/2006/relationships/customXml" Target="../ink/ink365.xml"/><Relationship Id="rId109" Type="http://schemas.openxmlformats.org/officeDocument/2006/relationships/customXml" Target="../ink/ink400.xml"/><Relationship Id="rId34" Type="http://schemas.openxmlformats.org/officeDocument/2006/relationships/image" Target="../media/image18.png"/><Relationship Id="rId50" Type="http://schemas.openxmlformats.org/officeDocument/2006/relationships/image" Target="../media/image3010.png"/><Relationship Id="rId55" Type="http://schemas.openxmlformats.org/officeDocument/2006/relationships/customXml" Target="../ink/ink373.xml"/><Relationship Id="rId76" Type="http://schemas.openxmlformats.org/officeDocument/2006/relationships/image" Target="../media/image3140.png"/><Relationship Id="rId97" Type="http://schemas.openxmlformats.org/officeDocument/2006/relationships/customXml" Target="../ink/ink394.xml"/><Relationship Id="rId104" Type="http://schemas.openxmlformats.org/officeDocument/2006/relationships/image" Target="../media/image328.png"/><Relationship Id="rId120" Type="http://schemas.openxmlformats.org/officeDocument/2006/relationships/image" Target="../media/image336.png"/><Relationship Id="rId125" Type="http://schemas.openxmlformats.org/officeDocument/2006/relationships/customXml" Target="../ink/ink408.xml"/><Relationship Id="rId141" Type="http://schemas.openxmlformats.org/officeDocument/2006/relationships/customXml" Target="../ink/ink416.xml"/><Relationship Id="rId146" Type="http://schemas.openxmlformats.org/officeDocument/2006/relationships/image" Target="../media/image349.png"/><Relationship Id="rId167" Type="http://schemas.openxmlformats.org/officeDocument/2006/relationships/customXml" Target="../ink/ink429.xml"/><Relationship Id="rId7" Type="http://schemas.openxmlformats.org/officeDocument/2006/relationships/customXml" Target="../ink/ink349.xml"/><Relationship Id="rId71" Type="http://schemas.openxmlformats.org/officeDocument/2006/relationships/customXml" Target="../ink/ink381.xml"/><Relationship Id="rId92" Type="http://schemas.openxmlformats.org/officeDocument/2006/relationships/image" Target="../media/image322.png"/><Relationship Id="rId162" Type="http://schemas.openxmlformats.org/officeDocument/2006/relationships/image" Target="../media/image357.png"/><Relationship Id="rId2" Type="http://schemas.openxmlformats.org/officeDocument/2006/relationships/image" Target="../media/image8.png"/><Relationship Id="rId29" Type="http://schemas.openxmlformats.org/officeDocument/2006/relationships/customXml" Target="../ink/ink360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368.xml"/><Relationship Id="rId66" Type="http://schemas.openxmlformats.org/officeDocument/2006/relationships/image" Target="../media/image3090.png"/><Relationship Id="rId87" Type="http://schemas.openxmlformats.org/officeDocument/2006/relationships/customXml" Target="../ink/ink389.xml"/><Relationship Id="rId110" Type="http://schemas.openxmlformats.org/officeDocument/2006/relationships/image" Target="../media/image331.png"/><Relationship Id="rId115" Type="http://schemas.openxmlformats.org/officeDocument/2006/relationships/customXml" Target="../ink/ink403.xml"/><Relationship Id="rId131" Type="http://schemas.openxmlformats.org/officeDocument/2006/relationships/customXml" Target="../ink/ink411.xml"/><Relationship Id="rId136" Type="http://schemas.openxmlformats.org/officeDocument/2006/relationships/image" Target="../media/image344.png"/><Relationship Id="rId157" Type="http://schemas.openxmlformats.org/officeDocument/2006/relationships/customXml" Target="../ink/ink424.xml"/><Relationship Id="rId61" Type="http://schemas.openxmlformats.org/officeDocument/2006/relationships/customXml" Target="../ink/ink376.xml"/><Relationship Id="rId82" Type="http://schemas.openxmlformats.org/officeDocument/2006/relationships/image" Target="../media/image3170.png"/><Relationship Id="rId152" Type="http://schemas.openxmlformats.org/officeDocument/2006/relationships/image" Target="../media/image352.png"/><Relationship Id="rId19" Type="http://schemas.openxmlformats.org/officeDocument/2006/relationships/customXml" Target="../ink/ink355.xml"/><Relationship Id="rId14" Type="http://schemas.openxmlformats.org/officeDocument/2006/relationships/image" Target="../media/image810.png"/><Relationship Id="rId30" Type="http://schemas.openxmlformats.org/officeDocument/2006/relationships/image" Target="../media/image16.png"/><Relationship Id="rId35" Type="http://schemas.openxmlformats.org/officeDocument/2006/relationships/customXml" Target="../ink/ink363.xml"/><Relationship Id="rId56" Type="http://schemas.openxmlformats.org/officeDocument/2006/relationships/image" Target="../media/image3040.png"/><Relationship Id="rId77" Type="http://schemas.openxmlformats.org/officeDocument/2006/relationships/customXml" Target="../ink/ink384.xml"/><Relationship Id="rId100" Type="http://schemas.openxmlformats.org/officeDocument/2006/relationships/image" Target="../media/image326.png"/><Relationship Id="rId105" Type="http://schemas.openxmlformats.org/officeDocument/2006/relationships/customXml" Target="../ink/ink398.xml"/><Relationship Id="rId126" Type="http://schemas.openxmlformats.org/officeDocument/2006/relationships/image" Target="../media/image339.png"/><Relationship Id="rId147" Type="http://schemas.openxmlformats.org/officeDocument/2006/relationships/customXml" Target="../ink/ink419.xml"/><Relationship Id="rId168" Type="http://schemas.openxmlformats.org/officeDocument/2006/relationships/image" Target="../media/image360.png"/><Relationship Id="rId8" Type="http://schemas.openxmlformats.org/officeDocument/2006/relationships/image" Target="../media/image510.png"/><Relationship Id="rId51" Type="http://schemas.openxmlformats.org/officeDocument/2006/relationships/customXml" Target="../ink/ink371.xml"/><Relationship Id="rId72" Type="http://schemas.openxmlformats.org/officeDocument/2006/relationships/image" Target="../media/image3120.png"/><Relationship Id="rId93" Type="http://schemas.openxmlformats.org/officeDocument/2006/relationships/customXml" Target="../ink/ink392.xml"/><Relationship Id="rId98" Type="http://schemas.openxmlformats.org/officeDocument/2006/relationships/image" Target="../media/image325.png"/><Relationship Id="rId121" Type="http://schemas.openxmlformats.org/officeDocument/2006/relationships/customXml" Target="../ink/ink406.xml"/><Relationship Id="rId142" Type="http://schemas.openxmlformats.org/officeDocument/2006/relationships/image" Target="../media/image347.png"/><Relationship Id="rId163" Type="http://schemas.openxmlformats.org/officeDocument/2006/relationships/customXml" Target="../ink/ink427.xml"/><Relationship Id="rId3" Type="http://schemas.openxmlformats.org/officeDocument/2006/relationships/customXml" Target="../ink/ink347.xml"/><Relationship Id="rId25" Type="http://schemas.openxmlformats.org/officeDocument/2006/relationships/customXml" Target="../ink/ink358.xml"/><Relationship Id="rId46" Type="http://schemas.openxmlformats.org/officeDocument/2006/relationships/image" Target="../media/image24.png"/><Relationship Id="rId67" Type="http://schemas.openxmlformats.org/officeDocument/2006/relationships/customXml" Target="../ink/ink379.xml"/><Relationship Id="rId116" Type="http://schemas.openxmlformats.org/officeDocument/2006/relationships/image" Target="../media/image334.png"/><Relationship Id="rId137" Type="http://schemas.openxmlformats.org/officeDocument/2006/relationships/customXml" Target="../ink/ink414.xml"/><Relationship Id="rId158" Type="http://schemas.openxmlformats.org/officeDocument/2006/relationships/image" Target="../media/image355.png"/><Relationship Id="rId20" Type="http://schemas.openxmlformats.org/officeDocument/2006/relationships/image" Target="../media/image11.png"/><Relationship Id="rId41" Type="http://schemas.openxmlformats.org/officeDocument/2006/relationships/customXml" Target="../ink/ink366.xml"/><Relationship Id="rId62" Type="http://schemas.openxmlformats.org/officeDocument/2006/relationships/image" Target="../media/image3070.png"/><Relationship Id="rId83" Type="http://schemas.openxmlformats.org/officeDocument/2006/relationships/customXml" Target="../ink/ink387.xml"/><Relationship Id="rId88" Type="http://schemas.openxmlformats.org/officeDocument/2006/relationships/image" Target="../media/image3200.png"/><Relationship Id="rId111" Type="http://schemas.openxmlformats.org/officeDocument/2006/relationships/customXml" Target="../ink/ink401.xml"/><Relationship Id="rId132" Type="http://schemas.openxmlformats.org/officeDocument/2006/relationships/image" Target="../media/image342.png"/><Relationship Id="rId153" Type="http://schemas.openxmlformats.org/officeDocument/2006/relationships/customXml" Target="../ink/ink422.xml"/><Relationship Id="rId15" Type="http://schemas.openxmlformats.org/officeDocument/2006/relationships/customXml" Target="../ink/ink353.xml"/><Relationship Id="rId36" Type="http://schemas.openxmlformats.org/officeDocument/2006/relationships/image" Target="../media/image19.png"/><Relationship Id="rId57" Type="http://schemas.openxmlformats.org/officeDocument/2006/relationships/customXml" Target="../ink/ink374.xml"/><Relationship Id="rId106" Type="http://schemas.openxmlformats.org/officeDocument/2006/relationships/image" Target="../media/image329.png"/><Relationship Id="rId127" Type="http://schemas.openxmlformats.org/officeDocument/2006/relationships/customXml" Target="../ink/ink409.xml"/><Relationship Id="rId10" Type="http://schemas.openxmlformats.org/officeDocument/2006/relationships/image" Target="../media/image610.png"/><Relationship Id="rId31" Type="http://schemas.openxmlformats.org/officeDocument/2006/relationships/customXml" Target="../ink/ink361.xml"/><Relationship Id="rId52" Type="http://schemas.openxmlformats.org/officeDocument/2006/relationships/image" Target="../media/image3020.png"/><Relationship Id="rId73" Type="http://schemas.openxmlformats.org/officeDocument/2006/relationships/customXml" Target="../ink/ink382.xml"/><Relationship Id="rId78" Type="http://schemas.openxmlformats.org/officeDocument/2006/relationships/image" Target="../media/image3150.png"/><Relationship Id="rId94" Type="http://schemas.openxmlformats.org/officeDocument/2006/relationships/image" Target="../media/image323.png"/><Relationship Id="rId99" Type="http://schemas.openxmlformats.org/officeDocument/2006/relationships/customXml" Target="../ink/ink395.xml"/><Relationship Id="rId101" Type="http://schemas.openxmlformats.org/officeDocument/2006/relationships/customXml" Target="../ink/ink396.xml"/><Relationship Id="rId122" Type="http://schemas.openxmlformats.org/officeDocument/2006/relationships/image" Target="../media/image337.png"/><Relationship Id="rId143" Type="http://schemas.openxmlformats.org/officeDocument/2006/relationships/customXml" Target="../ink/ink417.xml"/><Relationship Id="rId148" Type="http://schemas.openxmlformats.org/officeDocument/2006/relationships/image" Target="../media/image350.png"/><Relationship Id="rId164" Type="http://schemas.openxmlformats.org/officeDocument/2006/relationships/image" Target="../media/image358.png"/><Relationship Id="rId169" Type="http://schemas.openxmlformats.org/officeDocument/2006/relationships/customXml" Target="../ink/ink430.xml"/><Relationship Id="rId4" Type="http://schemas.openxmlformats.org/officeDocument/2006/relationships/image" Target="../media/image362.png"/><Relationship Id="rId9" Type="http://schemas.openxmlformats.org/officeDocument/2006/relationships/customXml" Target="../ink/ink350.xml"/><Relationship Id="rId26" Type="http://schemas.openxmlformats.org/officeDocument/2006/relationships/image" Target="../media/image14.png"/><Relationship Id="rId47" Type="http://schemas.openxmlformats.org/officeDocument/2006/relationships/customXml" Target="../ink/ink369.xml"/><Relationship Id="rId68" Type="http://schemas.openxmlformats.org/officeDocument/2006/relationships/image" Target="../media/image3100.png"/><Relationship Id="rId89" Type="http://schemas.openxmlformats.org/officeDocument/2006/relationships/customXml" Target="../ink/ink390.xml"/><Relationship Id="rId112" Type="http://schemas.openxmlformats.org/officeDocument/2006/relationships/image" Target="../media/image332.png"/><Relationship Id="rId133" Type="http://schemas.openxmlformats.org/officeDocument/2006/relationships/customXml" Target="../ink/ink412.xml"/><Relationship Id="rId154" Type="http://schemas.openxmlformats.org/officeDocument/2006/relationships/image" Target="../media/image353.png"/><Relationship Id="rId16" Type="http://schemas.openxmlformats.org/officeDocument/2006/relationships/image" Target="../media/image9.png"/><Relationship Id="rId37" Type="http://schemas.openxmlformats.org/officeDocument/2006/relationships/customXml" Target="../ink/ink364.xml"/><Relationship Id="rId58" Type="http://schemas.openxmlformats.org/officeDocument/2006/relationships/image" Target="../media/image3050.png"/><Relationship Id="rId79" Type="http://schemas.openxmlformats.org/officeDocument/2006/relationships/customXml" Target="../ink/ink385.xml"/><Relationship Id="rId102" Type="http://schemas.openxmlformats.org/officeDocument/2006/relationships/image" Target="../media/image327.png"/><Relationship Id="rId123" Type="http://schemas.openxmlformats.org/officeDocument/2006/relationships/customXml" Target="../ink/ink407.xml"/><Relationship Id="rId144" Type="http://schemas.openxmlformats.org/officeDocument/2006/relationships/image" Target="../media/image348.png"/><Relationship Id="rId90" Type="http://schemas.openxmlformats.org/officeDocument/2006/relationships/image" Target="../media/image3210.png"/><Relationship Id="rId165" Type="http://schemas.openxmlformats.org/officeDocument/2006/relationships/customXml" Target="../ink/ink428.xml"/><Relationship Id="rId27" Type="http://schemas.openxmlformats.org/officeDocument/2006/relationships/customXml" Target="../ink/ink359.xml"/><Relationship Id="rId48" Type="http://schemas.openxmlformats.org/officeDocument/2006/relationships/image" Target="../media/image25.png"/><Relationship Id="rId69" Type="http://schemas.openxmlformats.org/officeDocument/2006/relationships/customXml" Target="../ink/ink380.xml"/><Relationship Id="rId113" Type="http://schemas.openxmlformats.org/officeDocument/2006/relationships/customXml" Target="../ink/ink402.xml"/><Relationship Id="rId134" Type="http://schemas.openxmlformats.org/officeDocument/2006/relationships/image" Target="../media/image343.png"/><Relationship Id="rId80" Type="http://schemas.openxmlformats.org/officeDocument/2006/relationships/image" Target="../media/image3160.png"/><Relationship Id="rId155" Type="http://schemas.openxmlformats.org/officeDocument/2006/relationships/customXml" Target="../ink/ink423.xml"/><Relationship Id="rId17" Type="http://schemas.openxmlformats.org/officeDocument/2006/relationships/customXml" Target="../ink/ink354.xml"/><Relationship Id="rId38" Type="http://schemas.openxmlformats.org/officeDocument/2006/relationships/image" Target="../media/image20.png"/><Relationship Id="rId59" Type="http://schemas.openxmlformats.org/officeDocument/2006/relationships/customXml" Target="../ink/ink375.xml"/><Relationship Id="rId103" Type="http://schemas.openxmlformats.org/officeDocument/2006/relationships/customXml" Target="../ink/ink397.xml"/><Relationship Id="rId124" Type="http://schemas.openxmlformats.org/officeDocument/2006/relationships/image" Target="../media/image3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6522D-6524-4009-8B39-4C1EE47F1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Minimum Cost Flow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49564-01BD-48A0-899D-6FDA549BC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Production/Distribution Problem</a:t>
            </a:r>
          </a:p>
        </p:txBody>
      </p:sp>
    </p:spTree>
    <p:extLst>
      <p:ext uri="{BB962C8B-B14F-4D97-AF65-F5344CB8AC3E}">
        <p14:creationId xmlns:p14="http://schemas.microsoft.com/office/powerpoint/2010/main" val="1770752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08C80-7361-4C91-A0E3-153C4A12E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9B294-4D14-47FC-B026-97940F739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C9997-E8DF-47EE-8462-11F236B62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6302"/>
            <a:ext cx="12192000" cy="50653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6DDEA9-9266-42CE-8BD3-2A9B45FBDAB3}"/>
                  </a:ext>
                </a:extLst>
              </p14:cNvPr>
              <p14:cNvContentPartPr/>
              <p14:nvPr/>
            </p14:nvContentPartPr>
            <p14:xfrm>
              <a:off x="608400" y="36360"/>
              <a:ext cx="11062080" cy="6469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6DDEA9-9266-42CE-8BD3-2A9B45FBDA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9040" y="27000"/>
                <a:ext cx="11080800" cy="648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2718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A3B480A7-023E-4A2C-892A-08D3651F3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494"/>
            <a:ext cx="5487996" cy="205276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772DDCB-D776-4EA6-B91E-2C24459A4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996" y="1857679"/>
            <a:ext cx="6696075" cy="4543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433D48-2AE5-4B2F-9AC2-1FEE5E3D7B85}"/>
                  </a:ext>
                </a:extLst>
              </p14:cNvPr>
              <p14:cNvContentPartPr/>
              <p14:nvPr/>
            </p14:nvContentPartPr>
            <p14:xfrm>
              <a:off x="1449000" y="97920"/>
              <a:ext cx="10667520" cy="6627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433D48-2AE5-4B2F-9AC2-1FEE5E3D7B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9640" y="88560"/>
                <a:ext cx="10686240" cy="664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976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46FB-E893-4EDC-BE0A-DFC17374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Production/Distribution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29573-6D69-4DDA-8DFD-F6CF64B07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car manufacturer has several manufacturing plants and produces several car models at each plant that it then ships to geographically dispersed retail </a:t>
            </a:r>
            <a:r>
              <a:rPr lang="en-GB" dirty="0" err="1"/>
              <a:t>centers</a:t>
            </a:r>
            <a:r>
              <a:rPr lang="en-GB" dirty="0"/>
              <a:t> throughout the country. </a:t>
            </a:r>
          </a:p>
          <a:p>
            <a:r>
              <a:rPr lang="en-GB" dirty="0"/>
              <a:t>Each retail </a:t>
            </a:r>
            <a:r>
              <a:rPr lang="en-GB" dirty="0" err="1"/>
              <a:t>center</a:t>
            </a:r>
            <a:r>
              <a:rPr lang="en-GB" dirty="0"/>
              <a:t> requests a specific number of cars of each model. </a:t>
            </a:r>
          </a:p>
          <a:p>
            <a:r>
              <a:rPr lang="en-GB" dirty="0"/>
              <a:t>The firm must determine the production plan of each model at each plant and a shipping pattern that satisfies the demands of each retail </a:t>
            </a:r>
            <a:r>
              <a:rPr lang="en-GB" dirty="0" err="1"/>
              <a:t>center</a:t>
            </a:r>
            <a:r>
              <a:rPr lang="en-GB" dirty="0"/>
              <a:t> and minimizes the overall cost of production and transportation.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BE7D92D-0B54-4E1E-B76E-AF007B23E15B}"/>
                  </a:ext>
                </a:extLst>
              </p14:cNvPr>
              <p14:cNvContentPartPr/>
              <p14:nvPr/>
            </p14:nvContentPartPr>
            <p14:xfrm>
              <a:off x="3347280" y="582840"/>
              <a:ext cx="8707680" cy="5784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BE7D92D-0B54-4E1E-B76E-AF007B23E1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7920" y="573480"/>
                <a:ext cx="8726400" cy="580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7487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46FB-E893-4EDC-BE0A-DFC17374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Production/Distribution Demands and Costs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5CDD52-0163-41CF-A4B8-DADC07AC8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2036309"/>
              </p:ext>
            </p:extLst>
          </p:nvPr>
        </p:nvGraphicFramePr>
        <p:xfrm>
          <a:off x="838200" y="1656469"/>
          <a:ext cx="10515600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78806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4885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69358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6254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1388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Retailer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Retailer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691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80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9060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B24536-971A-4F28-BFF9-E7A145D9C6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4623108"/>
              </p:ext>
            </p:extLst>
          </p:nvPr>
        </p:nvGraphicFramePr>
        <p:xfrm>
          <a:off x="838197" y="5267520"/>
          <a:ext cx="10515603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478806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534885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0693585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362548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73042073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01122400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1388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GB" dirty="0"/>
                        <a:t>Plant 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GB" dirty="0"/>
                        <a:t>Plant 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 dirty="0"/>
                        <a:t>Retailer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691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067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Retail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Retail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800388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2D53040-4726-49A2-98A3-787A5B59D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669953"/>
              </p:ext>
            </p:extLst>
          </p:nvPr>
        </p:nvGraphicFramePr>
        <p:xfrm>
          <a:off x="1654927" y="3504382"/>
          <a:ext cx="8127999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3814081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761617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25946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Plant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052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58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40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838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F9114A8-526C-4D15-BF05-EF3000C6E88C}"/>
              </a:ext>
            </a:extLst>
          </p:cNvPr>
          <p:cNvSpPr txBox="1"/>
          <p:nvPr/>
        </p:nvSpPr>
        <p:spPr>
          <a:xfrm>
            <a:off x="5024487" y="1243585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Supply/Demand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968A6-D44B-4E9F-8242-EF209C72AD16}"/>
              </a:ext>
            </a:extLst>
          </p:cNvPr>
          <p:cNvSpPr txBox="1"/>
          <p:nvPr/>
        </p:nvSpPr>
        <p:spPr>
          <a:xfrm>
            <a:off x="5024487" y="3137440"/>
            <a:ext cx="192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Cost of Production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D52FF-5E11-4DF1-B89B-AB46861558D3}"/>
              </a:ext>
            </a:extLst>
          </p:cNvPr>
          <p:cNvSpPr txBox="1"/>
          <p:nvPr/>
        </p:nvSpPr>
        <p:spPr>
          <a:xfrm>
            <a:off x="4912212" y="4919398"/>
            <a:ext cx="2267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Cost of Transportation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2F17407-92CC-4EC3-865C-0E679A3FD166}"/>
                  </a:ext>
                </a:extLst>
              </p14:cNvPr>
              <p14:cNvContentPartPr/>
              <p14:nvPr/>
            </p14:nvContentPartPr>
            <p14:xfrm>
              <a:off x="3367440" y="1366560"/>
              <a:ext cx="7684560" cy="5330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2F17407-92CC-4EC3-865C-0E679A3FD1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8080" y="1357200"/>
                <a:ext cx="7703280" cy="534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3189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46FB-E893-4EDC-BE0A-DFC17374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29573-6D69-4DDA-8DFD-F6CF64B07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F0CFE-E10E-48FE-80A3-2BCC560C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134" y="1409465"/>
            <a:ext cx="6935732" cy="520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397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46FB-E893-4EDC-BE0A-DFC17374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29573-6D69-4DDA-8DFD-F6CF64B07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F0CFE-E10E-48FE-80A3-2BCC560C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134" y="1409465"/>
            <a:ext cx="6935732" cy="52000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2554AB-200F-4167-82D4-3A549B667C97}"/>
                  </a:ext>
                </a:extLst>
              </p14:cNvPr>
              <p14:cNvContentPartPr/>
              <p14:nvPr/>
            </p14:nvContentPartPr>
            <p14:xfrm>
              <a:off x="3391029" y="2375914"/>
              <a:ext cx="28800" cy="215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2554AB-200F-4167-82D4-3A549B667C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2029" y="2367274"/>
                <a:ext cx="464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480C0DD-45C7-4B4F-BAEC-F7BBBF1D1F1B}"/>
                  </a:ext>
                </a:extLst>
              </p14:cNvPr>
              <p14:cNvContentPartPr/>
              <p14:nvPr/>
            </p14:nvContentPartPr>
            <p14:xfrm>
              <a:off x="3372669" y="4696834"/>
              <a:ext cx="117000" cy="134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480C0DD-45C7-4B4F-BAEC-F7BBBF1D1F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64029" y="4688194"/>
                <a:ext cx="1346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72259D-60A0-4E43-B75B-E4C2075717AC}"/>
                  </a:ext>
                </a:extLst>
              </p14:cNvPr>
              <p14:cNvContentPartPr/>
              <p14:nvPr/>
            </p14:nvContentPartPr>
            <p14:xfrm>
              <a:off x="5151789" y="1947874"/>
              <a:ext cx="109080" cy="154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72259D-60A0-4E43-B75B-E4C2075717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43149" y="1938874"/>
                <a:ext cx="12672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DB1FAD5-01A3-4C8B-94D6-529956C293F4}"/>
              </a:ext>
            </a:extLst>
          </p:cNvPr>
          <p:cNvGrpSpPr/>
          <p:nvPr/>
        </p:nvGrpSpPr>
        <p:grpSpPr>
          <a:xfrm>
            <a:off x="5148549" y="2873074"/>
            <a:ext cx="101880" cy="116280"/>
            <a:chOff x="5148549" y="2873074"/>
            <a:chExt cx="10188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B3FC02-1474-452D-84D3-1618630FF33D}"/>
                    </a:ext>
                  </a:extLst>
                </p14:cNvPr>
                <p14:cNvContentPartPr/>
                <p14:nvPr/>
              </p14:nvContentPartPr>
              <p14:xfrm>
                <a:off x="5148549" y="2873074"/>
                <a:ext cx="101880" cy="97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B3FC02-1474-452D-84D3-1618630FF33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39909" y="2864074"/>
                  <a:ext cx="119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514C65A-51C8-4937-B5CD-D2698201CF68}"/>
                    </a:ext>
                  </a:extLst>
                </p14:cNvPr>
                <p14:cNvContentPartPr/>
                <p14:nvPr/>
              </p14:nvContentPartPr>
              <p14:xfrm>
                <a:off x="5207589" y="2902234"/>
                <a:ext cx="20880" cy="87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514C65A-51C8-4937-B5CD-D2698201CF6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98589" y="2893234"/>
                  <a:ext cx="3852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CB7320-8F52-44FD-8946-DC35611B006F}"/>
              </a:ext>
            </a:extLst>
          </p:cNvPr>
          <p:cNvGrpSpPr/>
          <p:nvPr/>
        </p:nvGrpSpPr>
        <p:grpSpPr>
          <a:xfrm>
            <a:off x="5127309" y="3764794"/>
            <a:ext cx="113040" cy="146880"/>
            <a:chOff x="5127309" y="3764794"/>
            <a:chExt cx="11304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3621463-B770-44BF-A7C0-C42B94E8748E}"/>
                    </a:ext>
                  </a:extLst>
                </p14:cNvPr>
                <p14:cNvContentPartPr/>
                <p14:nvPr/>
              </p14:nvContentPartPr>
              <p14:xfrm>
                <a:off x="5150709" y="3764794"/>
                <a:ext cx="54360" cy="20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3621463-B770-44BF-A7C0-C42B94E8748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41709" y="3756154"/>
                  <a:ext cx="72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3DA51E-C11C-4322-8638-F59737EE8A9E}"/>
                    </a:ext>
                  </a:extLst>
                </p14:cNvPr>
                <p14:cNvContentPartPr/>
                <p14:nvPr/>
              </p14:nvContentPartPr>
              <p14:xfrm>
                <a:off x="5127309" y="3782074"/>
                <a:ext cx="113040" cy="12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3DA51E-C11C-4322-8638-F59737EE8A9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118309" y="3773074"/>
                  <a:ext cx="130680" cy="14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5DC515-9737-4C25-B20B-FF213DD82FBF}"/>
                  </a:ext>
                </a:extLst>
              </p14:cNvPr>
              <p14:cNvContentPartPr/>
              <p14:nvPr/>
            </p14:nvContentPartPr>
            <p14:xfrm>
              <a:off x="5163309" y="4656874"/>
              <a:ext cx="69120" cy="162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5DC515-9737-4C25-B20B-FF213DD82FB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54669" y="4648234"/>
                <a:ext cx="86760" cy="1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06370F3-8547-4A48-9931-4AA2DA567115}"/>
              </a:ext>
            </a:extLst>
          </p:cNvPr>
          <p:cNvGrpSpPr/>
          <p:nvPr/>
        </p:nvGrpSpPr>
        <p:grpSpPr>
          <a:xfrm>
            <a:off x="5141349" y="5606554"/>
            <a:ext cx="145080" cy="109080"/>
            <a:chOff x="5141349" y="5606554"/>
            <a:chExt cx="145080" cy="10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C3B18B2-1D96-4861-A117-AD118BF96785}"/>
                    </a:ext>
                  </a:extLst>
                </p14:cNvPr>
                <p14:cNvContentPartPr/>
                <p14:nvPr/>
              </p14:nvContentPartPr>
              <p14:xfrm>
                <a:off x="5141349" y="5606554"/>
                <a:ext cx="118080" cy="109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C3B18B2-1D96-4861-A117-AD118BF9678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132349" y="5597914"/>
                  <a:ext cx="135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83777AF-7348-468E-8E96-D9987194321E}"/>
                    </a:ext>
                  </a:extLst>
                </p14:cNvPr>
                <p14:cNvContentPartPr/>
                <p14:nvPr/>
              </p14:nvContentPartPr>
              <p14:xfrm>
                <a:off x="5205789" y="5629594"/>
                <a:ext cx="80640" cy="33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83777AF-7348-468E-8E96-D998719432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96789" y="5620594"/>
                  <a:ext cx="98280" cy="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66B7947-D081-4955-98CC-DB668AE07A2E}"/>
                  </a:ext>
                </a:extLst>
              </p14:cNvPr>
              <p14:cNvContentPartPr/>
              <p14:nvPr/>
            </p14:nvContentPartPr>
            <p14:xfrm>
              <a:off x="7050429" y="1932034"/>
              <a:ext cx="93240" cy="160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66B7947-D081-4955-98CC-DB668AE07A2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041789" y="1923034"/>
                <a:ext cx="110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3060D25-7E3C-4675-BA64-2E45C60587C6}"/>
                  </a:ext>
                </a:extLst>
              </p14:cNvPr>
              <p14:cNvContentPartPr/>
              <p14:nvPr/>
            </p14:nvContentPartPr>
            <p14:xfrm>
              <a:off x="7029909" y="2873074"/>
              <a:ext cx="84240" cy="145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3060D25-7E3C-4675-BA64-2E45C60587C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020909" y="2864434"/>
                <a:ext cx="10188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30AA822B-C319-453E-8BA2-F0FA0FDA3AC8}"/>
              </a:ext>
            </a:extLst>
          </p:cNvPr>
          <p:cNvGrpSpPr/>
          <p:nvPr/>
        </p:nvGrpSpPr>
        <p:grpSpPr>
          <a:xfrm>
            <a:off x="7020549" y="3797194"/>
            <a:ext cx="120960" cy="97560"/>
            <a:chOff x="7020549" y="3797194"/>
            <a:chExt cx="120960" cy="9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EC1766-BBBD-419C-B611-6EDB6869AE9E}"/>
                    </a:ext>
                  </a:extLst>
                </p14:cNvPr>
                <p14:cNvContentPartPr/>
                <p14:nvPr/>
              </p14:nvContentPartPr>
              <p14:xfrm>
                <a:off x="7020549" y="3797194"/>
                <a:ext cx="7560" cy="97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EC1766-BBBD-419C-B611-6EDB6869AE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11909" y="3788194"/>
                  <a:ext cx="25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E1DEB1-3CD3-4D8F-9766-10EDC9DFC62E}"/>
                    </a:ext>
                  </a:extLst>
                </p14:cNvPr>
                <p14:cNvContentPartPr/>
                <p14:nvPr/>
              </p14:nvContentPartPr>
              <p14:xfrm>
                <a:off x="7069509" y="3817354"/>
                <a:ext cx="72000" cy="63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E1DEB1-3CD3-4D8F-9766-10EDC9DFC62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60869" y="3808714"/>
                  <a:ext cx="8964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B59A2BD-1575-4C85-BE7D-A6E6ADF6B149}"/>
              </a:ext>
            </a:extLst>
          </p:cNvPr>
          <p:cNvGrpSpPr/>
          <p:nvPr/>
        </p:nvGrpSpPr>
        <p:grpSpPr>
          <a:xfrm>
            <a:off x="7039989" y="4721674"/>
            <a:ext cx="88560" cy="113760"/>
            <a:chOff x="7039989" y="4721674"/>
            <a:chExt cx="88560" cy="11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645054A-BFDF-48AC-B0E1-07D97C5D8E69}"/>
                    </a:ext>
                  </a:extLst>
                </p14:cNvPr>
                <p14:cNvContentPartPr/>
                <p14:nvPr/>
              </p14:nvContentPartPr>
              <p14:xfrm>
                <a:off x="7039989" y="4746514"/>
                <a:ext cx="21960" cy="88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645054A-BFDF-48AC-B0E1-07D97C5D8E6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30989" y="4737874"/>
                  <a:ext cx="39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8BE50A8-19B9-401A-9916-8007365E1F7D}"/>
                    </a:ext>
                  </a:extLst>
                </p14:cNvPr>
                <p14:cNvContentPartPr/>
                <p14:nvPr/>
              </p14:nvContentPartPr>
              <p14:xfrm>
                <a:off x="7106589" y="4721674"/>
                <a:ext cx="21960" cy="104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8BE50A8-19B9-401A-9916-8007365E1F7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97589" y="4713034"/>
                  <a:ext cx="396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7C459C-B4B9-4746-B86C-3AB1537B7FAA}"/>
              </a:ext>
            </a:extLst>
          </p:cNvPr>
          <p:cNvGrpSpPr/>
          <p:nvPr/>
        </p:nvGrpSpPr>
        <p:grpSpPr>
          <a:xfrm>
            <a:off x="7045389" y="5657674"/>
            <a:ext cx="140040" cy="100800"/>
            <a:chOff x="7045389" y="5657674"/>
            <a:chExt cx="140040" cy="10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961D017-CE48-4ED2-8F4F-6E3559EFD165}"/>
                    </a:ext>
                  </a:extLst>
                </p14:cNvPr>
                <p14:cNvContentPartPr/>
                <p14:nvPr/>
              </p14:nvContentPartPr>
              <p14:xfrm>
                <a:off x="7045389" y="5677834"/>
                <a:ext cx="6120" cy="6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961D017-CE48-4ED2-8F4F-6E3559EFD16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36749" y="5669194"/>
                  <a:ext cx="23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437D731-9ED8-4B18-BEF7-F88C13C39159}"/>
                    </a:ext>
                  </a:extLst>
                </p14:cNvPr>
                <p14:cNvContentPartPr/>
                <p14:nvPr/>
              </p14:nvContentPartPr>
              <p14:xfrm>
                <a:off x="7087869" y="5657674"/>
                <a:ext cx="97560" cy="10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437D731-9ED8-4B18-BEF7-F88C13C3915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078869" y="5648674"/>
                  <a:ext cx="1152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E773AF4-6671-4DFE-9AA0-8E93B2090414}"/>
              </a:ext>
            </a:extLst>
          </p:cNvPr>
          <p:cNvGrpSpPr/>
          <p:nvPr/>
        </p:nvGrpSpPr>
        <p:grpSpPr>
          <a:xfrm>
            <a:off x="8915949" y="2867674"/>
            <a:ext cx="141840" cy="170280"/>
            <a:chOff x="8915949" y="2867674"/>
            <a:chExt cx="14184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41D689D-25BA-46FE-8118-BDA085E9597F}"/>
                    </a:ext>
                  </a:extLst>
                </p14:cNvPr>
                <p14:cNvContentPartPr/>
                <p14:nvPr/>
              </p14:nvContentPartPr>
              <p14:xfrm>
                <a:off x="8915949" y="2871274"/>
                <a:ext cx="13320" cy="129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41D689D-25BA-46FE-8118-BDA085E9597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07309" y="2862274"/>
                  <a:ext cx="309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141D6B0-9931-4AA2-8417-4F784196A3CD}"/>
                    </a:ext>
                  </a:extLst>
                </p14:cNvPr>
                <p14:cNvContentPartPr/>
                <p14:nvPr/>
              </p14:nvContentPartPr>
              <p14:xfrm>
                <a:off x="8985069" y="2867674"/>
                <a:ext cx="72720" cy="170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141D6B0-9931-4AA2-8417-4F784196A3C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976069" y="2858674"/>
                  <a:ext cx="9036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B5AF22A-11D1-4870-B6F1-FD463CCDFE42}"/>
              </a:ext>
            </a:extLst>
          </p:cNvPr>
          <p:cNvGrpSpPr/>
          <p:nvPr/>
        </p:nvGrpSpPr>
        <p:grpSpPr>
          <a:xfrm>
            <a:off x="8866989" y="5159074"/>
            <a:ext cx="196200" cy="161280"/>
            <a:chOff x="8866989" y="5159074"/>
            <a:chExt cx="19620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7206F57-DC12-4851-A832-0D28543F4083}"/>
                    </a:ext>
                  </a:extLst>
                </p14:cNvPr>
                <p14:cNvContentPartPr/>
                <p14:nvPr/>
              </p14:nvContentPartPr>
              <p14:xfrm>
                <a:off x="8866989" y="5186434"/>
                <a:ext cx="34200" cy="110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7206F57-DC12-4851-A832-0D28543F408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57989" y="5177794"/>
                  <a:ext cx="518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D6AE98-6EFB-48AC-BD94-93933E26558A}"/>
                    </a:ext>
                  </a:extLst>
                </p14:cNvPr>
                <p14:cNvContentPartPr/>
                <p14:nvPr/>
              </p14:nvContentPartPr>
              <p14:xfrm>
                <a:off x="8977149" y="5159074"/>
                <a:ext cx="86040" cy="127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D6AE98-6EFB-48AC-BD94-93933E2655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68149" y="5150074"/>
                  <a:ext cx="1036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74D7CB-8CEE-479E-823D-BADF725DAECD}"/>
                    </a:ext>
                  </a:extLst>
                </p14:cNvPr>
                <p14:cNvContentPartPr/>
                <p14:nvPr/>
              </p14:nvContentPartPr>
              <p14:xfrm>
                <a:off x="9025389" y="5218474"/>
                <a:ext cx="5400" cy="101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74D7CB-8CEE-479E-823D-BADF725DAEC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16749" y="5209474"/>
                  <a:ext cx="2304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8FA79AB-2AB3-4958-A57A-01ED3BBA1CE9}"/>
                  </a:ext>
                </a:extLst>
              </p14:cNvPr>
              <p14:cNvContentPartPr/>
              <p14:nvPr/>
            </p14:nvContentPartPr>
            <p14:xfrm>
              <a:off x="662760" y="354960"/>
              <a:ext cx="9403560" cy="59191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8FA79AB-2AB3-4958-A57A-01ED3BBA1CE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53400" y="345600"/>
                <a:ext cx="9422280" cy="593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33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FF0CFE-E10E-48FE-80A3-2BCC560C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134" y="1409465"/>
            <a:ext cx="6935732" cy="52000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2554AB-200F-4167-82D4-3A549B667C97}"/>
                  </a:ext>
                </a:extLst>
              </p14:cNvPr>
              <p14:cNvContentPartPr/>
              <p14:nvPr/>
            </p14:nvContentPartPr>
            <p14:xfrm>
              <a:off x="3391029" y="2375914"/>
              <a:ext cx="28800" cy="215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2554AB-200F-4167-82D4-3A549B667C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2029" y="2367274"/>
                <a:ext cx="464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480C0DD-45C7-4B4F-BAEC-F7BBBF1D1F1B}"/>
                  </a:ext>
                </a:extLst>
              </p14:cNvPr>
              <p14:cNvContentPartPr/>
              <p14:nvPr/>
            </p14:nvContentPartPr>
            <p14:xfrm>
              <a:off x="3372669" y="4696834"/>
              <a:ext cx="117000" cy="134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480C0DD-45C7-4B4F-BAEC-F7BBBF1D1F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64029" y="4688194"/>
                <a:ext cx="1346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72259D-60A0-4E43-B75B-E4C2075717AC}"/>
                  </a:ext>
                </a:extLst>
              </p14:cNvPr>
              <p14:cNvContentPartPr/>
              <p14:nvPr/>
            </p14:nvContentPartPr>
            <p14:xfrm>
              <a:off x="5151789" y="1947874"/>
              <a:ext cx="109080" cy="154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72259D-60A0-4E43-B75B-E4C2075717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43149" y="1938874"/>
                <a:ext cx="12672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DB1FAD5-01A3-4C8B-94D6-529956C293F4}"/>
              </a:ext>
            </a:extLst>
          </p:cNvPr>
          <p:cNvGrpSpPr/>
          <p:nvPr/>
        </p:nvGrpSpPr>
        <p:grpSpPr>
          <a:xfrm>
            <a:off x="5148549" y="2873074"/>
            <a:ext cx="101880" cy="116280"/>
            <a:chOff x="5148549" y="2873074"/>
            <a:chExt cx="10188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B3FC02-1474-452D-84D3-1618630FF33D}"/>
                    </a:ext>
                  </a:extLst>
                </p14:cNvPr>
                <p14:cNvContentPartPr/>
                <p14:nvPr/>
              </p14:nvContentPartPr>
              <p14:xfrm>
                <a:off x="5148549" y="2873074"/>
                <a:ext cx="101880" cy="97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B3FC02-1474-452D-84D3-1618630FF33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39909" y="2864074"/>
                  <a:ext cx="119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514C65A-51C8-4937-B5CD-D2698201CF68}"/>
                    </a:ext>
                  </a:extLst>
                </p14:cNvPr>
                <p14:cNvContentPartPr/>
                <p14:nvPr/>
              </p14:nvContentPartPr>
              <p14:xfrm>
                <a:off x="5207589" y="2902234"/>
                <a:ext cx="20880" cy="87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514C65A-51C8-4937-B5CD-D2698201CF6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98589" y="2893234"/>
                  <a:ext cx="3852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CB7320-8F52-44FD-8946-DC35611B006F}"/>
              </a:ext>
            </a:extLst>
          </p:cNvPr>
          <p:cNvGrpSpPr/>
          <p:nvPr/>
        </p:nvGrpSpPr>
        <p:grpSpPr>
          <a:xfrm>
            <a:off x="5127309" y="3764794"/>
            <a:ext cx="113040" cy="146880"/>
            <a:chOff x="5127309" y="3764794"/>
            <a:chExt cx="11304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3621463-B770-44BF-A7C0-C42B94E8748E}"/>
                    </a:ext>
                  </a:extLst>
                </p14:cNvPr>
                <p14:cNvContentPartPr/>
                <p14:nvPr/>
              </p14:nvContentPartPr>
              <p14:xfrm>
                <a:off x="5150709" y="3764794"/>
                <a:ext cx="54360" cy="20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3621463-B770-44BF-A7C0-C42B94E8748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41709" y="3756154"/>
                  <a:ext cx="72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3DA51E-C11C-4322-8638-F59737EE8A9E}"/>
                    </a:ext>
                  </a:extLst>
                </p14:cNvPr>
                <p14:cNvContentPartPr/>
                <p14:nvPr/>
              </p14:nvContentPartPr>
              <p14:xfrm>
                <a:off x="5127309" y="3782074"/>
                <a:ext cx="113040" cy="12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3DA51E-C11C-4322-8638-F59737EE8A9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118309" y="3773074"/>
                  <a:ext cx="130680" cy="14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5DC515-9737-4C25-B20B-FF213DD82FBF}"/>
                  </a:ext>
                </a:extLst>
              </p14:cNvPr>
              <p14:cNvContentPartPr/>
              <p14:nvPr/>
            </p14:nvContentPartPr>
            <p14:xfrm>
              <a:off x="5163309" y="4656874"/>
              <a:ext cx="69120" cy="162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5DC515-9737-4C25-B20B-FF213DD82FB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54669" y="4648234"/>
                <a:ext cx="86760" cy="1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06370F3-8547-4A48-9931-4AA2DA567115}"/>
              </a:ext>
            </a:extLst>
          </p:cNvPr>
          <p:cNvGrpSpPr/>
          <p:nvPr/>
        </p:nvGrpSpPr>
        <p:grpSpPr>
          <a:xfrm>
            <a:off x="5141349" y="5606554"/>
            <a:ext cx="145080" cy="109080"/>
            <a:chOff x="5141349" y="5606554"/>
            <a:chExt cx="145080" cy="10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C3B18B2-1D96-4861-A117-AD118BF96785}"/>
                    </a:ext>
                  </a:extLst>
                </p14:cNvPr>
                <p14:cNvContentPartPr/>
                <p14:nvPr/>
              </p14:nvContentPartPr>
              <p14:xfrm>
                <a:off x="5141349" y="5606554"/>
                <a:ext cx="118080" cy="109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C3B18B2-1D96-4861-A117-AD118BF9678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132349" y="5597914"/>
                  <a:ext cx="135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83777AF-7348-468E-8E96-D9987194321E}"/>
                    </a:ext>
                  </a:extLst>
                </p14:cNvPr>
                <p14:cNvContentPartPr/>
                <p14:nvPr/>
              </p14:nvContentPartPr>
              <p14:xfrm>
                <a:off x="5205789" y="5629594"/>
                <a:ext cx="80640" cy="33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83777AF-7348-468E-8E96-D998719432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96789" y="5620594"/>
                  <a:ext cx="98280" cy="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66B7947-D081-4955-98CC-DB668AE07A2E}"/>
                  </a:ext>
                </a:extLst>
              </p14:cNvPr>
              <p14:cNvContentPartPr/>
              <p14:nvPr/>
            </p14:nvContentPartPr>
            <p14:xfrm>
              <a:off x="7050429" y="1932034"/>
              <a:ext cx="93240" cy="160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66B7947-D081-4955-98CC-DB668AE07A2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041789" y="1923034"/>
                <a:ext cx="110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3060D25-7E3C-4675-BA64-2E45C60587C6}"/>
                  </a:ext>
                </a:extLst>
              </p14:cNvPr>
              <p14:cNvContentPartPr/>
              <p14:nvPr/>
            </p14:nvContentPartPr>
            <p14:xfrm>
              <a:off x="7029909" y="2873074"/>
              <a:ext cx="84240" cy="145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3060D25-7E3C-4675-BA64-2E45C60587C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020909" y="2864434"/>
                <a:ext cx="10188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30AA822B-C319-453E-8BA2-F0FA0FDA3AC8}"/>
              </a:ext>
            </a:extLst>
          </p:cNvPr>
          <p:cNvGrpSpPr/>
          <p:nvPr/>
        </p:nvGrpSpPr>
        <p:grpSpPr>
          <a:xfrm>
            <a:off x="7020549" y="3797194"/>
            <a:ext cx="120960" cy="97560"/>
            <a:chOff x="7020549" y="3797194"/>
            <a:chExt cx="120960" cy="9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EC1766-BBBD-419C-B611-6EDB6869AE9E}"/>
                    </a:ext>
                  </a:extLst>
                </p14:cNvPr>
                <p14:cNvContentPartPr/>
                <p14:nvPr/>
              </p14:nvContentPartPr>
              <p14:xfrm>
                <a:off x="7020549" y="3797194"/>
                <a:ext cx="7560" cy="97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EC1766-BBBD-419C-B611-6EDB6869AE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11909" y="3788194"/>
                  <a:ext cx="25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E1DEB1-3CD3-4D8F-9766-10EDC9DFC62E}"/>
                    </a:ext>
                  </a:extLst>
                </p14:cNvPr>
                <p14:cNvContentPartPr/>
                <p14:nvPr/>
              </p14:nvContentPartPr>
              <p14:xfrm>
                <a:off x="7069509" y="3817354"/>
                <a:ext cx="72000" cy="63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E1DEB1-3CD3-4D8F-9766-10EDC9DFC62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60869" y="3808714"/>
                  <a:ext cx="8964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B59A2BD-1575-4C85-BE7D-A6E6ADF6B149}"/>
              </a:ext>
            </a:extLst>
          </p:cNvPr>
          <p:cNvGrpSpPr/>
          <p:nvPr/>
        </p:nvGrpSpPr>
        <p:grpSpPr>
          <a:xfrm>
            <a:off x="7039989" y="4721674"/>
            <a:ext cx="88560" cy="113760"/>
            <a:chOff x="7039989" y="4721674"/>
            <a:chExt cx="88560" cy="11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645054A-BFDF-48AC-B0E1-07D97C5D8E69}"/>
                    </a:ext>
                  </a:extLst>
                </p14:cNvPr>
                <p14:cNvContentPartPr/>
                <p14:nvPr/>
              </p14:nvContentPartPr>
              <p14:xfrm>
                <a:off x="7039989" y="4746514"/>
                <a:ext cx="21960" cy="88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645054A-BFDF-48AC-B0E1-07D97C5D8E6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30989" y="4737874"/>
                  <a:ext cx="39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8BE50A8-19B9-401A-9916-8007365E1F7D}"/>
                    </a:ext>
                  </a:extLst>
                </p14:cNvPr>
                <p14:cNvContentPartPr/>
                <p14:nvPr/>
              </p14:nvContentPartPr>
              <p14:xfrm>
                <a:off x="7106589" y="4721674"/>
                <a:ext cx="21960" cy="104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8BE50A8-19B9-401A-9916-8007365E1F7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97589" y="4713034"/>
                  <a:ext cx="396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7C459C-B4B9-4746-B86C-3AB1537B7FAA}"/>
              </a:ext>
            </a:extLst>
          </p:cNvPr>
          <p:cNvGrpSpPr/>
          <p:nvPr/>
        </p:nvGrpSpPr>
        <p:grpSpPr>
          <a:xfrm>
            <a:off x="7045389" y="5657674"/>
            <a:ext cx="140040" cy="100800"/>
            <a:chOff x="7045389" y="5657674"/>
            <a:chExt cx="140040" cy="10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961D017-CE48-4ED2-8F4F-6E3559EFD165}"/>
                    </a:ext>
                  </a:extLst>
                </p14:cNvPr>
                <p14:cNvContentPartPr/>
                <p14:nvPr/>
              </p14:nvContentPartPr>
              <p14:xfrm>
                <a:off x="7045389" y="5677834"/>
                <a:ext cx="6120" cy="6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961D017-CE48-4ED2-8F4F-6E3559EFD16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36749" y="5669194"/>
                  <a:ext cx="23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437D731-9ED8-4B18-BEF7-F88C13C39159}"/>
                    </a:ext>
                  </a:extLst>
                </p14:cNvPr>
                <p14:cNvContentPartPr/>
                <p14:nvPr/>
              </p14:nvContentPartPr>
              <p14:xfrm>
                <a:off x="7087869" y="5657674"/>
                <a:ext cx="97560" cy="10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437D731-9ED8-4B18-BEF7-F88C13C3915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078869" y="5648674"/>
                  <a:ext cx="1152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E773AF4-6671-4DFE-9AA0-8E93B2090414}"/>
              </a:ext>
            </a:extLst>
          </p:cNvPr>
          <p:cNvGrpSpPr/>
          <p:nvPr/>
        </p:nvGrpSpPr>
        <p:grpSpPr>
          <a:xfrm>
            <a:off x="8915949" y="2867674"/>
            <a:ext cx="141840" cy="170280"/>
            <a:chOff x="8915949" y="2867674"/>
            <a:chExt cx="14184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41D689D-25BA-46FE-8118-BDA085E9597F}"/>
                    </a:ext>
                  </a:extLst>
                </p14:cNvPr>
                <p14:cNvContentPartPr/>
                <p14:nvPr/>
              </p14:nvContentPartPr>
              <p14:xfrm>
                <a:off x="8915949" y="2871274"/>
                <a:ext cx="13320" cy="129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41D689D-25BA-46FE-8118-BDA085E9597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07309" y="2862274"/>
                  <a:ext cx="309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141D6B0-9931-4AA2-8417-4F784196A3CD}"/>
                    </a:ext>
                  </a:extLst>
                </p14:cNvPr>
                <p14:cNvContentPartPr/>
                <p14:nvPr/>
              </p14:nvContentPartPr>
              <p14:xfrm>
                <a:off x="8985069" y="2867674"/>
                <a:ext cx="72720" cy="170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141D6B0-9931-4AA2-8417-4F784196A3C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976069" y="2858674"/>
                  <a:ext cx="9036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B5AF22A-11D1-4870-B6F1-FD463CCDFE42}"/>
              </a:ext>
            </a:extLst>
          </p:cNvPr>
          <p:cNvGrpSpPr/>
          <p:nvPr/>
        </p:nvGrpSpPr>
        <p:grpSpPr>
          <a:xfrm>
            <a:off x="8866989" y="5159074"/>
            <a:ext cx="196200" cy="161280"/>
            <a:chOff x="8866989" y="5159074"/>
            <a:chExt cx="19620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7206F57-DC12-4851-A832-0D28543F4083}"/>
                    </a:ext>
                  </a:extLst>
                </p14:cNvPr>
                <p14:cNvContentPartPr/>
                <p14:nvPr/>
              </p14:nvContentPartPr>
              <p14:xfrm>
                <a:off x="8866989" y="5186434"/>
                <a:ext cx="34200" cy="110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7206F57-DC12-4851-A832-0D28543F408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57989" y="5177794"/>
                  <a:ext cx="518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D6AE98-6EFB-48AC-BD94-93933E26558A}"/>
                    </a:ext>
                  </a:extLst>
                </p14:cNvPr>
                <p14:cNvContentPartPr/>
                <p14:nvPr/>
              </p14:nvContentPartPr>
              <p14:xfrm>
                <a:off x="8977149" y="5159074"/>
                <a:ext cx="86040" cy="127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D6AE98-6EFB-48AC-BD94-93933E2655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68149" y="5150074"/>
                  <a:ext cx="1036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74D7CB-8CEE-479E-823D-BADF725DAECD}"/>
                    </a:ext>
                  </a:extLst>
                </p14:cNvPr>
                <p14:cNvContentPartPr/>
                <p14:nvPr/>
              </p14:nvContentPartPr>
              <p14:xfrm>
                <a:off x="9025389" y="5218474"/>
                <a:ext cx="5400" cy="101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74D7CB-8CEE-479E-823D-BADF725DAEC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16749" y="5209474"/>
                  <a:ext cx="230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31C149C-D46A-462F-AA47-0ECEDAAECEDA}"/>
              </a:ext>
            </a:extLst>
          </p:cNvPr>
          <p:cNvGrpSpPr/>
          <p:nvPr/>
        </p:nvGrpSpPr>
        <p:grpSpPr>
          <a:xfrm>
            <a:off x="3818520" y="1976995"/>
            <a:ext cx="411480" cy="191880"/>
            <a:chOff x="3818520" y="1976995"/>
            <a:chExt cx="41148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2835F7-0E7C-4604-B568-6F7488C36CB6}"/>
                    </a:ext>
                  </a:extLst>
                </p14:cNvPr>
                <p14:cNvContentPartPr/>
                <p14:nvPr/>
              </p14:nvContentPartPr>
              <p14:xfrm>
                <a:off x="3818520" y="2002195"/>
                <a:ext cx="174960" cy="145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2835F7-0E7C-4604-B568-6F7488C36CB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09880" y="1993195"/>
                  <a:ext cx="192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D250ADB-E7C5-4473-9B1E-301BFDA7D17E}"/>
                    </a:ext>
                  </a:extLst>
                </p14:cNvPr>
                <p14:cNvContentPartPr/>
                <p14:nvPr/>
              </p14:nvContentPartPr>
              <p14:xfrm>
                <a:off x="3906360" y="1976995"/>
                <a:ext cx="65880" cy="18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D250ADB-E7C5-4473-9B1E-301BFDA7D17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97360" y="1968355"/>
                  <a:ext cx="83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07B60E-8103-44F0-805B-C9AD233F0D20}"/>
                    </a:ext>
                  </a:extLst>
                </p14:cNvPr>
                <p14:cNvContentPartPr/>
                <p14:nvPr/>
              </p14:nvContentPartPr>
              <p14:xfrm>
                <a:off x="4061520" y="2109115"/>
                <a:ext cx="26640" cy="54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007B60E-8103-44F0-805B-C9AD233F0D2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052880" y="2100115"/>
                  <a:ext cx="44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B7373FA-21C3-4757-8DAE-024D43ECFE5B}"/>
                    </a:ext>
                  </a:extLst>
                </p14:cNvPr>
                <p14:cNvContentPartPr/>
                <p14:nvPr/>
              </p14:nvContentPartPr>
              <p14:xfrm>
                <a:off x="4164120" y="2065195"/>
                <a:ext cx="65880" cy="103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B7373FA-21C3-4757-8DAE-024D43ECFE5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55480" y="2056195"/>
                  <a:ext cx="8352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9A141FB-62FC-4754-B99C-C9E5257388E6}"/>
              </a:ext>
            </a:extLst>
          </p:cNvPr>
          <p:cNvGrpSpPr/>
          <p:nvPr/>
        </p:nvGrpSpPr>
        <p:grpSpPr>
          <a:xfrm>
            <a:off x="4023000" y="2441035"/>
            <a:ext cx="302760" cy="221040"/>
            <a:chOff x="4023000" y="2441035"/>
            <a:chExt cx="30276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D3DD80B-A78F-4A70-B4AD-2D8F027B926E}"/>
                    </a:ext>
                  </a:extLst>
                </p14:cNvPr>
                <p14:cNvContentPartPr/>
                <p14:nvPr/>
              </p14:nvContentPartPr>
              <p14:xfrm>
                <a:off x="4023000" y="2441035"/>
                <a:ext cx="80640" cy="124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D3DD80B-A78F-4A70-B4AD-2D8F027B926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14000" y="2432395"/>
                  <a:ext cx="98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F5F6F01-1696-4E13-AD1C-F88BDC07F3C7}"/>
                    </a:ext>
                  </a:extLst>
                </p14:cNvPr>
                <p14:cNvContentPartPr/>
                <p14:nvPr/>
              </p14:nvContentPartPr>
              <p14:xfrm>
                <a:off x="4036680" y="2481355"/>
                <a:ext cx="73800" cy="63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F5F6F01-1696-4E13-AD1C-F88BDC07F3C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027680" y="2472355"/>
                  <a:ext cx="91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8A8AB7-BF7D-4B4E-ADF5-7E37B3CA4A7D}"/>
                    </a:ext>
                  </a:extLst>
                </p14:cNvPr>
                <p14:cNvContentPartPr/>
                <p14:nvPr/>
              </p14:nvContentPartPr>
              <p14:xfrm>
                <a:off x="4186800" y="2548675"/>
                <a:ext cx="7560" cy="62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8A8AB7-BF7D-4B4E-ADF5-7E37B3CA4A7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77800" y="2539675"/>
                  <a:ext cx="252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75E5CF-BB3D-4AC9-92D0-47287F6E0A5C}"/>
                    </a:ext>
                  </a:extLst>
                </p14:cNvPr>
                <p14:cNvContentPartPr/>
                <p14:nvPr/>
              </p14:nvContentPartPr>
              <p14:xfrm>
                <a:off x="4240080" y="2561995"/>
                <a:ext cx="82800" cy="56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75E5CF-BB3D-4AC9-92D0-47287F6E0A5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31080" y="2553355"/>
                  <a:ext cx="100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F82A937-DBA1-480A-AD71-B418C5A5C088}"/>
                    </a:ext>
                  </a:extLst>
                </p14:cNvPr>
                <p14:cNvContentPartPr/>
                <p14:nvPr/>
              </p14:nvContentPartPr>
              <p14:xfrm>
                <a:off x="4280760" y="2570635"/>
                <a:ext cx="45000" cy="91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F82A937-DBA1-480A-AD71-B418C5A5C08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272120" y="2561635"/>
                  <a:ext cx="6264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3D8048B-FCCC-413C-B008-5FE1695CE22B}"/>
              </a:ext>
            </a:extLst>
          </p:cNvPr>
          <p:cNvGrpSpPr/>
          <p:nvPr/>
        </p:nvGrpSpPr>
        <p:grpSpPr>
          <a:xfrm>
            <a:off x="5769360" y="1795915"/>
            <a:ext cx="383040" cy="186840"/>
            <a:chOff x="5769360" y="1795915"/>
            <a:chExt cx="383040" cy="1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A0C44F5-28E5-4E92-B127-1918763B6354}"/>
                    </a:ext>
                  </a:extLst>
                </p14:cNvPr>
                <p14:cNvContentPartPr/>
                <p14:nvPr/>
              </p14:nvContentPartPr>
              <p14:xfrm>
                <a:off x="5769360" y="1795915"/>
                <a:ext cx="104760" cy="151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A0C44F5-28E5-4E92-B127-1918763B635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760720" y="1786915"/>
                  <a:ext cx="1224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4B8612-BB2F-4A8D-9CE1-F663D6D6B44B}"/>
                    </a:ext>
                  </a:extLst>
                </p14:cNvPr>
                <p14:cNvContentPartPr/>
                <p14:nvPr/>
              </p14:nvContentPartPr>
              <p14:xfrm>
                <a:off x="5792400" y="1813915"/>
                <a:ext cx="80640" cy="132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4B8612-BB2F-4A8D-9CE1-F663D6D6B44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783400" y="1804915"/>
                  <a:ext cx="98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D02D029-18EC-4CD7-A0FB-0E28085D589F}"/>
                    </a:ext>
                  </a:extLst>
                </p14:cNvPr>
                <p14:cNvContentPartPr/>
                <p14:nvPr/>
              </p14:nvContentPartPr>
              <p14:xfrm>
                <a:off x="5929920" y="1915795"/>
                <a:ext cx="55080" cy="66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D02D029-18EC-4CD7-A0FB-0E28085D589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921280" y="1907155"/>
                  <a:ext cx="72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918B145-0153-49FE-B0B1-AEA3FC90E981}"/>
                    </a:ext>
                  </a:extLst>
                </p14:cNvPr>
                <p14:cNvContentPartPr/>
                <p14:nvPr/>
              </p14:nvContentPartPr>
              <p14:xfrm>
                <a:off x="6054120" y="1897795"/>
                <a:ext cx="98280" cy="83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918B145-0153-49FE-B0B1-AEA3FC90E98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45480" y="1888795"/>
                  <a:ext cx="11592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5008BB2-3ED5-485C-B0C5-888578A09493}"/>
              </a:ext>
            </a:extLst>
          </p:cNvPr>
          <p:cNvGrpSpPr/>
          <p:nvPr/>
        </p:nvGrpSpPr>
        <p:grpSpPr>
          <a:xfrm>
            <a:off x="7774200" y="2115595"/>
            <a:ext cx="409680" cy="304200"/>
            <a:chOff x="7774200" y="2115595"/>
            <a:chExt cx="40968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3B228A8-FB87-49F2-A4AB-49A4F4958177}"/>
                    </a:ext>
                  </a:extLst>
                </p14:cNvPr>
                <p14:cNvContentPartPr/>
                <p14:nvPr/>
              </p14:nvContentPartPr>
              <p14:xfrm>
                <a:off x="7786800" y="2115595"/>
                <a:ext cx="61920" cy="147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3B228A8-FB87-49F2-A4AB-49A4F495817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777800" y="2106955"/>
                  <a:ext cx="79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23ED2A-B797-4FCC-B7C0-22D9CFF96F9B}"/>
                    </a:ext>
                  </a:extLst>
                </p14:cNvPr>
                <p14:cNvContentPartPr/>
                <p14:nvPr/>
              </p14:nvContentPartPr>
              <p14:xfrm>
                <a:off x="7774200" y="2130355"/>
                <a:ext cx="104760" cy="111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23ED2A-B797-4FCC-B7C0-22D9CFF96F9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765200" y="2121355"/>
                  <a:ext cx="122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DBD1424-78E3-403A-9BE2-6DA3DCB4390E}"/>
                    </a:ext>
                  </a:extLst>
                </p14:cNvPr>
                <p14:cNvContentPartPr/>
                <p14:nvPr/>
              </p14:nvContentPartPr>
              <p14:xfrm>
                <a:off x="7903440" y="2238715"/>
                <a:ext cx="62640" cy="69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DBD1424-78E3-403A-9BE2-6DA3DCB4390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894800" y="2230075"/>
                  <a:ext cx="80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EAB74A-0B01-4B22-9BEC-AE35F6B84197}"/>
                    </a:ext>
                  </a:extLst>
                </p14:cNvPr>
                <p14:cNvContentPartPr/>
                <p14:nvPr/>
              </p14:nvContentPartPr>
              <p14:xfrm>
                <a:off x="7990560" y="2312155"/>
                <a:ext cx="17640" cy="30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EAB74A-0B01-4B22-9BEC-AE35F6B8419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981560" y="2303515"/>
                  <a:ext cx="35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2A76DBE-A2CB-41CF-9E9F-F4CCB1B67319}"/>
                    </a:ext>
                  </a:extLst>
                </p14:cNvPr>
                <p14:cNvContentPartPr/>
                <p14:nvPr/>
              </p14:nvContentPartPr>
              <p14:xfrm>
                <a:off x="8062920" y="2296315"/>
                <a:ext cx="24840" cy="612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2A76DBE-A2CB-41CF-9E9F-F4CCB1B6731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054280" y="2287675"/>
                  <a:ext cx="42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14A9DF2-1165-4C01-8540-463E523526CC}"/>
                    </a:ext>
                  </a:extLst>
                </p14:cNvPr>
                <p14:cNvContentPartPr/>
                <p14:nvPr/>
              </p14:nvContentPartPr>
              <p14:xfrm>
                <a:off x="8113320" y="2320435"/>
                <a:ext cx="70560" cy="99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14A9DF2-1165-4C01-8540-463E523526C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104320" y="2311435"/>
                  <a:ext cx="882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4CEFDBB-86FA-4FC7-B0BC-E5F4DF67D67E}"/>
              </a:ext>
            </a:extLst>
          </p:cNvPr>
          <p:cNvGrpSpPr/>
          <p:nvPr/>
        </p:nvGrpSpPr>
        <p:grpSpPr>
          <a:xfrm>
            <a:off x="7573320" y="2730475"/>
            <a:ext cx="478800" cy="176040"/>
            <a:chOff x="7573320" y="2730475"/>
            <a:chExt cx="478800" cy="17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49517B-94CC-4B5E-9D35-E995DE119AAF}"/>
                    </a:ext>
                  </a:extLst>
                </p14:cNvPr>
                <p14:cNvContentPartPr/>
                <p14:nvPr/>
              </p14:nvContentPartPr>
              <p14:xfrm>
                <a:off x="7582320" y="2730475"/>
                <a:ext cx="78480" cy="102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49517B-94CC-4B5E-9D35-E995DE119AA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73320" y="2721835"/>
                  <a:ext cx="96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B4E57B6-820F-43FC-887C-FDB5EC9D6D3C}"/>
                    </a:ext>
                  </a:extLst>
                </p14:cNvPr>
                <p14:cNvContentPartPr/>
                <p14:nvPr/>
              </p14:nvContentPartPr>
              <p14:xfrm>
                <a:off x="7573320" y="2772235"/>
                <a:ext cx="83880" cy="57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B4E57B6-820F-43FC-887C-FDB5EC9D6D3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564320" y="2763595"/>
                  <a:ext cx="1015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32C6705-4685-423D-A350-2524332DE792}"/>
                    </a:ext>
                  </a:extLst>
                </p14:cNvPr>
                <p14:cNvContentPartPr/>
                <p14:nvPr/>
              </p14:nvContentPartPr>
              <p14:xfrm>
                <a:off x="7714440" y="2795275"/>
                <a:ext cx="59760" cy="70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32C6705-4685-423D-A350-2524332DE79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705800" y="2786635"/>
                  <a:ext cx="774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4C836B7-E729-48E5-9B12-36F159501876}"/>
                    </a:ext>
                  </a:extLst>
                </p14:cNvPr>
                <p14:cNvContentPartPr/>
                <p14:nvPr/>
              </p14:nvContentPartPr>
              <p14:xfrm>
                <a:off x="7829280" y="2840995"/>
                <a:ext cx="19800" cy="47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4C836B7-E729-48E5-9B12-36F15950187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20280" y="2832355"/>
                  <a:ext cx="37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0CC8701-6D0A-4872-91FD-223A92CAEDE3}"/>
                    </a:ext>
                  </a:extLst>
                </p14:cNvPr>
                <p14:cNvContentPartPr/>
                <p14:nvPr/>
              </p14:nvContentPartPr>
              <p14:xfrm>
                <a:off x="7937280" y="2826955"/>
                <a:ext cx="14760" cy="511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0CC8701-6D0A-4872-91FD-223A92CAEDE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928280" y="2818315"/>
                  <a:ext cx="32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2F67F39-676F-4595-9081-DFFC8299E090}"/>
                    </a:ext>
                  </a:extLst>
                </p14:cNvPr>
                <p14:cNvContentPartPr/>
                <p14:nvPr/>
              </p14:nvContentPartPr>
              <p14:xfrm>
                <a:off x="8006040" y="2812195"/>
                <a:ext cx="46080" cy="94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2F67F39-676F-4595-9081-DFFC8299E09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997040" y="2803195"/>
                  <a:ext cx="6372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83B3CDB-8A36-4456-952B-6967AE60A990}"/>
              </a:ext>
            </a:extLst>
          </p:cNvPr>
          <p:cNvGrpSpPr/>
          <p:nvPr/>
        </p:nvGrpSpPr>
        <p:grpSpPr>
          <a:xfrm>
            <a:off x="8553960" y="1840597"/>
            <a:ext cx="754200" cy="519840"/>
            <a:chOff x="8553960" y="1840597"/>
            <a:chExt cx="754200" cy="51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3787065-8F88-4D46-AD63-C524C6C94113}"/>
                    </a:ext>
                  </a:extLst>
                </p14:cNvPr>
                <p14:cNvContentPartPr/>
                <p14:nvPr/>
              </p14:nvContentPartPr>
              <p14:xfrm>
                <a:off x="8598600" y="1840597"/>
                <a:ext cx="709560" cy="469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3787065-8F88-4D46-AD63-C524C6C9411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589960" y="1831597"/>
                  <a:ext cx="7272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37A9660-71EF-4BFF-989C-72A949BDEEED}"/>
                    </a:ext>
                  </a:extLst>
                </p14:cNvPr>
                <p14:cNvContentPartPr/>
                <p14:nvPr/>
              </p14:nvContentPartPr>
              <p14:xfrm>
                <a:off x="8553960" y="2167837"/>
                <a:ext cx="181080" cy="192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37A9660-71EF-4BFF-989C-72A949BDEEE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545320" y="2159197"/>
                  <a:ext cx="19872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4CBD3081-9111-4392-BE7A-29FB64F72126}"/>
                  </a:ext>
                </a:extLst>
              </p14:cNvPr>
              <p14:cNvContentPartPr/>
              <p14:nvPr/>
            </p14:nvContentPartPr>
            <p14:xfrm>
              <a:off x="9618120" y="1674277"/>
              <a:ext cx="15480" cy="1911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4CBD3081-9111-4392-BE7A-29FB64F72126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609120" y="1665637"/>
                <a:ext cx="3312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C53CB10F-4AA9-4677-AA3A-C713B979CE9F}"/>
              </a:ext>
            </a:extLst>
          </p:cNvPr>
          <p:cNvGrpSpPr/>
          <p:nvPr/>
        </p:nvGrpSpPr>
        <p:grpSpPr>
          <a:xfrm>
            <a:off x="6008400" y="1071997"/>
            <a:ext cx="280080" cy="485640"/>
            <a:chOff x="6008400" y="1071997"/>
            <a:chExt cx="28008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AF2B747-AF1E-4FE8-9B49-342AE4022843}"/>
                    </a:ext>
                  </a:extLst>
                </p14:cNvPr>
                <p14:cNvContentPartPr/>
                <p14:nvPr/>
              </p14:nvContentPartPr>
              <p14:xfrm>
                <a:off x="6062400" y="1071997"/>
                <a:ext cx="226080" cy="450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AF2B747-AF1E-4FE8-9B49-342AE402284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053760" y="1062997"/>
                  <a:ext cx="24372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7C838B8-4C74-4825-8723-4938A52C090A}"/>
                    </a:ext>
                  </a:extLst>
                </p14:cNvPr>
                <p14:cNvContentPartPr/>
                <p14:nvPr/>
              </p14:nvContentPartPr>
              <p14:xfrm>
                <a:off x="6008400" y="1398877"/>
                <a:ext cx="187560" cy="158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7C838B8-4C74-4825-8723-4938A52C090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999760" y="1390237"/>
                  <a:ext cx="20520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F5EC300-5856-4E6C-A50D-71EF94305660}"/>
              </a:ext>
            </a:extLst>
          </p:cNvPr>
          <p:cNvGrpSpPr/>
          <p:nvPr/>
        </p:nvGrpSpPr>
        <p:grpSpPr>
          <a:xfrm>
            <a:off x="6432120" y="681037"/>
            <a:ext cx="376200" cy="224280"/>
            <a:chOff x="6432120" y="681037"/>
            <a:chExt cx="37620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B81DE8B-B342-43D7-81D6-727EC9400B97}"/>
                    </a:ext>
                  </a:extLst>
                </p14:cNvPr>
                <p14:cNvContentPartPr/>
                <p14:nvPr/>
              </p14:nvContentPartPr>
              <p14:xfrm>
                <a:off x="6432120" y="807757"/>
                <a:ext cx="64800" cy="97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B81DE8B-B342-43D7-81D6-727EC9400B9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23480" y="799117"/>
                  <a:ext cx="82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3DD5975-74ED-45EF-BD9E-357C96AC46D3}"/>
                    </a:ext>
                  </a:extLst>
                </p14:cNvPr>
                <p14:cNvContentPartPr/>
                <p14:nvPr/>
              </p14:nvContentPartPr>
              <p14:xfrm>
                <a:off x="6508800" y="809917"/>
                <a:ext cx="60120" cy="54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3DD5975-74ED-45EF-BD9E-357C96AC46D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499800" y="800917"/>
                  <a:ext cx="77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46C7E61-DEC2-4524-A3C5-6547E889DC7C}"/>
                    </a:ext>
                  </a:extLst>
                </p14:cNvPr>
                <p14:cNvContentPartPr/>
                <p14:nvPr/>
              </p14:nvContentPartPr>
              <p14:xfrm>
                <a:off x="6610320" y="725677"/>
                <a:ext cx="90360" cy="126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46C7E61-DEC2-4524-A3C5-6547E889DC7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601680" y="716677"/>
                  <a:ext cx="1080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41A9B84-DA85-4810-9846-E876BE7A4933}"/>
                    </a:ext>
                  </a:extLst>
                </p14:cNvPr>
                <p14:cNvContentPartPr/>
                <p14:nvPr/>
              </p14:nvContentPartPr>
              <p14:xfrm>
                <a:off x="6724800" y="681037"/>
                <a:ext cx="56880" cy="131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41A9B84-DA85-4810-9846-E876BE7A493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716160" y="672037"/>
                  <a:ext cx="74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C4F1FF9-AA70-47A1-BF21-1A0E178A42FA}"/>
                    </a:ext>
                  </a:extLst>
                </p14:cNvPr>
                <p14:cNvContentPartPr/>
                <p14:nvPr/>
              </p14:nvContentPartPr>
              <p14:xfrm>
                <a:off x="6743160" y="715237"/>
                <a:ext cx="65160" cy="57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C4F1FF9-AA70-47A1-BF21-1A0E178A42F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34520" y="706237"/>
                  <a:ext cx="8280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70BABE2-4545-4B85-83CA-A36A1B636EF0}"/>
              </a:ext>
            </a:extLst>
          </p:cNvPr>
          <p:cNvGrpSpPr/>
          <p:nvPr/>
        </p:nvGrpSpPr>
        <p:grpSpPr>
          <a:xfrm>
            <a:off x="7025760" y="543157"/>
            <a:ext cx="354600" cy="125280"/>
            <a:chOff x="7025760" y="543157"/>
            <a:chExt cx="354600" cy="1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4110661-9D04-4EDB-AC15-2CD44B6BE137}"/>
                    </a:ext>
                  </a:extLst>
                </p14:cNvPr>
                <p14:cNvContentPartPr/>
                <p14:nvPr/>
              </p14:nvContentPartPr>
              <p14:xfrm>
                <a:off x="7025760" y="558997"/>
                <a:ext cx="93600" cy="109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4110661-9D04-4EDB-AC15-2CD44B6BE13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017120" y="550357"/>
                  <a:ext cx="111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824F3FB-D405-44A6-B155-CEC6B620809E}"/>
                    </a:ext>
                  </a:extLst>
                </p14:cNvPr>
                <p14:cNvContentPartPr/>
                <p14:nvPr/>
              </p14:nvContentPartPr>
              <p14:xfrm>
                <a:off x="7193160" y="592477"/>
                <a:ext cx="70560" cy="75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824F3FB-D405-44A6-B155-CEC6B620809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184520" y="583837"/>
                  <a:ext cx="88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9E7A825-878F-4337-A6BD-4133A5BF2D4E}"/>
                    </a:ext>
                  </a:extLst>
                </p14:cNvPr>
                <p14:cNvContentPartPr/>
                <p14:nvPr/>
              </p14:nvContentPartPr>
              <p14:xfrm>
                <a:off x="7312320" y="543157"/>
                <a:ext cx="68040" cy="104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9E7A825-878F-4337-A6BD-4133A5BF2D4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303320" y="534157"/>
                  <a:ext cx="85680" cy="12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D6537EC-BC82-44EE-80B6-215055E01BED}"/>
                  </a:ext>
                </a:extLst>
              </p14:cNvPr>
              <p14:cNvContentPartPr/>
              <p14:nvPr/>
            </p14:nvContentPartPr>
            <p14:xfrm>
              <a:off x="7551720" y="394837"/>
              <a:ext cx="204840" cy="21924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D6537EC-BC82-44EE-80B6-215055E01BED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542720" y="386197"/>
                <a:ext cx="222480" cy="23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2D7D8D7-3525-4732-BCA7-5EA6A476A545}"/>
              </a:ext>
            </a:extLst>
          </p:cNvPr>
          <p:cNvGrpSpPr/>
          <p:nvPr/>
        </p:nvGrpSpPr>
        <p:grpSpPr>
          <a:xfrm>
            <a:off x="7947360" y="255517"/>
            <a:ext cx="894600" cy="318600"/>
            <a:chOff x="7947360" y="255517"/>
            <a:chExt cx="89460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6AC3796-31D4-4F6E-9A9E-E9BAD68F6452}"/>
                    </a:ext>
                  </a:extLst>
                </p14:cNvPr>
                <p14:cNvContentPartPr/>
                <p14:nvPr/>
              </p14:nvContentPartPr>
              <p14:xfrm>
                <a:off x="7947360" y="372517"/>
                <a:ext cx="23760" cy="145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6AC3796-31D4-4F6E-9A9E-E9BAD68F6452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38360" y="363877"/>
                  <a:ext cx="414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1286D1C-CA05-4F69-87ED-233A5FC8B3E2}"/>
                    </a:ext>
                  </a:extLst>
                </p14:cNvPr>
                <p14:cNvContentPartPr/>
                <p14:nvPr/>
              </p14:nvContentPartPr>
              <p14:xfrm>
                <a:off x="7949160" y="395197"/>
                <a:ext cx="270000" cy="106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1286D1C-CA05-4F69-87ED-233A5FC8B3E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940520" y="386197"/>
                  <a:ext cx="287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35A2B7A-28BC-43A1-AD2C-8BDC2A24D34A}"/>
                    </a:ext>
                  </a:extLst>
                </p14:cNvPr>
                <p14:cNvContentPartPr/>
                <p14:nvPr/>
              </p14:nvContentPartPr>
              <p14:xfrm>
                <a:off x="8238240" y="354517"/>
                <a:ext cx="145800" cy="111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35A2B7A-28BC-43A1-AD2C-8BDC2A24D34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229600" y="345877"/>
                  <a:ext cx="163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68D8172-38F1-45E6-A51C-C5BBC0BEEA8B}"/>
                    </a:ext>
                  </a:extLst>
                </p14:cNvPr>
                <p14:cNvContentPartPr/>
                <p14:nvPr/>
              </p14:nvContentPartPr>
              <p14:xfrm>
                <a:off x="8429760" y="355597"/>
                <a:ext cx="86400" cy="218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68D8172-38F1-45E6-A51C-C5BBC0BEEA8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420760" y="346957"/>
                  <a:ext cx="104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90A9390-C082-41FD-9A8A-483AB6B7A384}"/>
                    </a:ext>
                  </a:extLst>
                </p14:cNvPr>
                <p14:cNvContentPartPr/>
                <p14:nvPr/>
              </p14:nvContentPartPr>
              <p14:xfrm>
                <a:off x="8539560" y="319597"/>
                <a:ext cx="176040" cy="107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90A9390-C082-41FD-9A8A-483AB6B7A38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30920" y="310597"/>
                  <a:ext cx="193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385D58D-A700-4458-B3F2-9271119B5A69}"/>
                    </a:ext>
                  </a:extLst>
                </p14:cNvPr>
                <p14:cNvContentPartPr/>
                <p14:nvPr/>
              </p14:nvContentPartPr>
              <p14:xfrm>
                <a:off x="8786160" y="255517"/>
                <a:ext cx="55800" cy="162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385D58D-A700-4458-B3F2-9271119B5A6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777520" y="246517"/>
                  <a:ext cx="7344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F122D58-2868-4C7C-BC0A-3296429CC785}"/>
              </a:ext>
            </a:extLst>
          </p:cNvPr>
          <p:cNvGrpSpPr/>
          <p:nvPr/>
        </p:nvGrpSpPr>
        <p:grpSpPr>
          <a:xfrm>
            <a:off x="4037040" y="1259557"/>
            <a:ext cx="213120" cy="456480"/>
            <a:chOff x="4037040" y="1259557"/>
            <a:chExt cx="213120" cy="45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AB257B0-FBB8-42C7-A0BE-27659F229AAF}"/>
                    </a:ext>
                  </a:extLst>
                </p14:cNvPr>
                <p14:cNvContentPartPr/>
                <p14:nvPr/>
              </p14:nvContentPartPr>
              <p14:xfrm>
                <a:off x="4075200" y="1259557"/>
                <a:ext cx="174960" cy="428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AB257B0-FBB8-42C7-A0BE-27659F229AA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066200" y="1250557"/>
                  <a:ext cx="19260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19DEF02-2FC3-46FC-A4E2-5C081F547C10}"/>
                    </a:ext>
                  </a:extLst>
                </p14:cNvPr>
                <p14:cNvContentPartPr/>
                <p14:nvPr/>
              </p14:nvContentPartPr>
              <p14:xfrm>
                <a:off x="4037040" y="1581037"/>
                <a:ext cx="182880" cy="135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19DEF02-2FC3-46FC-A4E2-5C081F547C1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028400" y="1572037"/>
                  <a:ext cx="20052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40E86D8-354D-45A8-83E0-0E2B9AD054DD}"/>
              </a:ext>
            </a:extLst>
          </p:cNvPr>
          <p:cNvGrpSpPr/>
          <p:nvPr/>
        </p:nvGrpSpPr>
        <p:grpSpPr>
          <a:xfrm>
            <a:off x="4271760" y="822157"/>
            <a:ext cx="318240" cy="255960"/>
            <a:chOff x="4271760" y="822157"/>
            <a:chExt cx="31824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A762227-CE46-432D-9CC0-8770F708DFFE}"/>
                    </a:ext>
                  </a:extLst>
                </p14:cNvPr>
                <p14:cNvContentPartPr/>
                <p14:nvPr/>
              </p14:nvContentPartPr>
              <p14:xfrm>
                <a:off x="4271760" y="976597"/>
                <a:ext cx="130320" cy="101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A762227-CE46-432D-9CC0-8770F708DFF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262760" y="967597"/>
                  <a:ext cx="147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96D3425-7522-42D5-826E-F188D7F6EA80}"/>
                    </a:ext>
                  </a:extLst>
                </p14:cNvPr>
                <p14:cNvContentPartPr/>
                <p14:nvPr/>
              </p14:nvContentPartPr>
              <p14:xfrm>
                <a:off x="4387320" y="921517"/>
                <a:ext cx="37440" cy="97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96D3425-7522-42D5-826E-F188D7F6EA8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378320" y="912877"/>
                  <a:ext cx="550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A595AE2-4663-4E87-B89F-335F8FAD5D1D}"/>
                    </a:ext>
                  </a:extLst>
                </p14:cNvPr>
                <p14:cNvContentPartPr/>
                <p14:nvPr/>
              </p14:nvContentPartPr>
              <p14:xfrm>
                <a:off x="4461840" y="826837"/>
                <a:ext cx="58680" cy="1666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A595AE2-4663-4E87-B89F-335F8FAD5D1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453200" y="818197"/>
                  <a:ext cx="76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0C80872-B571-405A-AC96-C450B6B82516}"/>
                    </a:ext>
                  </a:extLst>
                </p14:cNvPr>
                <p14:cNvContentPartPr/>
                <p14:nvPr/>
              </p14:nvContentPartPr>
              <p14:xfrm>
                <a:off x="4515840" y="822157"/>
                <a:ext cx="74160" cy="122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0C80872-B571-405A-AC96-C450B6B8251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507200" y="813517"/>
                  <a:ext cx="9180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8606D9C-25ED-47E5-954F-B50F9270A4F2}"/>
              </a:ext>
            </a:extLst>
          </p:cNvPr>
          <p:cNvGrpSpPr/>
          <p:nvPr/>
        </p:nvGrpSpPr>
        <p:grpSpPr>
          <a:xfrm>
            <a:off x="4747680" y="461437"/>
            <a:ext cx="1071000" cy="726480"/>
            <a:chOff x="4747680" y="461437"/>
            <a:chExt cx="1071000" cy="72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C88F7F7-9D4F-40C6-BDA7-3EDAA8E02590}"/>
                    </a:ext>
                  </a:extLst>
                </p14:cNvPr>
                <p14:cNvContentPartPr/>
                <p14:nvPr/>
              </p14:nvContentPartPr>
              <p14:xfrm>
                <a:off x="4747680" y="691117"/>
                <a:ext cx="87840" cy="137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C88F7F7-9D4F-40C6-BDA7-3EDAA8E0259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739040" y="682117"/>
                  <a:ext cx="105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827B4C6-EE70-465E-BAF8-29F6457D4FE5}"/>
                    </a:ext>
                  </a:extLst>
                </p14:cNvPr>
                <p14:cNvContentPartPr/>
                <p14:nvPr/>
              </p14:nvContentPartPr>
              <p14:xfrm>
                <a:off x="4876200" y="770677"/>
                <a:ext cx="33840" cy="57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827B4C6-EE70-465E-BAF8-29F6457D4FE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867200" y="762037"/>
                  <a:ext cx="514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71FF3C4-D7A7-4906-9859-05B25DF39ABE}"/>
                    </a:ext>
                  </a:extLst>
                </p14:cNvPr>
                <p14:cNvContentPartPr/>
                <p14:nvPr/>
              </p14:nvContentPartPr>
              <p14:xfrm>
                <a:off x="4935240" y="746197"/>
                <a:ext cx="80640" cy="68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71FF3C4-D7A7-4906-9859-05B25DF39AB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926600" y="737197"/>
                  <a:ext cx="98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DD8C2E3-04B1-449E-817E-36BEC7E96D93}"/>
                    </a:ext>
                  </a:extLst>
                </p14:cNvPr>
                <p14:cNvContentPartPr/>
                <p14:nvPr/>
              </p14:nvContentPartPr>
              <p14:xfrm>
                <a:off x="5141880" y="461437"/>
                <a:ext cx="171360" cy="175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DD8C2E3-04B1-449E-817E-36BEC7E96D9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132880" y="452437"/>
                  <a:ext cx="189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5EDA9EC-DE23-4F60-BBEC-8FDC589D1283}"/>
                    </a:ext>
                  </a:extLst>
                </p14:cNvPr>
                <p14:cNvContentPartPr/>
                <p14:nvPr/>
              </p14:nvContentPartPr>
              <p14:xfrm>
                <a:off x="4901040" y="1005037"/>
                <a:ext cx="81000" cy="182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5EDA9EC-DE23-4F60-BBEC-8FDC589D128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892400" y="996397"/>
                  <a:ext cx="986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C920D42-B996-40E8-8223-7E69FFEE84B8}"/>
                    </a:ext>
                  </a:extLst>
                </p14:cNvPr>
                <p14:cNvContentPartPr/>
                <p14:nvPr/>
              </p14:nvContentPartPr>
              <p14:xfrm>
                <a:off x="5019120" y="961117"/>
                <a:ext cx="150480" cy="109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C920D42-B996-40E8-8223-7E69FFEE84B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010120" y="952477"/>
                  <a:ext cx="1681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CEE0C58-9E8C-4384-886C-57D14F4D97A4}"/>
                    </a:ext>
                  </a:extLst>
                </p14:cNvPr>
                <p14:cNvContentPartPr/>
                <p14:nvPr/>
              </p14:nvContentPartPr>
              <p14:xfrm>
                <a:off x="5196240" y="794077"/>
                <a:ext cx="166320" cy="170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CEE0C58-9E8C-4384-886C-57D14F4D97A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187240" y="785077"/>
                  <a:ext cx="183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F5F8C76-480C-4DE7-A86F-AC863C3A779F}"/>
                    </a:ext>
                  </a:extLst>
                </p14:cNvPr>
                <p14:cNvContentPartPr/>
                <p14:nvPr/>
              </p14:nvContentPartPr>
              <p14:xfrm>
                <a:off x="5403240" y="714517"/>
                <a:ext cx="73800" cy="110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F5F8C76-480C-4DE7-A86F-AC863C3A779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394600" y="705877"/>
                  <a:ext cx="91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9C008DF-0DFF-48DA-9C15-E5CF6CFDB686}"/>
                    </a:ext>
                  </a:extLst>
                </p14:cNvPr>
                <p14:cNvContentPartPr/>
                <p14:nvPr/>
              </p14:nvContentPartPr>
              <p14:xfrm>
                <a:off x="5446800" y="520837"/>
                <a:ext cx="371880" cy="239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9C008DF-0DFF-48DA-9C15-E5CF6CFDB68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437800" y="512197"/>
                  <a:ext cx="38952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8EEDC2D-BF84-4AB9-881C-D55D8294B527}"/>
              </a:ext>
            </a:extLst>
          </p:cNvPr>
          <p:cNvGrpSpPr/>
          <p:nvPr/>
        </p:nvGrpSpPr>
        <p:grpSpPr>
          <a:xfrm>
            <a:off x="1972080" y="931957"/>
            <a:ext cx="1758600" cy="884160"/>
            <a:chOff x="1972080" y="931957"/>
            <a:chExt cx="1758600" cy="88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A6526A9-1401-46A5-A68D-10BE21207E1C}"/>
                    </a:ext>
                  </a:extLst>
                </p14:cNvPr>
                <p14:cNvContentPartPr/>
                <p14:nvPr/>
              </p14:nvContentPartPr>
              <p14:xfrm>
                <a:off x="3151800" y="1438117"/>
                <a:ext cx="499320" cy="280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A6526A9-1401-46A5-A68D-10BE21207E1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142800" y="1429477"/>
                  <a:ext cx="516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EFED5B7-9FDD-4312-A7EA-9F23C941CDA4}"/>
                    </a:ext>
                  </a:extLst>
                </p14:cNvPr>
                <p14:cNvContentPartPr/>
                <p14:nvPr/>
              </p14:nvContentPartPr>
              <p14:xfrm>
                <a:off x="3526200" y="1581037"/>
                <a:ext cx="204480" cy="221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EFED5B7-9FDD-4312-A7EA-9F23C941CDA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517200" y="1572397"/>
                  <a:ext cx="2221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847080A-A2F3-45DA-92A1-8E1F25D8720F}"/>
                    </a:ext>
                  </a:extLst>
                </p14:cNvPr>
                <p14:cNvContentPartPr/>
                <p14:nvPr/>
              </p14:nvContentPartPr>
              <p14:xfrm>
                <a:off x="1972080" y="1581757"/>
                <a:ext cx="140760" cy="167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847080A-A2F3-45DA-92A1-8E1F25D8720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963440" y="1573117"/>
                  <a:ext cx="1584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28A0F6B-9CC3-4C21-B307-CA941D5D3691}"/>
                    </a:ext>
                  </a:extLst>
                </p14:cNvPr>
                <p14:cNvContentPartPr/>
                <p14:nvPr/>
              </p14:nvContentPartPr>
              <p14:xfrm>
                <a:off x="2152440" y="1563037"/>
                <a:ext cx="65520" cy="239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28A0F6B-9CC3-4C21-B307-CA941D5D369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143440" y="1554037"/>
                  <a:ext cx="831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D286F5F-3122-40D5-BEDD-C82D801DABB2}"/>
                    </a:ext>
                  </a:extLst>
                </p14:cNvPr>
                <p14:cNvContentPartPr/>
                <p14:nvPr/>
              </p14:nvContentPartPr>
              <p14:xfrm>
                <a:off x="2251800" y="1503997"/>
                <a:ext cx="101160" cy="244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D286F5F-3122-40D5-BEDD-C82D801DABB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243160" y="1495357"/>
                  <a:ext cx="118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49105DD-1A22-4833-8B93-3F2F4EF74952}"/>
                    </a:ext>
                  </a:extLst>
                </p14:cNvPr>
                <p14:cNvContentPartPr/>
                <p14:nvPr/>
              </p14:nvContentPartPr>
              <p14:xfrm>
                <a:off x="2371680" y="1381957"/>
                <a:ext cx="169200" cy="172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49105DD-1A22-4833-8B93-3F2F4EF7495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362680" y="1372957"/>
                  <a:ext cx="1868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D4EB725-3891-4FBD-881F-4164174869D4}"/>
                    </a:ext>
                  </a:extLst>
                </p14:cNvPr>
                <p14:cNvContentPartPr/>
                <p14:nvPr/>
              </p14:nvContentPartPr>
              <p14:xfrm>
                <a:off x="2626200" y="1271437"/>
                <a:ext cx="101520" cy="88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D4EB725-3891-4FBD-881F-4164174869D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617200" y="1262437"/>
                  <a:ext cx="119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0E1F6BB-8243-4770-AC41-AD485BD799AB}"/>
                    </a:ext>
                  </a:extLst>
                </p14:cNvPr>
                <p14:cNvContentPartPr/>
                <p14:nvPr/>
              </p14:nvContentPartPr>
              <p14:xfrm>
                <a:off x="2757960" y="1201237"/>
                <a:ext cx="58680" cy="89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0E1F6BB-8243-4770-AC41-AD485BD799A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749320" y="1192237"/>
                  <a:ext cx="76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62E78B4-1224-4CCC-805B-EA56A5F15379}"/>
                    </a:ext>
                  </a:extLst>
                </p14:cNvPr>
                <p14:cNvContentPartPr/>
                <p14:nvPr/>
              </p14:nvContentPartPr>
              <p14:xfrm>
                <a:off x="2850120" y="1134637"/>
                <a:ext cx="116280" cy="82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62E78B4-1224-4CCC-805B-EA56A5F1537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841480" y="1125637"/>
                  <a:ext cx="133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35929E8-93AF-4542-803D-2E2E060E0C2F}"/>
                    </a:ext>
                  </a:extLst>
                </p14:cNvPr>
                <p14:cNvContentPartPr/>
                <p14:nvPr/>
              </p14:nvContentPartPr>
              <p14:xfrm>
                <a:off x="3001680" y="931957"/>
                <a:ext cx="203040" cy="209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35929E8-93AF-4542-803D-2E2E060E0C2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992680" y="922957"/>
                  <a:ext cx="2206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EE94797-E478-4B18-AB82-8B3D64276C0C}"/>
                    </a:ext>
                  </a:extLst>
                </p14:cNvPr>
                <p14:cNvContentPartPr/>
                <p14:nvPr/>
              </p14:nvContentPartPr>
              <p14:xfrm>
                <a:off x="2491920" y="1662757"/>
                <a:ext cx="84600" cy="153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EE94797-E478-4B18-AB82-8B3D64276C0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482920" y="1653757"/>
                  <a:ext cx="1022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5F0ECEA-5EF2-4458-8153-21567A078178}"/>
                    </a:ext>
                  </a:extLst>
                </p14:cNvPr>
                <p14:cNvContentPartPr/>
                <p14:nvPr/>
              </p14:nvContentPartPr>
              <p14:xfrm>
                <a:off x="2587680" y="1613437"/>
                <a:ext cx="101160" cy="130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5F0ECEA-5EF2-4458-8153-21567A07817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578680" y="1604437"/>
                  <a:ext cx="118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C962F65-1A98-4CBC-998C-313F588C15BB}"/>
                    </a:ext>
                  </a:extLst>
                </p14:cNvPr>
                <p14:cNvContentPartPr/>
                <p14:nvPr/>
              </p14:nvContentPartPr>
              <p14:xfrm>
                <a:off x="2708640" y="1619557"/>
                <a:ext cx="38880" cy="65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C962F65-1A98-4CBC-998C-313F588C15B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699640" y="1610557"/>
                  <a:ext cx="56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AAFCFB7-6FE9-41F1-920D-8AE0CEFEB567}"/>
                    </a:ext>
                  </a:extLst>
                </p14:cNvPr>
                <p14:cNvContentPartPr/>
                <p14:nvPr/>
              </p14:nvContentPartPr>
              <p14:xfrm>
                <a:off x="2754000" y="1568077"/>
                <a:ext cx="90360" cy="152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AAFCFB7-6FE9-41F1-920D-8AE0CEFEB56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745000" y="1559077"/>
                  <a:ext cx="108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3B2FDBF-1A46-470A-82BF-C958DCD6EF62}"/>
                    </a:ext>
                  </a:extLst>
                </p14:cNvPr>
                <p14:cNvContentPartPr/>
                <p14:nvPr/>
              </p14:nvContentPartPr>
              <p14:xfrm>
                <a:off x="2878200" y="1499317"/>
                <a:ext cx="62280" cy="1558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3B2FDBF-1A46-470A-82BF-C958DCD6EF6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869560" y="1490317"/>
                  <a:ext cx="79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3414FAC-ABD1-40C6-A27E-2508C74781F8}"/>
                    </a:ext>
                  </a:extLst>
                </p14:cNvPr>
                <p14:cNvContentPartPr/>
                <p14:nvPr/>
              </p14:nvContentPartPr>
              <p14:xfrm>
                <a:off x="2902680" y="1397077"/>
                <a:ext cx="242280" cy="2689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3414FAC-ABD1-40C6-A27E-2508C74781F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894040" y="1388437"/>
                  <a:ext cx="2599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A3BAE44-E1AC-4A98-9299-992F21C8B4DE}"/>
                    </a:ext>
                  </a:extLst>
                </p14:cNvPr>
                <p14:cNvContentPartPr/>
                <p14:nvPr/>
              </p14:nvContentPartPr>
              <p14:xfrm>
                <a:off x="3026520" y="1303837"/>
                <a:ext cx="111240" cy="2019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A3BAE44-E1AC-4A98-9299-992F21C8B4D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017880" y="1294837"/>
                  <a:ext cx="12888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141A48D-78BF-4157-B97A-92522B8434CD}"/>
              </a:ext>
            </a:extLst>
          </p:cNvPr>
          <p:cNvGrpSpPr/>
          <p:nvPr/>
        </p:nvGrpSpPr>
        <p:grpSpPr>
          <a:xfrm>
            <a:off x="9734760" y="1562317"/>
            <a:ext cx="1508760" cy="639360"/>
            <a:chOff x="9734760" y="1562317"/>
            <a:chExt cx="1508760" cy="63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89DF7C6-2F40-4733-A293-70EC892E0B15}"/>
                    </a:ext>
                  </a:extLst>
                </p14:cNvPr>
                <p14:cNvContentPartPr/>
                <p14:nvPr/>
              </p14:nvContentPartPr>
              <p14:xfrm>
                <a:off x="9734760" y="1793437"/>
                <a:ext cx="57240" cy="65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89DF7C6-2F40-4733-A293-70EC892E0B15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725760" y="1784797"/>
                  <a:ext cx="748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BFF4C5D-2CF9-45B7-8FE2-3BB0B79B9F1C}"/>
                    </a:ext>
                  </a:extLst>
                </p14:cNvPr>
                <p14:cNvContentPartPr/>
                <p14:nvPr/>
              </p14:nvContentPartPr>
              <p14:xfrm>
                <a:off x="9839880" y="1767517"/>
                <a:ext cx="120600" cy="70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BFF4C5D-2CF9-45B7-8FE2-3BB0B79B9F1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831240" y="1758877"/>
                  <a:ext cx="1382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F6EA0BD-EA53-41F1-B443-81D4D358DB62}"/>
                    </a:ext>
                  </a:extLst>
                </p14:cNvPr>
                <p14:cNvContentPartPr/>
                <p14:nvPr/>
              </p14:nvContentPartPr>
              <p14:xfrm>
                <a:off x="10006920" y="1721797"/>
                <a:ext cx="99360" cy="85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F6EA0BD-EA53-41F1-B443-81D4D358DB6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997920" y="1713157"/>
                  <a:ext cx="117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B2D0077-B28C-45BC-B33F-0EF43B935774}"/>
                    </a:ext>
                  </a:extLst>
                </p14:cNvPr>
                <p14:cNvContentPartPr/>
                <p14:nvPr/>
              </p14:nvContentPartPr>
              <p14:xfrm>
                <a:off x="10144080" y="1700197"/>
                <a:ext cx="95760" cy="94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B2D0077-B28C-45BC-B33F-0EF43B93577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135440" y="1691197"/>
                  <a:ext cx="113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DF6FF65-4509-4875-82C1-623E389EC8D1}"/>
                    </a:ext>
                  </a:extLst>
                </p14:cNvPr>
                <p14:cNvContentPartPr/>
                <p14:nvPr/>
              </p14:nvContentPartPr>
              <p14:xfrm>
                <a:off x="10419840" y="1646917"/>
                <a:ext cx="85320" cy="107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DF6FF65-4509-4875-82C1-623E389EC8D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411200" y="1637917"/>
                  <a:ext cx="102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47A0D61-3D88-4431-8A00-7AB016752A3E}"/>
                    </a:ext>
                  </a:extLst>
                </p14:cNvPr>
                <p14:cNvContentPartPr/>
                <p14:nvPr/>
              </p14:nvContentPartPr>
              <p14:xfrm>
                <a:off x="10537560" y="1696237"/>
                <a:ext cx="63720" cy="66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47A0D61-3D88-4431-8A00-7AB016752A3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528560" y="1687237"/>
                  <a:ext cx="813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4B0A28D-51F1-48BE-9745-1D00DADBEE0D}"/>
                    </a:ext>
                  </a:extLst>
                </p14:cNvPr>
                <p14:cNvContentPartPr/>
                <p14:nvPr/>
              </p14:nvContentPartPr>
              <p14:xfrm>
                <a:off x="10643040" y="1676077"/>
                <a:ext cx="73440" cy="83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4B0A28D-51F1-48BE-9745-1D00DADBEE0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634040" y="1667437"/>
                  <a:ext cx="91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944C921-00D1-4469-9209-AE0F8EB87EC6}"/>
                    </a:ext>
                  </a:extLst>
                </p14:cNvPr>
                <p14:cNvContentPartPr/>
                <p14:nvPr/>
              </p14:nvContentPartPr>
              <p14:xfrm>
                <a:off x="10778760" y="1562317"/>
                <a:ext cx="284760" cy="191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944C921-00D1-4469-9209-AE0F8EB87EC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769760" y="1553317"/>
                  <a:ext cx="302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D9FBF4C-D3D4-46BC-9664-879B3BF99398}"/>
                    </a:ext>
                  </a:extLst>
                </p14:cNvPr>
                <p14:cNvContentPartPr/>
                <p14:nvPr/>
              </p14:nvContentPartPr>
              <p14:xfrm>
                <a:off x="11124000" y="1608757"/>
                <a:ext cx="119520" cy="179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D9FBF4C-D3D4-46BC-9664-879B3BF9939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115360" y="1600117"/>
                  <a:ext cx="137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415D50C-96D3-42FA-BFBA-550971215C4E}"/>
                    </a:ext>
                  </a:extLst>
                </p14:cNvPr>
                <p14:cNvContentPartPr/>
                <p14:nvPr/>
              </p14:nvContentPartPr>
              <p14:xfrm>
                <a:off x="9852120" y="1985677"/>
                <a:ext cx="65160" cy="215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415D50C-96D3-42FA-BFBA-550971215C4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843480" y="1977037"/>
                  <a:ext cx="828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3AFC4A4-3B12-407A-BE05-FC10590E12D3}"/>
                    </a:ext>
                  </a:extLst>
                </p14:cNvPr>
                <p14:cNvContentPartPr/>
                <p14:nvPr/>
              </p14:nvContentPartPr>
              <p14:xfrm>
                <a:off x="10037880" y="1964437"/>
                <a:ext cx="88200" cy="202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3AFC4A4-3B12-407A-BE05-FC10590E12D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029240" y="1955797"/>
                  <a:ext cx="1058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D0D458A-B2A2-4F12-949D-80647ACCFFCE}"/>
                    </a:ext>
                  </a:extLst>
                </p14:cNvPr>
                <p14:cNvContentPartPr/>
                <p14:nvPr/>
              </p14:nvContentPartPr>
              <p14:xfrm>
                <a:off x="10165680" y="2040037"/>
                <a:ext cx="97560" cy="928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D0D458A-B2A2-4F12-949D-80647ACCFFC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156680" y="2031037"/>
                  <a:ext cx="115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41AE240-F66D-4BF0-8AD1-06C926CDD3D3}"/>
                    </a:ext>
                  </a:extLst>
                </p14:cNvPr>
                <p14:cNvContentPartPr/>
                <p14:nvPr/>
              </p14:nvContentPartPr>
              <p14:xfrm>
                <a:off x="10280880" y="2062717"/>
                <a:ext cx="133560" cy="75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41AE240-F66D-4BF0-8AD1-06C926CDD3D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271880" y="2053717"/>
                  <a:ext cx="1512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AF3D911-3BCC-4C3C-B3A0-BD98097163C7}"/>
                    </a:ext>
                  </a:extLst>
                </p14:cNvPr>
                <p14:cNvContentPartPr/>
                <p14:nvPr/>
              </p14:nvContentPartPr>
              <p14:xfrm>
                <a:off x="10481400" y="2071357"/>
                <a:ext cx="217440" cy="66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AF3D911-3BCC-4C3C-B3A0-BD98097163C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472400" y="2062357"/>
                  <a:ext cx="2350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8F3994C-8F16-4A00-9B62-F8185F046CAD}"/>
                    </a:ext>
                  </a:extLst>
                </p14:cNvPr>
                <p14:cNvContentPartPr/>
                <p14:nvPr/>
              </p14:nvContentPartPr>
              <p14:xfrm>
                <a:off x="10768320" y="1949317"/>
                <a:ext cx="101160" cy="1526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8F3994C-8F16-4A00-9B62-F8185F046CAD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759320" y="1940677"/>
                  <a:ext cx="1188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DEC1A19-0CB7-487F-84CD-E0EE62724FD1}"/>
                    </a:ext>
                  </a:extLst>
                </p14:cNvPr>
                <p14:cNvContentPartPr/>
                <p14:nvPr/>
              </p14:nvContentPartPr>
              <p14:xfrm>
                <a:off x="10923120" y="1920517"/>
                <a:ext cx="71640" cy="281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DEC1A19-0CB7-487F-84CD-E0EE62724FD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914480" y="1911517"/>
                  <a:ext cx="8928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7C91B6C-60E6-48EC-89DE-26E021745234}"/>
              </a:ext>
            </a:extLst>
          </p:cNvPr>
          <p:cNvGrpSpPr/>
          <p:nvPr/>
        </p:nvGrpSpPr>
        <p:grpSpPr>
          <a:xfrm>
            <a:off x="7454520" y="1310677"/>
            <a:ext cx="608400" cy="508320"/>
            <a:chOff x="7454520" y="1310677"/>
            <a:chExt cx="608400" cy="50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33F6785-B0F2-4CCB-B358-C19A7DE14A00}"/>
                    </a:ext>
                  </a:extLst>
                </p14:cNvPr>
                <p14:cNvContentPartPr/>
                <p14:nvPr/>
              </p14:nvContentPartPr>
              <p14:xfrm>
                <a:off x="7497000" y="1310677"/>
                <a:ext cx="565920" cy="421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33F6785-B0F2-4CCB-B358-C19A7DE14A0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488360" y="1302037"/>
                  <a:ext cx="5835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5080391-FD54-4759-A6B1-641266E1B2A6}"/>
                    </a:ext>
                  </a:extLst>
                </p14:cNvPr>
                <p14:cNvContentPartPr/>
                <p14:nvPr/>
              </p14:nvContentPartPr>
              <p14:xfrm>
                <a:off x="7454520" y="1605517"/>
                <a:ext cx="194760" cy="213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5080391-FD54-4759-A6B1-641266E1B2A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445520" y="1596517"/>
                  <a:ext cx="21240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BADAE44-10B0-4A44-8165-38A086E43052}"/>
              </a:ext>
            </a:extLst>
          </p:cNvPr>
          <p:cNvGrpSpPr/>
          <p:nvPr/>
        </p:nvGrpSpPr>
        <p:grpSpPr>
          <a:xfrm>
            <a:off x="8264160" y="852397"/>
            <a:ext cx="1324080" cy="660600"/>
            <a:chOff x="8264160" y="852397"/>
            <a:chExt cx="1324080" cy="66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2E72682-30FA-4C44-9568-4F07CCAE2FEF}"/>
                    </a:ext>
                  </a:extLst>
                </p14:cNvPr>
                <p14:cNvContentPartPr/>
                <p14:nvPr/>
              </p14:nvContentPartPr>
              <p14:xfrm>
                <a:off x="8264160" y="1100077"/>
                <a:ext cx="177840" cy="2264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2E72682-30FA-4C44-9568-4F07CCAE2FE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255520" y="1091077"/>
                  <a:ext cx="195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606C118-73D8-4523-8569-B5309DF4F30A}"/>
                    </a:ext>
                  </a:extLst>
                </p14:cNvPr>
                <p14:cNvContentPartPr/>
                <p14:nvPr/>
              </p14:nvContentPartPr>
              <p14:xfrm>
                <a:off x="8503200" y="1068757"/>
                <a:ext cx="243720" cy="172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606C118-73D8-4523-8569-B5309DF4F30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494200" y="1060117"/>
                  <a:ext cx="2613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9920629-2E70-4752-9F86-ECB16CCFB1A3}"/>
                    </a:ext>
                  </a:extLst>
                </p14:cNvPr>
                <p14:cNvContentPartPr/>
                <p14:nvPr/>
              </p14:nvContentPartPr>
              <p14:xfrm>
                <a:off x="8752680" y="1044277"/>
                <a:ext cx="137880" cy="997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9920629-2E70-4752-9F86-ECB16CCFB1A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744040" y="1035277"/>
                  <a:ext cx="155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BE250BF-FE61-4EF0-A98C-010BE11A9B1B}"/>
                    </a:ext>
                  </a:extLst>
                </p14:cNvPr>
                <p14:cNvContentPartPr/>
                <p14:nvPr/>
              </p14:nvContentPartPr>
              <p14:xfrm>
                <a:off x="8900280" y="1029157"/>
                <a:ext cx="144720" cy="594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BE250BF-FE61-4EF0-A98C-010BE11A9B1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891280" y="1020157"/>
                  <a:ext cx="162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601CAA8-63E5-4907-B456-D436CD885DA4}"/>
                    </a:ext>
                  </a:extLst>
                </p14:cNvPr>
                <p14:cNvContentPartPr/>
                <p14:nvPr/>
              </p14:nvContentPartPr>
              <p14:xfrm>
                <a:off x="9096120" y="912517"/>
                <a:ext cx="102600" cy="106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601CAA8-63E5-4907-B456-D436CD885DA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087120" y="903517"/>
                  <a:ext cx="120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549F8DE-2FC9-4F17-99F1-BC45D3AD29F5}"/>
                    </a:ext>
                  </a:extLst>
                </p14:cNvPr>
                <p14:cNvContentPartPr/>
                <p14:nvPr/>
              </p14:nvContentPartPr>
              <p14:xfrm>
                <a:off x="9207720" y="852397"/>
                <a:ext cx="116640" cy="110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549F8DE-2FC9-4F17-99F1-BC45D3AD29F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199080" y="843757"/>
                  <a:ext cx="1342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29C60E5-EBF0-4F9B-A5B8-D09BA9C740A9}"/>
                    </a:ext>
                  </a:extLst>
                </p14:cNvPr>
                <p14:cNvContentPartPr/>
                <p14:nvPr/>
              </p14:nvContentPartPr>
              <p14:xfrm>
                <a:off x="8521560" y="1322197"/>
                <a:ext cx="413640" cy="190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29C60E5-EBF0-4F9B-A5B8-D09BA9C740A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512560" y="1313197"/>
                  <a:ext cx="4312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0A9E886-A844-468F-9D57-47C93FD34CCC}"/>
                    </a:ext>
                  </a:extLst>
                </p14:cNvPr>
                <p14:cNvContentPartPr/>
                <p14:nvPr/>
              </p14:nvContentPartPr>
              <p14:xfrm>
                <a:off x="8939520" y="1230037"/>
                <a:ext cx="62640" cy="108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0A9E886-A844-468F-9D57-47C93FD34CC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930520" y="1221397"/>
                  <a:ext cx="802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42057FA-4C80-4BB0-9BA7-52EF368A279D}"/>
                    </a:ext>
                  </a:extLst>
                </p14:cNvPr>
                <p14:cNvContentPartPr/>
                <p14:nvPr/>
              </p14:nvContentPartPr>
              <p14:xfrm>
                <a:off x="9030960" y="1120237"/>
                <a:ext cx="399960" cy="202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42057FA-4C80-4BB0-9BA7-52EF368A279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022320" y="1111597"/>
                  <a:ext cx="4176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669EB96-3AA3-4201-82BE-73BDC59ED72A}"/>
                    </a:ext>
                  </a:extLst>
                </p14:cNvPr>
                <p14:cNvContentPartPr/>
                <p14:nvPr/>
              </p14:nvContentPartPr>
              <p14:xfrm>
                <a:off x="9284040" y="1087117"/>
                <a:ext cx="55800" cy="291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669EB96-3AA3-4201-82BE-73BDC59ED72A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275040" y="1078117"/>
                  <a:ext cx="734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D86F6CE-2AED-402F-BC9F-51C9E89C5596}"/>
                    </a:ext>
                  </a:extLst>
                </p14:cNvPr>
                <p14:cNvContentPartPr/>
                <p14:nvPr/>
              </p14:nvContentPartPr>
              <p14:xfrm>
                <a:off x="9492120" y="986317"/>
                <a:ext cx="96120" cy="1490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D86F6CE-2AED-402F-BC9F-51C9E89C559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483120" y="977317"/>
                  <a:ext cx="11376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5CF86B51-46B8-4BF8-9387-A66AE68EB9C5}"/>
              </a:ext>
            </a:extLst>
          </p:cNvPr>
          <p:cNvGrpSpPr/>
          <p:nvPr/>
        </p:nvGrpSpPr>
        <p:grpSpPr>
          <a:xfrm>
            <a:off x="9780480" y="446677"/>
            <a:ext cx="1065240" cy="416520"/>
            <a:chOff x="9780480" y="446677"/>
            <a:chExt cx="106524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2CB9EAD-0D60-4B4B-A776-3A3F42F506D7}"/>
                    </a:ext>
                  </a:extLst>
                </p14:cNvPr>
                <p14:cNvContentPartPr/>
                <p14:nvPr/>
              </p14:nvContentPartPr>
              <p14:xfrm>
                <a:off x="9780480" y="569437"/>
                <a:ext cx="91800" cy="293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2CB9EAD-0D60-4B4B-A776-3A3F42F506D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771840" y="560797"/>
                  <a:ext cx="1094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A2FFC9E-C335-4C24-850F-87440E03C36D}"/>
                    </a:ext>
                  </a:extLst>
                </p14:cNvPr>
                <p14:cNvContentPartPr/>
                <p14:nvPr/>
              </p14:nvContentPartPr>
              <p14:xfrm>
                <a:off x="9984960" y="671317"/>
                <a:ext cx="43200" cy="100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A2FFC9E-C335-4C24-850F-87440E03C36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975960" y="662317"/>
                  <a:ext cx="60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A3BD8B4-E59D-4858-BF04-EB3915289120}"/>
                    </a:ext>
                  </a:extLst>
                </p14:cNvPr>
                <p14:cNvContentPartPr/>
                <p14:nvPr/>
              </p14:nvContentPartPr>
              <p14:xfrm>
                <a:off x="10064160" y="629917"/>
                <a:ext cx="107640" cy="101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A3BD8B4-E59D-4858-BF04-EB3915289120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055520" y="621277"/>
                  <a:ext cx="125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C35F673-4A68-4762-8271-9E52685220C1}"/>
                    </a:ext>
                  </a:extLst>
                </p14:cNvPr>
                <p14:cNvContentPartPr/>
                <p14:nvPr/>
              </p14:nvContentPartPr>
              <p14:xfrm>
                <a:off x="10227240" y="582757"/>
                <a:ext cx="84960" cy="2224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C35F673-4A68-4762-8271-9E52685220C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218240" y="573757"/>
                  <a:ext cx="102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7A7608A-8A8D-4996-8D2D-982723364750}"/>
                    </a:ext>
                  </a:extLst>
                </p14:cNvPr>
                <p14:cNvContentPartPr/>
                <p14:nvPr/>
              </p14:nvContentPartPr>
              <p14:xfrm>
                <a:off x="10352520" y="589237"/>
                <a:ext cx="52920" cy="662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7A7608A-8A8D-4996-8D2D-982723364750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343520" y="580597"/>
                  <a:ext cx="705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1A7A2AA-751B-4852-AB90-CFBAF739E098}"/>
                    </a:ext>
                  </a:extLst>
                </p14:cNvPr>
                <p14:cNvContentPartPr/>
                <p14:nvPr/>
              </p14:nvContentPartPr>
              <p14:xfrm>
                <a:off x="10456200" y="489157"/>
                <a:ext cx="88920" cy="122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1A7A2AA-751B-4852-AB90-CFBAF739E09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447200" y="480517"/>
                  <a:ext cx="106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FEE2A7B-6C89-4516-8D85-233AC1124F28}"/>
                    </a:ext>
                  </a:extLst>
                </p14:cNvPr>
                <p14:cNvContentPartPr/>
                <p14:nvPr/>
              </p14:nvContentPartPr>
              <p14:xfrm>
                <a:off x="10725480" y="446677"/>
                <a:ext cx="89640" cy="39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FEE2A7B-6C89-4516-8D85-233AC1124F2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716480" y="438037"/>
                  <a:ext cx="107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3C16B0A-1141-4B93-81C5-7F49EF87E523}"/>
                    </a:ext>
                  </a:extLst>
                </p14:cNvPr>
                <p14:cNvContentPartPr/>
                <p14:nvPr/>
              </p14:nvContentPartPr>
              <p14:xfrm>
                <a:off x="10757880" y="498877"/>
                <a:ext cx="87840" cy="460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3C16B0A-1141-4B93-81C5-7F49EF87E52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748880" y="490237"/>
                  <a:ext cx="10548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AF3BE473-9358-422C-B9B5-7AC4C7AA4A4F}"/>
              </a:ext>
            </a:extLst>
          </p:cNvPr>
          <p:cNvGrpSpPr/>
          <p:nvPr/>
        </p:nvGrpSpPr>
        <p:grpSpPr>
          <a:xfrm>
            <a:off x="11048400" y="118717"/>
            <a:ext cx="789120" cy="326520"/>
            <a:chOff x="11048400" y="118717"/>
            <a:chExt cx="78912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D60E3CF-BBA1-461E-9D60-4D19605BEB85}"/>
                    </a:ext>
                  </a:extLst>
                </p14:cNvPr>
                <p14:cNvContentPartPr/>
                <p14:nvPr/>
              </p14:nvContentPartPr>
              <p14:xfrm>
                <a:off x="11048400" y="346237"/>
                <a:ext cx="72360" cy="792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D60E3CF-BBA1-461E-9D60-4D19605BEB8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039400" y="337597"/>
                  <a:ext cx="900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46CC71C-D50F-4D5C-A7C0-F7C3CFD5A384}"/>
                    </a:ext>
                  </a:extLst>
                </p14:cNvPr>
                <p14:cNvContentPartPr/>
                <p14:nvPr/>
              </p14:nvContentPartPr>
              <p14:xfrm>
                <a:off x="11172240" y="328957"/>
                <a:ext cx="58680" cy="698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46CC71C-D50F-4D5C-A7C0-F7C3CFD5A384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163600" y="319957"/>
                  <a:ext cx="76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E814028-3862-4FD4-850B-73ED23DF0776}"/>
                    </a:ext>
                  </a:extLst>
                </p14:cNvPr>
                <p14:cNvContentPartPr/>
                <p14:nvPr/>
              </p14:nvContentPartPr>
              <p14:xfrm>
                <a:off x="11278800" y="270277"/>
                <a:ext cx="218160" cy="1749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E814028-3862-4FD4-850B-73ED23DF077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270160" y="261277"/>
                  <a:ext cx="2358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5B8A86D-7748-4C80-BB3E-59918A88AC68}"/>
                    </a:ext>
                  </a:extLst>
                </p14:cNvPr>
                <p14:cNvContentPartPr/>
                <p14:nvPr/>
              </p14:nvContentPartPr>
              <p14:xfrm>
                <a:off x="11538000" y="252637"/>
                <a:ext cx="51840" cy="86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5B8A86D-7748-4C80-BB3E-59918A88AC6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529360" y="243637"/>
                  <a:ext cx="69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2AA2768-049D-4742-BA5D-23AA708021BD}"/>
                    </a:ext>
                  </a:extLst>
                </p14:cNvPr>
                <p14:cNvContentPartPr/>
                <p14:nvPr/>
              </p14:nvContentPartPr>
              <p14:xfrm>
                <a:off x="11612160" y="197917"/>
                <a:ext cx="101160" cy="1141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2AA2768-049D-4742-BA5D-23AA708021B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1603160" y="189277"/>
                  <a:ext cx="1188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A20C73D-5D36-4122-83DC-2FB6888F6311}"/>
                    </a:ext>
                  </a:extLst>
                </p14:cNvPr>
                <p14:cNvContentPartPr/>
                <p14:nvPr/>
              </p14:nvContentPartPr>
              <p14:xfrm>
                <a:off x="11759760" y="118717"/>
                <a:ext cx="77760" cy="2696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A20C73D-5D36-4122-83DC-2FB6888F631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1751120" y="109717"/>
                  <a:ext cx="95400" cy="28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A563A1-CD8E-4A58-B0C1-D3298379AF79}"/>
                  </a:ext>
                </a:extLst>
              </p14:cNvPr>
              <p14:cNvContentPartPr/>
              <p14:nvPr/>
            </p14:nvContentPartPr>
            <p14:xfrm>
              <a:off x="1499760" y="1299240"/>
              <a:ext cx="10483920" cy="4668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A563A1-CD8E-4A58-B0C1-D3298379AF79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490400" y="1289880"/>
                <a:ext cx="10502640" cy="468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5753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46FB-E893-4EDC-BE0A-DFC17374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Production/Distribution Demands and Costs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25CDD52-0163-41CF-A4B8-DADC07AC88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56469"/>
          <a:ext cx="10515600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78806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4885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69358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6254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1388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Retailer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Retailer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691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80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9060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B24536-971A-4F28-BFF9-E7A145D9C6E1}"/>
              </a:ext>
            </a:extLst>
          </p:cNvPr>
          <p:cNvGraphicFramePr>
            <a:graphicFrameLocks/>
          </p:cNvGraphicFramePr>
          <p:nvPr/>
        </p:nvGraphicFramePr>
        <p:xfrm>
          <a:off x="838197" y="5201531"/>
          <a:ext cx="10515603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478806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534885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0693585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362548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73042073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01122400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1388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GB" dirty="0"/>
                        <a:t>Plant 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GB" dirty="0"/>
                        <a:t>Plant 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 dirty="0"/>
                        <a:t>Retailer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691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Model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067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Retail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Retail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800388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2D53040-4726-49A2-98A3-787A5B59D6F4}"/>
              </a:ext>
            </a:extLst>
          </p:cNvPr>
          <p:cNvGraphicFramePr>
            <a:graphicFrameLocks noGrp="1"/>
          </p:cNvGraphicFramePr>
          <p:nvPr/>
        </p:nvGraphicFramePr>
        <p:xfrm>
          <a:off x="1654927" y="3504382"/>
          <a:ext cx="8127999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3814081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761617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25946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Plant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052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58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40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838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2C7DB33-2982-4288-967C-83B5FB715E50}"/>
                  </a:ext>
                </a:extLst>
              </p14:cNvPr>
              <p14:cNvContentPartPr/>
              <p14:nvPr/>
            </p14:nvContentPartPr>
            <p14:xfrm>
              <a:off x="5672513" y="4118972"/>
              <a:ext cx="14760" cy="48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2C7DB33-2982-4288-967C-83B5FB715E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63873" y="4110332"/>
                <a:ext cx="324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C13A65F-6F62-4CBB-B8C9-7259001F9689}"/>
                  </a:ext>
                </a:extLst>
              </p14:cNvPr>
              <p14:cNvContentPartPr/>
              <p14:nvPr/>
            </p14:nvContentPartPr>
            <p14:xfrm>
              <a:off x="5767553" y="4113932"/>
              <a:ext cx="49320" cy="95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C13A65F-6F62-4CBB-B8C9-7259001F96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58913" y="4104932"/>
                <a:ext cx="66960" cy="11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883ADC64-6151-4522-B34D-8C51F109F71B}"/>
              </a:ext>
            </a:extLst>
          </p:cNvPr>
          <p:cNvGrpSpPr/>
          <p:nvPr/>
        </p:nvGrpSpPr>
        <p:grpSpPr>
          <a:xfrm>
            <a:off x="5687633" y="4483652"/>
            <a:ext cx="146160" cy="74880"/>
            <a:chOff x="5687633" y="4483652"/>
            <a:chExt cx="146160" cy="7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B87127D-6336-4019-AE7B-73D809BE79DB}"/>
                    </a:ext>
                  </a:extLst>
                </p14:cNvPr>
                <p14:cNvContentPartPr/>
                <p14:nvPr/>
              </p14:nvContentPartPr>
              <p14:xfrm>
                <a:off x="5687633" y="4495532"/>
                <a:ext cx="6120" cy="5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B87127D-6336-4019-AE7B-73D809BE79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78993" y="4486532"/>
                  <a:ext cx="23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B973D9-8811-4FA5-9393-566478762257}"/>
                    </a:ext>
                  </a:extLst>
                </p14:cNvPr>
                <p14:cNvContentPartPr/>
                <p14:nvPr/>
              </p14:nvContentPartPr>
              <p14:xfrm>
                <a:off x="5748833" y="4502012"/>
                <a:ext cx="84960" cy="48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B973D9-8811-4FA5-9393-5664787622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40193" y="4493372"/>
                  <a:ext cx="102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8E74269-1A1B-46DE-A610-F94F9637B9AF}"/>
                    </a:ext>
                  </a:extLst>
                </p14:cNvPr>
                <p14:cNvContentPartPr/>
                <p14:nvPr/>
              </p14:nvContentPartPr>
              <p14:xfrm>
                <a:off x="5806073" y="4483652"/>
                <a:ext cx="20160" cy="74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8E74269-1A1B-46DE-A610-F94F9637B9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97433" y="4475012"/>
                  <a:ext cx="3780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326102-DE2E-4B60-9BA0-99FFAACDB4D6}"/>
              </a:ext>
            </a:extLst>
          </p:cNvPr>
          <p:cNvGrpSpPr/>
          <p:nvPr/>
        </p:nvGrpSpPr>
        <p:grpSpPr>
          <a:xfrm>
            <a:off x="8360633" y="4093052"/>
            <a:ext cx="175680" cy="124920"/>
            <a:chOff x="8360633" y="4093052"/>
            <a:chExt cx="175680" cy="12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5BEB7FA-0793-4644-A0E7-2F4CD25692AF}"/>
                    </a:ext>
                  </a:extLst>
                </p14:cNvPr>
                <p14:cNvContentPartPr/>
                <p14:nvPr/>
              </p14:nvContentPartPr>
              <p14:xfrm>
                <a:off x="8380073" y="4155692"/>
                <a:ext cx="43920" cy="47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5BEB7FA-0793-4644-A0E7-2F4CD25692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71433" y="4147052"/>
                  <a:ext cx="61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4832BD3-0732-4426-9C75-A33D0F2C6CFC}"/>
                    </a:ext>
                  </a:extLst>
                </p14:cNvPr>
                <p14:cNvContentPartPr/>
                <p14:nvPr/>
              </p14:nvContentPartPr>
              <p14:xfrm>
                <a:off x="8493473" y="4093052"/>
                <a:ext cx="42840" cy="96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4832BD3-0732-4426-9C75-A33D0F2C6C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84833" y="4084412"/>
                  <a:ext cx="60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7888B2E-04CD-40F9-8385-2EDC9AB3B15B}"/>
                    </a:ext>
                  </a:extLst>
                </p14:cNvPr>
                <p14:cNvContentPartPr/>
                <p14:nvPr/>
              </p14:nvContentPartPr>
              <p14:xfrm>
                <a:off x="8360633" y="4136252"/>
                <a:ext cx="113040" cy="81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7888B2E-04CD-40F9-8385-2EDC9AB3B15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51633" y="4127612"/>
                  <a:ext cx="13068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265229-EFBF-4527-AC51-EC63FA19252D}"/>
              </a:ext>
            </a:extLst>
          </p:cNvPr>
          <p:cNvGrpSpPr/>
          <p:nvPr/>
        </p:nvGrpSpPr>
        <p:grpSpPr>
          <a:xfrm>
            <a:off x="8538833" y="4791452"/>
            <a:ext cx="193320" cy="119880"/>
            <a:chOff x="8538833" y="4791452"/>
            <a:chExt cx="19332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8B7A28-8453-4C9D-B373-4DE6CDCCABB7}"/>
                    </a:ext>
                  </a:extLst>
                </p14:cNvPr>
                <p14:cNvContentPartPr/>
                <p14:nvPr/>
              </p14:nvContentPartPr>
              <p14:xfrm>
                <a:off x="8538833" y="4825652"/>
                <a:ext cx="46800" cy="58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8B7A28-8453-4C9D-B373-4DE6CDCCAB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29833" y="4816652"/>
                  <a:ext cx="64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A3F6B62-D82B-4C81-959F-89FA226502A9}"/>
                    </a:ext>
                  </a:extLst>
                </p14:cNvPr>
                <p14:cNvContentPartPr/>
                <p14:nvPr/>
              </p14:nvContentPartPr>
              <p14:xfrm>
                <a:off x="8653313" y="4791452"/>
                <a:ext cx="73080" cy="32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A3F6B62-D82B-4C81-959F-89FA226502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44313" y="4782452"/>
                  <a:ext cx="90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D1EF9C-51B1-443E-9FD5-126F426958D7}"/>
                    </a:ext>
                  </a:extLst>
                </p14:cNvPr>
                <p14:cNvContentPartPr/>
                <p14:nvPr/>
              </p14:nvContentPartPr>
              <p14:xfrm>
                <a:off x="8715953" y="4812692"/>
                <a:ext cx="16200" cy="98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D1EF9C-51B1-443E-9FD5-126F426958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07313" y="4804052"/>
                  <a:ext cx="33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F504649-904C-496A-BD07-54730B106C8F}"/>
                    </a:ext>
                  </a:extLst>
                </p14:cNvPr>
                <p14:cNvContentPartPr/>
                <p14:nvPr/>
              </p14:nvContentPartPr>
              <p14:xfrm>
                <a:off x="8704793" y="4854812"/>
                <a:ext cx="24480" cy="18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F504649-904C-496A-BD07-54730B106C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96153" y="4846172"/>
                  <a:ext cx="4212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B424036-3522-43D1-8532-6EC3C9ECE239}"/>
              </a:ext>
            </a:extLst>
          </p:cNvPr>
          <p:cNvGrpSpPr/>
          <p:nvPr/>
        </p:nvGrpSpPr>
        <p:grpSpPr>
          <a:xfrm>
            <a:off x="8436593" y="4452332"/>
            <a:ext cx="213840" cy="95400"/>
            <a:chOff x="8436593" y="4452332"/>
            <a:chExt cx="213840" cy="9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FC7DD23-0E8C-4BD6-8125-6F2A6B60AA0F}"/>
                    </a:ext>
                  </a:extLst>
                </p14:cNvPr>
                <p14:cNvContentPartPr/>
                <p14:nvPr/>
              </p14:nvContentPartPr>
              <p14:xfrm>
                <a:off x="8436593" y="4484372"/>
                <a:ext cx="46800" cy="59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FC7DD23-0E8C-4BD6-8125-6F2A6B60AA0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27593" y="4475372"/>
                  <a:ext cx="64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BBCE3C0-CC73-430D-9854-FE799F10C7C9}"/>
                    </a:ext>
                  </a:extLst>
                </p14:cNvPr>
                <p14:cNvContentPartPr/>
                <p14:nvPr/>
              </p14:nvContentPartPr>
              <p14:xfrm>
                <a:off x="8573033" y="4452332"/>
                <a:ext cx="77400" cy="93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BBCE3C0-CC73-430D-9854-FE799F10C7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64033" y="4443332"/>
                  <a:ext cx="95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AAD487-AFF8-48CC-8FD0-D2F7BDFDAAE1}"/>
                    </a:ext>
                  </a:extLst>
                </p14:cNvPr>
                <p14:cNvContentPartPr/>
                <p14:nvPr/>
              </p14:nvContentPartPr>
              <p14:xfrm>
                <a:off x="8458913" y="4531532"/>
                <a:ext cx="59760" cy="16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AAD487-AFF8-48CC-8FD0-D2F7BDFDAAE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49913" y="4522532"/>
                  <a:ext cx="7740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7C71441-754B-42C6-B580-8AE0DF7B9CD8}"/>
                  </a:ext>
                </a:extLst>
              </p14:cNvPr>
              <p14:cNvContentPartPr/>
              <p14:nvPr/>
            </p14:nvContentPartPr>
            <p14:xfrm>
              <a:off x="5483513" y="3991532"/>
              <a:ext cx="50400" cy="1526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7C71441-754B-42C6-B580-8AE0DF7B9CD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74873" y="3982532"/>
                <a:ext cx="6804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C9094F7-1258-4C10-82E7-5731C2881C24}"/>
                  </a:ext>
                </a:extLst>
              </p14:cNvPr>
              <p14:cNvContentPartPr/>
              <p14:nvPr/>
            </p14:nvContentPartPr>
            <p14:xfrm>
              <a:off x="5527433" y="4415612"/>
              <a:ext cx="89280" cy="1378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C9094F7-1258-4C10-82E7-5731C2881C2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18433" y="4406972"/>
                <a:ext cx="1069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435F85A-C8AC-45C6-82FB-A227D4E1A32D}"/>
                  </a:ext>
                </a:extLst>
              </p14:cNvPr>
              <p14:cNvContentPartPr/>
              <p14:nvPr/>
            </p14:nvContentPartPr>
            <p14:xfrm>
              <a:off x="8179553" y="4044452"/>
              <a:ext cx="60480" cy="153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435F85A-C8AC-45C6-82FB-A227D4E1A32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170553" y="4035812"/>
                <a:ext cx="781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6C30CA5-FC1B-42E8-AC16-2CEF27F92A77}"/>
                  </a:ext>
                </a:extLst>
              </p14:cNvPr>
              <p14:cNvContentPartPr/>
              <p14:nvPr/>
            </p14:nvContentPartPr>
            <p14:xfrm>
              <a:off x="8241833" y="4424612"/>
              <a:ext cx="106560" cy="125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6C30CA5-FC1B-42E8-AC16-2CEF27F92A7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233193" y="4415612"/>
                <a:ext cx="1242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361DE4E-7CDC-477D-B4E1-EDD3E9354106}"/>
                  </a:ext>
                </a:extLst>
              </p14:cNvPr>
              <p14:cNvContentPartPr/>
              <p14:nvPr/>
            </p14:nvContentPartPr>
            <p14:xfrm>
              <a:off x="8305913" y="4756172"/>
              <a:ext cx="107640" cy="137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361DE4E-7CDC-477D-B4E1-EDD3E935410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296913" y="4747172"/>
                <a:ext cx="125280" cy="15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5DB35001-573E-419B-AFFA-7543219A8303}"/>
              </a:ext>
            </a:extLst>
          </p:cNvPr>
          <p:cNvGrpSpPr/>
          <p:nvPr/>
        </p:nvGrpSpPr>
        <p:grpSpPr>
          <a:xfrm>
            <a:off x="5348873" y="1386572"/>
            <a:ext cx="504720" cy="203760"/>
            <a:chOff x="5348873" y="1386572"/>
            <a:chExt cx="50472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2C061AC-4864-40CA-B54A-23CE736D50BE}"/>
                    </a:ext>
                  </a:extLst>
                </p14:cNvPr>
                <p14:cNvContentPartPr/>
                <p14:nvPr/>
              </p14:nvContentPartPr>
              <p14:xfrm>
                <a:off x="5348873" y="1460732"/>
                <a:ext cx="56880" cy="61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2C061AC-4864-40CA-B54A-23CE736D50B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39873" y="1451732"/>
                  <a:ext cx="745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5BBD841-C426-4A71-976E-08FEE4E336E5}"/>
                    </a:ext>
                  </a:extLst>
                </p14:cNvPr>
                <p14:cNvContentPartPr/>
                <p14:nvPr/>
              </p14:nvContentPartPr>
              <p14:xfrm>
                <a:off x="5461193" y="1451012"/>
                <a:ext cx="44640" cy="130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5BBD841-C426-4A71-976E-08FEE4E336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52553" y="1442012"/>
                  <a:ext cx="622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76D179B-F4BD-41CF-BBCC-806F4BCA861E}"/>
                    </a:ext>
                  </a:extLst>
                </p14:cNvPr>
                <p14:cNvContentPartPr/>
                <p14:nvPr/>
              </p14:nvContentPartPr>
              <p14:xfrm>
                <a:off x="5570993" y="1453532"/>
                <a:ext cx="52200" cy="136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76D179B-F4BD-41CF-BBCC-806F4BCA861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61993" y="1444532"/>
                  <a:ext cx="698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A83FB0C-74CE-4ED5-9D5A-83B59FA85225}"/>
                    </a:ext>
                  </a:extLst>
                </p14:cNvPr>
                <p14:cNvContentPartPr/>
                <p14:nvPr/>
              </p14:nvContentPartPr>
              <p14:xfrm>
                <a:off x="5655953" y="1386572"/>
                <a:ext cx="197640" cy="132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A83FB0C-74CE-4ED5-9D5A-83B59FA852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47313" y="1377932"/>
                  <a:ext cx="21528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A5C34E1-A988-4BFF-A081-F9A96E9BA60A}"/>
              </a:ext>
            </a:extLst>
          </p:cNvPr>
          <p:cNvGrpSpPr/>
          <p:nvPr/>
        </p:nvGrpSpPr>
        <p:grpSpPr>
          <a:xfrm>
            <a:off x="6029273" y="1383332"/>
            <a:ext cx="578520" cy="162000"/>
            <a:chOff x="6029273" y="1383332"/>
            <a:chExt cx="578520" cy="1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3E7071F-0DEB-40B9-A4A5-0F9822F23E51}"/>
                    </a:ext>
                  </a:extLst>
                </p14:cNvPr>
                <p14:cNvContentPartPr/>
                <p14:nvPr/>
              </p14:nvContentPartPr>
              <p14:xfrm>
                <a:off x="6029273" y="1383332"/>
                <a:ext cx="11520" cy="89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3E7071F-0DEB-40B9-A4A5-0F9822F23E5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20273" y="1374692"/>
                  <a:ext cx="29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F787D57-AF30-4AE6-ABF8-4508F977AF0D}"/>
                    </a:ext>
                  </a:extLst>
                </p14:cNvPr>
                <p14:cNvContentPartPr/>
                <p14:nvPr/>
              </p14:nvContentPartPr>
              <p14:xfrm>
                <a:off x="6067433" y="1458572"/>
                <a:ext cx="111960" cy="57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F787D57-AF30-4AE6-ABF8-4508F977AF0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58433" y="1449932"/>
                  <a:ext cx="129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DCAC660-220C-44E3-AF98-FD71FFB32896}"/>
                    </a:ext>
                  </a:extLst>
                </p14:cNvPr>
                <p14:cNvContentPartPr/>
                <p14:nvPr/>
              </p14:nvContentPartPr>
              <p14:xfrm>
                <a:off x="6211433" y="1430492"/>
                <a:ext cx="136080" cy="89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DCAC660-220C-44E3-AF98-FD71FFB3289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02433" y="1421492"/>
                  <a:ext cx="153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26EC883-A6AC-4E03-815A-B378A53FA319}"/>
                    </a:ext>
                  </a:extLst>
                </p14:cNvPr>
                <p14:cNvContentPartPr/>
                <p14:nvPr/>
              </p14:nvContentPartPr>
              <p14:xfrm>
                <a:off x="6405473" y="1426892"/>
                <a:ext cx="96840" cy="86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26EC883-A6AC-4E03-815A-B378A53FA31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96833" y="1418252"/>
                  <a:ext cx="1144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05CCDC9-7BC0-4178-8615-B5C654C4E450}"/>
                    </a:ext>
                  </a:extLst>
                </p14:cNvPr>
                <p14:cNvContentPartPr/>
                <p14:nvPr/>
              </p14:nvContentPartPr>
              <p14:xfrm>
                <a:off x="6533633" y="1425452"/>
                <a:ext cx="74160" cy="119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05CCDC9-7BC0-4178-8615-B5C654C4E45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24633" y="1416452"/>
                  <a:ext cx="9180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A29FFE3-ABF0-401D-AC9E-C7DFAAFA1517}"/>
              </a:ext>
            </a:extLst>
          </p:cNvPr>
          <p:cNvGrpSpPr/>
          <p:nvPr/>
        </p:nvGrpSpPr>
        <p:grpSpPr>
          <a:xfrm>
            <a:off x="6810833" y="1336892"/>
            <a:ext cx="799200" cy="231120"/>
            <a:chOff x="6810833" y="1336892"/>
            <a:chExt cx="79920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AD210DC-BE61-43DC-889E-D2555AAD92A1}"/>
                    </a:ext>
                  </a:extLst>
                </p14:cNvPr>
                <p14:cNvContentPartPr/>
                <p14:nvPr/>
              </p14:nvContentPartPr>
              <p14:xfrm>
                <a:off x="6810833" y="1384052"/>
                <a:ext cx="120600" cy="146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AD210DC-BE61-43DC-889E-D2555AAD92A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01833" y="1375052"/>
                  <a:ext cx="1382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A6FB9FD-251A-4886-8984-1B36A5ECD7D1}"/>
                    </a:ext>
                  </a:extLst>
                </p14:cNvPr>
                <p14:cNvContentPartPr/>
                <p14:nvPr/>
              </p14:nvContentPartPr>
              <p14:xfrm>
                <a:off x="6981473" y="1445972"/>
                <a:ext cx="68760" cy="81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A6FB9FD-251A-4886-8984-1B36A5ECD7D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72473" y="1437332"/>
                  <a:ext cx="86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1C32B56-8B78-40DD-AAB6-8E5E7671DF62}"/>
                    </a:ext>
                  </a:extLst>
                </p14:cNvPr>
                <p14:cNvContentPartPr/>
                <p14:nvPr/>
              </p14:nvContentPartPr>
              <p14:xfrm>
                <a:off x="7065713" y="1463972"/>
                <a:ext cx="183600" cy="69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1C32B56-8B78-40DD-AAB6-8E5E7671DF6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57073" y="1454972"/>
                  <a:ext cx="201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01CC426-1906-4A81-8AA3-24796082163A}"/>
                    </a:ext>
                  </a:extLst>
                </p14:cNvPr>
                <p14:cNvContentPartPr/>
                <p14:nvPr/>
              </p14:nvContentPartPr>
              <p14:xfrm>
                <a:off x="7312313" y="1336892"/>
                <a:ext cx="167400" cy="210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01CC426-1906-4A81-8AA3-2479608216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03313" y="1327892"/>
                  <a:ext cx="1850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7A4B3C-4EEB-43B3-9284-5E78AC021B52}"/>
                    </a:ext>
                  </a:extLst>
                </p14:cNvPr>
                <p14:cNvContentPartPr/>
                <p14:nvPr/>
              </p14:nvContentPartPr>
              <p14:xfrm>
                <a:off x="7553873" y="1439492"/>
                <a:ext cx="56160" cy="128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7A4B3C-4EEB-43B3-9284-5E78AC021B5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44873" y="1430852"/>
                  <a:ext cx="7380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E94CC38-2428-474B-BCF0-48E0E0EF660A}"/>
              </a:ext>
            </a:extLst>
          </p:cNvPr>
          <p:cNvGrpSpPr/>
          <p:nvPr/>
        </p:nvGrpSpPr>
        <p:grpSpPr>
          <a:xfrm>
            <a:off x="3851993" y="2154452"/>
            <a:ext cx="343440" cy="198360"/>
            <a:chOff x="3851993" y="2154452"/>
            <a:chExt cx="34344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00CBD87-10AC-4B71-B252-8FFCA773BAEC}"/>
                    </a:ext>
                  </a:extLst>
                </p14:cNvPr>
                <p14:cNvContentPartPr/>
                <p14:nvPr/>
              </p14:nvContentPartPr>
              <p14:xfrm>
                <a:off x="3851993" y="2154452"/>
                <a:ext cx="114480" cy="139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00CBD87-10AC-4B71-B252-8FFCA773BAE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42993" y="2145812"/>
                  <a:ext cx="1321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6AB1547-DEBB-42AB-85A1-C60D1A38E1B5}"/>
                    </a:ext>
                  </a:extLst>
                </p14:cNvPr>
                <p14:cNvContentPartPr/>
                <p14:nvPr/>
              </p14:nvContentPartPr>
              <p14:xfrm>
                <a:off x="3919313" y="2162372"/>
                <a:ext cx="48240" cy="129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6AB1547-DEBB-42AB-85A1-C60D1A38E1B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10673" y="2153372"/>
                  <a:ext cx="658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1DE8879-020E-4493-B17A-95564C6F7746}"/>
                    </a:ext>
                  </a:extLst>
                </p14:cNvPr>
                <p14:cNvContentPartPr/>
                <p14:nvPr/>
              </p14:nvContentPartPr>
              <p14:xfrm>
                <a:off x="4056473" y="2295932"/>
                <a:ext cx="5760" cy="25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1DE8879-020E-4493-B17A-95564C6F774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47473" y="2286932"/>
                  <a:ext cx="23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051C5D3-D2BF-4D4F-AF98-B20D489F26E7}"/>
                    </a:ext>
                  </a:extLst>
                </p14:cNvPr>
                <p14:cNvContentPartPr/>
                <p14:nvPr/>
              </p14:nvContentPartPr>
              <p14:xfrm>
                <a:off x="4117313" y="2264972"/>
                <a:ext cx="78120" cy="87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051C5D3-D2BF-4D4F-AF98-B20D489F26E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08313" y="2256332"/>
                  <a:ext cx="9576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C14BEE4-C2E9-459A-A5E1-43A43B40F413}"/>
              </a:ext>
            </a:extLst>
          </p:cNvPr>
          <p:cNvGrpSpPr/>
          <p:nvPr/>
        </p:nvGrpSpPr>
        <p:grpSpPr>
          <a:xfrm>
            <a:off x="3916793" y="2548652"/>
            <a:ext cx="390240" cy="193320"/>
            <a:chOff x="3916793" y="2548652"/>
            <a:chExt cx="390240" cy="19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F523C50-6AB6-4553-AB5C-5845484F9CE5}"/>
                    </a:ext>
                  </a:extLst>
                </p14:cNvPr>
                <p14:cNvContentPartPr/>
                <p14:nvPr/>
              </p14:nvContentPartPr>
              <p14:xfrm>
                <a:off x="3916793" y="2567012"/>
                <a:ext cx="80280" cy="75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F523C50-6AB6-4553-AB5C-5845484F9CE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08153" y="2558012"/>
                  <a:ext cx="97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18B9D89-65C9-4886-8D62-EF11CBD1A8CF}"/>
                    </a:ext>
                  </a:extLst>
                </p14:cNvPr>
                <p14:cNvContentPartPr/>
                <p14:nvPr/>
              </p14:nvContentPartPr>
              <p14:xfrm>
                <a:off x="3977273" y="2548652"/>
                <a:ext cx="60480" cy="122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18B9D89-65C9-4886-8D62-EF11CBD1A8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968273" y="2539652"/>
                  <a:ext cx="78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903FA7F-77F4-445C-A3DC-3225D8D54DF3}"/>
                    </a:ext>
                  </a:extLst>
                </p14:cNvPr>
                <p14:cNvContentPartPr/>
                <p14:nvPr/>
              </p14:nvContentPartPr>
              <p14:xfrm>
                <a:off x="4115153" y="2614532"/>
                <a:ext cx="14760" cy="64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903FA7F-77F4-445C-A3DC-3225D8D54D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06153" y="2605892"/>
                  <a:ext cx="324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19ED233-446A-4369-BD65-F303D96BFB41}"/>
                    </a:ext>
                  </a:extLst>
                </p14:cNvPr>
                <p14:cNvContentPartPr/>
                <p14:nvPr/>
              </p14:nvContentPartPr>
              <p14:xfrm>
                <a:off x="4191113" y="2640812"/>
                <a:ext cx="115920" cy="101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19ED233-446A-4369-BD65-F303D96BFB4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82473" y="2632172"/>
                  <a:ext cx="133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9448040-14FF-41AC-B50E-9532F7333375}"/>
                    </a:ext>
                  </a:extLst>
                </p14:cNvPr>
                <p14:cNvContentPartPr/>
                <p14:nvPr/>
              </p14:nvContentPartPr>
              <p14:xfrm>
                <a:off x="3928673" y="2576012"/>
                <a:ext cx="135000" cy="97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9448040-14FF-41AC-B50E-9532F733337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20033" y="2567372"/>
                  <a:ext cx="15264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BAF3543-6BC9-4132-A369-B28A55B075CC}"/>
              </a:ext>
            </a:extLst>
          </p:cNvPr>
          <p:cNvGrpSpPr/>
          <p:nvPr/>
        </p:nvGrpSpPr>
        <p:grpSpPr>
          <a:xfrm>
            <a:off x="6022793" y="2113412"/>
            <a:ext cx="405000" cy="177480"/>
            <a:chOff x="6022793" y="2113412"/>
            <a:chExt cx="405000" cy="17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B7B68D6-9442-49CE-99E4-FB57178FCA58}"/>
                    </a:ext>
                  </a:extLst>
                </p14:cNvPr>
                <p14:cNvContentPartPr/>
                <p14:nvPr/>
              </p14:nvContentPartPr>
              <p14:xfrm>
                <a:off x="6022793" y="2113412"/>
                <a:ext cx="137880" cy="1350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B7B68D6-9442-49CE-99E4-FB57178FCA5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14153" y="2104412"/>
                  <a:ext cx="155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7BD842C-188B-46E6-8CDB-243166F7DC03}"/>
                    </a:ext>
                  </a:extLst>
                </p14:cNvPr>
                <p14:cNvContentPartPr/>
                <p14:nvPr/>
              </p14:nvContentPartPr>
              <p14:xfrm>
                <a:off x="6081113" y="2117012"/>
                <a:ext cx="52560" cy="146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7BD842C-188B-46E6-8CDB-243166F7DC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72473" y="2108372"/>
                  <a:ext cx="70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DB73132-BF36-4E88-AEB9-A8B5884892D5}"/>
                    </a:ext>
                  </a:extLst>
                </p14:cNvPr>
                <p14:cNvContentPartPr/>
                <p14:nvPr/>
              </p14:nvContentPartPr>
              <p14:xfrm>
                <a:off x="6256073" y="2236172"/>
                <a:ext cx="64440" cy="50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DB73132-BF36-4E88-AEB9-A8B5884892D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47433" y="2227532"/>
                  <a:ext cx="820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D1D236A-55F7-4D20-BE69-00F758FC7312}"/>
                    </a:ext>
                  </a:extLst>
                </p14:cNvPr>
                <p14:cNvContentPartPr/>
                <p14:nvPr/>
              </p14:nvContentPartPr>
              <p14:xfrm>
                <a:off x="6378113" y="2199092"/>
                <a:ext cx="49680" cy="91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D1D236A-55F7-4D20-BE69-00F758FC731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369113" y="2190452"/>
                  <a:ext cx="6732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AE7A901-601C-4577-B202-0FEA9C26BA37}"/>
              </a:ext>
            </a:extLst>
          </p:cNvPr>
          <p:cNvGrpSpPr/>
          <p:nvPr/>
        </p:nvGrpSpPr>
        <p:grpSpPr>
          <a:xfrm>
            <a:off x="6073193" y="2550452"/>
            <a:ext cx="363600" cy="190440"/>
            <a:chOff x="6073193" y="2550452"/>
            <a:chExt cx="363600" cy="1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FE78B06-9025-4C5A-B1AD-5D806F2BBDE0}"/>
                    </a:ext>
                  </a:extLst>
                </p14:cNvPr>
                <p14:cNvContentPartPr/>
                <p14:nvPr/>
              </p14:nvContentPartPr>
              <p14:xfrm>
                <a:off x="6073193" y="2550452"/>
                <a:ext cx="104760" cy="127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FE78B06-9025-4C5A-B1AD-5D806F2BBD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64553" y="2541812"/>
                  <a:ext cx="122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98017B0-6B17-4001-A313-186CA430B1F5}"/>
                    </a:ext>
                  </a:extLst>
                </p14:cNvPr>
                <p14:cNvContentPartPr/>
                <p14:nvPr/>
              </p14:nvContentPartPr>
              <p14:xfrm>
                <a:off x="6105593" y="2582132"/>
                <a:ext cx="72000" cy="116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98017B0-6B17-4001-A313-186CA430B1F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96953" y="2573132"/>
                  <a:ext cx="89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8FCD9BB-E105-4840-9739-7BC3EFD22F89}"/>
                    </a:ext>
                  </a:extLst>
                </p14:cNvPr>
                <p14:cNvContentPartPr/>
                <p14:nvPr/>
              </p14:nvContentPartPr>
              <p14:xfrm>
                <a:off x="6259313" y="2646212"/>
                <a:ext cx="44640" cy="77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8FCD9BB-E105-4840-9739-7BC3EFD22F8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50313" y="2637572"/>
                  <a:ext cx="62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E9E5228-8E34-49E5-B919-FC44D4B746D6}"/>
                    </a:ext>
                  </a:extLst>
                </p14:cNvPr>
                <p14:cNvContentPartPr/>
                <p14:nvPr/>
              </p14:nvContentPartPr>
              <p14:xfrm>
                <a:off x="6360473" y="2635052"/>
                <a:ext cx="76320" cy="105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E9E5228-8E34-49E5-B919-FC44D4B746D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51473" y="2626052"/>
                  <a:ext cx="9396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FC704C6-B3AC-45A2-A135-5C30EEF3E8C4}"/>
              </a:ext>
            </a:extLst>
          </p:cNvPr>
          <p:cNvGrpSpPr/>
          <p:nvPr/>
        </p:nvGrpSpPr>
        <p:grpSpPr>
          <a:xfrm>
            <a:off x="6136193" y="2943932"/>
            <a:ext cx="361080" cy="168120"/>
            <a:chOff x="6136193" y="2943932"/>
            <a:chExt cx="36108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BA974EE-2E02-4BCD-BA23-857F403B0C24}"/>
                    </a:ext>
                  </a:extLst>
                </p14:cNvPr>
                <p14:cNvContentPartPr/>
                <p14:nvPr/>
              </p14:nvContentPartPr>
              <p14:xfrm>
                <a:off x="6136193" y="2943932"/>
                <a:ext cx="123480" cy="141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BA974EE-2E02-4BCD-BA23-857F403B0C2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27193" y="2935292"/>
                  <a:ext cx="141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E728032-8F24-4CA3-B8C8-70EC610B2A5D}"/>
                    </a:ext>
                  </a:extLst>
                </p14:cNvPr>
                <p14:cNvContentPartPr/>
                <p14:nvPr/>
              </p14:nvContentPartPr>
              <p14:xfrm>
                <a:off x="6171113" y="2978132"/>
                <a:ext cx="66240" cy="104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E728032-8F24-4CA3-B8C8-70EC610B2A5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62473" y="2969132"/>
                  <a:ext cx="83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8952B8E-62AF-48C5-810B-9D24872FF2FB}"/>
                    </a:ext>
                  </a:extLst>
                </p14:cNvPr>
                <p14:cNvContentPartPr/>
                <p14:nvPr/>
              </p14:nvContentPartPr>
              <p14:xfrm>
                <a:off x="6292433" y="3029252"/>
                <a:ext cx="65520" cy="6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8952B8E-62AF-48C5-810B-9D24872FF2F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83793" y="3020252"/>
                  <a:ext cx="83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84536D4-6E16-4D64-B047-5685147255BB}"/>
                    </a:ext>
                  </a:extLst>
                </p14:cNvPr>
                <p14:cNvContentPartPr/>
                <p14:nvPr/>
              </p14:nvContentPartPr>
              <p14:xfrm>
                <a:off x="6407273" y="3029972"/>
                <a:ext cx="69480" cy="82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84536D4-6E16-4D64-B047-5685147255B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98273" y="3021332"/>
                  <a:ext cx="87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89B40CF-ACFA-46CC-8A6E-0EE1541C7123}"/>
                    </a:ext>
                  </a:extLst>
                </p14:cNvPr>
                <p14:cNvContentPartPr/>
                <p14:nvPr/>
              </p14:nvContentPartPr>
              <p14:xfrm>
                <a:off x="6428153" y="3053012"/>
                <a:ext cx="69120" cy="39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89B40CF-ACFA-46CC-8A6E-0EE1541C712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419153" y="3044012"/>
                  <a:ext cx="8676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78EBE2B-4FF1-4A81-80DF-17253376E381}"/>
              </a:ext>
            </a:extLst>
          </p:cNvPr>
          <p:cNvGrpSpPr/>
          <p:nvPr/>
        </p:nvGrpSpPr>
        <p:grpSpPr>
          <a:xfrm>
            <a:off x="7922153" y="2139692"/>
            <a:ext cx="555120" cy="218160"/>
            <a:chOff x="7922153" y="2139692"/>
            <a:chExt cx="55512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D200ABA-AA40-4CF1-A65E-51BF4B42568A}"/>
                    </a:ext>
                  </a:extLst>
                </p14:cNvPr>
                <p14:cNvContentPartPr/>
                <p14:nvPr/>
              </p14:nvContentPartPr>
              <p14:xfrm>
                <a:off x="7922153" y="2139692"/>
                <a:ext cx="108360" cy="155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D200ABA-AA40-4CF1-A65E-51BF4B42568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13153" y="2131052"/>
                  <a:ext cx="126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85AC01F-EF4E-48AE-AE4F-D7BEB4844EC7}"/>
                    </a:ext>
                  </a:extLst>
                </p14:cNvPr>
                <p14:cNvContentPartPr/>
                <p14:nvPr/>
              </p14:nvContentPartPr>
              <p14:xfrm>
                <a:off x="7949153" y="2179292"/>
                <a:ext cx="60480" cy="129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85AC01F-EF4E-48AE-AE4F-D7BEB4844EC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940153" y="2170652"/>
                  <a:ext cx="78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9B0DFDE-A830-4ECD-8B05-D1D140525A28}"/>
                    </a:ext>
                  </a:extLst>
                </p14:cNvPr>
                <p14:cNvContentPartPr/>
                <p14:nvPr/>
              </p14:nvContentPartPr>
              <p14:xfrm>
                <a:off x="8114393" y="2251292"/>
                <a:ext cx="61920" cy="73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9B0DFDE-A830-4ECD-8B05-D1D140525A2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05393" y="2242292"/>
                  <a:ext cx="79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6C7A2D2-E6E7-469E-97F3-132804A20F75}"/>
                    </a:ext>
                  </a:extLst>
                </p14:cNvPr>
                <p14:cNvContentPartPr/>
                <p14:nvPr/>
              </p14:nvContentPartPr>
              <p14:xfrm>
                <a:off x="8222393" y="2311052"/>
                <a:ext cx="20160" cy="46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6C7A2D2-E6E7-469E-97F3-132804A20F7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13753" y="2302052"/>
                  <a:ext cx="37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88CEB7B-FC3D-48F4-8133-99A8DFF1C1DD}"/>
                    </a:ext>
                  </a:extLst>
                </p14:cNvPr>
                <p14:cNvContentPartPr/>
                <p14:nvPr/>
              </p14:nvContentPartPr>
              <p14:xfrm>
                <a:off x="8323193" y="2272892"/>
                <a:ext cx="7560" cy="45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88CEB7B-FC3D-48F4-8133-99A8DFF1C1D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314553" y="2264252"/>
                  <a:ext cx="252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012C8F7-DF66-4AE9-B5DC-142FE6F40BDA}"/>
                    </a:ext>
                  </a:extLst>
                </p14:cNvPr>
                <p14:cNvContentPartPr/>
                <p14:nvPr/>
              </p14:nvContentPartPr>
              <p14:xfrm>
                <a:off x="8377553" y="2254172"/>
                <a:ext cx="99720" cy="87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012C8F7-DF66-4AE9-B5DC-142FE6F40BD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68913" y="2245172"/>
                  <a:ext cx="11736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E70233D-BCA8-46B6-AF2A-65AE84054F3D}"/>
              </a:ext>
            </a:extLst>
          </p:cNvPr>
          <p:cNvGrpSpPr/>
          <p:nvPr/>
        </p:nvGrpSpPr>
        <p:grpSpPr>
          <a:xfrm>
            <a:off x="7987313" y="2506172"/>
            <a:ext cx="597600" cy="243720"/>
            <a:chOff x="7987313" y="2506172"/>
            <a:chExt cx="59760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9524ACF-E1CD-4E03-B450-029048AB1A90}"/>
                    </a:ext>
                  </a:extLst>
                </p14:cNvPr>
                <p14:cNvContentPartPr/>
                <p14:nvPr/>
              </p14:nvContentPartPr>
              <p14:xfrm>
                <a:off x="7987313" y="2506172"/>
                <a:ext cx="145800" cy="168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9524ACF-E1CD-4E03-B450-029048AB1A9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78673" y="2497172"/>
                  <a:ext cx="1634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E9ADEE4-5F4C-4568-B06A-8C200EEFA3F0}"/>
                    </a:ext>
                  </a:extLst>
                </p14:cNvPr>
                <p14:cNvContentPartPr/>
                <p14:nvPr/>
              </p14:nvContentPartPr>
              <p14:xfrm>
                <a:off x="8067233" y="2543972"/>
                <a:ext cx="61920" cy="126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E9ADEE4-5F4C-4568-B06A-8C200EEFA3F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58593" y="2535332"/>
                  <a:ext cx="79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AF250C7-0F4C-459B-B0D7-533AE2741CC5}"/>
                    </a:ext>
                  </a:extLst>
                </p14:cNvPr>
                <p14:cNvContentPartPr/>
                <p14:nvPr/>
              </p14:nvContentPartPr>
              <p14:xfrm>
                <a:off x="8214473" y="2615972"/>
                <a:ext cx="82080" cy="108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AF250C7-0F4C-459B-B0D7-533AE2741CC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05833" y="2607332"/>
                  <a:ext cx="99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A0D6E2C-A968-438A-91C8-BDADF5D9F63B}"/>
                    </a:ext>
                  </a:extLst>
                </p14:cNvPr>
                <p14:cNvContentPartPr/>
                <p14:nvPr/>
              </p14:nvContentPartPr>
              <p14:xfrm>
                <a:off x="8363153" y="2704532"/>
                <a:ext cx="14760" cy="45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A0D6E2C-A968-438A-91C8-BDADF5D9F63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354513" y="2695532"/>
                  <a:ext cx="32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F19F23-765B-4080-9331-2367E5C2779B}"/>
                    </a:ext>
                  </a:extLst>
                </p14:cNvPr>
                <p14:cNvContentPartPr/>
                <p14:nvPr/>
              </p14:nvContentPartPr>
              <p14:xfrm>
                <a:off x="8458193" y="2606252"/>
                <a:ext cx="9720" cy="96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F19F23-765B-4080-9331-2367E5C2779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449193" y="2597252"/>
                  <a:ext cx="27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6273833-A49D-44FF-88A4-02F6864A1969}"/>
                    </a:ext>
                  </a:extLst>
                </p14:cNvPr>
                <p14:cNvContentPartPr/>
                <p14:nvPr/>
              </p14:nvContentPartPr>
              <p14:xfrm>
                <a:off x="8519753" y="2600132"/>
                <a:ext cx="65160" cy="114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6273833-A49D-44FF-88A4-02F6864A196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10753" y="2591492"/>
                  <a:ext cx="8280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C4115CF-61BF-40A3-9A06-64EC368933C7}"/>
              </a:ext>
            </a:extLst>
          </p:cNvPr>
          <p:cNvGrpSpPr/>
          <p:nvPr/>
        </p:nvGrpSpPr>
        <p:grpSpPr>
          <a:xfrm>
            <a:off x="7949513" y="2864732"/>
            <a:ext cx="571320" cy="222840"/>
            <a:chOff x="7949513" y="2864732"/>
            <a:chExt cx="57132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FDEFEBC-E945-411E-B7E8-A649DF7C9726}"/>
                    </a:ext>
                  </a:extLst>
                </p14:cNvPr>
                <p14:cNvContentPartPr/>
                <p14:nvPr/>
              </p14:nvContentPartPr>
              <p14:xfrm>
                <a:off x="7949513" y="2887052"/>
                <a:ext cx="95760" cy="109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FDEFEBC-E945-411E-B7E8-A649DF7C972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40513" y="2878052"/>
                  <a:ext cx="113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AEC743F-A3FD-4872-8838-F84DA58DA28C}"/>
                    </a:ext>
                  </a:extLst>
                </p14:cNvPr>
                <p14:cNvContentPartPr/>
                <p14:nvPr/>
              </p14:nvContentPartPr>
              <p14:xfrm>
                <a:off x="7982633" y="2864732"/>
                <a:ext cx="95040" cy="170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AEC743F-A3FD-4872-8838-F84DA58DA28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73633" y="2856092"/>
                  <a:ext cx="112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F8CD182-4C98-4C7C-8A67-FAAB23E41C71}"/>
                    </a:ext>
                  </a:extLst>
                </p14:cNvPr>
                <p14:cNvContentPartPr/>
                <p14:nvPr/>
              </p14:nvContentPartPr>
              <p14:xfrm>
                <a:off x="8147153" y="2997572"/>
                <a:ext cx="9360" cy="57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F8CD182-4C98-4C7C-8A67-FAAB23E41C7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138513" y="2988932"/>
                  <a:ext cx="27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5353244-BD5A-4EF6-87E3-132228ED60F2}"/>
                    </a:ext>
                  </a:extLst>
                </p14:cNvPr>
                <p14:cNvContentPartPr/>
                <p14:nvPr/>
              </p14:nvContentPartPr>
              <p14:xfrm>
                <a:off x="8184593" y="2993972"/>
                <a:ext cx="39240" cy="42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5353244-BD5A-4EF6-87E3-132228ED60F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75593" y="2984972"/>
                  <a:ext cx="568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B3A6FFC-329D-4F82-9BB3-9EA4DA8F5E37}"/>
                    </a:ext>
                  </a:extLst>
                </p14:cNvPr>
                <p14:cNvContentPartPr/>
                <p14:nvPr/>
              </p14:nvContentPartPr>
              <p14:xfrm>
                <a:off x="8316713" y="3052652"/>
                <a:ext cx="12960" cy="34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B3A6FFC-329D-4F82-9BB3-9EA4DA8F5E3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308073" y="3044012"/>
                  <a:ext cx="30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DD38482-8591-4DA7-9C77-907BCF47B62F}"/>
                    </a:ext>
                  </a:extLst>
                </p14:cNvPr>
                <p14:cNvContentPartPr/>
                <p14:nvPr/>
              </p14:nvContentPartPr>
              <p14:xfrm>
                <a:off x="8424713" y="2990372"/>
                <a:ext cx="5040" cy="66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DD38482-8591-4DA7-9C77-907BCF47B62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416073" y="2981732"/>
                  <a:ext cx="226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2780AD3-5A91-4CD0-92BB-890242BC2AC7}"/>
                    </a:ext>
                  </a:extLst>
                </p14:cNvPr>
                <p14:cNvContentPartPr/>
                <p14:nvPr/>
              </p14:nvContentPartPr>
              <p14:xfrm>
                <a:off x="8468633" y="2989292"/>
                <a:ext cx="52200" cy="88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2780AD3-5A91-4CD0-92BB-890242BC2AC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459633" y="2980652"/>
                  <a:ext cx="6984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394F77D-ADAA-4DF6-9D94-1BB685A5A427}"/>
              </a:ext>
            </a:extLst>
          </p:cNvPr>
          <p:cNvGrpSpPr/>
          <p:nvPr/>
        </p:nvGrpSpPr>
        <p:grpSpPr>
          <a:xfrm>
            <a:off x="9923393" y="2163812"/>
            <a:ext cx="556200" cy="231840"/>
            <a:chOff x="9923393" y="2163812"/>
            <a:chExt cx="55620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7184E31-7BD1-4774-8592-410E2AD3840E}"/>
                    </a:ext>
                  </a:extLst>
                </p14:cNvPr>
                <p14:cNvContentPartPr/>
                <p14:nvPr/>
              </p14:nvContentPartPr>
              <p14:xfrm>
                <a:off x="9923393" y="2163812"/>
                <a:ext cx="104400" cy="137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7184E31-7BD1-4774-8592-410E2AD3840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914393" y="2154812"/>
                  <a:ext cx="1220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05D7005-C2C0-4FB6-A5C1-5A0B0471C6A4}"/>
                    </a:ext>
                  </a:extLst>
                </p14:cNvPr>
                <p14:cNvContentPartPr/>
                <p14:nvPr/>
              </p14:nvContentPartPr>
              <p14:xfrm>
                <a:off x="9944993" y="2190092"/>
                <a:ext cx="70920" cy="126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05D7005-C2C0-4FB6-A5C1-5A0B0471C6A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35993" y="2181092"/>
                  <a:ext cx="88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FD19904-5B2C-4B5B-A0F3-1A4913A33D9F}"/>
                    </a:ext>
                  </a:extLst>
                </p14:cNvPr>
                <p14:cNvContentPartPr/>
                <p14:nvPr/>
              </p14:nvContentPartPr>
              <p14:xfrm>
                <a:off x="10090073" y="2283332"/>
                <a:ext cx="2880" cy="50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FD19904-5B2C-4B5B-A0F3-1A4913A33D9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081433" y="2274692"/>
                  <a:ext cx="20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7361442-F306-49D6-878A-F36A9202C6B6}"/>
                    </a:ext>
                  </a:extLst>
                </p14:cNvPr>
                <p14:cNvContentPartPr/>
                <p14:nvPr/>
              </p14:nvContentPartPr>
              <p14:xfrm>
                <a:off x="10126793" y="2290532"/>
                <a:ext cx="132120" cy="105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7361442-F306-49D6-878A-F36A9202C6B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18153" y="2281892"/>
                  <a:ext cx="149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29659B2-29E9-4061-A749-73137B459C2B}"/>
                    </a:ext>
                  </a:extLst>
                </p14:cNvPr>
                <p14:cNvContentPartPr/>
                <p14:nvPr/>
              </p14:nvContentPartPr>
              <p14:xfrm>
                <a:off x="10356113" y="2251292"/>
                <a:ext cx="14040" cy="86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29659B2-29E9-4061-A749-73137B459C2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347113" y="2242652"/>
                  <a:ext cx="31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2DC7CC3-9CDB-4971-9F2C-84B5C68C3A66}"/>
                    </a:ext>
                  </a:extLst>
                </p14:cNvPr>
                <p14:cNvContentPartPr/>
                <p14:nvPr/>
              </p14:nvContentPartPr>
              <p14:xfrm>
                <a:off x="10405793" y="2263892"/>
                <a:ext cx="73800" cy="66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2DC7CC3-9CDB-4971-9F2C-84B5C68C3A6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397153" y="2254892"/>
                  <a:ext cx="914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6EEB948-ADE6-422C-9F18-3FA2E1EADA6D}"/>
                    </a:ext>
                  </a:extLst>
                </p14:cNvPr>
                <p14:cNvContentPartPr/>
                <p14:nvPr/>
              </p14:nvContentPartPr>
              <p14:xfrm>
                <a:off x="10420193" y="2291252"/>
                <a:ext cx="32400" cy="103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6EEB948-ADE6-422C-9F18-3FA2E1EADA6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411193" y="2282612"/>
                  <a:ext cx="500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C08ECA6-2B9B-4B49-AF66-9B944C1E33BE}"/>
              </a:ext>
            </a:extLst>
          </p:cNvPr>
          <p:cNvGrpSpPr/>
          <p:nvPr/>
        </p:nvGrpSpPr>
        <p:grpSpPr>
          <a:xfrm>
            <a:off x="9976313" y="2567012"/>
            <a:ext cx="586440" cy="201240"/>
            <a:chOff x="9976313" y="2567012"/>
            <a:chExt cx="58644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58DB752-5E12-4DC5-8894-DBCFA598FB2C}"/>
                    </a:ext>
                  </a:extLst>
                </p14:cNvPr>
                <p14:cNvContentPartPr/>
                <p14:nvPr/>
              </p14:nvContentPartPr>
              <p14:xfrm>
                <a:off x="9976313" y="2575292"/>
                <a:ext cx="93240" cy="105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58DB752-5E12-4DC5-8894-DBCFA598FB2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67313" y="2566652"/>
                  <a:ext cx="110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9A94A24-E5F9-4966-B9EC-A04CCB4007E1}"/>
                    </a:ext>
                  </a:extLst>
                </p14:cNvPr>
                <p14:cNvContentPartPr/>
                <p14:nvPr/>
              </p14:nvContentPartPr>
              <p14:xfrm>
                <a:off x="10026353" y="2567012"/>
                <a:ext cx="34200" cy="129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9A94A24-E5F9-4966-B9EC-A04CCB4007E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017353" y="2558012"/>
                  <a:ext cx="51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1BE4B5C-9365-43CD-B3F6-DA8783DB3BC3}"/>
                    </a:ext>
                  </a:extLst>
                </p14:cNvPr>
                <p14:cNvContentPartPr/>
                <p14:nvPr/>
              </p14:nvContentPartPr>
              <p14:xfrm>
                <a:off x="10121753" y="2666372"/>
                <a:ext cx="9360" cy="45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1BE4B5C-9365-43CD-B3F6-DA8783DB3BC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12753" y="2657732"/>
                  <a:ext cx="270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E22B761-21E8-4013-8401-EBFC009441D6}"/>
                    </a:ext>
                  </a:extLst>
                </p14:cNvPr>
                <p14:cNvContentPartPr/>
                <p14:nvPr/>
              </p14:nvContentPartPr>
              <p14:xfrm>
                <a:off x="10187633" y="2662052"/>
                <a:ext cx="39600" cy="50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E22B761-21E8-4013-8401-EBFC009441D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178993" y="2653412"/>
                  <a:ext cx="57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3779BBE-95CE-4886-8F3C-447DE9185C2F}"/>
                    </a:ext>
                  </a:extLst>
                </p14:cNvPr>
                <p14:cNvContentPartPr/>
                <p14:nvPr/>
              </p14:nvContentPartPr>
              <p14:xfrm>
                <a:off x="10318673" y="2716772"/>
                <a:ext cx="19440" cy="48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3779BBE-95CE-4886-8F3C-447DE9185C2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309673" y="2708132"/>
                  <a:ext cx="370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9F69413-B16F-4AFF-8CA6-20B28E7D1952}"/>
                    </a:ext>
                  </a:extLst>
                </p14:cNvPr>
                <p14:cNvContentPartPr/>
                <p14:nvPr/>
              </p14:nvContentPartPr>
              <p14:xfrm>
                <a:off x="10401113" y="2669612"/>
                <a:ext cx="16560" cy="61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9F69413-B16F-4AFF-8CA6-20B28E7D195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392473" y="2660972"/>
                  <a:ext cx="34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0A64CDC-2A81-4B61-8395-E3AE699B4D17}"/>
                    </a:ext>
                  </a:extLst>
                </p14:cNvPr>
                <p14:cNvContentPartPr/>
                <p14:nvPr/>
              </p14:nvContentPartPr>
              <p14:xfrm>
                <a:off x="10464113" y="2668532"/>
                <a:ext cx="98640" cy="43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0A64CDC-2A81-4B61-8395-E3AE699B4D1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455113" y="2659532"/>
                  <a:ext cx="116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D360854-F9C3-4E56-B6E2-62A4C0146A49}"/>
                    </a:ext>
                  </a:extLst>
                </p14:cNvPr>
                <p14:cNvContentPartPr/>
                <p14:nvPr/>
              </p14:nvContentPartPr>
              <p14:xfrm>
                <a:off x="10505153" y="2681492"/>
                <a:ext cx="30600" cy="86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D360854-F9C3-4E56-B6E2-62A4C0146A4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496513" y="2672492"/>
                  <a:ext cx="4824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8F72627-9894-4A8E-B156-7CC36BF400CD}"/>
              </a:ext>
            </a:extLst>
          </p:cNvPr>
          <p:cNvGrpSpPr/>
          <p:nvPr/>
        </p:nvGrpSpPr>
        <p:grpSpPr>
          <a:xfrm>
            <a:off x="3252593" y="6538532"/>
            <a:ext cx="224280" cy="113040"/>
            <a:chOff x="3252593" y="6538532"/>
            <a:chExt cx="224280" cy="1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A1B94AC-541F-47E3-97D7-640495362DED}"/>
                    </a:ext>
                  </a:extLst>
                </p14:cNvPr>
                <p14:cNvContentPartPr/>
                <p14:nvPr/>
              </p14:nvContentPartPr>
              <p14:xfrm>
                <a:off x="3252593" y="6539972"/>
                <a:ext cx="79560" cy="111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A1B94AC-541F-47E3-97D7-640495362DE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243593" y="6530972"/>
                  <a:ext cx="972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7C7A8CD-660A-4D7B-8CC9-6429157823F1}"/>
                    </a:ext>
                  </a:extLst>
                </p14:cNvPr>
                <p14:cNvContentPartPr/>
                <p14:nvPr/>
              </p14:nvContentPartPr>
              <p14:xfrm>
                <a:off x="3390473" y="6542492"/>
                <a:ext cx="14760" cy="802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7C7A8CD-660A-4D7B-8CC9-6429157823F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81833" y="6533852"/>
                  <a:ext cx="32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83EB2CF-7A66-47E1-B9A7-AC7ED560F36A}"/>
                    </a:ext>
                  </a:extLst>
                </p14:cNvPr>
                <p14:cNvContentPartPr/>
                <p14:nvPr/>
              </p14:nvContentPartPr>
              <p14:xfrm>
                <a:off x="3449513" y="6538532"/>
                <a:ext cx="27360" cy="81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83EB2CF-7A66-47E1-B9A7-AC7ED560F36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40513" y="6529892"/>
                  <a:ext cx="4500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17072924-A9CC-4296-9A98-213A9E035453}"/>
              </a:ext>
            </a:extLst>
          </p:cNvPr>
          <p:cNvGrpSpPr/>
          <p:nvPr/>
        </p:nvGrpSpPr>
        <p:grpSpPr>
          <a:xfrm>
            <a:off x="4750913" y="6172772"/>
            <a:ext cx="249480" cy="88560"/>
            <a:chOff x="4750913" y="6172772"/>
            <a:chExt cx="249480" cy="8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190B4E5-FF81-49C1-ADCF-F28D5985D560}"/>
                    </a:ext>
                  </a:extLst>
                </p14:cNvPr>
                <p14:cNvContentPartPr/>
                <p14:nvPr/>
              </p14:nvContentPartPr>
              <p14:xfrm>
                <a:off x="4750913" y="6186452"/>
                <a:ext cx="114120" cy="61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190B4E5-FF81-49C1-ADCF-F28D5985D56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742273" y="6177452"/>
                  <a:ext cx="131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2CA88AE-91E1-442E-8A3A-B3D48852A559}"/>
                    </a:ext>
                  </a:extLst>
                </p14:cNvPr>
                <p14:cNvContentPartPr/>
                <p14:nvPr/>
              </p14:nvContentPartPr>
              <p14:xfrm>
                <a:off x="4834073" y="6192212"/>
                <a:ext cx="14040" cy="69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2CA88AE-91E1-442E-8A3A-B3D48852A55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825073" y="6183572"/>
                  <a:ext cx="31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3B53DD3-5070-421A-8C58-1050C6D6517E}"/>
                    </a:ext>
                  </a:extLst>
                </p14:cNvPr>
                <p14:cNvContentPartPr/>
                <p14:nvPr/>
              </p14:nvContentPartPr>
              <p14:xfrm>
                <a:off x="4916873" y="6172772"/>
                <a:ext cx="83520" cy="73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3B53DD3-5070-421A-8C58-1050C6D6517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08233" y="6163772"/>
                  <a:ext cx="10116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34D3239D-E23D-4694-8B61-363F8E8C7102}"/>
              </a:ext>
            </a:extLst>
          </p:cNvPr>
          <p:cNvGrpSpPr/>
          <p:nvPr/>
        </p:nvGrpSpPr>
        <p:grpSpPr>
          <a:xfrm>
            <a:off x="3234233" y="6073052"/>
            <a:ext cx="243720" cy="144000"/>
            <a:chOff x="3234233" y="6073052"/>
            <a:chExt cx="24372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D45CC39-C969-480E-A82E-399DCE976015}"/>
                    </a:ext>
                  </a:extLst>
                </p14:cNvPr>
                <p14:cNvContentPartPr/>
                <p14:nvPr/>
              </p14:nvContentPartPr>
              <p14:xfrm>
                <a:off x="3234233" y="6143252"/>
                <a:ext cx="103680" cy="71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D45CC39-C969-480E-A82E-399DCE97601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225233" y="6134612"/>
                  <a:ext cx="121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45F4CF7-FC06-4495-9638-E837F558A2E9}"/>
                    </a:ext>
                  </a:extLst>
                </p14:cNvPr>
                <p14:cNvContentPartPr/>
                <p14:nvPr/>
              </p14:nvContentPartPr>
              <p14:xfrm>
                <a:off x="3407033" y="6073052"/>
                <a:ext cx="70920" cy="144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45F4CF7-FC06-4495-9638-E837F558A2E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398033" y="6064412"/>
                  <a:ext cx="8856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C2C82181-0DD6-458B-8893-7D16F54E477D}"/>
                  </a:ext>
                </a:extLst>
              </p14:cNvPr>
              <p14:cNvContentPartPr/>
              <p14:nvPr/>
            </p14:nvContentPartPr>
            <p14:xfrm>
              <a:off x="3070793" y="5999972"/>
              <a:ext cx="69840" cy="1652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C2C82181-0DD6-458B-8893-7D16F54E477D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061793" y="5990972"/>
                <a:ext cx="8748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A64F310-977D-437D-9961-9A87E8A0B19A}"/>
                  </a:ext>
                </a:extLst>
              </p14:cNvPr>
              <p14:cNvContentPartPr/>
              <p14:nvPr/>
            </p14:nvContentPartPr>
            <p14:xfrm>
              <a:off x="3102113" y="6389852"/>
              <a:ext cx="72000" cy="1407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A64F310-977D-437D-9961-9A87E8A0B19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093473" y="6381212"/>
                <a:ext cx="8964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630FB6AA-285A-4D8A-A9D2-0ECBA35EEC80}"/>
                  </a:ext>
                </a:extLst>
              </p14:cNvPr>
              <p14:cNvContentPartPr/>
              <p14:nvPr/>
            </p14:nvContentPartPr>
            <p14:xfrm>
              <a:off x="4565873" y="6065852"/>
              <a:ext cx="91440" cy="1587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630FB6AA-285A-4D8A-A9D2-0ECBA35EEC8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556873" y="6057212"/>
                <a:ext cx="109080" cy="17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6FCBC6A4-B733-4095-A982-7544B4D549E5}"/>
              </a:ext>
            </a:extLst>
          </p:cNvPr>
          <p:cNvGrpSpPr/>
          <p:nvPr/>
        </p:nvGrpSpPr>
        <p:grpSpPr>
          <a:xfrm>
            <a:off x="4421153" y="6447452"/>
            <a:ext cx="529920" cy="208800"/>
            <a:chOff x="4421153" y="6447452"/>
            <a:chExt cx="52992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BA9814A-7A3B-4A51-9A91-FBA40777011C}"/>
                    </a:ext>
                  </a:extLst>
                </p14:cNvPr>
                <p14:cNvContentPartPr/>
                <p14:nvPr/>
              </p14:nvContentPartPr>
              <p14:xfrm>
                <a:off x="4421153" y="6447452"/>
                <a:ext cx="115560" cy="136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BA9814A-7A3B-4A51-9A91-FBA40777011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412153" y="6438452"/>
                  <a:ext cx="133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F544770-679D-4ED2-97A5-E57A57874372}"/>
                    </a:ext>
                  </a:extLst>
                </p14:cNvPr>
                <p14:cNvContentPartPr/>
                <p14:nvPr/>
              </p14:nvContentPartPr>
              <p14:xfrm>
                <a:off x="4616633" y="6530612"/>
                <a:ext cx="69840" cy="77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F544770-679D-4ED2-97A5-E57A5787437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07993" y="6521972"/>
                  <a:ext cx="87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3220666-11C1-489E-8D14-075479307F06}"/>
                    </a:ext>
                  </a:extLst>
                </p14:cNvPr>
                <p14:cNvContentPartPr/>
                <p14:nvPr/>
              </p14:nvContentPartPr>
              <p14:xfrm>
                <a:off x="4665593" y="6539252"/>
                <a:ext cx="9360" cy="89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3220666-11C1-489E-8D14-075479307F0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56593" y="6530612"/>
                  <a:ext cx="27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B81CC39-236A-4102-A6A1-DA8766520A75}"/>
                    </a:ext>
                  </a:extLst>
                </p14:cNvPr>
                <p14:cNvContentPartPr/>
                <p14:nvPr/>
              </p14:nvContentPartPr>
              <p14:xfrm>
                <a:off x="4749473" y="6587132"/>
                <a:ext cx="6120" cy="69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B81CC39-236A-4102-A6A1-DA8766520A7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740833" y="6578132"/>
                  <a:ext cx="23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07E8D5D-C2CB-4C73-9F8B-716623A6D331}"/>
                    </a:ext>
                  </a:extLst>
                </p14:cNvPr>
                <p14:cNvContentPartPr/>
                <p14:nvPr/>
              </p14:nvContentPartPr>
              <p14:xfrm>
                <a:off x="4813913" y="6528812"/>
                <a:ext cx="9360" cy="66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07E8D5D-C2CB-4C73-9F8B-716623A6D33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804913" y="6519812"/>
                  <a:ext cx="27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06C946F-19B4-4AA3-A65F-B98B8F889EC6}"/>
                    </a:ext>
                  </a:extLst>
                </p14:cNvPr>
                <p14:cNvContentPartPr/>
                <p14:nvPr/>
              </p14:nvContentPartPr>
              <p14:xfrm>
                <a:off x="4875473" y="6509372"/>
                <a:ext cx="75600" cy="96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06C946F-19B4-4AA3-A65F-B98B8F889EC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866473" y="6500732"/>
                  <a:ext cx="9324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9C24B08-1A75-4572-B5D1-279B6575FA8F}"/>
              </a:ext>
            </a:extLst>
          </p:cNvPr>
          <p:cNvGrpSpPr/>
          <p:nvPr/>
        </p:nvGrpSpPr>
        <p:grpSpPr>
          <a:xfrm>
            <a:off x="7669073" y="6025172"/>
            <a:ext cx="442440" cy="226800"/>
            <a:chOff x="7669073" y="6025172"/>
            <a:chExt cx="44244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6433577-D76C-4E35-B738-3BEEC6ED8CAD}"/>
                    </a:ext>
                  </a:extLst>
                </p14:cNvPr>
                <p14:cNvContentPartPr/>
                <p14:nvPr/>
              </p14:nvContentPartPr>
              <p14:xfrm>
                <a:off x="7669073" y="6025172"/>
                <a:ext cx="78840" cy="151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6433577-D76C-4E35-B738-3BEEC6ED8CA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660073" y="6016172"/>
                  <a:ext cx="96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71CA7ED-FD94-4D44-9A82-D3B805BCE26B}"/>
                    </a:ext>
                  </a:extLst>
                </p14:cNvPr>
                <p14:cNvContentPartPr/>
                <p14:nvPr/>
              </p14:nvContentPartPr>
              <p14:xfrm>
                <a:off x="7914953" y="6040292"/>
                <a:ext cx="65160" cy="152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71CA7ED-FD94-4D44-9A82-D3B805BCE26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905953" y="6031652"/>
                  <a:ext cx="828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AD0FFDB-0EB5-4349-A9C3-AE6D4B16D556}"/>
                    </a:ext>
                  </a:extLst>
                </p14:cNvPr>
                <p14:cNvContentPartPr/>
                <p14:nvPr/>
              </p14:nvContentPartPr>
              <p14:xfrm>
                <a:off x="8034833" y="6057212"/>
                <a:ext cx="76680" cy="136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AD0FFDB-0EB5-4349-A9C3-AE6D4B16D55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025833" y="6048212"/>
                  <a:ext cx="94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AB9347A-F578-4E54-A4B0-8DE67F4EE9BC}"/>
                    </a:ext>
                  </a:extLst>
                </p14:cNvPr>
                <p14:cNvContentPartPr/>
                <p14:nvPr/>
              </p14:nvContentPartPr>
              <p14:xfrm>
                <a:off x="7999193" y="6159452"/>
                <a:ext cx="9000" cy="92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AB9347A-F578-4E54-A4B0-8DE67F4EE9B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990553" y="6150812"/>
                  <a:ext cx="2664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05E1E35D-A41C-448F-BF03-1AD43105468C}"/>
              </a:ext>
            </a:extLst>
          </p:cNvPr>
          <p:cNvGrpSpPr/>
          <p:nvPr/>
        </p:nvGrpSpPr>
        <p:grpSpPr>
          <a:xfrm>
            <a:off x="7631273" y="6386612"/>
            <a:ext cx="489960" cy="223560"/>
            <a:chOff x="7631273" y="6386612"/>
            <a:chExt cx="48996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1D8846E-9B39-4BB7-99E1-65029B8A2D79}"/>
                    </a:ext>
                  </a:extLst>
                </p14:cNvPr>
                <p14:cNvContentPartPr/>
                <p14:nvPr/>
              </p14:nvContentPartPr>
              <p14:xfrm>
                <a:off x="7631273" y="6386612"/>
                <a:ext cx="117720" cy="138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1D8846E-9B39-4BB7-99E1-65029B8A2D7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622273" y="6377972"/>
                  <a:ext cx="135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E3F2E0D-5FC1-4A52-8573-AE61CB2F9D4C}"/>
                    </a:ext>
                  </a:extLst>
                </p14:cNvPr>
                <p14:cNvContentPartPr/>
                <p14:nvPr/>
              </p14:nvContentPartPr>
              <p14:xfrm>
                <a:off x="7830353" y="6501092"/>
                <a:ext cx="23760" cy="96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E3F2E0D-5FC1-4A52-8573-AE61CB2F9D4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21353" y="6492092"/>
                  <a:ext cx="41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4C59542-13CC-40AE-8DB4-86E17D54C8AC}"/>
                    </a:ext>
                  </a:extLst>
                </p14:cNvPr>
                <p14:cNvContentPartPr/>
                <p14:nvPr/>
              </p14:nvContentPartPr>
              <p14:xfrm>
                <a:off x="7766993" y="6402092"/>
                <a:ext cx="99360" cy="208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4C59542-13CC-40AE-8DB4-86E17D54C8A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758353" y="6393452"/>
                  <a:ext cx="117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E11E211-5B1E-45ED-88BC-706EB077C8A2}"/>
                    </a:ext>
                  </a:extLst>
                </p14:cNvPr>
                <p14:cNvContentPartPr/>
                <p14:nvPr/>
              </p14:nvContentPartPr>
              <p14:xfrm>
                <a:off x="7931153" y="6507932"/>
                <a:ext cx="16200" cy="75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E11E211-5B1E-45ED-88BC-706EB077C8A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922153" y="6498932"/>
                  <a:ext cx="33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13776DC-5D8A-4875-9E83-E7594E09BA6E}"/>
                    </a:ext>
                  </a:extLst>
                </p14:cNvPr>
                <p14:cNvContentPartPr/>
                <p14:nvPr/>
              </p14:nvContentPartPr>
              <p14:xfrm>
                <a:off x="8004233" y="6428732"/>
                <a:ext cx="6120" cy="1134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13776DC-5D8A-4875-9E83-E7594E09BA6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995593" y="6419732"/>
                  <a:ext cx="23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AC51E62-4643-4B36-8433-85D7FAF7E4B7}"/>
                    </a:ext>
                  </a:extLst>
                </p14:cNvPr>
                <p14:cNvContentPartPr/>
                <p14:nvPr/>
              </p14:nvContentPartPr>
              <p14:xfrm>
                <a:off x="8095313" y="6429812"/>
                <a:ext cx="25920" cy="1044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AC51E62-4643-4B36-8433-85D7FAF7E4B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086673" y="6420812"/>
                  <a:ext cx="4356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14D6ECB-759A-4752-8C89-58F6D4BA709D}"/>
              </a:ext>
            </a:extLst>
          </p:cNvPr>
          <p:cNvGrpSpPr/>
          <p:nvPr/>
        </p:nvGrpSpPr>
        <p:grpSpPr>
          <a:xfrm>
            <a:off x="8850953" y="6033092"/>
            <a:ext cx="337680" cy="171720"/>
            <a:chOff x="8850953" y="6033092"/>
            <a:chExt cx="33768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5C9F1E7-D975-414A-A848-37E033D240A2}"/>
                    </a:ext>
                  </a:extLst>
                </p14:cNvPr>
                <p14:cNvContentPartPr/>
                <p14:nvPr/>
              </p14:nvContentPartPr>
              <p14:xfrm>
                <a:off x="8850953" y="6033092"/>
                <a:ext cx="90720" cy="128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5C9F1E7-D975-414A-A848-37E033D240A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41953" y="6024452"/>
                  <a:ext cx="108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5DDF81C-E24B-4A7B-A36A-18ABC75BF39B}"/>
                    </a:ext>
                  </a:extLst>
                </p14:cNvPr>
                <p14:cNvContentPartPr/>
                <p14:nvPr/>
              </p14:nvContentPartPr>
              <p14:xfrm>
                <a:off x="8999633" y="6062612"/>
                <a:ext cx="52920" cy="1252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5DDF81C-E24B-4A7B-A36A-18ABC75BF39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990993" y="6053972"/>
                  <a:ext cx="70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A4608C7-D071-4DA0-B17A-1A4B989DD7FC}"/>
                    </a:ext>
                  </a:extLst>
                </p14:cNvPr>
                <p14:cNvContentPartPr/>
                <p14:nvPr/>
              </p14:nvContentPartPr>
              <p14:xfrm>
                <a:off x="9113753" y="6103652"/>
                <a:ext cx="74880" cy="1011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A4608C7-D071-4DA0-B17A-1A4B989DD7F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104753" y="6094652"/>
                  <a:ext cx="925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078E9E41-C95A-4235-9587-0A56236A19E5}"/>
              </a:ext>
            </a:extLst>
          </p:cNvPr>
          <p:cNvGrpSpPr/>
          <p:nvPr/>
        </p:nvGrpSpPr>
        <p:grpSpPr>
          <a:xfrm>
            <a:off x="8867513" y="6405692"/>
            <a:ext cx="566280" cy="222120"/>
            <a:chOff x="8867513" y="6405692"/>
            <a:chExt cx="56628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21E114F-4B95-4DE4-B244-B7D1BC5B7154}"/>
                    </a:ext>
                  </a:extLst>
                </p14:cNvPr>
                <p14:cNvContentPartPr/>
                <p14:nvPr/>
              </p14:nvContentPartPr>
              <p14:xfrm>
                <a:off x="8867513" y="6411812"/>
                <a:ext cx="95040" cy="129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21E114F-4B95-4DE4-B244-B7D1BC5B715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858513" y="6402812"/>
                  <a:ext cx="112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6D8310B-379E-4821-B4C7-07CDBC254A90}"/>
                    </a:ext>
                  </a:extLst>
                </p14:cNvPr>
                <p14:cNvContentPartPr/>
                <p14:nvPr/>
              </p14:nvContentPartPr>
              <p14:xfrm>
                <a:off x="9049313" y="6405692"/>
                <a:ext cx="87840" cy="187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6D8310B-379E-4821-B4C7-07CDBC254A9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040673" y="6397052"/>
                  <a:ext cx="105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58B906C-CEB9-4EC2-9752-8CCE7926284D}"/>
                    </a:ext>
                  </a:extLst>
                </p14:cNvPr>
                <p14:cNvContentPartPr/>
                <p14:nvPr/>
              </p14:nvContentPartPr>
              <p14:xfrm>
                <a:off x="9210953" y="6581012"/>
                <a:ext cx="8280" cy="46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58B906C-CEB9-4EC2-9752-8CCE7926284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202313" y="6572372"/>
                  <a:ext cx="259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8E7F7BD-9DB4-4E26-9A6E-0FC29B4B30CC}"/>
                    </a:ext>
                  </a:extLst>
                </p14:cNvPr>
                <p14:cNvContentPartPr/>
                <p14:nvPr/>
              </p14:nvContentPartPr>
              <p14:xfrm>
                <a:off x="9278273" y="6467972"/>
                <a:ext cx="7920" cy="88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8E7F7BD-9DB4-4E26-9A6E-0FC29B4B30C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269633" y="6458972"/>
                  <a:ext cx="255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6FFA52C-073A-436A-BED2-817BF47CF212}"/>
                    </a:ext>
                  </a:extLst>
                </p14:cNvPr>
                <p14:cNvContentPartPr/>
                <p14:nvPr/>
              </p14:nvContentPartPr>
              <p14:xfrm>
                <a:off x="9325073" y="6488852"/>
                <a:ext cx="108720" cy="1274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6FFA52C-073A-436A-BED2-817BF47CF21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316073" y="6480212"/>
                  <a:ext cx="12636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10A8C52-09DA-44AE-80F4-E3255345A0D8}"/>
              </a:ext>
            </a:extLst>
          </p:cNvPr>
          <p:cNvGrpSpPr/>
          <p:nvPr/>
        </p:nvGrpSpPr>
        <p:grpSpPr>
          <a:xfrm>
            <a:off x="10308069" y="6035314"/>
            <a:ext cx="496800" cy="309960"/>
            <a:chOff x="10308069" y="6035314"/>
            <a:chExt cx="49680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EAEA3EB-9662-41C6-B9AF-ED999F2C5C4C}"/>
                    </a:ext>
                  </a:extLst>
                </p14:cNvPr>
                <p14:cNvContentPartPr/>
                <p14:nvPr/>
              </p14:nvContentPartPr>
              <p14:xfrm>
                <a:off x="10308069" y="6035314"/>
                <a:ext cx="118440" cy="1771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EAEA3EB-9662-41C6-B9AF-ED999F2C5C4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299429" y="6026314"/>
                  <a:ext cx="136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067CA3B-9275-464A-B265-B4C4D0E4EACC}"/>
                    </a:ext>
                  </a:extLst>
                </p14:cNvPr>
                <p14:cNvContentPartPr/>
                <p14:nvPr/>
              </p14:nvContentPartPr>
              <p14:xfrm>
                <a:off x="10490229" y="6185434"/>
                <a:ext cx="53640" cy="76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067CA3B-9275-464A-B265-B4C4D0E4EAC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481229" y="6176794"/>
                  <a:ext cx="71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2CBB7C9-678C-4B7C-95A2-FE6F5F259F27}"/>
                    </a:ext>
                  </a:extLst>
                </p14:cNvPr>
                <p14:cNvContentPartPr/>
                <p14:nvPr/>
              </p14:nvContentPartPr>
              <p14:xfrm>
                <a:off x="10505349" y="6217474"/>
                <a:ext cx="70560" cy="50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2CBB7C9-678C-4B7C-95A2-FE6F5F259F2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496349" y="6208474"/>
                  <a:ext cx="88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6DCC54D-FB93-4AB6-9F8B-C9FAE401EFCA}"/>
                    </a:ext>
                  </a:extLst>
                </p14:cNvPr>
                <p14:cNvContentPartPr/>
                <p14:nvPr/>
              </p14:nvContentPartPr>
              <p14:xfrm>
                <a:off x="10666269" y="6164914"/>
                <a:ext cx="20880" cy="932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6DCC54D-FB93-4AB6-9F8B-C9FAE401EFC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657269" y="6155914"/>
                  <a:ext cx="385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17791B2-C4D6-40AE-87F3-FB11AF721DA6}"/>
                    </a:ext>
                  </a:extLst>
                </p14:cNvPr>
                <p14:cNvContentPartPr/>
                <p14:nvPr/>
              </p14:nvContentPartPr>
              <p14:xfrm>
                <a:off x="10733949" y="6177514"/>
                <a:ext cx="70920" cy="70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17791B2-C4D6-40AE-87F3-FB11AF721DA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724949" y="6168514"/>
                  <a:ext cx="885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C27A08C-D7AE-49FF-BA21-2333E915D9C0}"/>
                    </a:ext>
                  </a:extLst>
                </p14:cNvPr>
                <p14:cNvContentPartPr/>
                <p14:nvPr/>
              </p14:nvContentPartPr>
              <p14:xfrm>
                <a:off x="10583829" y="6273634"/>
                <a:ext cx="21960" cy="716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C27A08C-D7AE-49FF-BA21-2333E915D9C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575189" y="6264634"/>
                  <a:ext cx="39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3FE7CD9-89F2-48F6-A740-275BAE422DC0}"/>
                    </a:ext>
                  </a:extLst>
                </p14:cNvPr>
                <p14:cNvContentPartPr/>
                <p14:nvPr/>
              </p14:nvContentPartPr>
              <p14:xfrm>
                <a:off x="10526589" y="6234394"/>
                <a:ext cx="10800" cy="63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3FE7CD9-89F2-48F6-A740-275BAE422DC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17589" y="6225394"/>
                  <a:ext cx="2844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D235CAB0-3954-4BD1-B483-B673CD6B48F7}"/>
              </a:ext>
            </a:extLst>
          </p:cNvPr>
          <p:cNvGrpSpPr/>
          <p:nvPr/>
        </p:nvGrpSpPr>
        <p:grpSpPr>
          <a:xfrm>
            <a:off x="5010480" y="3243517"/>
            <a:ext cx="1083960" cy="228240"/>
            <a:chOff x="5010480" y="3243517"/>
            <a:chExt cx="108396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21E17E3-7398-43FB-B81E-E105D5BB97B2}"/>
                    </a:ext>
                  </a:extLst>
                </p14:cNvPr>
                <p14:cNvContentPartPr/>
                <p14:nvPr/>
              </p14:nvContentPartPr>
              <p14:xfrm>
                <a:off x="5010480" y="3243517"/>
                <a:ext cx="70200" cy="2170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21E17E3-7398-43FB-B81E-E105D5BB97B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001480" y="3234517"/>
                  <a:ext cx="878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E1FAEB2-E142-4212-B407-EF050921DDF3}"/>
                    </a:ext>
                  </a:extLst>
                </p14:cNvPr>
                <p14:cNvContentPartPr/>
                <p14:nvPr/>
              </p14:nvContentPartPr>
              <p14:xfrm>
                <a:off x="5112720" y="3331717"/>
                <a:ext cx="141840" cy="79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E1FAEB2-E142-4212-B407-EF050921DDF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104080" y="3323077"/>
                  <a:ext cx="1594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5216723-643D-446D-8E5C-795E7179E227}"/>
                    </a:ext>
                  </a:extLst>
                </p14:cNvPr>
                <p14:cNvContentPartPr/>
                <p14:nvPr/>
              </p14:nvContentPartPr>
              <p14:xfrm>
                <a:off x="5295960" y="3271237"/>
                <a:ext cx="141120" cy="138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5216723-643D-446D-8E5C-795E7179E22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286960" y="3262597"/>
                  <a:ext cx="158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7C28D97-5EB8-4B84-B12A-ED9C797289D2}"/>
                    </a:ext>
                  </a:extLst>
                </p14:cNvPr>
                <p14:cNvContentPartPr/>
                <p14:nvPr/>
              </p14:nvContentPartPr>
              <p14:xfrm>
                <a:off x="5454360" y="3356197"/>
                <a:ext cx="48240" cy="464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7C28D97-5EB8-4B84-B12A-ED9C797289D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445360" y="3347197"/>
                  <a:ext cx="65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5ABDCDB-5BEF-49CF-93F6-E8732C6D6D4F}"/>
                    </a:ext>
                  </a:extLst>
                </p14:cNvPr>
                <p14:cNvContentPartPr/>
                <p14:nvPr/>
              </p14:nvContentPartPr>
              <p14:xfrm>
                <a:off x="5546520" y="3341797"/>
                <a:ext cx="113760" cy="842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5ABDCDB-5BEF-49CF-93F6-E8732C6D6D4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537880" y="3333157"/>
                  <a:ext cx="131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1136B98-2C98-415F-AEF9-7349AAC7EB40}"/>
                    </a:ext>
                  </a:extLst>
                </p14:cNvPr>
                <p14:cNvContentPartPr/>
                <p14:nvPr/>
              </p14:nvContentPartPr>
              <p14:xfrm>
                <a:off x="5653800" y="3303277"/>
                <a:ext cx="440640" cy="168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1136B98-2C98-415F-AEF9-7349AAC7EB4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645160" y="3294637"/>
                  <a:ext cx="45828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A78BC319-E4A0-4776-AA4C-4E3ABDDD6C36}"/>
              </a:ext>
            </a:extLst>
          </p:cNvPr>
          <p:cNvGrpSpPr/>
          <p:nvPr/>
        </p:nvGrpSpPr>
        <p:grpSpPr>
          <a:xfrm>
            <a:off x="6489360" y="3298237"/>
            <a:ext cx="584640" cy="166680"/>
            <a:chOff x="6489360" y="3298237"/>
            <a:chExt cx="584640" cy="1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710B909-6B19-499B-BDD2-E37929938D4E}"/>
                    </a:ext>
                  </a:extLst>
                </p14:cNvPr>
                <p14:cNvContentPartPr/>
                <p14:nvPr/>
              </p14:nvContentPartPr>
              <p14:xfrm>
                <a:off x="6489360" y="3360877"/>
                <a:ext cx="208080" cy="1040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710B909-6B19-499B-BDD2-E37929938D4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480720" y="3351877"/>
                  <a:ext cx="225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B4F18B6-8475-416C-AB9F-D435A5AD645D}"/>
                    </a:ext>
                  </a:extLst>
                </p14:cNvPr>
                <p14:cNvContentPartPr/>
                <p14:nvPr/>
              </p14:nvContentPartPr>
              <p14:xfrm>
                <a:off x="6772320" y="3303277"/>
                <a:ext cx="41040" cy="156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B4F18B6-8475-416C-AB9F-D435A5AD645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763320" y="3294277"/>
                  <a:ext cx="586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C04EFA0-59DC-4815-ADF5-4D57ED9870A9}"/>
                    </a:ext>
                  </a:extLst>
                </p14:cNvPr>
                <p14:cNvContentPartPr/>
                <p14:nvPr/>
              </p14:nvContentPartPr>
              <p14:xfrm>
                <a:off x="6870240" y="3309397"/>
                <a:ext cx="18720" cy="1465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C04EFA0-59DC-4815-ADF5-4D57ED9870A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861600" y="3300757"/>
                  <a:ext cx="36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F233AF8-D6F5-426C-B683-534D784D3E12}"/>
                    </a:ext>
                  </a:extLst>
                </p14:cNvPr>
                <p14:cNvContentPartPr/>
                <p14:nvPr/>
              </p14:nvContentPartPr>
              <p14:xfrm>
                <a:off x="6859440" y="3298237"/>
                <a:ext cx="214560" cy="1623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F233AF8-D6F5-426C-B683-534D784D3E1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850440" y="3289237"/>
                  <a:ext cx="23220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2C2E5630-D365-4FDB-94B3-59C6C13F48AC}"/>
              </a:ext>
            </a:extLst>
          </p:cNvPr>
          <p:cNvGrpSpPr/>
          <p:nvPr/>
        </p:nvGrpSpPr>
        <p:grpSpPr>
          <a:xfrm>
            <a:off x="4923000" y="5017929"/>
            <a:ext cx="1420560" cy="255240"/>
            <a:chOff x="4923000" y="5017929"/>
            <a:chExt cx="142056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EBA9B19-E441-4C81-832A-8F54AF6C402D}"/>
                    </a:ext>
                  </a:extLst>
                </p14:cNvPr>
                <p14:cNvContentPartPr/>
                <p14:nvPr/>
              </p14:nvContentPartPr>
              <p14:xfrm>
                <a:off x="4923000" y="5033049"/>
                <a:ext cx="231120" cy="40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EBA9B19-E441-4C81-832A-8F54AF6C402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914360" y="5024409"/>
                  <a:ext cx="2487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7F954DC-9CC0-43E5-9DF0-0AACC39CA3B2}"/>
                    </a:ext>
                  </a:extLst>
                </p14:cNvPr>
                <p14:cNvContentPartPr/>
                <p14:nvPr/>
              </p14:nvContentPartPr>
              <p14:xfrm>
                <a:off x="5039640" y="5040969"/>
                <a:ext cx="50400" cy="1465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7F954DC-9CC0-43E5-9DF0-0AACC39CA3B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031000" y="5032329"/>
                  <a:ext cx="68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7ADCD34-9171-42C5-BB4B-DB2824EEC220}"/>
                    </a:ext>
                  </a:extLst>
                </p14:cNvPr>
                <p14:cNvContentPartPr/>
                <p14:nvPr/>
              </p14:nvContentPartPr>
              <p14:xfrm>
                <a:off x="5151960" y="5084529"/>
                <a:ext cx="438840" cy="1022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7ADCD34-9171-42C5-BB4B-DB2824EEC22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143320" y="5075889"/>
                  <a:ext cx="456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B348F68-FF34-4B00-8AA1-80E98A55F8B8}"/>
                    </a:ext>
                  </a:extLst>
                </p14:cNvPr>
                <p14:cNvContentPartPr/>
                <p14:nvPr/>
              </p14:nvContentPartPr>
              <p14:xfrm>
                <a:off x="5664600" y="5024049"/>
                <a:ext cx="75240" cy="138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B348F68-FF34-4B00-8AA1-80E98A55F8B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655600" y="5015049"/>
                  <a:ext cx="928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5181518-456D-4FB8-A049-13D3FAADE45B}"/>
                    </a:ext>
                  </a:extLst>
                </p14:cNvPr>
                <p14:cNvContentPartPr/>
                <p14:nvPr/>
              </p14:nvContentPartPr>
              <p14:xfrm>
                <a:off x="5798160" y="5105769"/>
                <a:ext cx="163080" cy="1674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5181518-456D-4FB8-A049-13D3FAADE45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789520" y="5097129"/>
                  <a:ext cx="180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7B1B690-66D2-466E-B9B6-FAB6D2FAF5AF}"/>
                    </a:ext>
                  </a:extLst>
                </p14:cNvPr>
                <p14:cNvContentPartPr/>
                <p14:nvPr/>
              </p14:nvContentPartPr>
              <p14:xfrm>
                <a:off x="6001200" y="5080929"/>
                <a:ext cx="81360" cy="802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7B1B690-66D2-466E-B9B6-FAB6D2FAF5A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992200" y="5071929"/>
                  <a:ext cx="99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A80C3D3-F81C-4633-AF5B-3777C12759B4}"/>
                    </a:ext>
                  </a:extLst>
                </p14:cNvPr>
                <p14:cNvContentPartPr/>
                <p14:nvPr/>
              </p14:nvContentPartPr>
              <p14:xfrm>
                <a:off x="6143040" y="5056809"/>
                <a:ext cx="45360" cy="1098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A80C3D3-F81C-4633-AF5B-3777C12759B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134400" y="5048169"/>
                  <a:ext cx="63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A5A73AE-EF68-4459-A65B-6F70CFA19FA0}"/>
                    </a:ext>
                  </a:extLst>
                </p14:cNvPr>
                <p14:cNvContentPartPr/>
                <p14:nvPr/>
              </p14:nvContentPartPr>
              <p14:xfrm>
                <a:off x="6231600" y="5017929"/>
                <a:ext cx="111960" cy="1645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A5A73AE-EF68-4459-A65B-6F70CFA19FA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222960" y="5008929"/>
                  <a:ext cx="12960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A8F5350C-F9E5-4310-88DC-F3DAAACAACAF}"/>
              </a:ext>
            </a:extLst>
          </p:cNvPr>
          <p:cNvGrpSpPr/>
          <p:nvPr/>
        </p:nvGrpSpPr>
        <p:grpSpPr>
          <a:xfrm>
            <a:off x="6648840" y="5029449"/>
            <a:ext cx="605880" cy="164520"/>
            <a:chOff x="6648840" y="5029449"/>
            <a:chExt cx="605880" cy="16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615B339-EC14-4291-8439-D8C461B354AD}"/>
                    </a:ext>
                  </a:extLst>
                </p14:cNvPr>
                <p14:cNvContentPartPr/>
                <p14:nvPr/>
              </p14:nvContentPartPr>
              <p14:xfrm>
                <a:off x="6648840" y="5061129"/>
                <a:ext cx="109440" cy="93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615B339-EC14-4291-8439-D8C461B354A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640200" y="5052489"/>
                  <a:ext cx="127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4DC1C4A-E392-46DC-9663-124F8A9D2B60}"/>
                    </a:ext>
                  </a:extLst>
                </p14:cNvPr>
                <p14:cNvContentPartPr/>
                <p14:nvPr/>
              </p14:nvContentPartPr>
              <p14:xfrm>
                <a:off x="6760800" y="5074089"/>
                <a:ext cx="96120" cy="73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4DC1C4A-E392-46DC-9663-124F8A9D2B6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751800" y="5065089"/>
                  <a:ext cx="113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BBDFE8E-E407-458A-AA50-77BAF6532B8E}"/>
                    </a:ext>
                  </a:extLst>
                </p14:cNvPr>
                <p14:cNvContentPartPr/>
                <p14:nvPr/>
              </p14:nvContentPartPr>
              <p14:xfrm>
                <a:off x="6892560" y="5043489"/>
                <a:ext cx="88200" cy="1238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BBDFE8E-E407-458A-AA50-77BAF6532B8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883920" y="5034489"/>
                  <a:ext cx="105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0CC7B51-A77D-4FB6-8E06-9CCB886030AF}"/>
                    </a:ext>
                  </a:extLst>
                </p14:cNvPr>
                <p14:cNvContentPartPr/>
                <p14:nvPr/>
              </p14:nvContentPartPr>
              <p14:xfrm>
                <a:off x="7016760" y="5029449"/>
                <a:ext cx="119880" cy="1576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0CC7B51-A77D-4FB6-8E06-9CCB886030A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008120" y="5020449"/>
                  <a:ext cx="137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A8E30A7-FE24-4528-8DED-6F46F9DBA94A}"/>
                    </a:ext>
                  </a:extLst>
                </p14:cNvPr>
                <p14:cNvContentPartPr/>
                <p14:nvPr/>
              </p14:nvContentPartPr>
              <p14:xfrm>
                <a:off x="7138440" y="5039889"/>
                <a:ext cx="116280" cy="1540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A8E30A7-FE24-4528-8DED-6F46F9DBA94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129440" y="5030889"/>
                  <a:ext cx="13392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3C99B0-798F-42AA-A501-520008EDA3ED}"/>
                  </a:ext>
                </a:extLst>
              </p14:cNvPr>
              <p14:cNvContentPartPr/>
              <p14:nvPr/>
            </p14:nvContentPartPr>
            <p14:xfrm>
              <a:off x="4368600" y="2154600"/>
              <a:ext cx="471600" cy="17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3C99B0-798F-42AA-A501-520008EDA3ED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4359240" y="2145240"/>
                <a:ext cx="490320" cy="18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0300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15AF3A-E367-47A2-BF0B-F455DE93C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4826"/>
            <a:ext cx="10410825" cy="515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554253-A591-403F-9CCA-7ABC06580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095" y="2010569"/>
            <a:ext cx="2828925" cy="1990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AA66C-6F6A-46A6-B824-43EE67AFB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095" y="3833357"/>
            <a:ext cx="2952750" cy="192405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319B95F-8AC4-490E-BA63-9771BEDB5C4B}"/>
              </a:ext>
            </a:extLst>
          </p:cNvPr>
          <p:cNvGrpSpPr/>
          <p:nvPr/>
        </p:nvGrpSpPr>
        <p:grpSpPr>
          <a:xfrm>
            <a:off x="1693658" y="5747811"/>
            <a:ext cx="393120" cy="324360"/>
            <a:chOff x="1693658" y="5747811"/>
            <a:chExt cx="39312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FFB8ADB-82B7-42A2-B2B2-78EEA978B7FB}"/>
                    </a:ext>
                  </a:extLst>
                </p14:cNvPr>
                <p14:cNvContentPartPr/>
                <p14:nvPr/>
              </p14:nvContentPartPr>
              <p14:xfrm>
                <a:off x="1693658" y="5747811"/>
                <a:ext cx="175320" cy="19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FFB8ADB-82B7-42A2-B2B2-78EEA978B7F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85018" y="5739171"/>
                  <a:ext cx="1929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76056C1-452E-40F6-B028-EDABF235E974}"/>
                    </a:ext>
                  </a:extLst>
                </p14:cNvPr>
                <p14:cNvContentPartPr/>
                <p14:nvPr/>
              </p14:nvContentPartPr>
              <p14:xfrm>
                <a:off x="1707698" y="5759691"/>
                <a:ext cx="119160" cy="207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76056C1-452E-40F6-B028-EDABF235E97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99058" y="5751051"/>
                  <a:ext cx="1368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D94873-10E5-4C9C-8DFC-99E470833E3C}"/>
                    </a:ext>
                  </a:extLst>
                </p14:cNvPr>
                <p14:cNvContentPartPr/>
                <p14:nvPr/>
              </p14:nvContentPartPr>
              <p14:xfrm>
                <a:off x="1938818" y="5932851"/>
                <a:ext cx="8640" cy="54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D94873-10E5-4C9C-8DFC-99E470833E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29818" y="5923851"/>
                  <a:ext cx="26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5DC42D1-D60E-4677-9CF7-19BA73466395}"/>
                    </a:ext>
                  </a:extLst>
                </p14:cNvPr>
                <p14:cNvContentPartPr/>
                <p14:nvPr/>
              </p14:nvContentPartPr>
              <p14:xfrm>
                <a:off x="1904618" y="5857611"/>
                <a:ext cx="10800" cy="3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5DC42D1-D60E-4677-9CF7-19BA7346639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95618" y="5848611"/>
                  <a:ext cx="28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72F3E24-3BF5-4929-8C9D-805B5117A587}"/>
                    </a:ext>
                  </a:extLst>
                </p14:cNvPr>
                <p14:cNvContentPartPr/>
                <p14:nvPr/>
              </p14:nvContentPartPr>
              <p14:xfrm>
                <a:off x="1977698" y="5837811"/>
                <a:ext cx="109080" cy="234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72F3E24-3BF5-4929-8C9D-805B5117A58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69058" y="5829171"/>
                  <a:ext cx="12672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D424B0-9032-457D-A6D1-20D441E5F28A}"/>
              </a:ext>
            </a:extLst>
          </p:cNvPr>
          <p:cNvGrpSpPr/>
          <p:nvPr/>
        </p:nvGrpSpPr>
        <p:grpSpPr>
          <a:xfrm>
            <a:off x="2206658" y="5802171"/>
            <a:ext cx="185760" cy="261360"/>
            <a:chOff x="2206658" y="5802171"/>
            <a:chExt cx="18576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D47C451-F461-44F0-931E-D6174B2180C2}"/>
                    </a:ext>
                  </a:extLst>
                </p14:cNvPr>
                <p14:cNvContentPartPr/>
                <p14:nvPr/>
              </p14:nvContentPartPr>
              <p14:xfrm>
                <a:off x="2206658" y="5802171"/>
                <a:ext cx="150840" cy="205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D47C451-F461-44F0-931E-D6174B2180C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97658" y="5793531"/>
                  <a:ext cx="1684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FE618DB-26ED-47DD-B90D-B5626E03A061}"/>
                    </a:ext>
                  </a:extLst>
                </p14:cNvPr>
                <p14:cNvContentPartPr/>
                <p14:nvPr/>
              </p14:nvContentPartPr>
              <p14:xfrm>
                <a:off x="2322578" y="5937531"/>
                <a:ext cx="69840" cy="126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FE618DB-26ED-47DD-B90D-B5626E03A06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13938" y="5928891"/>
                  <a:ext cx="87480" cy="14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470981C-E4BB-4FB4-9A13-7322057F03E8}"/>
                  </a:ext>
                </a:extLst>
              </p14:cNvPr>
              <p14:cNvContentPartPr/>
              <p14:nvPr/>
            </p14:nvContentPartPr>
            <p14:xfrm>
              <a:off x="2550098" y="5849331"/>
              <a:ext cx="165960" cy="150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470981C-E4BB-4FB4-9A13-7322057F03E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41098" y="5840331"/>
                <a:ext cx="183600" cy="16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E84EE90-DC49-4805-A5A2-61AE96225605}"/>
              </a:ext>
            </a:extLst>
          </p:cNvPr>
          <p:cNvGrpSpPr/>
          <p:nvPr/>
        </p:nvGrpSpPr>
        <p:grpSpPr>
          <a:xfrm>
            <a:off x="3304298" y="5652051"/>
            <a:ext cx="128160" cy="274680"/>
            <a:chOff x="3304298" y="5652051"/>
            <a:chExt cx="12816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2EE547-037F-4E4C-87B2-B18C7093D21C}"/>
                    </a:ext>
                  </a:extLst>
                </p14:cNvPr>
                <p14:cNvContentPartPr/>
                <p14:nvPr/>
              </p14:nvContentPartPr>
              <p14:xfrm>
                <a:off x="3304298" y="5652051"/>
                <a:ext cx="128160" cy="274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2EE547-037F-4E4C-87B2-B18C7093D21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95658" y="5643051"/>
                  <a:ext cx="1458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FFEF15-05D3-4776-8D09-06010F9D8C32}"/>
                    </a:ext>
                  </a:extLst>
                </p14:cNvPr>
                <p14:cNvContentPartPr/>
                <p14:nvPr/>
              </p14:nvContentPartPr>
              <p14:xfrm>
                <a:off x="3320498" y="5816211"/>
                <a:ext cx="88920" cy="10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FFEF15-05D3-4776-8D09-06010F9D8C3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11498" y="5807571"/>
                  <a:ext cx="10656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CD0C99-344D-483D-A22A-641819E2E328}"/>
              </a:ext>
            </a:extLst>
          </p:cNvPr>
          <p:cNvGrpSpPr/>
          <p:nvPr/>
        </p:nvGrpSpPr>
        <p:grpSpPr>
          <a:xfrm>
            <a:off x="3576458" y="5649531"/>
            <a:ext cx="487440" cy="357840"/>
            <a:chOff x="3576458" y="5649531"/>
            <a:chExt cx="48744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F5B1454-9D94-4439-92A2-FE8FD8F2B3DE}"/>
                    </a:ext>
                  </a:extLst>
                </p14:cNvPr>
                <p14:cNvContentPartPr/>
                <p14:nvPr/>
              </p14:nvContentPartPr>
              <p14:xfrm>
                <a:off x="3576458" y="5649531"/>
                <a:ext cx="76680" cy="275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F5B1454-9D94-4439-92A2-FE8FD8F2B3D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67458" y="5640531"/>
                  <a:ext cx="943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5E74EC9-77E8-44C1-8100-C1B97BEC9707}"/>
                    </a:ext>
                  </a:extLst>
                </p14:cNvPr>
                <p14:cNvContentPartPr/>
                <p14:nvPr/>
              </p14:nvContentPartPr>
              <p14:xfrm>
                <a:off x="3742418" y="5798211"/>
                <a:ext cx="28440" cy="81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5E74EC9-77E8-44C1-8100-C1B97BEC970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33778" y="5789211"/>
                  <a:ext cx="46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589628C-68D5-4946-93A2-A8957944207A}"/>
                    </a:ext>
                  </a:extLst>
                </p14:cNvPr>
                <p14:cNvContentPartPr/>
                <p14:nvPr/>
              </p14:nvContentPartPr>
              <p14:xfrm>
                <a:off x="3875258" y="5900811"/>
                <a:ext cx="19080" cy="106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589628C-68D5-4946-93A2-A8957944207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866258" y="5891811"/>
                  <a:ext cx="36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886EBE2-26D7-4514-B643-E4AAF5E063D6}"/>
                    </a:ext>
                  </a:extLst>
                </p14:cNvPr>
                <p14:cNvContentPartPr/>
                <p14:nvPr/>
              </p14:nvContentPartPr>
              <p14:xfrm>
                <a:off x="4031498" y="5846811"/>
                <a:ext cx="32400" cy="102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886EBE2-26D7-4514-B643-E4AAF5E063D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022498" y="5838171"/>
                  <a:ext cx="50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62A7919-7B33-4397-9B59-CDD738A969EB}"/>
                    </a:ext>
                  </a:extLst>
                </p14:cNvPr>
                <p14:cNvContentPartPr/>
                <p14:nvPr/>
              </p14:nvContentPartPr>
              <p14:xfrm>
                <a:off x="4002698" y="5715051"/>
                <a:ext cx="3240" cy="12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62A7919-7B33-4397-9B59-CDD738A969E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94058" y="5706411"/>
                  <a:ext cx="20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C204C3-C018-4B4E-94C0-DE8785DCE9F5}"/>
                    </a:ext>
                  </a:extLst>
                </p14:cNvPr>
                <p14:cNvContentPartPr/>
                <p14:nvPr/>
              </p14:nvContentPartPr>
              <p14:xfrm>
                <a:off x="3737018" y="5659251"/>
                <a:ext cx="14400" cy="3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C204C3-C018-4B4E-94C0-DE8785DCE9F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28018" y="5650611"/>
                  <a:ext cx="3204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C46F2AF-FB6C-4D5F-AAE4-00E6A01EF254}"/>
                  </a:ext>
                </a:extLst>
              </p14:cNvPr>
              <p14:cNvContentPartPr/>
              <p14:nvPr/>
            </p14:nvContentPartPr>
            <p14:xfrm>
              <a:off x="4183485" y="5634771"/>
              <a:ext cx="188280" cy="3826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C46F2AF-FB6C-4D5F-AAE4-00E6A01EF25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174845" y="5626131"/>
                <a:ext cx="20592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35507A-14B1-4FC7-BA4F-55D6D9174A1E}"/>
                  </a:ext>
                </a:extLst>
              </p14:cNvPr>
              <p14:cNvContentPartPr/>
              <p14:nvPr/>
            </p14:nvContentPartPr>
            <p14:xfrm>
              <a:off x="3236760" y="111600"/>
              <a:ext cx="8185320" cy="5529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35507A-14B1-4FC7-BA4F-55D6D9174A1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227400" y="102240"/>
                <a:ext cx="8204040" cy="554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8505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46FB-E893-4EDC-BE0A-DFC17374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Optimal Solution Via MATLAB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F0CFE-E10E-48FE-80A3-2BCC560C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134" y="1409465"/>
            <a:ext cx="6935732" cy="52000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2554AB-200F-4167-82D4-3A549B667C97}"/>
                  </a:ext>
                </a:extLst>
              </p14:cNvPr>
              <p14:cNvContentPartPr/>
              <p14:nvPr/>
            </p14:nvContentPartPr>
            <p14:xfrm>
              <a:off x="3391029" y="2375914"/>
              <a:ext cx="28800" cy="215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2554AB-200F-4167-82D4-3A549B667C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2029" y="2367274"/>
                <a:ext cx="464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480C0DD-45C7-4B4F-BAEC-F7BBBF1D1F1B}"/>
                  </a:ext>
                </a:extLst>
              </p14:cNvPr>
              <p14:cNvContentPartPr/>
              <p14:nvPr/>
            </p14:nvContentPartPr>
            <p14:xfrm>
              <a:off x="3372669" y="4696834"/>
              <a:ext cx="117000" cy="134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480C0DD-45C7-4B4F-BAEC-F7BBBF1D1F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64029" y="4688194"/>
                <a:ext cx="1346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72259D-60A0-4E43-B75B-E4C2075717AC}"/>
                  </a:ext>
                </a:extLst>
              </p14:cNvPr>
              <p14:cNvContentPartPr/>
              <p14:nvPr/>
            </p14:nvContentPartPr>
            <p14:xfrm>
              <a:off x="5151789" y="1947874"/>
              <a:ext cx="109080" cy="154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72259D-60A0-4E43-B75B-E4C2075717A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43149" y="1938874"/>
                <a:ext cx="12672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DB1FAD5-01A3-4C8B-94D6-529956C293F4}"/>
              </a:ext>
            </a:extLst>
          </p:cNvPr>
          <p:cNvGrpSpPr/>
          <p:nvPr/>
        </p:nvGrpSpPr>
        <p:grpSpPr>
          <a:xfrm>
            <a:off x="5148549" y="2873074"/>
            <a:ext cx="101880" cy="116280"/>
            <a:chOff x="5148549" y="2873074"/>
            <a:chExt cx="10188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B3FC02-1474-452D-84D3-1618630FF33D}"/>
                    </a:ext>
                  </a:extLst>
                </p14:cNvPr>
                <p14:cNvContentPartPr/>
                <p14:nvPr/>
              </p14:nvContentPartPr>
              <p14:xfrm>
                <a:off x="5148549" y="2873074"/>
                <a:ext cx="101880" cy="97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B3FC02-1474-452D-84D3-1618630FF33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39909" y="2864074"/>
                  <a:ext cx="119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514C65A-51C8-4937-B5CD-D2698201CF68}"/>
                    </a:ext>
                  </a:extLst>
                </p14:cNvPr>
                <p14:cNvContentPartPr/>
                <p14:nvPr/>
              </p14:nvContentPartPr>
              <p14:xfrm>
                <a:off x="5207589" y="2902234"/>
                <a:ext cx="20880" cy="87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514C65A-51C8-4937-B5CD-D2698201CF6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98589" y="2893234"/>
                  <a:ext cx="3852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CB7320-8F52-44FD-8946-DC35611B006F}"/>
              </a:ext>
            </a:extLst>
          </p:cNvPr>
          <p:cNvGrpSpPr/>
          <p:nvPr/>
        </p:nvGrpSpPr>
        <p:grpSpPr>
          <a:xfrm>
            <a:off x="5127309" y="3764794"/>
            <a:ext cx="113040" cy="146880"/>
            <a:chOff x="5127309" y="3764794"/>
            <a:chExt cx="11304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3621463-B770-44BF-A7C0-C42B94E8748E}"/>
                    </a:ext>
                  </a:extLst>
                </p14:cNvPr>
                <p14:cNvContentPartPr/>
                <p14:nvPr/>
              </p14:nvContentPartPr>
              <p14:xfrm>
                <a:off x="5150709" y="3764794"/>
                <a:ext cx="54360" cy="20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3621463-B770-44BF-A7C0-C42B94E8748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41709" y="3756154"/>
                  <a:ext cx="72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3DA51E-C11C-4322-8638-F59737EE8A9E}"/>
                    </a:ext>
                  </a:extLst>
                </p14:cNvPr>
                <p14:cNvContentPartPr/>
                <p14:nvPr/>
              </p14:nvContentPartPr>
              <p14:xfrm>
                <a:off x="5127309" y="3782074"/>
                <a:ext cx="113040" cy="129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3DA51E-C11C-4322-8638-F59737EE8A9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118309" y="3773074"/>
                  <a:ext cx="130680" cy="14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5DC515-9737-4C25-B20B-FF213DD82FBF}"/>
                  </a:ext>
                </a:extLst>
              </p14:cNvPr>
              <p14:cNvContentPartPr/>
              <p14:nvPr/>
            </p14:nvContentPartPr>
            <p14:xfrm>
              <a:off x="5163309" y="4656874"/>
              <a:ext cx="69120" cy="162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5DC515-9737-4C25-B20B-FF213DD82FB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54669" y="4648234"/>
                <a:ext cx="86760" cy="1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06370F3-8547-4A48-9931-4AA2DA567115}"/>
              </a:ext>
            </a:extLst>
          </p:cNvPr>
          <p:cNvGrpSpPr/>
          <p:nvPr/>
        </p:nvGrpSpPr>
        <p:grpSpPr>
          <a:xfrm>
            <a:off x="5141349" y="5606554"/>
            <a:ext cx="145080" cy="109080"/>
            <a:chOff x="5141349" y="5606554"/>
            <a:chExt cx="145080" cy="10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C3B18B2-1D96-4861-A117-AD118BF96785}"/>
                    </a:ext>
                  </a:extLst>
                </p14:cNvPr>
                <p14:cNvContentPartPr/>
                <p14:nvPr/>
              </p14:nvContentPartPr>
              <p14:xfrm>
                <a:off x="5141349" y="5606554"/>
                <a:ext cx="118080" cy="109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C3B18B2-1D96-4861-A117-AD118BF9678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132349" y="5597914"/>
                  <a:ext cx="1357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83777AF-7348-468E-8E96-D9987194321E}"/>
                    </a:ext>
                  </a:extLst>
                </p14:cNvPr>
                <p14:cNvContentPartPr/>
                <p14:nvPr/>
              </p14:nvContentPartPr>
              <p14:xfrm>
                <a:off x="5205789" y="5629594"/>
                <a:ext cx="80640" cy="33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83777AF-7348-468E-8E96-D998719432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96789" y="5620594"/>
                  <a:ext cx="98280" cy="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66B7947-D081-4955-98CC-DB668AE07A2E}"/>
                  </a:ext>
                </a:extLst>
              </p14:cNvPr>
              <p14:cNvContentPartPr/>
              <p14:nvPr/>
            </p14:nvContentPartPr>
            <p14:xfrm>
              <a:off x="7050429" y="1932034"/>
              <a:ext cx="93240" cy="160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66B7947-D081-4955-98CC-DB668AE07A2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041789" y="1923034"/>
                <a:ext cx="110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3060D25-7E3C-4675-BA64-2E45C60587C6}"/>
                  </a:ext>
                </a:extLst>
              </p14:cNvPr>
              <p14:cNvContentPartPr/>
              <p14:nvPr/>
            </p14:nvContentPartPr>
            <p14:xfrm>
              <a:off x="7029909" y="2873074"/>
              <a:ext cx="84240" cy="145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3060D25-7E3C-4675-BA64-2E45C60587C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020909" y="2864434"/>
                <a:ext cx="10188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30AA822B-C319-453E-8BA2-F0FA0FDA3AC8}"/>
              </a:ext>
            </a:extLst>
          </p:cNvPr>
          <p:cNvGrpSpPr/>
          <p:nvPr/>
        </p:nvGrpSpPr>
        <p:grpSpPr>
          <a:xfrm>
            <a:off x="7020549" y="3797194"/>
            <a:ext cx="120960" cy="97560"/>
            <a:chOff x="7020549" y="3797194"/>
            <a:chExt cx="120960" cy="9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EC1766-BBBD-419C-B611-6EDB6869AE9E}"/>
                    </a:ext>
                  </a:extLst>
                </p14:cNvPr>
                <p14:cNvContentPartPr/>
                <p14:nvPr/>
              </p14:nvContentPartPr>
              <p14:xfrm>
                <a:off x="7020549" y="3797194"/>
                <a:ext cx="7560" cy="97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EC1766-BBBD-419C-B611-6EDB6869AE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11909" y="3788194"/>
                  <a:ext cx="25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E1DEB1-3CD3-4D8F-9766-10EDC9DFC62E}"/>
                    </a:ext>
                  </a:extLst>
                </p14:cNvPr>
                <p14:cNvContentPartPr/>
                <p14:nvPr/>
              </p14:nvContentPartPr>
              <p14:xfrm>
                <a:off x="7069509" y="3817354"/>
                <a:ext cx="72000" cy="63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E1DEB1-3CD3-4D8F-9766-10EDC9DFC62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60869" y="3808714"/>
                  <a:ext cx="8964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B59A2BD-1575-4C85-BE7D-A6E6ADF6B149}"/>
              </a:ext>
            </a:extLst>
          </p:cNvPr>
          <p:cNvGrpSpPr/>
          <p:nvPr/>
        </p:nvGrpSpPr>
        <p:grpSpPr>
          <a:xfrm>
            <a:off x="7039989" y="4721674"/>
            <a:ext cx="88560" cy="113760"/>
            <a:chOff x="7039989" y="4721674"/>
            <a:chExt cx="88560" cy="11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645054A-BFDF-48AC-B0E1-07D97C5D8E69}"/>
                    </a:ext>
                  </a:extLst>
                </p14:cNvPr>
                <p14:cNvContentPartPr/>
                <p14:nvPr/>
              </p14:nvContentPartPr>
              <p14:xfrm>
                <a:off x="7039989" y="4746514"/>
                <a:ext cx="21960" cy="88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645054A-BFDF-48AC-B0E1-07D97C5D8E6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30989" y="4737874"/>
                  <a:ext cx="39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8BE50A8-19B9-401A-9916-8007365E1F7D}"/>
                    </a:ext>
                  </a:extLst>
                </p14:cNvPr>
                <p14:cNvContentPartPr/>
                <p14:nvPr/>
              </p14:nvContentPartPr>
              <p14:xfrm>
                <a:off x="7106589" y="4721674"/>
                <a:ext cx="21960" cy="104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8BE50A8-19B9-401A-9916-8007365E1F7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97589" y="4713034"/>
                  <a:ext cx="396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7C459C-B4B9-4746-B86C-3AB1537B7FAA}"/>
              </a:ext>
            </a:extLst>
          </p:cNvPr>
          <p:cNvGrpSpPr/>
          <p:nvPr/>
        </p:nvGrpSpPr>
        <p:grpSpPr>
          <a:xfrm>
            <a:off x="7045389" y="5657674"/>
            <a:ext cx="140040" cy="100800"/>
            <a:chOff x="7045389" y="5657674"/>
            <a:chExt cx="140040" cy="10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961D017-CE48-4ED2-8F4F-6E3559EFD165}"/>
                    </a:ext>
                  </a:extLst>
                </p14:cNvPr>
                <p14:cNvContentPartPr/>
                <p14:nvPr/>
              </p14:nvContentPartPr>
              <p14:xfrm>
                <a:off x="7045389" y="5677834"/>
                <a:ext cx="6120" cy="68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961D017-CE48-4ED2-8F4F-6E3559EFD16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36749" y="5669194"/>
                  <a:ext cx="23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437D731-9ED8-4B18-BEF7-F88C13C39159}"/>
                    </a:ext>
                  </a:extLst>
                </p14:cNvPr>
                <p14:cNvContentPartPr/>
                <p14:nvPr/>
              </p14:nvContentPartPr>
              <p14:xfrm>
                <a:off x="7087869" y="5657674"/>
                <a:ext cx="97560" cy="10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437D731-9ED8-4B18-BEF7-F88C13C3915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078869" y="5648674"/>
                  <a:ext cx="11520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E773AF4-6671-4DFE-9AA0-8E93B2090414}"/>
              </a:ext>
            </a:extLst>
          </p:cNvPr>
          <p:cNvGrpSpPr/>
          <p:nvPr/>
        </p:nvGrpSpPr>
        <p:grpSpPr>
          <a:xfrm>
            <a:off x="8915949" y="2867674"/>
            <a:ext cx="141840" cy="170280"/>
            <a:chOff x="8915949" y="2867674"/>
            <a:chExt cx="14184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41D689D-25BA-46FE-8118-BDA085E9597F}"/>
                    </a:ext>
                  </a:extLst>
                </p14:cNvPr>
                <p14:cNvContentPartPr/>
                <p14:nvPr/>
              </p14:nvContentPartPr>
              <p14:xfrm>
                <a:off x="8915949" y="2871274"/>
                <a:ext cx="13320" cy="129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41D689D-25BA-46FE-8118-BDA085E9597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07309" y="2862274"/>
                  <a:ext cx="309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141D6B0-9931-4AA2-8417-4F784196A3CD}"/>
                    </a:ext>
                  </a:extLst>
                </p14:cNvPr>
                <p14:cNvContentPartPr/>
                <p14:nvPr/>
              </p14:nvContentPartPr>
              <p14:xfrm>
                <a:off x="8985069" y="2867674"/>
                <a:ext cx="72720" cy="170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141D6B0-9931-4AA2-8417-4F784196A3C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976069" y="2858674"/>
                  <a:ext cx="9036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B5AF22A-11D1-4870-B6F1-FD463CCDFE42}"/>
              </a:ext>
            </a:extLst>
          </p:cNvPr>
          <p:cNvGrpSpPr/>
          <p:nvPr/>
        </p:nvGrpSpPr>
        <p:grpSpPr>
          <a:xfrm>
            <a:off x="8866989" y="5159074"/>
            <a:ext cx="196200" cy="161280"/>
            <a:chOff x="8866989" y="5159074"/>
            <a:chExt cx="19620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7206F57-DC12-4851-A832-0D28543F4083}"/>
                    </a:ext>
                  </a:extLst>
                </p14:cNvPr>
                <p14:cNvContentPartPr/>
                <p14:nvPr/>
              </p14:nvContentPartPr>
              <p14:xfrm>
                <a:off x="8866989" y="5186434"/>
                <a:ext cx="34200" cy="110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7206F57-DC12-4851-A832-0D28543F408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57989" y="5177794"/>
                  <a:ext cx="518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D6AE98-6EFB-48AC-BD94-93933E26558A}"/>
                    </a:ext>
                  </a:extLst>
                </p14:cNvPr>
                <p14:cNvContentPartPr/>
                <p14:nvPr/>
              </p14:nvContentPartPr>
              <p14:xfrm>
                <a:off x="8977149" y="5159074"/>
                <a:ext cx="86040" cy="127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D6AE98-6EFB-48AC-BD94-93933E2655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68149" y="5150074"/>
                  <a:ext cx="1036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74D7CB-8CEE-479E-823D-BADF725DAECD}"/>
                    </a:ext>
                  </a:extLst>
                </p14:cNvPr>
                <p14:cNvContentPartPr/>
                <p14:nvPr/>
              </p14:nvContentPartPr>
              <p14:xfrm>
                <a:off x="9025389" y="5218474"/>
                <a:ext cx="5400" cy="101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74D7CB-8CEE-479E-823D-BADF725DAEC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16749" y="5209474"/>
                  <a:ext cx="230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E264624-0483-45E5-BA3D-20CA19A44692}"/>
              </a:ext>
            </a:extLst>
          </p:cNvPr>
          <p:cNvGrpSpPr/>
          <p:nvPr/>
        </p:nvGrpSpPr>
        <p:grpSpPr>
          <a:xfrm>
            <a:off x="3987549" y="2001514"/>
            <a:ext cx="298080" cy="173880"/>
            <a:chOff x="3987549" y="2001514"/>
            <a:chExt cx="298080" cy="1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FB36B21-8962-4DE5-9D48-FA615D8D8072}"/>
                    </a:ext>
                  </a:extLst>
                </p14:cNvPr>
                <p14:cNvContentPartPr/>
                <p14:nvPr/>
              </p14:nvContentPartPr>
              <p14:xfrm>
                <a:off x="3987549" y="2067034"/>
                <a:ext cx="13680" cy="108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FB36B21-8962-4DE5-9D48-FA615D8D807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978909" y="2058034"/>
                  <a:ext cx="31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907C724-AEFB-4FDD-97B5-6353B83414E2}"/>
                    </a:ext>
                  </a:extLst>
                </p14:cNvPr>
                <p14:cNvContentPartPr/>
                <p14:nvPr/>
              </p14:nvContentPartPr>
              <p14:xfrm>
                <a:off x="4045509" y="2051914"/>
                <a:ext cx="91800" cy="78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907C724-AEFB-4FDD-97B5-6353B83414E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036869" y="2043274"/>
                  <a:ext cx="1094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604D012-630F-420D-8F74-54F3E847F97B}"/>
                    </a:ext>
                  </a:extLst>
                </p14:cNvPr>
                <p14:cNvContentPartPr/>
                <p14:nvPr/>
              </p14:nvContentPartPr>
              <p14:xfrm>
                <a:off x="4215069" y="2001514"/>
                <a:ext cx="70560" cy="76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604D012-630F-420D-8F74-54F3E847F97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06069" y="1992874"/>
                  <a:ext cx="882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AE926F6-F4D8-476E-98EC-3FF6E89D9398}"/>
              </a:ext>
            </a:extLst>
          </p:cNvPr>
          <p:cNvGrpSpPr/>
          <p:nvPr/>
        </p:nvGrpSpPr>
        <p:grpSpPr>
          <a:xfrm>
            <a:off x="4228389" y="2450794"/>
            <a:ext cx="189720" cy="158040"/>
            <a:chOff x="4228389" y="2450794"/>
            <a:chExt cx="18972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FF50841-E9E1-480C-A045-455E3E6F45A0}"/>
                    </a:ext>
                  </a:extLst>
                </p14:cNvPr>
                <p14:cNvContentPartPr/>
                <p14:nvPr/>
              </p14:nvContentPartPr>
              <p14:xfrm>
                <a:off x="4228389" y="2450794"/>
                <a:ext cx="36360" cy="145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FF50841-E9E1-480C-A045-455E3E6F45A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219749" y="2442154"/>
                  <a:ext cx="540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F0B2B46-730F-4912-9606-850A9C8EE6C0}"/>
                    </a:ext>
                  </a:extLst>
                </p14:cNvPr>
                <p14:cNvContentPartPr/>
                <p14:nvPr/>
              </p14:nvContentPartPr>
              <p14:xfrm>
                <a:off x="4352229" y="2525314"/>
                <a:ext cx="65880" cy="79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F0B2B46-730F-4912-9606-850A9C8EE6C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43229" y="2516674"/>
                  <a:ext cx="83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1D42EC-15C1-4A41-A54D-4DD987728325}"/>
                    </a:ext>
                  </a:extLst>
                </p14:cNvPr>
                <p14:cNvContentPartPr/>
                <p14:nvPr/>
              </p14:nvContentPartPr>
              <p14:xfrm>
                <a:off x="4237749" y="2528194"/>
                <a:ext cx="57240" cy="80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1D42EC-15C1-4A41-A54D-4DD98772832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228749" y="2519554"/>
                  <a:ext cx="748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85878EC-B80D-4655-849D-BF4F29ED6F5A}"/>
              </a:ext>
            </a:extLst>
          </p:cNvPr>
          <p:cNvGrpSpPr/>
          <p:nvPr/>
        </p:nvGrpSpPr>
        <p:grpSpPr>
          <a:xfrm>
            <a:off x="4056669" y="4034074"/>
            <a:ext cx="211320" cy="168120"/>
            <a:chOff x="4056669" y="4034074"/>
            <a:chExt cx="21132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E4A9AAC-1CF5-43EB-B9D8-B2F72BE4F994}"/>
                    </a:ext>
                  </a:extLst>
                </p14:cNvPr>
                <p14:cNvContentPartPr/>
                <p14:nvPr/>
              </p14:nvContentPartPr>
              <p14:xfrm>
                <a:off x="4056669" y="4089874"/>
                <a:ext cx="15840" cy="112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E4A9AAC-1CF5-43EB-B9D8-B2F72BE4F99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048029" y="4080874"/>
                  <a:ext cx="334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0822E54-619F-46F9-A525-449652EBD5B7}"/>
                    </a:ext>
                  </a:extLst>
                </p14:cNvPr>
                <p14:cNvContentPartPr/>
                <p14:nvPr/>
              </p14:nvContentPartPr>
              <p14:xfrm>
                <a:off x="4127589" y="4096354"/>
                <a:ext cx="49680" cy="76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822E54-619F-46F9-A525-449652EBD5B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18589" y="4087714"/>
                  <a:ext cx="673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497758F-4564-4BE1-BF8E-5D23391E5372}"/>
                    </a:ext>
                  </a:extLst>
                </p14:cNvPr>
                <p14:cNvContentPartPr/>
                <p14:nvPr/>
              </p14:nvContentPartPr>
              <p14:xfrm>
                <a:off x="4227669" y="4034074"/>
                <a:ext cx="40320" cy="76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497758F-4564-4BE1-BF8E-5D23391E537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219029" y="4025434"/>
                  <a:ext cx="579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9770D88-5FE5-4825-86E2-C1C18612274F}"/>
              </a:ext>
            </a:extLst>
          </p:cNvPr>
          <p:cNvGrpSpPr/>
          <p:nvPr/>
        </p:nvGrpSpPr>
        <p:grpSpPr>
          <a:xfrm>
            <a:off x="4167909" y="4525114"/>
            <a:ext cx="228960" cy="139320"/>
            <a:chOff x="4167909" y="4525114"/>
            <a:chExt cx="228960" cy="13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A1059D1-A7CC-48A0-A763-B2C7522E0DCE}"/>
                    </a:ext>
                  </a:extLst>
                </p14:cNvPr>
                <p14:cNvContentPartPr/>
                <p14:nvPr/>
              </p14:nvContentPartPr>
              <p14:xfrm>
                <a:off x="4167909" y="4570474"/>
                <a:ext cx="5400" cy="83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A1059D1-A7CC-48A0-A763-B2C7522E0DC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159269" y="4561834"/>
                  <a:ext cx="23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0F34A31-326A-439C-9CBA-47DD7E822608}"/>
                    </a:ext>
                  </a:extLst>
                </p14:cNvPr>
                <p14:cNvContentPartPr/>
                <p14:nvPr/>
              </p14:nvContentPartPr>
              <p14:xfrm>
                <a:off x="4223709" y="4534474"/>
                <a:ext cx="68040" cy="129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0F34A31-326A-439C-9CBA-47DD7E82260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215069" y="4525474"/>
                  <a:ext cx="85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418D2C4-9F99-453B-A0DD-23BE030116DC}"/>
                    </a:ext>
                  </a:extLst>
                </p14:cNvPr>
                <p14:cNvContentPartPr/>
                <p14:nvPr/>
              </p14:nvContentPartPr>
              <p14:xfrm>
                <a:off x="4347549" y="4525114"/>
                <a:ext cx="49320" cy="74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418D2C4-9F99-453B-A0DD-23BE030116D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38909" y="4516114"/>
                  <a:ext cx="6696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BDD0256-0F10-47C4-B677-FCAAF6687F79}"/>
              </a:ext>
            </a:extLst>
          </p:cNvPr>
          <p:cNvGrpSpPr/>
          <p:nvPr/>
        </p:nvGrpSpPr>
        <p:grpSpPr>
          <a:xfrm>
            <a:off x="4186629" y="5007154"/>
            <a:ext cx="222120" cy="152640"/>
            <a:chOff x="4186629" y="5007154"/>
            <a:chExt cx="22212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25A270-1AE2-46D2-831B-E968B89F8E9F}"/>
                    </a:ext>
                  </a:extLst>
                </p14:cNvPr>
                <p14:cNvContentPartPr/>
                <p14:nvPr/>
              </p14:nvContentPartPr>
              <p14:xfrm>
                <a:off x="4186629" y="5034514"/>
                <a:ext cx="60840" cy="125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25A270-1AE2-46D2-831B-E968B89F8E9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177989" y="5025874"/>
                  <a:ext cx="78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D869CC2-7DC0-4DDB-8873-1DF69D556309}"/>
                    </a:ext>
                  </a:extLst>
                </p14:cNvPr>
                <p14:cNvContentPartPr/>
                <p14:nvPr/>
              </p14:nvContentPartPr>
              <p14:xfrm>
                <a:off x="4221189" y="5034514"/>
                <a:ext cx="75960" cy="72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D869CC2-7DC0-4DDB-8873-1DF69D55630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212189" y="5025514"/>
                  <a:ext cx="93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A8EE8A0-D22A-41B5-856D-6E2E0216A8AA}"/>
                    </a:ext>
                  </a:extLst>
                </p14:cNvPr>
                <p14:cNvContentPartPr/>
                <p14:nvPr/>
              </p14:nvContentPartPr>
              <p14:xfrm>
                <a:off x="4344309" y="5007154"/>
                <a:ext cx="64440" cy="102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A8EE8A0-D22A-41B5-856D-6E2E0216A8A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335669" y="4998514"/>
                  <a:ext cx="8208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10A4036-60EA-406C-919A-631C99964673}"/>
              </a:ext>
            </a:extLst>
          </p:cNvPr>
          <p:cNvGrpSpPr/>
          <p:nvPr/>
        </p:nvGrpSpPr>
        <p:grpSpPr>
          <a:xfrm>
            <a:off x="5968989" y="1802794"/>
            <a:ext cx="264600" cy="117000"/>
            <a:chOff x="5968989" y="1802794"/>
            <a:chExt cx="264600" cy="11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0D20ADA-CA8D-4D67-B8C8-18330A465674}"/>
                    </a:ext>
                  </a:extLst>
                </p14:cNvPr>
                <p14:cNvContentPartPr/>
                <p14:nvPr/>
              </p14:nvContentPartPr>
              <p14:xfrm>
                <a:off x="5968989" y="1802794"/>
                <a:ext cx="14760" cy="102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0D20ADA-CA8D-4D67-B8C8-18330A46567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959989" y="1793794"/>
                  <a:ext cx="32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93B6EF-4786-4B24-916F-E1D37B490327}"/>
                    </a:ext>
                  </a:extLst>
                </p14:cNvPr>
                <p14:cNvContentPartPr/>
                <p14:nvPr/>
              </p14:nvContentPartPr>
              <p14:xfrm>
                <a:off x="6033069" y="1825474"/>
                <a:ext cx="58680" cy="94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93B6EF-4786-4B24-916F-E1D37B49032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024069" y="1816834"/>
                  <a:ext cx="76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B08869B-FD17-4EDF-BB50-DC0E237A7FF9}"/>
                    </a:ext>
                  </a:extLst>
                </p14:cNvPr>
                <p14:cNvContentPartPr/>
                <p14:nvPr/>
              </p14:nvContentPartPr>
              <p14:xfrm>
                <a:off x="6166629" y="1844914"/>
                <a:ext cx="66960" cy="67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B08869B-FD17-4EDF-BB50-DC0E237A7FF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157989" y="1836274"/>
                  <a:ext cx="8460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105FDA9-C43F-4272-86B2-0920E0B4B03E}"/>
              </a:ext>
            </a:extLst>
          </p:cNvPr>
          <p:cNvGrpSpPr/>
          <p:nvPr/>
        </p:nvGrpSpPr>
        <p:grpSpPr>
          <a:xfrm>
            <a:off x="6412869" y="2756434"/>
            <a:ext cx="157320" cy="145440"/>
            <a:chOff x="6412869" y="2756434"/>
            <a:chExt cx="157320" cy="14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9075FC0-BE59-422A-B182-9154DC9BA0E0}"/>
                    </a:ext>
                  </a:extLst>
                </p14:cNvPr>
                <p14:cNvContentPartPr/>
                <p14:nvPr/>
              </p14:nvContentPartPr>
              <p14:xfrm>
                <a:off x="6412869" y="2756434"/>
                <a:ext cx="56520" cy="145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9075FC0-BE59-422A-B182-9154DC9BA0E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403869" y="2747794"/>
                  <a:ext cx="741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518345A-CA27-4D07-AB45-1A431FF06C22}"/>
                    </a:ext>
                  </a:extLst>
                </p14:cNvPr>
                <p14:cNvContentPartPr/>
                <p14:nvPr/>
              </p14:nvContentPartPr>
              <p14:xfrm>
                <a:off x="6515829" y="2798554"/>
                <a:ext cx="54360" cy="83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518345A-CA27-4D07-AB45-1A431FF06C2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506829" y="2789914"/>
                  <a:ext cx="720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BB613B7-848E-41BA-95A6-8EC7C7A5818E}"/>
              </a:ext>
            </a:extLst>
          </p:cNvPr>
          <p:cNvGrpSpPr/>
          <p:nvPr/>
        </p:nvGrpSpPr>
        <p:grpSpPr>
          <a:xfrm>
            <a:off x="5535909" y="3890074"/>
            <a:ext cx="193320" cy="104400"/>
            <a:chOff x="5535909" y="3890074"/>
            <a:chExt cx="193320" cy="10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D477073-5AFF-4561-8B4A-BD440B9B2526}"/>
                    </a:ext>
                  </a:extLst>
                </p14:cNvPr>
                <p14:cNvContentPartPr/>
                <p14:nvPr/>
              </p14:nvContentPartPr>
              <p14:xfrm>
                <a:off x="5535909" y="3890074"/>
                <a:ext cx="12600" cy="88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D477073-5AFF-4561-8B4A-BD440B9B252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526909" y="3881434"/>
                  <a:ext cx="30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A7E55AB-DD6B-4272-B6B2-A5EF77A192C6}"/>
                    </a:ext>
                  </a:extLst>
                </p14:cNvPr>
                <p14:cNvContentPartPr/>
                <p14:nvPr/>
              </p14:nvContentPartPr>
              <p14:xfrm>
                <a:off x="5585229" y="3907714"/>
                <a:ext cx="39600" cy="66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A7E55AB-DD6B-4272-B6B2-A5EF77A192C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576589" y="3899074"/>
                  <a:ext cx="57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05A3607-910D-49BB-9144-AFE9B3D605CD}"/>
                    </a:ext>
                  </a:extLst>
                </p14:cNvPr>
                <p14:cNvContentPartPr/>
                <p14:nvPr/>
              </p14:nvContentPartPr>
              <p14:xfrm>
                <a:off x="5676309" y="3913114"/>
                <a:ext cx="52920" cy="81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05A3607-910D-49BB-9144-AFE9B3D605C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667309" y="3904474"/>
                  <a:ext cx="7056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AA9E225-68CC-4918-AB16-99D22E916E73}"/>
              </a:ext>
            </a:extLst>
          </p:cNvPr>
          <p:cNvGrpSpPr/>
          <p:nvPr/>
        </p:nvGrpSpPr>
        <p:grpSpPr>
          <a:xfrm>
            <a:off x="6487749" y="3216514"/>
            <a:ext cx="164520" cy="142200"/>
            <a:chOff x="6487749" y="3216514"/>
            <a:chExt cx="16452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663AE9D-8C85-4555-A10A-FBC5C946A561}"/>
                    </a:ext>
                  </a:extLst>
                </p14:cNvPr>
                <p14:cNvContentPartPr/>
                <p14:nvPr/>
              </p14:nvContentPartPr>
              <p14:xfrm>
                <a:off x="6487749" y="3267634"/>
                <a:ext cx="69840" cy="91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663AE9D-8C85-4555-A10A-FBC5C946A56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79109" y="3258634"/>
                  <a:ext cx="87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3F7AD09-DD9F-4592-A5E2-0CA29A634B2C}"/>
                    </a:ext>
                  </a:extLst>
                </p14:cNvPr>
                <p14:cNvContentPartPr/>
                <p14:nvPr/>
              </p14:nvContentPartPr>
              <p14:xfrm>
                <a:off x="6566229" y="3216514"/>
                <a:ext cx="86040" cy="65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3F7AD09-DD9F-4592-A5E2-0CA29A634B2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557229" y="3207514"/>
                  <a:ext cx="10368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7831260-4751-4B09-BCE0-49A8F8FA892D}"/>
              </a:ext>
            </a:extLst>
          </p:cNvPr>
          <p:cNvGrpSpPr/>
          <p:nvPr/>
        </p:nvGrpSpPr>
        <p:grpSpPr>
          <a:xfrm>
            <a:off x="6260760" y="5124115"/>
            <a:ext cx="244080" cy="149760"/>
            <a:chOff x="6260760" y="5124115"/>
            <a:chExt cx="24408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559125D-571C-4213-B4B3-3C2F6E9D0D28}"/>
                    </a:ext>
                  </a:extLst>
                </p14:cNvPr>
                <p14:cNvContentPartPr/>
                <p14:nvPr/>
              </p14:nvContentPartPr>
              <p14:xfrm>
                <a:off x="6260760" y="5124115"/>
                <a:ext cx="5760" cy="72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559125D-571C-4213-B4B3-3C2F6E9D0D2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252120" y="5115475"/>
                  <a:ext cx="23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843EA8D-41F0-4920-A61E-76F26A571EA3}"/>
                    </a:ext>
                  </a:extLst>
                </p14:cNvPr>
                <p14:cNvContentPartPr/>
                <p14:nvPr/>
              </p14:nvContentPartPr>
              <p14:xfrm>
                <a:off x="6329160" y="5147155"/>
                <a:ext cx="65520" cy="115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843EA8D-41F0-4920-A61E-76F26A571EA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320520" y="5138515"/>
                  <a:ext cx="831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C8953B3-84DC-4A88-8AD5-AB8B5140D9DF}"/>
                    </a:ext>
                  </a:extLst>
                </p14:cNvPr>
                <p14:cNvContentPartPr/>
                <p14:nvPr/>
              </p14:nvContentPartPr>
              <p14:xfrm>
                <a:off x="6463800" y="5217715"/>
                <a:ext cx="41040" cy="56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C8953B3-84DC-4A88-8AD5-AB8B5140D9D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454800" y="5208715"/>
                  <a:ext cx="5868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C090B9D-FB29-491C-8990-96E1BAC88C2D}"/>
              </a:ext>
            </a:extLst>
          </p:cNvPr>
          <p:cNvGrpSpPr/>
          <p:nvPr/>
        </p:nvGrpSpPr>
        <p:grpSpPr>
          <a:xfrm>
            <a:off x="5872680" y="4640275"/>
            <a:ext cx="203040" cy="157320"/>
            <a:chOff x="5872680" y="4640275"/>
            <a:chExt cx="20304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9FA3EA2-50F2-4AB1-BFCF-CFF7FF7E0F37}"/>
                    </a:ext>
                  </a:extLst>
                </p14:cNvPr>
                <p14:cNvContentPartPr/>
                <p14:nvPr/>
              </p14:nvContentPartPr>
              <p14:xfrm>
                <a:off x="5872680" y="4708315"/>
                <a:ext cx="109440" cy="89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9FA3EA2-50F2-4AB1-BFCF-CFF7FF7E0F3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863680" y="4699315"/>
                  <a:ext cx="1270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C1223FF-4573-4DB6-A528-F50F85F218E1}"/>
                    </a:ext>
                  </a:extLst>
                </p14:cNvPr>
                <p14:cNvContentPartPr/>
                <p14:nvPr/>
              </p14:nvContentPartPr>
              <p14:xfrm>
                <a:off x="5936760" y="4731355"/>
                <a:ext cx="41760" cy="54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C1223FF-4573-4DB6-A528-F50F85F218E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927760" y="4722715"/>
                  <a:ext cx="59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554EC63-68FD-461E-93DC-56FB9E908F0A}"/>
                    </a:ext>
                  </a:extLst>
                </p14:cNvPr>
                <p14:cNvContentPartPr/>
                <p14:nvPr/>
              </p14:nvContentPartPr>
              <p14:xfrm>
                <a:off x="6020640" y="4640275"/>
                <a:ext cx="55080" cy="69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554EC63-68FD-461E-93DC-56FB9E908F0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011640" y="4631635"/>
                  <a:ext cx="7272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B13C54E-BF82-459E-BE3F-B2B7631B97E2}"/>
              </a:ext>
            </a:extLst>
          </p:cNvPr>
          <p:cNvGrpSpPr/>
          <p:nvPr/>
        </p:nvGrpSpPr>
        <p:grpSpPr>
          <a:xfrm>
            <a:off x="7891200" y="2132875"/>
            <a:ext cx="273240" cy="183240"/>
            <a:chOff x="7891200" y="2132875"/>
            <a:chExt cx="27324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AD7E779-0DCD-4A93-99BB-E4135C77FA82}"/>
                    </a:ext>
                  </a:extLst>
                </p14:cNvPr>
                <p14:cNvContentPartPr/>
                <p14:nvPr/>
              </p14:nvContentPartPr>
              <p14:xfrm>
                <a:off x="7891200" y="2132875"/>
                <a:ext cx="32400" cy="149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AD7E779-0DCD-4A93-99BB-E4135C77FA8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82560" y="2123875"/>
                  <a:ext cx="50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04D89B0-25B0-4229-BAB2-BB1E0D7B5C59}"/>
                    </a:ext>
                  </a:extLst>
                </p14:cNvPr>
                <p14:cNvContentPartPr/>
                <p14:nvPr/>
              </p14:nvContentPartPr>
              <p14:xfrm>
                <a:off x="7973280" y="2197315"/>
                <a:ext cx="48240" cy="82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04D89B0-25B0-4229-BAB2-BB1E0D7B5C5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964640" y="2188315"/>
                  <a:ext cx="658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B7BDE6D-E514-452A-B210-AFE4D2C3EFF9}"/>
                    </a:ext>
                  </a:extLst>
                </p14:cNvPr>
                <p14:cNvContentPartPr/>
                <p14:nvPr/>
              </p14:nvContentPartPr>
              <p14:xfrm>
                <a:off x="8097480" y="2216395"/>
                <a:ext cx="66960" cy="99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B7BDE6D-E514-452A-B210-AFE4D2C3EFF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088480" y="2207755"/>
                  <a:ext cx="8460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BCD02CF-9650-4253-9126-44A0A082D590}"/>
              </a:ext>
            </a:extLst>
          </p:cNvPr>
          <p:cNvGrpSpPr/>
          <p:nvPr/>
        </p:nvGrpSpPr>
        <p:grpSpPr>
          <a:xfrm>
            <a:off x="7796880" y="2702035"/>
            <a:ext cx="199080" cy="95760"/>
            <a:chOff x="7796880" y="2702035"/>
            <a:chExt cx="199080" cy="9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982F431-C1D6-4EFC-9C45-1807A7065D61}"/>
                    </a:ext>
                  </a:extLst>
                </p14:cNvPr>
                <p14:cNvContentPartPr/>
                <p14:nvPr/>
              </p14:nvContentPartPr>
              <p14:xfrm>
                <a:off x="7796880" y="2702035"/>
                <a:ext cx="65160" cy="95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982F431-C1D6-4EFC-9C45-1807A7065D6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787880" y="2693035"/>
                  <a:ext cx="82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CC24D5F-2BE6-4FA2-B16A-985C42B18016}"/>
                    </a:ext>
                  </a:extLst>
                </p14:cNvPr>
                <p14:cNvContentPartPr/>
                <p14:nvPr/>
              </p14:nvContentPartPr>
              <p14:xfrm>
                <a:off x="7932600" y="2714635"/>
                <a:ext cx="63360" cy="80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CC24D5F-2BE6-4FA2-B16A-985C42B1801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923600" y="2705635"/>
                  <a:ext cx="8100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22279CB-78D3-4F11-81B5-A91ABEBD6274}"/>
              </a:ext>
            </a:extLst>
          </p:cNvPr>
          <p:cNvGrpSpPr/>
          <p:nvPr/>
        </p:nvGrpSpPr>
        <p:grpSpPr>
          <a:xfrm>
            <a:off x="7764840" y="3290275"/>
            <a:ext cx="237240" cy="123120"/>
            <a:chOff x="7764840" y="3290275"/>
            <a:chExt cx="23724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54CF6BD-585D-47E5-95BE-74ABA828AAFC}"/>
                    </a:ext>
                  </a:extLst>
                </p14:cNvPr>
                <p14:cNvContentPartPr/>
                <p14:nvPr/>
              </p14:nvContentPartPr>
              <p14:xfrm>
                <a:off x="7764840" y="3312595"/>
                <a:ext cx="70560" cy="100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54CF6BD-585D-47E5-95BE-74ABA828AAF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755840" y="3303595"/>
                  <a:ext cx="88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59D5F10-8159-4D25-8ABD-4DB9612B54EC}"/>
                    </a:ext>
                  </a:extLst>
                </p14:cNvPr>
                <p14:cNvContentPartPr/>
                <p14:nvPr/>
              </p14:nvContentPartPr>
              <p14:xfrm>
                <a:off x="7790400" y="3333115"/>
                <a:ext cx="87120" cy="55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59D5F10-8159-4D25-8ABD-4DB9612B54E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781760" y="3324475"/>
                  <a:ext cx="104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FC3A55-D4AF-4A1F-9280-52C23FE19A2E}"/>
                    </a:ext>
                  </a:extLst>
                </p14:cNvPr>
                <p14:cNvContentPartPr/>
                <p14:nvPr/>
              </p14:nvContentPartPr>
              <p14:xfrm>
                <a:off x="7920000" y="3290275"/>
                <a:ext cx="82080" cy="56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FC3A55-D4AF-4A1F-9280-52C23FE19A2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11000" y="3281635"/>
                  <a:ext cx="9972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911E01B-C0E0-4C3E-A242-3BAB827C85F5}"/>
              </a:ext>
            </a:extLst>
          </p:cNvPr>
          <p:cNvGrpSpPr/>
          <p:nvPr/>
        </p:nvGrpSpPr>
        <p:grpSpPr>
          <a:xfrm>
            <a:off x="7803720" y="4750435"/>
            <a:ext cx="250560" cy="87480"/>
            <a:chOff x="7803720" y="4750435"/>
            <a:chExt cx="250560" cy="8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3923D65-19A2-4782-AD5E-FEB169B7653E}"/>
                    </a:ext>
                  </a:extLst>
                </p14:cNvPr>
                <p14:cNvContentPartPr/>
                <p14:nvPr/>
              </p14:nvContentPartPr>
              <p14:xfrm>
                <a:off x="7803720" y="4750435"/>
                <a:ext cx="15840" cy="87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3923D65-19A2-4782-AD5E-FEB169B7653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794720" y="4741435"/>
                  <a:ext cx="33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6000187-C059-445D-B703-F177095C088B}"/>
                    </a:ext>
                  </a:extLst>
                </p14:cNvPr>
                <p14:cNvContentPartPr/>
                <p14:nvPr/>
              </p14:nvContentPartPr>
              <p14:xfrm>
                <a:off x="7884000" y="4761235"/>
                <a:ext cx="43200" cy="73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6000187-C059-445D-B703-F177095C088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875000" y="4752595"/>
                  <a:ext cx="608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EFA5CA3-B6B0-4E3D-9118-A17304C5C34C}"/>
                    </a:ext>
                  </a:extLst>
                </p14:cNvPr>
                <p14:cNvContentPartPr/>
                <p14:nvPr/>
              </p14:nvContentPartPr>
              <p14:xfrm>
                <a:off x="8014320" y="4750795"/>
                <a:ext cx="39960" cy="61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EFA5CA3-B6B0-4E3D-9118-A17304C5C34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005680" y="4742155"/>
                  <a:ext cx="576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7924EFB-EF5B-485A-9B32-520CEA2E6F0A}"/>
              </a:ext>
            </a:extLst>
          </p:cNvPr>
          <p:cNvGrpSpPr/>
          <p:nvPr/>
        </p:nvGrpSpPr>
        <p:grpSpPr>
          <a:xfrm>
            <a:off x="7783200" y="5295475"/>
            <a:ext cx="299520" cy="133920"/>
            <a:chOff x="7783200" y="5295475"/>
            <a:chExt cx="299520" cy="13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E8C08A0-DCFE-494C-8435-743248E3E185}"/>
                    </a:ext>
                  </a:extLst>
                </p14:cNvPr>
                <p14:cNvContentPartPr/>
                <p14:nvPr/>
              </p14:nvContentPartPr>
              <p14:xfrm>
                <a:off x="7783200" y="5354875"/>
                <a:ext cx="23040" cy="74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E8C08A0-DCFE-494C-8435-743248E3E18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774200" y="5345875"/>
                  <a:ext cx="406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0809BF1-FA9F-4E61-AE7F-B517A96923D9}"/>
                    </a:ext>
                  </a:extLst>
                </p14:cNvPr>
                <p14:cNvContentPartPr/>
                <p14:nvPr/>
              </p14:nvContentPartPr>
              <p14:xfrm>
                <a:off x="7858080" y="5327515"/>
                <a:ext cx="98280" cy="89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0809BF1-FA9F-4E61-AE7F-B517A96923D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49440" y="5318515"/>
                  <a:ext cx="1159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2EAD1B6-14ED-4B48-9E5B-6FCF170FEC56}"/>
                    </a:ext>
                  </a:extLst>
                </p14:cNvPr>
                <p14:cNvContentPartPr/>
                <p14:nvPr/>
              </p14:nvContentPartPr>
              <p14:xfrm>
                <a:off x="8028000" y="5295475"/>
                <a:ext cx="54720" cy="58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2EAD1B6-14ED-4B48-9E5B-6FCF170FEC5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019000" y="5286475"/>
                  <a:ext cx="723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377D243-8A5E-4596-ACDF-98D0E2EB34EF}"/>
              </a:ext>
            </a:extLst>
          </p:cNvPr>
          <p:cNvGrpSpPr/>
          <p:nvPr/>
        </p:nvGrpSpPr>
        <p:grpSpPr>
          <a:xfrm>
            <a:off x="9693000" y="3298555"/>
            <a:ext cx="1359720" cy="1097280"/>
            <a:chOff x="9693000" y="3298555"/>
            <a:chExt cx="1359720" cy="10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7DFB2D8-5D15-493E-9B97-F186050027F8}"/>
                    </a:ext>
                  </a:extLst>
                </p14:cNvPr>
                <p14:cNvContentPartPr/>
                <p14:nvPr/>
              </p14:nvContentPartPr>
              <p14:xfrm>
                <a:off x="9693000" y="3355795"/>
                <a:ext cx="69840" cy="128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7DFB2D8-5D15-493E-9B97-F186050027F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684360" y="3346795"/>
                  <a:ext cx="87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7489111-898B-41D2-8D6C-21D900EB2765}"/>
                    </a:ext>
                  </a:extLst>
                </p14:cNvPr>
                <p14:cNvContentPartPr/>
                <p14:nvPr/>
              </p14:nvContentPartPr>
              <p14:xfrm>
                <a:off x="9794160" y="3388915"/>
                <a:ext cx="55800" cy="59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7489111-898B-41D2-8D6C-21D900EB276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785520" y="3379915"/>
                  <a:ext cx="73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8B5213C-28C9-4181-8924-FF0C47F37C22}"/>
                    </a:ext>
                  </a:extLst>
                </p14:cNvPr>
                <p14:cNvContentPartPr/>
                <p14:nvPr/>
              </p14:nvContentPartPr>
              <p14:xfrm>
                <a:off x="9898200" y="3311875"/>
                <a:ext cx="89280" cy="144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8B5213C-28C9-4181-8924-FF0C47F37C2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889560" y="3302875"/>
                  <a:ext cx="106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8FB5035-BC59-4E29-8644-AE29AE6B1A91}"/>
                    </a:ext>
                  </a:extLst>
                </p14:cNvPr>
                <p14:cNvContentPartPr/>
                <p14:nvPr/>
              </p14:nvContentPartPr>
              <p14:xfrm>
                <a:off x="10018440" y="3298555"/>
                <a:ext cx="69480" cy="124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8FB5035-BC59-4E29-8644-AE29AE6B1A9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009440" y="3289555"/>
                  <a:ext cx="87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EE0F71A-F6F4-42F7-8F14-EA8A93414AB4}"/>
                    </a:ext>
                  </a:extLst>
                </p14:cNvPr>
                <p14:cNvContentPartPr/>
                <p14:nvPr/>
              </p14:nvContentPartPr>
              <p14:xfrm>
                <a:off x="9758880" y="3431755"/>
                <a:ext cx="523800" cy="265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EE0F71A-F6F4-42F7-8F14-EA8A93414AB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750240" y="3422755"/>
                  <a:ext cx="5414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C71EBD7-D955-444B-8BE8-969A3FB33348}"/>
                    </a:ext>
                  </a:extLst>
                </p14:cNvPr>
                <p14:cNvContentPartPr/>
                <p14:nvPr/>
              </p14:nvContentPartPr>
              <p14:xfrm>
                <a:off x="9800280" y="3873475"/>
                <a:ext cx="168120" cy="276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C71EBD7-D955-444B-8BE8-969A3FB3334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791640" y="3864475"/>
                  <a:ext cx="1857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DAAA4B5-745B-4534-B8FB-2DBC126361A2}"/>
                    </a:ext>
                  </a:extLst>
                </p14:cNvPr>
                <p14:cNvContentPartPr/>
                <p14:nvPr/>
              </p14:nvContentPartPr>
              <p14:xfrm>
                <a:off x="9851040" y="4015315"/>
                <a:ext cx="92520" cy="61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DAAA4B5-745B-4534-B8FB-2DBC126361A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842400" y="4006315"/>
                  <a:ext cx="110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D3FB66F-CA9E-4386-87E4-BB1F4F3DC4C9}"/>
                    </a:ext>
                  </a:extLst>
                </p14:cNvPr>
                <p14:cNvContentPartPr/>
                <p14:nvPr/>
              </p14:nvContentPartPr>
              <p14:xfrm>
                <a:off x="10034280" y="3823435"/>
                <a:ext cx="69480" cy="180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D3FB66F-CA9E-4386-87E4-BB1F4F3DC4C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025640" y="3814795"/>
                  <a:ext cx="871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85AE9D5-6E08-40A2-B966-859132410788}"/>
                    </a:ext>
                  </a:extLst>
                </p14:cNvPr>
                <p14:cNvContentPartPr/>
                <p14:nvPr/>
              </p14:nvContentPartPr>
              <p14:xfrm>
                <a:off x="10197360" y="3797875"/>
                <a:ext cx="84240" cy="136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85AE9D5-6E08-40A2-B966-85913241078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188360" y="3788875"/>
                  <a:ext cx="1018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CD5FF34-C4A5-47E4-B74E-49CCCB6C734B}"/>
                    </a:ext>
                  </a:extLst>
                </p14:cNvPr>
                <p14:cNvContentPartPr/>
                <p14:nvPr/>
              </p14:nvContentPartPr>
              <p14:xfrm>
                <a:off x="10344600" y="3731275"/>
                <a:ext cx="98280" cy="149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CD5FF34-C4A5-47E4-B74E-49CCCB6C734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335600" y="3722275"/>
                  <a:ext cx="1159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B4AF47B-AA99-40AA-8444-CBFB17520959}"/>
                    </a:ext>
                  </a:extLst>
                </p14:cNvPr>
                <p14:cNvContentPartPr/>
                <p14:nvPr/>
              </p14:nvContentPartPr>
              <p14:xfrm>
                <a:off x="10549080" y="3810115"/>
                <a:ext cx="4320" cy="119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B4AF47B-AA99-40AA-8444-CBFB1752095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540080" y="3801115"/>
                  <a:ext cx="21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95F44DA-C0AF-47C7-B58F-5FCA091A1559}"/>
                    </a:ext>
                  </a:extLst>
                </p14:cNvPr>
                <p14:cNvContentPartPr/>
                <p14:nvPr/>
              </p14:nvContentPartPr>
              <p14:xfrm>
                <a:off x="10630080" y="3614995"/>
                <a:ext cx="136440" cy="122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95F44DA-C0AF-47C7-B58F-5FCA091A155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621440" y="3605995"/>
                  <a:ext cx="154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6F6995B-0CD7-46FC-A8F8-FB1682785923}"/>
                    </a:ext>
                  </a:extLst>
                </p14:cNvPr>
                <p14:cNvContentPartPr/>
                <p14:nvPr/>
              </p14:nvContentPartPr>
              <p14:xfrm>
                <a:off x="10821240" y="3554155"/>
                <a:ext cx="63000" cy="128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6F6995B-0CD7-46FC-A8F8-FB168278592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812600" y="3545515"/>
                  <a:ext cx="806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65AE387-30BD-4D85-BFDD-14C2F6E0D438}"/>
                    </a:ext>
                  </a:extLst>
                </p14:cNvPr>
                <p14:cNvContentPartPr/>
                <p14:nvPr/>
              </p14:nvContentPartPr>
              <p14:xfrm>
                <a:off x="10942200" y="3515635"/>
                <a:ext cx="110520" cy="104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65AE387-30BD-4D85-BFDD-14C2F6E0D43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933200" y="3506635"/>
                  <a:ext cx="128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1EA6B58-5A02-477E-8784-4C001CFC589C}"/>
                    </a:ext>
                  </a:extLst>
                </p14:cNvPr>
                <p14:cNvContentPartPr/>
                <p14:nvPr/>
              </p14:nvContentPartPr>
              <p14:xfrm>
                <a:off x="10224000" y="3891835"/>
                <a:ext cx="656280" cy="484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1EA6B58-5A02-477E-8784-4C001CFC589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215360" y="3882835"/>
                  <a:ext cx="67392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CBE58C7-CB66-4897-BAD9-9DEFB654AB22}"/>
                    </a:ext>
                  </a:extLst>
                </p14:cNvPr>
                <p14:cNvContentPartPr/>
                <p14:nvPr/>
              </p14:nvContentPartPr>
              <p14:xfrm>
                <a:off x="10282680" y="3972115"/>
                <a:ext cx="582120" cy="423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CBE58C7-CB66-4897-BAD9-9DEFB654AB2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273680" y="3963475"/>
                  <a:ext cx="599760" cy="44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8997F8-0843-4743-9FDB-44CA7A37C5F8}"/>
                  </a:ext>
                </a:extLst>
              </p14:cNvPr>
              <p14:cNvContentPartPr/>
              <p14:nvPr/>
            </p14:nvContentPartPr>
            <p14:xfrm>
              <a:off x="3126600" y="920880"/>
              <a:ext cx="7782120" cy="4991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8997F8-0843-4743-9FDB-44CA7A37C5F8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117240" y="911520"/>
                <a:ext cx="7800840" cy="501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5357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39ABC4-512B-4922-91D1-9F029FDE46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D34028-90EE-4DC7-89E1-FFA2E1535B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701FE4-4EBF-49B4-B5D3-9A4572E5E634}">
  <ds:schemaRefs>
    <ds:schemaRef ds:uri="http://schemas.microsoft.com/office/2006/documentManagement/types"/>
    <ds:schemaRef ds:uri="606370cc-c8d9-4222-8a4e-3c320f1e3034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bf6b85bd-8a7e-4854-be4d-0780382295a8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261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Minimum Cost Flow Problem</vt:lpstr>
      <vt:lpstr>PowerPoint Presentation</vt:lpstr>
      <vt:lpstr>PowerPoint Presentation</vt:lpstr>
      <vt:lpstr>Production/Distribution Problem</vt:lpstr>
      <vt:lpstr>Production/Distribution Demands and Costs</vt:lpstr>
      <vt:lpstr>PowerPoint Presentation</vt:lpstr>
      <vt:lpstr>PowerPoint Presentation</vt:lpstr>
      <vt:lpstr>PowerPoint Presentation</vt:lpstr>
      <vt:lpstr>Production/Distribution Demands and Costs</vt:lpstr>
      <vt:lpstr>PowerPoint Presentation</vt:lpstr>
      <vt:lpstr>Optimal Solution Via MATLAB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O'Neill</dc:creator>
  <cp:lastModifiedBy>Sam O'Neill</cp:lastModifiedBy>
  <cp:revision>1</cp:revision>
  <dcterms:created xsi:type="dcterms:W3CDTF">2020-11-23T11:37:38Z</dcterms:created>
  <dcterms:modified xsi:type="dcterms:W3CDTF">2020-11-23T15:48:23Z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</Properties>
</file>