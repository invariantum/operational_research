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433" r:id="rId4"/>
    <p:sldId id="434" r:id="rId5"/>
    <p:sldId id="438" r:id="rId6"/>
    <p:sldId id="435" r:id="rId7"/>
    <p:sldId id="437" r:id="rId8"/>
    <p:sldId id="439" r:id="rId9"/>
    <p:sldId id="258" r:id="rId10"/>
    <p:sldId id="262" r:id="rId11"/>
    <p:sldId id="266" r:id="rId12"/>
    <p:sldId id="259" r:id="rId13"/>
    <p:sldId id="260" r:id="rId14"/>
    <p:sldId id="440" r:id="rId15"/>
    <p:sldId id="265" r:id="rId16"/>
    <p:sldId id="261" r:id="rId17"/>
    <p:sldId id="263" r:id="rId18"/>
    <p:sldId id="267" r:id="rId19"/>
    <p:sldId id="264" r:id="rId20"/>
    <p:sldId id="268" r:id="rId21"/>
    <p:sldId id="269" r:id="rId22"/>
    <p:sldId id="270" r:id="rId23"/>
    <p:sldId id="271" r:id="rId24"/>
    <p:sldId id="275" r:id="rId25"/>
    <p:sldId id="272" r:id="rId26"/>
    <p:sldId id="274" r:id="rId27"/>
    <p:sldId id="27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3D3530-F75C-4041-A97D-B11E5BD39929}" v="46" dt="2026-02-25T16:18:34.035"/>
    <p1510:client id="{C1FA18D5-FA4A-4600-8660-6125E52C07FE}" v="1" dt="2026-02-26T10:57:36.7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138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05745BC8-A2D2-42A2-83FB-99356FA838CC}"/>
    <pc:docChg chg="custSel addSld modSld">
      <pc:chgData name="Sam O'Neill" userId="cb323814-a42a-4cfe-bc74-03f595e56f6e" providerId="ADAL" clId="{05745BC8-A2D2-42A2-83FB-99356FA838CC}" dt="2026-02-26T10:57:36.778" v="2"/>
      <pc:docMkLst>
        <pc:docMk/>
      </pc:docMkLst>
      <pc:sldChg chg="addSp">
        <pc:chgData name="Sam O'Neill" userId="cb323814-a42a-4cfe-bc74-03f595e56f6e" providerId="ADAL" clId="{05745BC8-A2D2-42A2-83FB-99356FA838CC}" dt="2026-02-26T10:57:36.778" v="2"/>
        <pc:sldMkLst>
          <pc:docMk/>
          <pc:sldMk cId="4050224404" sldId="261"/>
        </pc:sldMkLst>
        <pc:inkChg chg="add">
          <ac:chgData name="Sam O'Neill" userId="cb323814-a42a-4cfe-bc74-03f595e56f6e" providerId="ADAL" clId="{05745BC8-A2D2-42A2-83FB-99356FA838CC}" dt="2026-02-26T10:57:36.778" v="2"/>
          <ac:inkMkLst>
            <pc:docMk/>
            <pc:sldMk cId="4050224404" sldId="261"/>
            <ac:inkMk id="4" creationId="{E0C5D290-9AB8-6BCF-51C8-4EE83B6B0810}"/>
          </ac:inkMkLst>
        </pc:inkChg>
      </pc:sldChg>
      <pc:sldChg chg="addSp">
        <pc:chgData name="Sam O'Neill" userId="cb323814-a42a-4cfe-bc74-03f595e56f6e" providerId="ADAL" clId="{05745BC8-A2D2-42A2-83FB-99356FA838CC}" dt="2026-02-26T10:57:36.778" v="2"/>
        <pc:sldMkLst>
          <pc:docMk/>
          <pc:sldMk cId="4274950608" sldId="263"/>
        </pc:sldMkLst>
        <pc:inkChg chg="add">
          <ac:chgData name="Sam O'Neill" userId="cb323814-a42a-4cfe-bc74-03f595e56f6e" providerId="ADAL" clId="{05745BC8-A2D2-42A2-83FB-99356FA838CC}" dt="2026-02-26T10:57:36.778" v="2"/>
          <ac:inkMkLst>
            <pc:docMk/>
            <pc:sldMk cId="4274950608" sldId="263"/>
            <ac:inkMk id="4" creationId="{5293579D-10F3-E569-9412-A32D6E586D14}"/>
          </ac:inkMkLst>
        </pc:inkChg>
      </pc:sldChg>
      <pc:sldChg chg="addSp">
        <pc:chgData name="Sam O'Neill" userId="cb323814-a42a-4cfe-bc74-03f595e56f6e" providerId="ADAL" clId="{05745BC8-A2D2-42A2-83FB-99356FA838CC}" dt="2026-02-26T10:57:36.778" v="2"/>
        <pc:sldMkLst>
          <pc:docMk/>
          <pc:sldMk cId="1754119361" sldId="264"/>
        </pc:sldMkLst>
        <pc:inkChg chg="add">
          <ac:chgData name="Sam O'Neill" userId="cb323814-a42a-4cfe-bc74-03f595e56f6e" providerId="ADAL" clId="{05745BC8-A2D2-42A2-83FB-99356FA838CC}" dt="2026-02-26T10:57:36.778" v="2"/>
          <ac:inkMkLst>
            <pc:docMk/>
            <pc:sldMk cId="1754119361" sldId="264"/>
            <ac:inkMk id="4" creationId="{2CB00207-F9ED-8EE7-B049-358E1CB4FB2B}"/>
          </ac:inkMkLst>
        </pc:inkChg>
      </pc:sldChg>
      <pc:sldChg chg="addSp">
        <pc:chgData name="Sam O'Neill" userId="cb323814-a42a-4cfe-bc74-03f595e56f6e" providerId="ADAL" clId="{05745BC8-A2D2-42A2-83FB-99356FA838CC}" dt="2026-02-26T10:57:36.778" v="2"/>
        <pc:sldMkLst>
          <pc:docMk/>
          <pc:sldMk cId="1198901533" sldId="268"/>
        </pc:sldMkLst>
        <pc:inkChg chg="add">
          <ac:chgData name="Sam O'Neill" userId="cb323814-a42a-4cfe-bc74-03f595e56f6e" providerId="ADAL" clId="{05745BC8-A2D2-42A2-83FB-99356FA838CC}" dt="2026-02-26T10:57:36.778" v="2"/>
          <ac:inkMkLst>
            <pc:docMk/>
            <pc:sldMk cId="1198901533" sldId="268"/>
            <ac:inkMk id="4" creationId="{E92E48BA-17A0-91FF-3FC3-6A21B1F21022}"/>
          </ac:inkMkLst>
        </pc:inkChg>
      </pc:sldChg>
      <pc:sldChg chg="addSp">
        <pc:chgData name="Sam O'Neill" userId="cb323814-a42a-4cfe-bc74-03f595e56f6e" providerId="ADAL" clId="{05745BC8-A2D2-42A2-83FB-99356FA838CC}" dt="2026-02-26T10:57:36.778" v="2"/>
        <pc:sldMkLst>
          <pc:docMk/>
          <pc:sldMk cId="3573977380" sldId="270"/>
        </pc:sldMkLst>
        <pc:inkChg chg="add">
          <ac:chgData name="Sam O'Neill" userId="cb323814-a42a-4cfe-bc74-03f595e56f6e" providerId="ADAL" clId="{05745BC8-A2D2-42A2-83FB-99356FA838CC}" dt="2026-02-26T10:57:36.778" v="2"/>
          <ac:inkMkLst>
            <pc:docMk/>
            <pc:sldMk cId="3573977380" sldId="270"/>
            <ac:inkMk id="4" creationId="{3D50D936-6ABF-F587-4896-E62D6A821925}"/>
          </ac:inkMkLst>
        </pc:inkChg>
      </pc:sldChg>
      <pc:sldChg chg="addSp">
        <pc:chgData name="Sam O'Neill" userId="cb323814-a42a-4cfe-bc74-03f595e56f6e" providerId="ADAL" clId="{05745BC8-A2D2-42A2-83FB-99356FA838CC}" dt="2026-02-26T10:57:36.778" v="2"/>
        <pc:sldMkLst>
          <pc:docMk/>
          <pc:sldMk cId="692315768" sldId="271"/>
        </pc:sldMkLst>
        <pc:inkChg chg="add">
          <ac:chgData name="Sam O'Neill" userId="cb323814-a42a-4cfe-bc74-03f595e56f6e" providerId="ADAL" clId="{05745BC8-A2D2-42A2-83FB-99356FA838CC}" dt="2026-02-26T10:57:36.778" v="2"/>
          <ac:inkMkLst>
            <pc:docMk/>
            <pc:sldMk cId="692315768" sldId="271"/>
            <ac:inkMk id="4" creationId="{AA473E6C-3B40-39F1-0651-7AB08E51749D}"/>
          </ac:inkMkLst>
        </pc:inkChg>
      </pc:sldChg>
      <pc:sldChg chg="addSp delSp new mod">
        <pc:chgData name="Sam O'Neill" userId="cb323814-a42a-4cfe-bc74-03f595e56f6e" providerId="ADAL" clId="{05745BC8-A2D2-42A2-83FB-99356FA838CC}" dt="2026-02-26T10:57:36.778" v="2"/>
        <pc:sldMkLst>
          <pc:docMk/>
          <pc:sldMk cId="1244002766" sldId="440"/>
        </pc:sldMkLst>
        <pc:spChg chg="del">
          <ac:chgData name="Sam O'Neill" userId="cb323814-a42a-4cfe-bc74-03f595e56f6e" providerId="ADAL" clId="{05745BC8-A2D2-42A2-83FB-99356FA838CC}" dt="2026-02-26T09:45:35.188" v="1" actId="478"/>
          <ac:spMkLst>
            <pc:docMk/>
            <pc:sldMk cId="1244002766" sldId="440"/>
            <ac:spMk id="2" creationId="{DD351547-EC13-BC60-EBD3-FB41DF15E266}"/>
          </ac:spMkLst>
        </pc:spChg>
        <pc:spChg chg="del">
          <ac:chgData name="Sam O'Neill" userId="cb323814-a42a-4cfe-bc74-03f595e56f6e" providerId="ADAL" clId="{05745BC8-A2D2-42A2-83FB-99356FA838CC}" dt="2026-02-26T09:45:35.188" v="1" actId="478"/>
          <ac:spMkLst>
            <pc:docMk/>
            <pc:sldMk cId="1244002766" sldId="440"/>
            <ac:spMk id="3" creationId="{9AAFFFB8-5B0D-7257-BE85-E2D5113687BA}"/>
          </ac:spMkLst>
        </pc:spChg>
        <pc:inkChg chg="add">
          <ac:chgData name="Sam O'Neill" userId="cb323814-a42a-4cfe-bc74-03f595e56f6e" providerId="ADAL" clId="{05745BC8-A2D2-42A2-83FB-99356FA838CC}" dt="2026-02-26T10:57:36.778" v="2"/>
          <ac:inkMkLst>
            <pc:docMk/>
            <pc:sldMk cId="1244002766" sldId="440"/>
            <ac:inkMk id="4" creationId="{33B5B8C1-3A4C-3DEB-62C2-1B1BAB2883A9}"/>
          </ac:inkMkLst>
        </pc:inkChg>
      </pc:sldChg>
    </pc:docChg>
  </pc:docChgLst>
  <pc:docChgLst>
    <pc:chgData name="Sam O'Neill" userId="cb323814-a42a-4cfe-bc74-03f595e56f6e" providerId="ADAL" clId="{17ADD47D-E5AE-440A-99C5-4F3DA05BBA04}"/>
    <pc:docChg chg="undo custSel addSld delSld modSld sldOrd">
      <pc:chgData name="Sam O'Neill" userId="cb323814-a42a-4cfe-bc74-03f595e56f6e" providerId="ADAL" clId="{17ADD47D-E5AE-440A-99C5-4F3DA05BBA04}" dt="2026-02-25T16:19:45.349" v="1274" actId="700"/>
      <pc:docMkLst>
        <pc:docMk/>
      </pc:docMkLst>
      <pc:sldChg chg="modSp new mod">
        <pc:chgData name="Sam O'Neill" userId="cb323814-a42a-4cfe-bc74-03f595e56f6e" providerId="ADAL" clId="{17ADD47D-E5AE-440A-99C5-4F3DA05BBA04}" dt="2026-02-25T13:54:24.649" v="73"/>
        <pc:sldMkLst>
          <pc:docMk/>
          <pc:sldMk cId="1519470255" sldId="256"/>
        </pc:sldMkLst>
        <pc:spChg chg="mod">
          <ac:chgData name="Sam O'Neill" userId="cb323814-a42a-4cfe-bc74-03f595e56f6e" providerId="ADAL" clId="{17ADD47D-E5AE-440A-99C5-4F3DA05BBA04}" dt="2026-02-25T13:53:51.874" v="45" actId="20577"/>
          <ac:spMkLst>
            <pc:docMk/>
            <pc:sldMk cId="1519470255" sldId="256"/>
            <ac:spMk id="2" creationId="{4E6D1642-E48B-85F1-CE05-D9A8DF3FAD82}"/>
          </ac:spMkLst>
        </pc:spChg>
        <pc:spChg chg="mod">
          <ac:chgData name="Sam O'Neill" userId="cb323814-a42a-4cfe-bc74-03f595e56f6e" providerId="ADAL" clId="{17ADD47D-E5AE-440A-99C5-4F3DA05BBA04}" dt="2026-02-25T13:54:24.649" v="73"/>
          <ac:spMkLst>
            <pc:docMk/>
            <pc:sldMk cId="1519470255" sldId="256"/>
            <ac:spMk id="3" creationId="{83E6F34B-2E63-1951-5D70-91D8EB719EF9}"/>
          </ac:spMkLst>
        </pc:spChg>
      </pc:sldChg>
      <pc:sldChg chg="modSp new mod">
        <pc:chgData name="Sam O'Neill" userId="cb323814-a42a-4cfe-bc74-03f595e56f6e" providerId="ADAL" clId="{17ADD47D-E5AE-440A-99C5-4F3DA05BBA04}" dt="2026-02-25T13:55:27.303" v="101" actId="27636"/>
        <pc:sldMkLst>
          <pc:docMk/>
          <pc:sldMk cId="3123459953" sldId="257"/>
        </pc:sldMkLst>
        <pc:spChg chg="mod">
          <ac:chgData name="Sam O'Neill" userId="cb323814-a42a-4cfe-bc74-03f595e56f6e" providerId="ADAL" clId="{17ADD47D-E5AE-440A-99C5-4F3DA05BBA04}" dt="2026-02-25T13:54:39.833" v="91" actId="20577"/>
          <ac:spMkLst>
            <pc:docMk/>
            <pc:sldMk cId="3123459953" sldId="257"/>
            <ac:spMk id="2" creationId="{ACCD8285-7F73-CAB4-DA38-1BF1AFD9A4FE}"/>
          </ac:spMkLst>
        </pc:spChg>
        <pc:spChg chg="mod">
          <ac:chgData name="Sam O'Neill" userId="cb323814-a42a-4cfe-bc74-03f595e56f6e" providerId="ADAL" clId="{17ADD47D-E5AE-440A-99C5-4F3DA05BBA04}" dt="2026-02-25T13:55:27.303" v="101" actId="27636"/>
          <ac:spMkLst>
            <pc:docMk/>
            <pc:sldMk cId="3123459953" sldId="257"/>
            <ac:spMk id="3" creationId="{454C9485-F8C5-8B2F-857D-144128C29195}"/>
          </ac:spMkLst>
        </pc:spChg>
      </pc:sldChg>
      <pc:sldChg chg="addSp delSp modSp new mod">
        <pc:chgData name="Sam O'Neill" userId="cb323814-a42a-4cfe-bc74-03f595e56f6e" providerId="ADAL" clId="{17ADD47D-E5AE-440A-99C5-4F3DA05BBA04}" dt="2026-02-25T13:56:56.709" v="216" actId="20577"/>
        <pc:sldMkLst>
          <pc:docMk/>
          <pc:sldMk cId="3656677278" sldId="258"/>
        </pc:sldMkLst>
        <pc:spChg chg="mod">
          <ac:chgData name="Sam O'Neill" userId="cb323814-a42a-4cfe-bc74-03f595e56f6e" providerId="ADAL" clId="{17ADD47D-E5AE-440A-99C5-4F3DA05BBA04}" dt="2026-02-25T13:56:37.477" v="181" actId="6549"/>
          <ac:spMkLst>
            <pc:docMk/>
            <pc:sldMk cId="3656677278" sldId="258"/>
            <ac:spMk id="2" creationId="{269BF978-B29C-BD6D-3005-C305E3A2BD6A}"/>
          </ac:spMkLst>
        </pc:spChg>
        <pc:spChg chg="add del mod">
          <ac:chgData name="Sam O'Neill" userId="cb323814-a42a-4cfe-bc74-03f595e56f6e" providerId="ADAL" clId="{17ADD47D-E5AE-440A-99C5-4F3DA05BBA04}" dt="2026-02-25T13:56:56.709" v="216" actId="20577"/>
          <ac:spMkLst>
            <pc:docMk/>
            <pc:sldMk cId="3656677278" sldId="258"/>
            <ac:spMk id="3" creationId="{2E56B146-26B1-949F-25B2-5D1F74CC9008}"/>
          </ac:spMkLst>
        </pc:spChg>
        <pc:spChg chg="add mod">
          <ac:chgData name="Sam O'Neill" userId="cb323814-a42a-4cfe-bc74-03f595e56f6e" providerId="ADAL" clId="{17ADD47D-E5AE-440A-99C5-4F3DA05BBA04}" dt="2026-02-25T13:56:09.709" v="112"/>
          <ac:spMkLst>
            <pc:docMk/>
            <pc:sldMk cId="3656677278" sldId="258"/>
            <ac:spMk id="4" creationId="{1FE196CC-8057-6A7E-E676-6A3E0517F414}"/>
          </ac:spMkLst>
        </pc:spChg>
        <pc:spChg chg="add">
          <ac:chgData name="Sam O'Neill" userId="cb323814-a42a-4cfe-bc74-03f595e56f6e" providerId="ADAL" clId="{17ADD47D-E5AE-440A-99C5-4F3DA05BBA04}" dt="2026-02-25T13:56:44.947" v="183"/>
          <ac:spMkLst>
            <pc:docMk/>
            <pc:sldMk cId="3656677278" sldId="258"/>
            <ac:spMk id="5" creationId="{0BE46ACF-2F97-2F62-C81A-E492E40EDEE0}"/>
          </ac:spMkLst>
        </pc:spChg>
      </pc:sldChg>
      <pc:sldChg chg="modSp new mod">
        <pc:chgData name="Sam O'Neill" userId="cb323814-a42a-4cfe-bc74-03f595e56f6e" providerId="ADAL" clId="{17ADD47D-E5AE-440A-99C5-4F3DA05BBA04}" dt="2026-02-25T14:06:40.057" v="341" actId="20577"/>
        <pc:sldMkLst>
          <pc:docMk/>
          <pc:sldMk cId="2973632351" sldId="259"/>
        </pc:sldMkLst>
        <pc:spChg chg="mod">
          <ac:chgData name="Sam O'Neill" userId="cb323814-a42a-4cfe-bc74-03f595e56f6e" providerId="ADAL" clId="{17ADD47D-E5AE-440A-99C5-4F3DA05BBA04}" dt="2026-02-25T13:57:05.461" v="223" actId="20577"/>
          <ac:spMkLst>
            <pc:docMk/>
            <pc:sldMk cId="2973632351" sldId="259"/>
            <ac:spMk id="2" creationId="{6E73EB21-FC30-F2E7-90A2-41AF402BB828}"/>
          </ac:spMkLst>
        </pc:spChg>
        <pc:spChg chg="mod">
          <ac:chgData name="Sam O'Neill" userId="cb323814-a42a-4cfe-bc74-03f595e56f6e" providerId="ADAL" clId="{17ADD47D-E5AE-440A-99C5-4F3DA05BBA04}" dt="2026-02-25T14:06:40.057" v="341" actId="20577"/>
          <ac:spMkLst>
            <pc:docMk/>
            <pc:sldMk cId="2973632351" sldId="259"/>
            <ac:spMk id="3" creationId="{599FC1F6-78DB-8898-B393-B1E2A389305F}"/>
          </ac:spMkLst>
        </pc:spChg>
      </pc:sldChg>
      <pc:sldChg chg="modSp new mod">
        <pc:chgData name="Sam O'Neill" userId="cb323814-a42a-4cfe-bc74-03f595e56f6e" providerId="ADAL" clId="{17ADD47D-E5AE-440A-99C5-4F3DA05BBA04}" dt="2026-02-25T14:00:15.947" v="311" actId="20577"/>
        <pc:sldMkLst>
          <pc:docMk/>
          <pc:sldMk cId="2949396991" sldId="260"/>
        </pc:sldMkLst>
        <pc:spChg chg="mod">
          <ac:chgData name="Sam O'Neill" userId="cb323814-a42a-4cfe-bc74-03f595e56f6e" providerId="ADAL" clId="{17ADD47D-E5AE-440A-99C5-4F3DA05BBA04}" dt="2026-02-25T13:59:19.439" v="249" actId="20577"/>
          <ac:spMkLst>
            <pc:docMk/>
            <pc:sldMk cId="2949396991" sldId="260"/>
            <ac:spMk id="2" creationId="{68AB8738-6783-AF7E-1885-A4D32734D21D}"/>
          </ac:spMkLst>
        </pc:spChg>
        <pc:spChg chg="mod">
          <ac:chgData name="Sam O'Neill" userId="cb323814-a42a-4cfe-bc74-03f595e56f6e" providerId="ADAL" clId="{17ADD47D-E5AE-440A-99C5-4F3DA05BBA04}" dt="2026-02-25T14:00:15.947" v="311" actId="20577"/>
          <ac:spMkLst>
            <pc:docMk/>
            <pc:sldMk cId="2949396991" sldId="260"/>
            <ac:spMk id="3" creationId="{0F431E89-19B7-93FD-6FD5-DBF82C3F2E2C}"/>
          </ac:spMkLst>
        </pc:spChg>
      </pc:sldChg>
      <pc:sldChg chg="addSp modSp new mod">
        <pc:chgData name="Sam O'Neill" userId="cb323814-a42a-4cfe-bc74-03f595e56f6e" providerId="ADAL" clId="{17ADD47D-E5AE-440A-99C5-4F3DA05BBA04}" dt="2026-02-25T14:15:59.465" v="429" actId="20577"/>
        <pc:sldMkLst>
          <pc:docMk/>
          <pc:sldMk cId="4050224404" sldId="261"/>
        </pc:sldMkLst>
        <pc:spChg chg="mod">
          <ac:chgData name="Sam O'Neill" userId="cb323814-a42a-4cfe-bc74-03f595e56f6e" providerId="ADAL" clId="{17ADD47D-E5AE-440A-99C5-4F3DA05BBA04}" dt="2026-02-25T14:02:00.259" v="329" actId="20577"/>
          <ac:spMkLst>
            <pc:docMk/>
            <pc:sldMk cId="4050224404" sldId="261"/>
            <ac:spMk id="2" creationId="{EE7C72C8-439F-A1AB-2EB8-63557DD3A94F}"/>
          </ac:spMkLst>
        </pc:spChg>
        <pc:spChg chg="mod">
          <ac:chgData name="Sam O'Neill" userId="cb323814-a42a-4cfe-bc74-03f595e56f6e" providerId="ADAL" clId="{17ADD47D-E5AE-440A-99C5-4F3DA05BBA04}" dt="2026-02-25T14:15:59.465" v="429" actId="20577"/>
          <ac:spMkLst>
            <pc:docMk/>
            <pc:sldMk cId="4050224404" sldId="261"/>
            <ac:spMk id="3" creationId="{3F8B0F46-1786-6EC2-58AB-CA7C99CFC97A}"/>
          </ac:spMkLst>
        </pc:spChg>
        <pc:spChg chg="add">
          <ac:chgData name="Sam O'Neill" userId="cb323814-a42a-4cfe-bc74-03f595e56f6e" providerId="ADAL" clId="{17ADD47D-E5AE-440A-99C5-4F3DA05BBA04}" dt="2026-02-25T14:07:29.367" v="343"/>
          <ac:spMkLst>
            <pc:docMk/>
            <pc:sldMk cId="4050224404" sldId="261"/>
            <ac:spMk id="4" creationId="{B73A9A1D-56A8-D7E2-6C83-0FC6D7BABE1B}"/>
          </ac:spMkLst>
        </pc:spChg>
        <pc:spChg chg="add">
          <ac:chgData name="Sam O'Neill" userId="cb323814-a42a-4cfe-bc74-03f595e56f6e" providerId="ADAL" clId="{17ADD47D-E5AE-440A-99C5-4F3DA05BBA04}" dt="2026-02-25T14:10:21.041" v="344"/>
          <ac:spMkLst>
            <pc:docMk/>
            <pc:sldMk cId="4050224404" sldId="261"/>
            <ac:spMk id="5" creationId="{A722114F-9385-14B5-CD5E-357D22A28A4D}"/>
          </ac:spMkLst>
        </pc:spChg>
      </pc:sldChg>
      <pc:sldChg chg="modSp new mod">
        <pc:chgData name="Sam O'Neill" userId="cb323814-a42a-4cfe-bc74-03f595e56f6e" providerId="ADAL" clId="{17ADD47D-E5AE-440A-99C5-4F3DA05BBA04}" dt="2026-02-25T14:12:54.349" v="388" actId="27636"/>
        <pc:sldMkLst>
          <pc:docMk/>
          <pc:sldMk cId="510332534" sldId="262"/>
        </pc:sldMkLst>
        <pc:spChg chg="mod">
          <ac:chgData name="Sam O'Neill" userId="cb323814-a42a-4cfe-bc74-03f595e56f6e" providerId="ADAL" clId="{17ADD47D-E5AE-440A-99C5-4F3DA05BBA04}" dt="2026-02-25T14:11:27.533" v="362" actId="20577"/>
          <ac:spMkLst>
            <pc:docMk/>
            <pc:sldMk cId="510332534" sldId="262"/>
            <ac:spMk id="2" creationId="{CE5562C8-0529-91E1-4C61-CE5102E65FF7}"/>
          </ac:spMkLst>
        </pc:spChg>
        <pc:spChg chg="mod">
          <ac:chgData name="Sam O'Neill" userId="cb323814-a42a-4cfe-bc74-03f595e56f6e" providerId="ADAL" clId="{17ADD47D-E5AE-440A-99C5-4F3DA05BBA04}" dt="2026-02-25T14:12:54.349" v="388" actId="27636"/>
          <ac:spMkLst>
            <pc:docMk/>
            <pc:sldMk cId="510332534" sldId="262"/>
            <ac:spMk id="3" creationId="{0DB42511-CFDC-3F51-3944-B305FD49143C}"/>
          </ac:spMkLst>
        </pc:spChg>
      </pc:sldChg>
      <pc:sldChg chg="modSp new mod">
        <pc:chgData name="Sam O'Neill" userId="cb323814-a42a-4cfe-bc74-03f595e56f6e" providerId="ADAL" clId="{17ADD47D-E5AE-440A-99C5-4F3DA05BBA04}" dt="2026-02-25T14:15:16.017" v="426" actId="20577"/>
        <pc:sldMkLst>
          <pc:docMk/>
          <pc:sldMk cId="4274950608" sldId="263"/>
        </pc:sldMkLst>
        <pc:spChg chg="mod">
          <ac:chgData name="Sam O'Neill" userId="cb323814-a42a-4cfe-bc74-03f595e56f6e" providerId="ADAL" clId="{17ADD47D-E5AE-440A-99C5-4F3DA05BBA04}" dt="2026-02-25T14:14:04.086" v="412" actId="20577"/>
          <ac:spMkLst>
            <pc:docMk/>
            <pc:sldMk cId="4274950608" sldId="263"/>
            <ac:spMk id="2" creationId="{0202EFE0-78FC-20AD-5D5D-A327F4995024}"/>
          </ac:spMkLst>
        </pc:spChg>
        <pc:spChg chg="mod">
          <ac:chgData name="Sam O'Neill" userId="cb323814-a42a-4cfe-bc74-03f595e56f6e" providerId="ADAL" clId="{17ADD47D-E5AE-440A-99C5-4F3DA05BBA04}" dt="2026-02-25T14:15:16.017" v="426" actId="20577"/>
          <ac:spMkLst>
            <pc:docMk/>
            <pc:sldMk cId="4274950608" sldId="263"/>
            <ac:spMk id="3" creationId="{841CB47F-6052-5F8A-1105-23AB30A54FE7}"/>
          </ac:spMkLst>
        </pc:spChg>
      </pc:sldChg>
      <pc:sldChg chg="modSp new mod">
        <pc:chgData name="Sam O'Neill" userId="cb323814-a42a-4cfe-bc74-03f595e56f6e" providerId="ADAL" clId="{17ADD47D-E5AE-440A-99C5-4F3DA05BBA04}" dt="2026-02-25T14:16:55.840" v="466" actId="20577"/>
        <pc:sldMkLst>
          <pc:docMk/>
          <pc:sldMk cId="1754119361" sldId="264"/>
        </pc:sldMkLst>
        <pc:spChg chg="mod">
          <ac:chgData name="Sam O'Neill" userId="cb323814-a42a-4cfe-bc74-03f595e56f6e" providerId="ADAL" clId="{17ADD47D-E5AE-440A-99C5-4F3DA05BBA04}" dt="2026-02-25T14:16:55.840" v="466" actId="20577"/>
          <ac:spMkLst>
            <pc:docMk/>
            <pc:sldMk cId="1754119361" sldId="264"/>
            <ac:spMk id="2" creationId="{4A3805CF-A4DA-96FC-2097-ED7E9097579E}"/>
          </ac:spMkLst>
        </pc:spChg>
      </pc:sldChg>
      <pc:sldChg chg="addSp delSp modSp new mod modClrScheme chgLayout">
        <pc:chgData name="Sam O'Neill" userId="cb323814-a42a-4cfe-bc74-03f595e56f6e" providerId="ADAL" clId="{17ADD47D-E5AE-440A-99C5-4F3DA05BBA04}" dt="2026-02-25T14:27:24.157" v="697" actId="20577"/>
        <pc:sldMkLst>
          <pc:docMk/>
          <pc:sldMk cId="1746934508" sldId="265"/>
        </pc:sldMkLst>
        <pc:spChg chg="del mod ord">
          <ac:chgData name="Sam O'Neill" userId="cb323814-a42a-4cfe-bc74-03f595e56f6e" providerId="ADAL" clId="{17ADD47D-E5AE-440A-99C5-4F3DA05BBA04}" dt="2026-02-25T14:16:08.397" v="431" actId="700"/>
          <ac:spMkLst>
            <pc:docMk/>
            <pc:sldMk cId="1746934508" sldId="265"/>
            <ac:spMk id="2" creationId="{B1199F42-20D6-0E55-D8F9-615D7DAF51BA}"/>
          </ac:spMkLst>
        </pc:spChg>
        <pc:spChg chg="del mod ord">
          <ac:chgData name="Sam O'Neill" userId="cb323814-a42a-4cfe-bc74-03f595e56f6e" providerId="ADAL" clId="{17ADD47D-E5AE-440A-99C5-4F3DA05BBA04}" dt="2026-02-25T14:16:08.397" v="431" actId="700"/>
          <ac:spMkLst>
            <pc:docMk/>
            <pc:sldMk cId="1746934508" sldId="265"/>
            <ac:spMk id="3" creationId="{1D12A825-BF0E-6563-81D1-2D7B8E8A043E}"/>
          </ac:spMkLst>
        </pc:spChg>
        <pc:spChg chg="add mod ord">
          <ac:chgData name="Sam O'Neill" userId="cb323814-a42a-4cfe-bc74-03f595e56f6e" providerId="ADAL" clId="{17ADD47D-E5AE-440A-99C5-4F3DA05BBA04}" dt="2026-02-25T14:16:11.024" v="437" actId="20577"/>
          <ac:spMkLst>
            <pc:docMk/>
            <pc:sldMk cId="1746934508" sldId="265"/>
            <ac:spMk id="4" creationId="{2F72F9C1-E8CA-C41B-A24A-87AD383FDA7C}"/>
          </ac:spMkLst>
        </pc:spChg>
        <pc:spChg chg="add mod ord">
          <ac:chgData name="Sam O'Neill" userId="cb323814-a42a-4cfe-bc74-03f595e56f6e" providerId="ADAL" clId="{17ADD47D-E5AE-440A-99C5-4F3DA05BBA04}" dt="2026-02-25T14:27:24.157" v="697" actId="20577"/>
          <ac:spMkLst>
            <pc:docMk/>
            <pc:sldMk cId="1746934508" sldId="265"/>
            <ac:spMk id="5" creationId="{B5F2C240-E2F8-1D7F-73C0-70AC01B1DFDA}"/>
          </ac:spMkLst>
        </pc:spChg>
      </pc:sldChg>
      <pc:sldChg chg="addSp delSp modSp new mod modClrScheme chgLayout">
        <pc:chgData name="Sam O'Neill" userId="cb323814-a42a-4cfe-bc74-03f595e56f6e" providerId="ADAL" clId="{17ADD47D-E5AE-440A-99C5-4F3DA05BBA04}" dt="2026-02-25T14:27:35.614" v="716" actId="20577"/>
        <pc:sldMkLst>
          <pc:docMk/>
          <pc:sldMk cId="3958897295" sldId="266"/>
        </pc:sldMkLst>
        <pc:spChg chg="del mod ord">
          <ac:chgData name="Sam O'Neill" userId="cb323814-a42a-4cfe-bc74-03f595e56f6e" providerId="ADAL" clId="{17ADD47D-E5AE-440A-99C5-4F3DA05BBA04}" dt="2026-02-25T14:16:24.059" v="439" actId="700"/>
          <ac:spMkLst>
            <pc:docMk/>
            <pc:sldMk cId="3958897295" sldId="266"/>
            <ac:spMk id="2" creationId="{39C15396-400F-9DCB-91E8-3D5B26369546}"/>
          </ac:spMkLst>
        </pc:spChg>
        <pc:spChg chg="del mod ord">
          <ac:chgData name="Sam O'Neill" userId="cb323814-a42a-4cfe-bc74-03f595e56f6e" providerId="ADAL" clId="{17ADD47D-E5AE-440A-99C5-4F3DA05BBA04}" dt="2026-02-25T14:16:24.059" v="439" actId="700"/>
          <ac:spMkLst>
            <pc:docMk/>
            <pc:sldMk cId="3958897295" sldId="266"/>
            <ac:spMk id="3" creationId="{F9A004D5-53C0-089A-816F-3F273972621F}"/>
          </ac:spMkLst>
        </pc:spChg>
        <pc:spChg chg="add mod ord">
          <ac:chgData name="Sam O'Neill" userId="cb323814-a42a-4cfe-bc74-03f595e56f6e" providerId="ADAL" clId="{17ADD47D-E5AE-440A-99C5-4F3DA05BBA04}" dt="2026-02-25T14:16:26.840" v="445" actId="20577"/>
          <ac:spMkLst>
            <pc:docMk/>
            <pc:sldMk cId="3958897295" sldId="266"/>
            <ac:spMk id="4" creationId="{815E87A0-9601-8E15-FA99-2D4EE9C3B0BD}"/>
          </ac:spMkLst>
        </pc:spChg>
        <pc:spChg chg="add mod ord">
          <ac:chgData name="Sam O'Neill" userId="cb323814-a42a-4cfe-bc74-03f595e56f6e" providerId="ADAL" clId="{17ADD47D-E5AE-440A-99C5-4F3DA05BBA04}" dt="2026-02-25T14:27:35.614" v="716" actId="20577"/>
          <ac:spMkLst>
            <pc:docMk/>
            <pc:sldMk cId="3958897295" sldId="266"/>
            <ac:spMk id="5" creationId="{88350BAC-3147-AD48-3BFB-1C124B24414E}"/>
          </ac:spMkLst>
        </pc:spChg>
      </pc:sldChg>
      <pc:sldChg chg="addSp delSp modSp new mod modClrScheme chgLayout">
        <pc:chgData name="Sam O'Neill" userId="cb323814-a42a-4cfe-bc74-03f595e56f6e" providerId="ADAL" clId="{17ADD47D-E5AE-440A-99C5-4F3DA05BBA04}" dt="2026-02-25T14:27:15.742" v="679" actId="20577"/>
        <pc:sldMkLst>
          <pc:docMk/>
          <pc:sldMk cId="1941862054" sldId="267"/>
        </pc:sldMkLst>
        <pc:spChg chg="del mod ord">
          <ac:chgData name="Sam O'Neill" userId="cb323814-a42a-4cfe-bc74-03f595e56f6e" providerId="ADAL" clId="{17ADD47D-E5AE-440A-99C5-4F3DA05BBA04}" dt="2026-02-25T14:16:45.054" v="447" actId="700"/>
          <ac:spMkLst>
            <pc:docMk/>
            <pc:sldMk cId="1941862054" sldId="267"/>
            <ac:spMk id="2" creationId="{E1E95DDC-A1B4-ED19-F0FC-945CD610DA88}"/>
          </ac:spMkLst>
        </pc:spChg>
        <pc:spChg chg="del mod ord">
          <ac:chgData name="Sam O'Neill" userId="cb323814-a42a-4cfe-bc74-03f595e56f6e" providerId="ADAL" clId="{17ADD47D-E5AE-440A-99C5-4F3DA05BBA04}" dt="2026-02-25T14:16:45.054" v="447" actId="700"/>
          <ac:spMkLst>
            <pc:docMk/>
            <pc:sldMk cId="1941862054" sldId="267"/>
            <ac:spMk id="3" creationId="{A2C78EF7-4254-86CF-5ADE-8EC606479C15}"/>
          </ac:spMkLst>
        </pc:spChg>
        <pc:spChg chg="add mod ord">
          <ac:chgData name="Sam O'Neill" userId="cb323814-a42a-4cfe-bc74-03f595e56f6e" providerId="ADAL" clId="{17ADD47D-E5AE-440A-99C5-4F3DA05BBA04}" dt="2026-02-25T14:16:47.681" v="455" actId="20577"/>
          <ac:spMkLst>
            <pc:docMk/>
            <pc:sldMk cId="1941862054" sldId="267"/>
            <ac:spMk id="4" creationId="{8F4CE685-9522-B051-BB88-C44824127DAA}"/>
          </ac:spMkLst>
        </pc:spChg>
        <pc:spChg chg="add mod ord">
          <ac:chgData name="Sam O'Neill" userId="cb323814-a42a-4cfe-bc74-03f595e56f6e" providerId="ADAL" clId="{17ADD47D-E5AE-440A-99C5-4F3DA05BBA04}" dt="2026-02-25T14:27:15.742" v="679" actId="20577"/>
          <ac:spMkLst>
            <pc:docMk/>
            <pc:sldMk cId="1941862054" sldId="267"/>
            <ac:spMk id="5" creationId="{824B3A49-F02D-D9AC-2D9D-EF8ACCB4C485}"/>
          </ac:spMkLst>
        </pc:spChg>
      </pc:sldChg>
      <pc:sldChg chg="modSp add mod">
        <pc:chgData name="Sam O'Neill" userId="cb323814-a42a-4cfe-bc74-03f595e56f6e" providerId="ADAL" clId="{17ADD47D-E5AE-440A-99C5-4F3DA05BBA04}" dt="2026-02-25T14:22:32.909" v="564" actId="20577"/>
        <pc:sldMkLst>
          <pc:docMk/>
          <pc:sldMk cId="1198901533" sldId="268"/>
        </pc:sldMkLst>
        <pc:spChg chg="mod">
          <ac:chgData name="Sam O'Neill" userId="cb323814-a42a-4cfe-bc74-03f595e56f6e" providerId="ADAL" clId="{17ADD47D-E5AE-440A-99C5-4F3DA05BBA04}" dt="2026-02-25T14:17:27.831" v="477" actId="20577"/>
          <ac:spMkLst>
            <pc:docMk/>
            <pc:sldMk cId="1198901533" sldId="268"/>
            <ac:spMk id="2" creationId="{62D8C5DE-1976-AC61-E96E-8A0C2AB6DB9F}"/>
          </ac:spMkLst>
        </pc:spChg>
        <pc:spChg chg="mod">
          <ac:chgData name="Sam O'Neill" userId="cb323814-a42a-4cfe-bc74-03f595e56f6e" providerId="ADAL" clId="{17ADD47D-E5AE-440A-99C5-4F3DA05BBA04}" dt="2026-02-25T14:22:32.909" v="564" actId="20577"/>
          <ac:spMkLst>
            <pc:docMk/>
            <pc:sldMk cId="1198901533" sldId="268"/>
            <ac:spMk id="3" creationId="{7BC26A3D-32FB-3DAC-3088-DCC032618DE1}"/>
          </ac:spMkLst>
        </pc:spChg>
      </pc:sldChg>
      <pc:sldChg chg="modSp new mod">
        <pc:chgData name="Sam O'Neill" userId="cb323814-a42a-4cfe-bc74-03f595e56f6e" providerId="ADAL" clId="{17ADD47D-E5AE-440A-99C5-4F3DA05BBA04}" dt="2026-02-25T14:24:41.223" v="625" actId="6549"/>
        <pc:sldMkLst>
          <pc:docMk/>
          <pc:sldMk cId="3391400484" sldId="269"/>
        </pc:sldMkLst>
        <pc:spChg chg="mod">
          <ac:chgData name="Sam O'Neill" userId="cb323814-a42a-4cfe-bc74-03f595e56f6e" providerId="ADAL" clId="{17ADD47D-E5AE-440A-99C5-4F3DA05BBA04}" dt="2026-02-25T14:23:56.480" v="592" actId="20577"/>
          <ac:spMkLst>
            <pc:docMk/>
            <pc:sldMk cId="3391400484" sldId="269"/>
            <ac:spMk id="2" creationId="{2C54A653-5196-83DC-6B9F-29F4B740CF0F}"/>
          </ac:spMkLst>
        </pc:spChg>
        <pc:spChg chg="mod">
          <ac:chgData name="Sam O'Neill" userId="cb323814-a42a-4cfe-bc74-03f595e56f6e" providerId="ADAL" clId="{17ADD47D-E5AE-440A-99C5-4F3DA05BBA04}" dt="2026-02-25T14:24:41.223" v="625" actId="6549"/>
          <ac:spMkLst>
            <pc:docMk/>
            <pc:sldMk cId="3391400484" sldId="269"/>
            <ac:spMk id="3" creationId="{B5D7638B-6368-A207-ECB7-8675F086133C}"/>
          </ac:spMkLst>
        </pc:spChg>
      </pc:sldChg>
      <pc:sldChg chg="modSp new mod">
        <pc:chgData name="Sam O'Neill" userId="cb323814-a42a-4cfe-bc74-03f595e56f6e" providerId="ADAL" clId="{17ADD47D-E5AE-440A-99C5-4F3DA05BBA04}" dt="2026-02-25T15:55:59.685" v="898" actId="20577"/>
        <pc:sldMkLst>
          <pc:docMk/>
          <pc:sldMk cId="3573977380" sldId="270"/>
        </pc:sldMkLst>
        <pc:spChg chg="mod">
          <ac:chgData name="Sam O'Neill" userId="cb323814-a42a-4cfe-bc74-03f595e56f6e" providerId="ADAL" clId="{17ADD47D-E5AE-440A-99C5-4F3DA05BBA04}" dt="2026-02-25T14:25:20.349" v="647" actId="20577"/>
          <ac:spMkLst>
            <pc:docMk/>
            <pc:sldMk cId="3573977380" sldId="270"/>
            <ac:spMk id="2" creationId="{3F8BC536-AF32-373C-AB64-8B611FD70A89}"/>
          </ac:spMkLst>
        </pc:spChg>
        <pc:spChg chg="mod">
          <ac:chgData name="Sam O'Neill" userId="cb323814-a42a-4cfe-bc74-03f595e56f6e" providerId="ADAL" clId="{17ADD47D-E5AE-440A-99C5-4F3DA05BBA04}" dt="2026-02-25T15:55:59.685" v="898" actId="20577"/>
          <ac:spMkLst>
            <pc:docMk/>
            <pc:sldMk cId="3573977380" sldId="270"/>
            <ac:spMk id="3" creationId="{7E02EF39-3637-6452-DB26-4EB2CC3E2F69}"/>
          </ac:spMkLst>
        </pc:spChg>
      </pc:sldChg>
      <pc:sldChg chg="modSp new mod">
        <pc:chgData name="Sam O'Neill" userId="cb323814-a42a-4cfe-bc74-03f595e56f6e" providerId="ADAL" clId="{17ADD47D-E5AE-440A-99C5-4F3DA05BBA04}" dt="2026-02-25T15:56:32.156" v="975" actId="20577"/>
        <pc:sldMkLst>
          <pc:docMk/>
          <pc:sldMk cId="692315768" sldId="271"/>
        </pc:sldMkLst>
        <pc:spChg chg="mod">
          <ac:chgData name="Sam O'Neill" userId="cb323814-a42a-4cfe-bc74-03f595e56f6e" providerId="ADAL" clId="{17ADD47D-E5AE-440A-99C5-4F3DA05BBA04}" dt="2026-02-25T14:25:35.797" v="659" actId="20577"/>
          <ac:spMkLst>
            <pc:docMk/>
            <pc:sldMk cId="692315768" sldId="271"/>
            <ac:spMk id="2" creationId="{8DC7239C-5FA1-A3CF-D497-23FE2C173619}"/>
          </ac:spMkLst>
        </pc:spChg>
        <pc:spChg chg="mod">
          <ac:chgData name="Sam O'Neill" userId="cb323814-a42a-4cfe-bc74-03f595e56f6e" providerId="ADAL" clId="{17ADD47D-E5AE-440A-99C5-4F3DA05BBA04}" dt="2026-02-25T15:56:32.156" v="975" actId="20577"/>
          <ac:spMkLst>
            <pc:docMk/>
            <pc:sldMk cId="692315768" sldId="271"/>
            <ac:spMk id="3" creationId="{6D2BA324-7323-AB01-F68F-4BC5E75ABC2F}"/>
          </ac:spMkLst>
        </pc:spChg>
      </pc:sldChg>
      <pc:sldChg chg="addSp delSp modSp new mod modClrScheme chgLayout">
        <pc:chgData name="Sam O'Neill" userId="cb323814-a42a-4cfe-bc74-03f595e56f6e" providerId="ADAL" clId="{17ADD47D-E5AE-440A-99C5-4F3DA05BBA04}" dt="2026-02-25T14:31:09.562" v="731" actId="20577"/>
        <pc:sldMkLst>
          <pc:docMk/>
          <pc:sldMk cId="3328498215" sldId="272"/>
        </pc:sldMkLst>
        <pc:spChg chg="del mod ord">
          <ac:chgData name="Sam O'Neill" userId="cb323814-a42a-4cfe-bc74-03f595e56f6e" providerId="ADAL" clId="{17ADD47D-E5AE-440A-99C5-4F3DA05BBA04}" dt="2026-02-25T14:30:56.445" v="718" actId="700"/>
          <ac:spMkLst>
            <pc:docMk/>
            <pc:sldMk cId="3328498215" sldId="272"/>
            <ac:spMk id="2" creationId="{41074476-BA6C-79D9-CB0C-FC2F16699B71}"/>
          </ac:spMkLst>
        </pc:spChg>
        <pc:spChg chg="del mod ord">
          <ac:chgData name="Sam O'Neill" userId="cb323814-a42a-4cfe-bc74-03f595e56f6e" providerId="ADAL" clId="{17ADD47D-E5AE-440A-99C5-4F3DA05BBA04}" dt="2026-02-25T14:30:56.445" v="718" actId="700"/>
          <ac:spMkLst>
            <pc:docMk/>
            <pc:sldMk cId="3328498215" sldId="272"/>
            <ac:spMk id="3" creationId="{B3071C3C-C0E7-7A62-422F-8935023BC05B}"/>
          </ac:spMkLst>
        </pc:spChg>
        <pc:spChg chg="add mod ord">
          <ac:chgData name="Sam O'Neill" userId="cb323814-a42a-4cfe-bc74-03f595e56f6e" providerId="ADAL" clId="{17ADD47D-E5AE-440A-99C5-4F3DA05BBA04}" dt="2026-02-25T14:30:59.065" v="724" actId="20577"/>
          <ac:spMkLst>
            <pc:docMk/>
            <pc:sldMk cId="3328498215" sldId="272"/>
            <ac:spMk id="4" creationId="{5C94476D-A6ED-C74E-0DC0-2ACED967C88F}"/>
          </ac:spMkLst>
        </pc:spChg>
        <pc:spChg chg="add mod ord">
          <ac:chgData name="Sam O'Neill" userId="cb323814-a42a-4cfe-bc74-03f595e56f6e" providerId="ADAL" clId="{17ADD47D-E5AE-440A-99C5-4F3DA05BBA04}" dt="2026-02-25T14:31:09.562" v="731" actId="20577"/>
          <ac:spMkLst>
            <pc:docMk/>
            <pc:sldMk cId="3328498215" sldId="272"/>
            <ac:spMk id="5" creationId="{E77CF3A5-E449-5C5B-637D-764C8FAD1504}"/>
          </ac:spMkLst>
        </pc:spChg>
      </pc:sldChg>
      <pc:sldChg chg="modSp new mod">
        <pc:chgData name="Sam O'Neill" userId="cb323814-a42a-4cfe-bc74-03f595e56f6e" providerId="ADAL" clId="{17ADD47D-E5AE-440A-99C5-4F3DA05BBA04}" dt="2026-02-25T15:58:39.580" v="1248" actId="20577"/>
        <pc:sldMkLst>
          <pc:docMk/>
          <pc:sldMk cId="2607570209" sldId="273"/>
        </pc:sldMkLst>
        <pc:spChg chg="mod">
          <ac:chgData name="Sam O'Neill" userId="cb323814-a42a-4cfe-bc74-03f595e56f6e" providerId="ADAL" clId="{17ADD47D-E5AE-440A-99C5-4F3DA05BBA04}" dt="2026-02-25T14:31:29.529" v="755" actId="20577"/>
          <ac:spMkLst>
            <pc:docMk/>
            <pc:sldMk cId="2607570209" sldId="273"/>
            <ac:spMk id="2" creationId="{9832F846-23F2-98BB-939C-98C4FB312D6E}"/>
          </ac:spMkLst>
        </pc:spChg>
        <pc:spChg chg="mod">
          <ac:chgData name="Sam O'Neill" userId="cb323814-a42a-4cfe-bc74-03f595e56f6e" providerId="ADAL" clId="{17ADD47D-E5AE-440A-99C5-4F3DA05BBA04}" dt="2026-02-25T15:58:39.580" v="1248" actId="20577"/>
          <ac:spMkLst>
            <pc:docMk/>
            <pc:sldMk cId="2607570209" sldId="273"/>
            <ac:spMk id="3" creationId="{6C0FC1ED-032D-9C8A-9D65-48E96C7E6019}"/>
          </ac:spMkLst>
        </pc:spChg>
      </pc:sldChg>
      <pc:sldChg chg="modSp new mod ord">
        <pc:chgData name="Sam O'Neill" userId="cb323814-a42a-4cfe-bc74-03f595e56f6e" providerId="ADAL" clId="{17ADD47D-E5AE-440A-99C5-4F3DA05BBA04}" dt="2026-02-25T15:58:00.696" v="1108"/>
        <pc:sldMkLst>
          <pc:docMk/>
          <pc:sldMk cId="719167281" sldId="274"/>
        </pc:sldMkLst>
        <pc:spChg chg="mod">
          <ac:chgData name="Sam O'Neill" userId="cb323814-a42a-4cfe-bc74-03f595e56f6e" providerId="ADAL" clId="{17ADD47D-E5AE-440A-99C5-4F3DA05BBA04}" dt="2026-02-25T15:54:28.676" v="842" actId="20577"/>
          <ac:spMkLst>
            <pc:docMk/>
            <pc:sldMk cId="719167281" sldId="274"/>
            <ac:spMk id="2" creationId="{B25DDF19-8473-30A4-6F5B-A059BCA7462F}"/>
          </ac:spMkLst>
        </pc:spChg>
        <pc:spChg chg="mod">
          <ac:chgData name="Sam O'Neill" userId="cb323814-a42a-4cfe-bc74-03f595e56f6e" providerId="ADAL" clId="{17ADD47D-E5AE-440A-99C5-4F3DA05BBA04}" dt="2026-02-25T15:57:46.049" v="1104" actId="114"/>
          <ac:spMkLst>
            <pc:docMk/>
            <pc:sldMk cId="719167281" sldId="274"/>
            <ac:spMk id="3" creationId="{4D661B07-037D-9FBE-DCB3-D79BA87BA52F}"/>
          </ac:spMkLst>
        </pc:spChg>
      </pc:sldChg>
      <pc:sldChg chg="modSp new mod">
        <pc:chgData name="Sam O'Neill" userId="cb323814-a42a-4cfe-bc74-03f595e56f6e" providerId="ADAL" clId="{17ADD47D-E5AE-440A-99C5-4F3DA05BBA04}" dt="2026-02-25T15:57:24.518" v="1098" actId="20577"/>
        <pc:sldMkLst>
          <pc:docMk/>
          <pc:sldMk cId="3215530438" sldId="275"/>
        </pc:sldMkLst>
        <pc:spChg chg="mod">
          <ac:chgData name="Sam O'Neill" userId="cb323814-a42a-4cfe-bc74-03f595e56f6e" providerId="ADAL" clId="{17ADD47D-E5AE-440A-99C5-4F3DA05BBA04}" dt="2026-02-25T15:57:07.315" v="1032" actId="20577"/>
          <ac:spMkLst>
            <pc:docMk/>
            <pc:sldMk cId="3215530438" sldId="275"/>
            <ac:spMk id="2" creationId="{406C3F67-24DF-AC59-7AC4-B2689A11F334}"/>
          </ac:spMkLst>
        </pc:spChg>
        <pc:spChg chg="mod">
          <ac:chgData name="Sam O'Neill" userId="cb323814-a42a-4cfe-bc74-03f595e56f6e" providerId="ADAL" clId="{17ADD47D-E5AE-440A-99C5-4F3DA05BBA04}" dt="2026-02-25T15:57:24.518" v="1098" actId="20577"/>
          <ac:spMkLst>
            <pc:docMk/>
            <pc:sldMk cId="3215530438" sldId="275"/>
            <ac:spMk id="3" creationId="{1D44D1FF-F3B5-8F30-D813-74076A2A1AB9}"/>
          </ac:spMkLst>
        </pc:spChg>
      </pc:sldChg>
      <pc:sldChg chg="modSp add mod modTransition chgLayout">
        <pc:chgData name="Sam O'Neill" userId="cb323814-a42a-4cfe-bc74-03f595e56f6e" providerId="ADAL" clId="{17ADD47D-E5AE-440A-99C5-4F3DA05BBA04}" dt="2026-02-25T16:18:04.503" v="1251" actId="700"/>
        <pc:sldMkLst>
          <pc:docMk/>
          <pc:sldMk cId="2929964756" sldId="433"/>
        </pc:sldMkLst>
        <pc:spChg chg="mod ord">
          <ac:chgData name="Sam O'Neill" userId="cb323814-a42a-4cfe-bc74-03f595e56f6e" providerId="ADAL" clId="{17ADD47D-E5AE-440A-99C5-4F3DA05BBA04}" dt="2026-02-25T16:18:04.503" v="1251" actId="700"/>
          <ac:spMkLst>
            <pc:docMk/>
            <pc:sldMk cId="2929964756" sldId="433"/>
            <ac:spMk id="2" creationId="{B9900A7D-29BD-E6D4-1194-6C123A12EDF9}"/>
          </ac:spMkLst>
        </pc:spChg>
        <pc:graphicFrameChg chg="mod ord">
          <ac:chgData name="Sam O'Neill" userId="cb323814-a42a-4cfe-bc74-03f595e56f6e" providerId="ADAL" clId="{17ADD47D-E5AE-440A-99C5-4F3DA05BBA04}" dt="2026-02-25T16:18:04.503" v="1251" actId="700"/>
          <ac:graphicFrameMkLst>
            <pc:docMk/>
            <pc:sldMk cId="2929964756" sldId="433"/>
            <ac:graphicFrameMk id="10" creationId="{AF75670C-6CCF-E6E2-363C-60825E876D05}"/>
          </ac:graphicFrameMkLst>
        </pc:graphicFrameChg>
      </pc:sldChg>
      <pc:sldChg chg="addSp delSp modSp add mod modTransition setBg chgLayout">
        <pc:chgData name="Sam O'Neill" userId="cb323814-a42a-4cfe-bc74-03f595e56f6e" providerId="ADAL" clId="{17ADD47D-E5AE-440A-99C5-4F3DA05BBA04}" dt="2026-02-25T16:18:12.290" v="1253" actId="26606"/>
        <pc:sldMkLst>
          <pc:docMk/>
          <pc:sldMk cId="3225326850" sldId="434"/>
        </pc:sldMkLst>
        <pc:spChg chg="add del mod ord">
          <ac:chgData name="Sam O'Neill" userId="cb323814-a42a-4cfe-bc74-03f595e56f6e" providerId="ADAL" clId="{17ADD47D-E5AE-440A-99C5-4F3DA05BBA04}" dt="2026-02-25T16:18:12.290" v="1253" actId="26606"/>
          <ac:spMkLst>
            <pc:docMk/>
            <pc:sldMk cId="3225326850" sldId="434"/>
            <ac:spMk id="2" creationId="{6961A1BB-6499-88B8-4782-AB12CF631BC8}"/>
          </ac:spMkLst>
        </pc:spChg>
        <pc:spChg chg="mod ord">
          <ac:chgData name="Sam O'Neill" userId="cb323814-a42a-4cfe-bc74-03f595e56f6e" providerId="ADAL" clId="{17ADD47D-E5AE-440A-99C5-4F3DA05BBA04}" dt="2026-02-25T16:18:12.290" v="1253" actId="26606"/>
          <ac:spMkLst>
            <pc:docMk/>
            <pc:sldMk cId="3225326850" sldId="434"/>
            <ac:spMk id="4" creationId="{9D887462-CDD9-4D53-0F05-BA620B7EB524}"/>
          </ac:spMkLst>
        </pc:spChg>
        <pc:spChg chg="add">
          <ac:chgData name="Sam O'Neill" userId="cb323814-a42a-4cfe-bc74-03f595e56f6e" providerId="ADAL" clId="{17ADD47D-E5AE-440A-99C5-4F3DA05BBA04}" dt="2026-02-25T16:18:12.290" v="1253" actId="26606"/>
          <ac:spMkLst>
            <pc:docMk/>
            <pc:sldMk cId="3225326850" sldId="434"/>
            <ac:spMk id="11" creationId="{665DBBEF-238B-476B-96AB-8AAC3224ECEA}"/>
          </ac:spMkLst>
        </pc:spChg>
        <pc:spChg chg="add">
          <ac:chgData name="Sam O'Neill" userId="cb323814-a42a-4cfe-bc74-03f595e56f6e" providerId="ADAL" clId="{17ADD47D-E5AE-440A-99C5-4F3DA05BBA04}" dt="2026-02-25T16:18:12.290" v="1253" actId="26606"/>
          <ac:spMkLst>
            <pc:docMk/>
            <pc:sldMk cId="3225326850" sldId="434"/>
            <ac:spMk id="13" creationId="{3FCFB1DE-0B7E-48CC-BA90-B2AB0889F9D6}"/>
          </ac:spMkLst>
        </pc:spChg>
        <pc:picChg chg="mod">
          <ac:chgData name="Sam O'Neill" userId="cb323814-a42a-4cfe-bc74-03f595e56f6e" providerId="ADAL" clId="{17ADD47D-E5AE-440A-99C5-4F3DA05BBA04}" dt="2026-02-25T16:18:12.290" v="1253" actId="26606"/>
          <ac:picMkLst>
            <pc:docMk/>
            <pc:sldMk cId="3225326850" sldId="434"/>
            <ac:picMk id="6" creationId="{E18CFC63-29CD-CE77-19C5-D24A1BAA3D64}"/>
          </ac:picMkLst>
        </pc:picChg>
      </pc:sldChg>
      <pc:sldChg chg="addSp modSp add mod modTransition chgLayout">
        <pc:chgData name="Sam O'Neill" userId="cb323814-a42a-4cfe-bc74-03f595e56f6e" providerId="ADAL" clId="{17ADD47D-E5AE-440A-99C5-4F3DA05BBA04}" dt="2026-02-25T16:19:25.750" v="1272" actId="1076"/>
        <pc:sldMkLst>
          <pc:docMk/>
          <pc:sldMk cId="2133257627" sldId="435"/>
        </pc:sldMkLst>
        <pc:spChg chg="add mod ord">
          <ac:chgData name="Sam O'Neill" userId="cb323814-a42a-4cfe-bc74-03f595e56f6e" providerId="ADAL" clId="{17ADD47D-E5AE-440A-99C5-4F3DA05BBA04}" dt="2026-02-25T16:18:41.919" v="1257" actId="700"/>
          <ac:spMkLst>
            <pc:docMk/>
            <pc:sldMk cId="2133257627" sldId="435"/>
            <ac:spMk id="2" creationId="{A98270CB-B2D7-05FC-F276-16B8CE9CD982}"/>
          </ac:spMkLst>
        </pc:spChg>
        <pc:spChg chg="mod ord">
          <ac:chgData name="Sam O'Neill" userId="cb323814-a42a-4cfe-bc74-03f595e56f6e" providerId="ADAL" clId="{17ADD47D-E5AE-440A-99C5-4F3DA05BBA04}" dt="2026-02-25T16:18:41.919" v="1257" actId="700"/>
          <ac:spMkLst>
            <pc:docMk/>
            <pc:sldMk cId="2133257627" sldId="435"/>
            <ac:spMk id="4" creationId="{F030C944-C047-602B-9FA6-5C9CB25C2191}"/>
          </ac:spMkLst>
        </pc:spChg>
        <pc:graphicFrameChg chg="mod modGraphic">
          <ac:chgData name="Sam O'Neill" userId="cb323814-a42a-4cfe-bc74-03f595e56f6e" providerId="ADAL" clId="{17ADD47D-E5AE-440A-99C5-4F3DA05BBA04}" dt="2026-02-25T16:19:25.750" v="1272" actId="1076"/>
          <ac:graphicFrameMkLst>
            <pc:docMk/>
            <pc:sldMk cId="2133257627" sldId="435"/>
            <ac:graphicFrameMk id="7" creationId="{BD791304-9CE7-BAF5-D420-0F0CFD84B0B9}"/>
          </ac:graphicFrameMkLst>
        </pc:graphicFrameChg>
        <pc:picChg chg="mod">
          <ac:chgData name="Sam O'Neill" userId="cb323814-a42a-4cfe-bc74-03f595e56f6e" providerId="ADAL" clId="{17ADD47D-E5AE-440A-99C5-4F3DA05BBA04}" dt="2026-02-25T16:18:45.072" v="1258" actId="1076"/>
          <ac:picMkLst>
            <pc:docMk/>
            <pc:sldMk cId="2133257627" sldId="435"/>
            <ac:picMk id="6" creationId="{E1B52AA2-50C9-ADED-649B-5374275CD236}"/>
          </ac:picMkLst>
        </pc:picChg>
      </pc:sldChg>
      <pc:sldChg chg="add del modTransition">
        <pc:chgData name="Sam O'Neill" userId="cb323814-a42a-4cfe-bc74-03f595e56f6e" providerId="ADAL" clId="{17ADD47D-E5AE-440A-99C5-4F3DA05BBA04}" dt="2026-02-25T16:18:17.740" v="1254" actId="47"/>
        <pc:sldMkLst>
          <pc:docMk/>
          <pc:sldMk cId="303296147" sldId="436"/>
        </pc:sldMkLst>
      </pc:sldChg>
      <pc:sldChg chg="modSp add mod modTransition chgLayout">
        <pc:chgData name="Sam O'Neill" userId="cb323814-a42a-4cfe-bc74-03f595e56f6e" providerId="ADAL" clId="{17ADD47D-E5AE-440A-99C5-4F3DA05BBA04}" dt="2026-02-25T16:19:30.945" v="1273" actId="700"/>
        <pc:sldMkLst>
          <pc:docMk/>
          <pc:sldMk cId="3814194828" sldId="437"/>
        </pc:sldMkLst>
        <pc:spChg chg="mod ord">
          <ac:chgData name="Sam O'Neill" userId="cb323814-a42a-4cfe-bc74-03f595e56f6e" providerId="ADAL" clId="{17ADD47D-E5AE-440A-99C5-4F3DA05BBA04}" dt="2026-02-25T16:19:30.945" v="1273" actId="700"/>
          <ac:spMkLst>
            <pc:docMk/>
            <pc:sldMk cId="3814194828" sldId="437"/>
            <ac:spMk id="4" creationId="{F6A69413-B922-C2FC-6E8A-A7E24C15A2B5}"/>
          </ac:spMkLst>
        </pc:spChg>
        <pc:graphicFrameChg chg="mod ord">
          <ac:chgData name="Sam O'Neill" userId="cb323814-a42a-4cfe-bc74-03f595e56f6e" providerId="ADAL" clId="{17ADD47D-E5AE-440A-99C5-4F3DA05BBA04}" dt="2026-02-25T16:19:30.945" v="1273" actId="700"/>
          <ac:graphicFrameMkLst>
            <pc:docMk/>
            <pc:sldMk cId="3814194828" sldId="437"/>
            <ac:graphicFrameMk id="6" creationId="{B13DDABF-35C3-3E47-C391-CDE0BAAA2205}"/>
          </ac:graphicFrameMkLst>
        </pc:graphicFrameChg>
      </pc:sldChg>
      <pc:sldChg chg="addSp modSp add mod modTransition chgLayout">
        <pc:chgData name="Sam O'Neill" userId="cb323814-a42a-4cfe-bc74-03f595e56f6e" providerId="ADAL" clId="{17ADD47D-E5AE-440A-99C5-4F3DA05BBA04}" dt="2026-02-25T16:18:34.034" v="1256" actId="1076"/>
        <pc:sldMkLst>
          <pc:docMk/>
          <pc:sldMk cId="1939563352" sldId="438"/>
        </pc:sldMkLst>
        <pc:spChg chg="add mod ord">
          <ac:chgData name="Sam O'Neill" userId="cb323814-a42a-4cfe-bc74-03f595e56f6e" providerId="ADAL" clId="{17ADD47D-E5AE-440A-99C5-4F3DA05BBA04}" dt="2026-02-25T16:18:23.929" v="1255" actId="700"/>
          <ac:spMkLst>
            <pc:docMk/>
            <pc:sldMk cId="1939563352" sldId="438"/>
            <ac:spMk id="2" creationId="{FCF258C6-8000-167D-06FE-61383FD608DA}"/>
          </ac:spMkLst>
        </pc:spChg>
        <pc:spChg chg="mod ord">
          <ac:chgData name="Sam O'Neill" userId="cb323814-a42a-4cfe-bc74-03f595e56f6e" providerId="ADAL" clId="{17ADD47D-E5AE-440A-99C5-4F3DA05BBA04}" dt="2026-02-25T16:18:23.929" v="1255" actId="700"/>
          <ac:spMkLst>
            <pc:docMk/>
            <pc:sldMk cId="1939563352" sldId="438"/>
            <ac:spMk id="4" creationId="{C0DD2B74-71DA-A09B-A4E2-3E228F67535E}"/>
          </ac:spMkLst>
        </pc:spChg>
        <pc:spChg chg="mod">
          <ac:chgData name="Sam O'Neill" userId="cb323814-a42a-4cfe-bc74-03f595e56f6e" providerId="ADAL" clId="{17ADD47D-E5AE-440A-99C5-4F3DA05BBA04}" dt="2026-02-25T16:18:34.034" v="1256" actId="1076"/>
          <ac:spMkLst>
            <pc:docMk/>
            <pc:sldMk cId="1939563352" sldId="438"/>
            <ac:spMk id="7" creationId="{41FAE011-41B8-0BF3-922E-92DD3DB8E60C}"/>
          </ac:spMkLst>
        </pc:spChg>
        <pc:spChg chg="mod">
          <ac:chgData name="Sam O'Neill" userId="cb323814-a42a-4cfe-bc74-03f595e56f6e" providerId="ADAL" clId="{17ADD47D-E5AE-440A-99C5-4F3DA05BBA04}" dt="2026-02-25T16:18:34.034" v="1256" actId="1076"/>
          <ac:spMkLst>
            <pc:docMk/>
            <pc:sldMk cId="1939563352" sldId="438"/>
            <ac:spMk id="15" creationId="{97132C85-CC7C-15F4-3A60-8508AFD38C13}"/>
          </ac:spMkLst>
        </pc:spChg>
        <pc:spChg chg="mod">
          <ac:chgData name="Sam O'Neill" userId="cb323814-a42a-4cfe-bc74-03f595e56f6e" providerId="ADAL" clId="{17ADD47D-E5AE-440A-99C5-4F3DA05BBA04}" dt="2026-02-25T16:18:34.034" v="1256" actId="1076"/>
          <ac:spMkLst>
            <pc:docMk/>
            <pc:sldMk cId="1939563352" sldId="438"/>
            <ac:spMk id="20" creationId="{7CB25AC3-54AD-79E6-FDCD-126989DE1516}"/>
          </ac:spMkLst>
        </pc:spChg>
        <pc:spChg chg="mod">
          <ac:chgData name="Sam O'Neill" userId="cb323814-a42a-4cfe-bc74-03f595e56f6e" providerId="ADAL" clId="{17ADD47D-E5AE-440A-99C5-4F3DA05BBA04}" dt="2026-02-25T16:18:34.034" v="1256" actId="1076"/>
          <ac:spMkLst>
            <pc:docMk/>
            <pc:sldMk cId="1939563352" sldId="438"/>
            <ac:spMk id="23" creationId="{94E11C6D-355D-737B-D66C-911B02DAFC38}"/>
          </ac:spMkLst>
        </pc:spChg>
        <pc:spChg chg="mod">
          <ac:chgData name="Sam O'Neill" userId="cb323814-a42a-4cfe-bc74-03f595e56f6e" providerId="ADAL" clId="{17ADD47D-E5AE-440A-99C5-4F3DA05BBA04}" dt="2026-02-25T16:18:34.034" v="1256" actId="1076"/>
          <ac:spMkLst>
            <pc:docMk/>
            <pc:sldMk cId="1939563352" sldId="438"/>
            <ac:spMk id="42" creationId="{E6222E4F-360A-D83B-69A1-2B7C4D108E28}"/>
          </ac:spMkLst>
        </pc:spChg>
        <pc:spChg chg="mod">
          <ac:chgData name="Sam O'Neill" userId="cb323814-a42a-4cfe-bc74-03f595e56f6e" providerId="ADAL" clId="{17ADD47D-E5AE-440A-99C5-4F3DA05BBA04}" dt="2026-02-25T16:18:34.034" v="1256" actId="1076"/>
          <ac:spMkLst>
            <pc:docMk/>
            <pc:sldMk cId="1939563352" sldId="438"/>
            <ac:spMk id="51" creationId="{28168559-7E20-2DD0-3B66-3571A4F33987}"/>
          </ac:spMkLst>
        </pc:spChg>
        <pc:spChg chg="mod">
          <ac:chgData name="Sam O'Neill" userId="cb323814-a42a-4cfe-bc74-03f595e56f6e" providerId="ADAL" clId="{17ADD47D-E5AE-440A-99C5-4F3DA05BBA04}" dt="2026-02-25T16:18:34.034" v="1256" actId="1076"/>
          <ac:spMkLst>
            <pc:docMk/>
            <pc:sldMk cId="1939563352" sldId="438"/>
            <ac:spMk id="54" creationId="{453A541F-7E6D-E3F2-A32B-A2F135DF6BDE}"/>
          </ac:spMkLst>
        </pc:spChg>
        <pc:spChg chg="mod">
          <ac:chgData name="Sam O'Neill" userId="cb323814-a42a-4cfe-bc74-03f595e56f6e" providerId="ADAL" clId="{17ADD47D-E5AE-440A-99C5-4F3DA05BBA04}" dt="2026-02-25T16:18:34.034" v="1256" actId="1076"/>
          <ac:spMkLst>
            <pc:docMk/>
            <pc:sldMk cId="1939563352" sldId="438"/>
            <ac:spMk id="58" creationId="{E41C6435-EF09-B99C-7952-D288EB477049}"/>
          </ac:spMkLst>
        </pc:spChg>
        <pc:spChg chg="mod">
          <ac:chgData name="Sam O'Neill" userId="cb323814-a42a-4cfe-bc74-03f595e56f6e" providerId="ADAL" clId="{17ADD47D-E5AE-440A-99C5-4F3DA05BBA04}" dt="2026-02-25T16:18:34.034" v="1256" actId="1076"/>
          <ac:spMkLst>
            <pc:docMk/>
            <pc:sldMk cId="1939563352" sldId="438"/>
            <ac:spMk id="62" creationId="{08A9BA5D-33BA-F736-6350-46F5618DE909}"/>
          </ac:spMkLst>
        </pc:spChg>
        <pc:spChg chg="mod">
          <ac:chgData name="Sam O'Neill" userId="cb323814-a42a-4cfe-bc74-03f595e56f6e" providerId="ADAL" clId="{17ADD47D-E5AE-440A-99C5-4F3DA05BBA04}" dt="2026-02-25T16:18:34.034" v="1256" actId="1076"/>
          <ac:spMkLst>
            <pc:docMk/>
            <pc:sldMk cId="1939563352" sldId="438"/>
            <ac:spMk id="76" creationId="{BA53CFFD-B0A3-BF35-D1A5-99E29BD0FF54}"/>
          </ac:spMkLst>
        </pc:spChg>
      </pc:sldChg>
      <pc:sldChg chg="modSp add mod modTransition chgLayout">
        <pc:chgData name="Sam O'Neill" userId="cb323814-a42a-4cfe-bc74-03f595e56f6e" providerId="ADAL" clId="{17ADD47D-E5AE-440A-99C5-4F3DA05BBA04}" dt="2026-02-25T16:19:45.349" v="1274" actId="700"/>
        <pc:sldMkLst>
          <pc:docMk/>
          <pc:sldMk cId="3118914453" sldId="439"/>
        </pc:sldMkLst>
        <pc:spChg chg="mod ord">
          <ac:chgData name="Sam O'Neill" userId="cb323814-a42a-4cfe-bc74-03f595e56f6e" providerId="ADAL" clId="{17ADD47D-E5AE-440A-99C5-4F3DA05BBA04}" dt="2026-02-25T16:19:45.349" v="1274" actId="700"/>
          <ac:spMkLst>
            <pc:docMk/>
            <pc:sldMk cId="3118914453" sldId="439"/>
            <ac:spMk id="4" creationId="{47EAFD52-52E9-8003-D3FA-B605A99A3708}"/>
          </ac:spMkLst>
        </pc:spChg>
        <pc:spChg chg="mod ord">
          <ac:chgData name="Sam O'Neill" userId="cb323814-a42a-4cfe-bc74-03f595e56f6e" providerId="ADAL" clId="{17ADD47D-E5AE-440A-99C5-4F3DA05BBA04}" dt="2026-02-25T16:19:45.349" v="1274" actId="700"/>
          <ac:spMkLst>
            <pc:docMk/>
            <pc:sldMk cId="3118914453" sldId="439"/>
            <ac:spMk id="5" creationId="{6746C502-298E-FFB6-2C8F-2B70F7DF8353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FBD58A-ACC2-4BDF-8082-C4C27F50205A}" type="doc">
      <dgm:prSet loTypeId="urn:microsoft.com/office/officeart/2005/8/layout/hierarchy4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B72E635F-9165-43DF-BD36-92037B825D88}">
      <dgm:prSet phldrT="[Text]"/>
      <dgm:spPr/>
      <dgm:t>
        <a:bodyPr/>
        <a:lstStyle/>
        <a:p>
          <a:r>
            <a:rPr lang="en-GB"/>
            <a:t>Soft OR</a:t>
          </a:r>
        </a:p>
      </dgm:t>
    </dgm:pt>
    <dgm:pt modelId="{F14DD550-31A1-4309-88CE-16FD4751FBB6}" type="parTrans" cxnId="{A11DF932-25E7-45F6-90A1-A8DBC1AFF52B}">
      <dgm:prSet/>
      <dgm:spPr/>
      <dgm:t>
        <a:bodyPr/>
        <a:lstStyle/>
        <a:p>
          <a:endParaRPr lang="en-GB"/>
        </a:p>
      </dgm:t>
    </dgm:pt>
    <dgm:pt modelId="{39DB6769-CA26-49F3-966F-373C96E60D80}" type="sibTrans" cxnId="{A11DF932-25E7-45F6-90A1-A8DBC1AFF52B}">
      <dgm:prSet/>
      <dgm:spPr/>
      <dgm:t>
        <a:bodyPr/>
        <a:lstStyle/>
        <a:p>
          <a:endParaRPr lang="en-GB"/>
        </a:p>
      </dgm:t>
    </dgm:pt>
    <dgm:pt modelId="{19225AA7-FA03-4B4C-AFD8-F7A4CC3BD3D8}">
      <dgm:prSet phldrT="[Text]"/>
      <dgm:spPr/>
      <dgm:t>
        <a:bodyPr/>
        <a:lstStyle/>
        <a:p>
          <a:r>
            <a:rPr lang="en-GB"/>
            <a:t>Analytical Thinking</a:t>
          </a:r>
        </a:p>
      </dgm:t>
    </dgm:pt>
    <dgm:pt modelId="{187B223C-02BA-428E-8B2C-CD00C961AAD2}" type="parTrans" cxnId="{81402D7F-EE0C-42DA-8970-E2F9514FF837}">
      <dgm:prSet/>
      <dgm:spPr/>
      <dgm:t>
        <a:bodyPr/>
        <a:lstStyle/>
        <a:p>
          <a:endParaRPr lang="en-GB"/>
        </a:p>
      </dgm:t>
    </dgm:pt>
    <dgm:pt modelId="{4691CC64-DC04-48C2-8B34-6F0D17B111D5}" type="sibTrans" cxnId="{81402D7F-EE0C-42DA-8970-E2F9514FF837}">
      <dgm:prSet/>
      <dgm:spPr/>
      <dgm:t>
        <a:bodyPr/>
        <a:lstStyle/>
        <a:p>
          <a:endParaRPr lang="en-GB"/>
        </a:p>
      </dgm:t>
    </dgm:pt>
    <dgm:pt modelId="{525CEEF9-E274-4958-AC3A-E0A1AE63EB83}">
      <dgm:prSet phldrT="[Text]"/>
      <dgm:spPr/>
      <dgm:t>
        <a:bodyPr/>
        <a:lstStyle/>
        <a:p>
          <a:r>
            <a:rPr lang="en-GB"/>
            <a:t>Presentational skill</a:t>
          </a:r>
        </a:p>
      </dgm:t>
    </dgm:pt>
    <dgm:pt modelId="{D1EA3B9A-D98A-46C9-9BFC-E66704B8DDE7}" type="parTrans" cxnId="{56E71D45-81FE-4912-9F44-49B7097721AD}">
      <dgm:prSet/>
      <dgm:spPr/>
      <dgm:t>
        <a:bodyPr/>
        <a:lstStyle/>
        <a:p>
          <a:endParaRPr lang="en-GB"/>
        </a:p>
      </dgm:t>
    </dgm:pt>
    <dgm:pt modelId="{43793C73-9839-4A5F-A19F-7B8AF7227281}" type="sibTrans" cxnId="{56E71D45-81FE-4912-9F44-49B7097721AD}">
      <dgm:prSet/>
      <dgm:spPr/>
      <dgm:t>
        <a:bodyPr/>
        <a:lstStyle/>
        <a:p>
          <a:endParaRPr lang="en-GB"/>
        </a:p>
      </dgm:t>
    </dgm:pt>
    <dgm:pt modelId="{FBC05C3A-D9A9-45E4-83A0-3712798BC261}">
      <dgm:prSet phldrT="[Text]"/>
      <dgm:spPr/>
      <dgm:t>
        <a:bodyPr/>
        <a:lstStyle/>
        <a:p>
          <a:r>
            <a:rPr lang="en-GB"/>
            <a:t>Toolkit of approaches*</a:t>
          </a:r>
        </a:p>
      </dgm:t>
    </dgm:pt>
    <dgm:pt modelId="{3B659A2C-595D-4987-B5E1-76A1C3904E47}" type="parTrans" cxnId="{4CDD75D3-54D2-4842-A6A4-7E863DCE621B}">
      <dgm:prSet/>
      <dgm:spPr/>
      <dgm:t>
        <a:bodyPr/>
        <a:lstStyle/>
        <a:p>
          <a:endParaRPr lang="en-GB"/>
        </a:p>
      </dgm:t>
    </dgm:pt>
    <dgm:pt modelId="{3CD6264C-E170-4645-A082-956B10DCB35F}" type="sibTrans" cxnId="{4CDD75D3-54D2-4842-A6A4-7E863DCE621B}">
      <dgm:prSet/>
      <dgm:spPr/>
      <dgm:t>
        <a:bodyPr/>
        <a:lstStyle/>
        <a:p>
          <a:endParaRPr lang="en-GB"/>
        </a:p>
      </dgm:t>
    </dgm:pt>
    <dgm:pt modelId="{A60D5617-5D77-450C-940B-62908B8AD239}" type="pres">
      <dgm:prSet presAssocID="{E7FBD58A-ACC2-4BDF-8082-C4C27F50205A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7E721D8-C453-4978-93A6-4A347D8CACB7}" type="pres">
      <dgm:prSet presAssocID="{B72E635F-9165-43DF-BD36-92037B825D88}" presName="vertOne" presStyleCnt="0"/>
      <dgm:spPr/>
    </dgm:pt>
    <dgm:pt modelId="{EEE9A998-CB4A-41D0-A53A-BBEFDF317735}" type="pres">
      <dgm:prSet presAssocID="{B72E635F-9165-43DF-BD36-92037B825D88}" presName="txOne" presStyleLbl="node0" presStyleIdx="0" presStyleCnt="1">
        <dgm:presLayoutVars>
          <dgm:chPref val="3"/>
        </dgm:presLayoutVars>
      </dgm:prSet>
      <dgm:spPr/>
    </dgm:pt>
    <dgm:pt modelId="{35A04EB6-08F6-4731-BD2F-D526740F1327}" type="pres">
      <dgm:prSet presAssocID="{B72E635F-9165-43DF-BD36-92037B825D88}" presName="parTransOne" presStyleCnt="0"/>
      <dgm:spPr/>
    </dgm:pt>
    <dgm:pt modelId="{9383BB2F-F601-4AAA-A98E-E7E6F34B5AF2}" type="pres">
      <dgm:prSet presAssocID="{B72E635F-9165-43DF-BD36-92037B825D88}" presName="horzOne" presStyleCnt="0"/>
      <dgm:spPr/>
    </dgm:pt>
    <dgm:pt modelId="{6A298FEF-2F70-41A1-B895-AB28E44ABBD1}" type="pres">
      <dgm:prSet presAssocID="{19225AA7-FA03-4B4C-AFD8-F7A4CC3BD3D8}" presName="vertTwo" presStyleCnt="0"/>
      <dgm:spPr/>
    </dgm:pt>
    <dgm:pt modelId="{FCBF0E83-5673-4570-83E4-5F9BDAB26B78}" type="pres">
      <dgm:prSet presAssocID="{19225AA7-FA03-4B4C-AFD8-F7A4CC3BD3D8}" presName="txTwo" presStyleLbl="node2" presStyleIdx="0" presStyleCnt="3">
        <dgm:presLayoutVars>
          <dgm:chPref val="3"/>
        </dgm:presLayoutVars>
      </dgm:prSet>
      <dgm:spPr/>
    </dgm:pt>
    <dgm:pt modelId="{E0DCF3F1-8A61-4562-AD68-49123D26A752}" type="pres">
      <dgm:prSet presAssocID="{19225AA7-FA03-4B4C-AFD8-F7A4CC3BD3D8}" presName="horzTwo" presStyleCnt="0"/>
      <dgm:spPr/>
    </dgm:pt>
    <dgm:pt modelId="{90B73E3C-F416-4AA9-9287-E98F5538EFC1}" type="pres">
      <dgm:prSet presAssocID="{4691CC64-DC04-48C2-8B34-6F0D17B111D5}" presName="sibSpaceTwo" presStyleCnt="0"/>
      <dgm:spPr/>
    </dgm:pt>
    <dgm:pt modelId="{23B19423-52A6-4DB6-9C1D-20E945AAEC85}" type="pres">
      <dgm:prSet presAssocID="{525CEEF9-E274-4958-AC3A-E0A1AE63EB83}" presName="vertTwo" presStyleCnt="0"/>
      <dgm:spPr/>
    </dgm:pt>
    <dgm:pt modelId="{EA79AFDC-D876-46C3-9B54-5173EB244C8E}" type="pres">
      <dgm:prSet presAssocID="{525CEEF9-E274-4958-AC3A-E0A1AE63EB83}" presName="txTwo" presStyleLbl="node2" presStyleIdx="1" presStyleCnt="3">
        <dgm:presLayoutVars>
          <dgm:chPref val="3"/>
        </dgm:presLayoutVars>
      </dgm:prSet>
      <dgm:spPr/>
    </dgm:pt>
    <dgm:pt modelId="{11294131-F457-42CD-B8FA-9865970DFFE2}" type="pres">
      <dgm:prSet presAssocID="{525CEEF9-E274-4958-AC3A-E0A1AE63EB83}" presName="horzTwo" presStyleCnt="0"/>
      <dgm:spPr/>
    </dgm:pt>
    <dgm:pt modelId="{30C282F9-F619-4F9A-B2F9-C2328FC8FE19}" type="pres">
      <dgm:prSet presAssocID="{43793C73-9839-4A5F-A19F-7B8AF7227281}" presName="sibSpaceTwo" presStyleCnt="0"/>
      <dgm:spPr/>
    </dgm:pt>
    <dgm:pt modelId="{17FBFAF9-7EBB-47F7-8E49-714EF29A0934}" type="pres">
      <dgm:prSet presAssocID="{FBC05C3A-D9A9-45E4-83A0-3712798BC261}" presName="vertTwo" presStyleCnt="0"/>
      <dgm:spPr/>
    </dgm:pt>
    <dgm:pt modelId="{A0B3F0B3-F0DE-4FDF-B1F1-D43D329646F8}" type="pres">
      <dgm:prSet presAssocID="{FBC05C3A-D9A9-45E4-83A0-3712798BC261}" presName="txTwo" presStyleLbl="node2" presStyleIdx="2" presStyleCnt="3">
        <dgm:presLayoutVars>
          <dgm:chPref val="3"/>
        </dgm:presLayoutVars>
      </dgm:prSet>
      <dgm:spPr/>
    </dgm:pt>
    <dgm:pt modelId="{5692FB94-079A-403C-986E-60B262DA37CB}" type="pres">
      <dgm:prSet presAssocID="{FBC05C3A-D9A9-45E4-83A0-3712798BC261}" presName="horzTwo" presStyleCnt="0"/>
      <dgm:spPr/>
    </dgm:pt>
  </dgm:ptLst>
  <dgm:cxnLst>
    <dgm:cxn modelId="{D46EFC08-F3F0-4348-B62A-E01A124CB87E}" type="presOf" srcId="{525CEEF9-E274-4958-AC3A-E0A1AE63EB83}" destId="{EA79AFDC-D876-46C3-9B54-5173EB244C8E}" srcOrd="0" destOrd="0" presId="urn:microsoft.com/office/officeart/2005/8/layout/hierarchy4"/>
    <dgm:cxn modelId="{A11DF932-25E7-45F6-90A1-A8DBC1AFF52B}" srcId="{E7FBD58A-ACC2-4BDF-8082-C4C27F50205A}" destId="{B72E635F-9165-43DF-BD36-92037B825D88}" srcOrd="0" destOrd="0" parTransId="{F14DD550-31A1-4309-88CE-16FD4751FBB6}" sibTransId="{39DB6769-CA26-49F3-966F-373C96E60D80}"/>
    <dgm:cxn modelId="{56E71D45-81FE-4912-9F44-49B7097721AD}" srcId="{B72E635F-9165-43DF-BD36-92037B825D88}" destId="{525CEEF9-E274-4958-AC3A-E0A1AE63EB83}" srcOrd="1" destOrd="0" parTransId="{D1EA3B9A-D98A-46C9-9BFC-E66704B8DDE7}" sibTransId="{43793C73-9839-4A5F-A19F-7B8AF7227281}"/>
    <dgm:cxn modelId="{16D90479-5F6F-4874-8E60-BA436D54F04B}" type="presOf" srcId="{FBC05C3A-D9A9-45E4-83A0-3712798BC261}" destId="{A0B3F0B3-F0DE-4FDF-B1F1-D43D329646F8}" srcOrd="0" destOrd="0" presId="urn:microsoft.com/office/officeart/2005/8/layout/hierarchy4"/>
    <dgm:cxn modelId="{81402D7F-EE0C-42DA-8970-E2F9514FF837}" srcId="{B72E635F-9165-43DF-BD36-92037B825D88}" destId="{19225AA7-FA03-4B4C-AFD8-F7A4CC3BD3D8}" srcOrd="0" destOrd="0" parTransId="{187B223C-02BA-428E-8B2C-CD00C961AAD2}" sibTransId="{4691CC64-DC04-48C2-8B34-6F0D17B111D5}"/>
    <dgm:cxn modelId="{6981FF98-1E4C-43D3-A413-17DAEC9C0A68}" type="presOf" srcId="{B72E635F-9165-43DF-BD36-92037B825D88}" destId="{EEE9A998-CB4A-41D0-A53A-BBEFDF317735}" srcOrd="0" destOrd="0" presId="urn:microsoft.com/office/officeart/2005/8/layout/hierarchy4"/>
    <dgm:cxn modelId="{C7684FA0-2E84-4726-BE49-5CEC14407BDA}" type="presOf" srcId="{E7FBD58A-ACC2-4BDF-8082-C4C27F50205A}" destId="{A60D5617-5D77-450C-940B-62908B8AD239}" srcOrd="0" destOrd="0" presId="urn:microsoft.com/office/officeart/2005/8/layout/hierarchy4"/>
    <dgm:cxn modelId="{4CDD75D3-54D2-4842-A6A4-7E863DCE621B}" srcId="{B72E635F-9165-43DF-BD36-92037B825D88}" destId="{FBC05C3A-D9A9-45E4-83A0-3712798BC261}" srcOrd="2" destOrd="0" parTransId="{3B659A2C-595D-4987-B5E1-76A1C3904E47}" sibTransId="{3CD6264C-E170-4645-A082-956B10DCB35F}"/>
    <dgm:cxn modelId="{113DB8E3-A9EC-4787-9F47-29623A377A7A}" type="presOf" srcId="{19225AA7-FA03-4B4C-AFD8-F7A4CC3BD3D8}" destId="{FCBF0E83-5673-4570-83E4-5F9BDAB26B78}" srcOrd="0" destOrd="0" presId="urn:microsoft.com/office/officeart/2005/8/layout/hierarchy4"/>
    <dgm:cxn modelId="{74B0C84E-9B0B-4DA0-B91D-E339F15B5820}" type="presParOf" srcId="{A60D5617-5D77-450C-940B-62908B8AD239}" destId="{97E721D8-C453-4978-93A6-4A347D8CACB7}" srcOrd="0" destOrd="0" presId="urn:microsoft.com/office/officeart/2005/8/layout/hierarchy4"/>
    <dgm:cxn modelId="{8C9C81C9-5A27-4256-BB0B-4B160DDBF296}" type="presParOf" srcId="{97E721D8-C453-4978-93A6-4A347D8CACB7}" destId="{EEE9A998-CB4A-41D0-A53A-BBEFDF317735}" srcOrd="0" destOrd="0" presId="urn:microsoft.com/office/officeart/2005/8/layout/hierarchy4"/>
    <dgm:cxn modelId="{74CF04B4-1025-42CD-88AF-E5D0D8F7B294}" type="presParOf" srcId="{97E721D8-C453-4978-93A6-4A347D8CACB7}" destId="{35A04EB6-08F6-4731-BD2F-D526740F1327}" srcOrd="1" destOrd="0" presId="urn:microsoft.com/office/officeart/2005/8/layout/hierarchy4"/>
    <dgm:cxn modelId="{C2C4C05F-DEF6-436B-A3EA-0F1892E4B2B9}" type="presParOf" srcId="{97E721D8-C453-4978-93A6-4A347D8CACB7}" destId="{9383BB2F-F601-4AAA-A98E-E7E6F34B5AF2}" srcOrd="2" destOrd="0" presId="urn:microsoft.com/office/officeart/2005/8/layout/hierarchy4"/>
    <dgm:cxn modelId="{3936FE74-89CD-4439-9846-911B6AAD2268}" type="presParOf" srcId="{9383BB2F-F601-4AAA-A98E-E7E6F34B5AF2}" destId="{6A298FEF-2F70-41A1-B895-AB28E44ABBD1}" srcOrd="0" destOrd="0" presId="urn:microsoft.com/office/officeart/2005/8/layout/hierarchy4"/>
    <dgm:cxn modelId="{080E9D55-ABCA-4FB4-A97F-E2EF924A1AF5}" type="presParOf" srcId="{6A298FEF-2F70-41A1-B895-AB28E44ABBD1}" destId="{FCBF0E83-5673-4570-83E4-5F9BDAB26B78}" srcOrd="0" destOrd="0" presId="urn:microsoft.com/office/officeart/2005/8/layout/hierarchy4"/>
    <dgm:cxn modelId="{DC50F3FE-5CC6-4249-912E-D76E5465F6E8}" type="presParOf" srcId="{6A298FEF-2F70-41A1-B895-AB28E44ABBD1}" destId="{E0DCF3F1-8A61-4562-AD68-49123D26A752}" srcOrd="1" destOrd="0" presId="urn:microsoft.com/office/officeart/2005/8/layout/hierarchy4"/>
    <dgm:cxn modelId="{7292A3D0-355D-4A22-977F-05ED24860677}" type="presParOf" srcId="{9383BB2F-F601-4AAA-A98E-E7E6F34B5AF2}" destId="{90B73E3C-F416-4AA9-9287-E98F5538EFC1}" srcOrd="1" destOrd="0" presId="urn:microsoft.com/office/officeart/2005/8/layout/hierarchy4"/>
    <dgm:cxn modelId="{FF9664E3-8646-46D5-A54B-3FDDD9D492C2}" type="presParOf" srcId="{9383BB2F-F601-4AAA-A98E-E7E6F34B5AF2}" destId="{23B19423-52A6-4DB6-9C1D-20E945AAEC85}" srcOrd="2" destOrd="0" presId="urn:microsoft.com/office/officeart/2005/8/layout/hierarchy4"/>
    <dgm:cxn modelId="{AEA66D86-49C3-4749-9600-65A545146A01}" type="presParOf" srcId="{23B19423-52A6-4DB6-9C1D-20E945AAEC85}" destId="{EA79AFDC-D876-46C3-9B54-5173EB244C8E}" srcOrd="0" destOrd="0" presId="urn:microsoft.com/office/officeart/2005/8/layout/hierarchy4"/>
    <dgm:cxn modelId="{777858FE-5612-4E45-A2C8-37C179AEBF8E}" type="presParOf" srcId="{23B19423-52A6-4DB6-9C1D-20E945AAEC85}" destId="{11294131-F457-42CD-B8FA-9865970DFFE2}" srcOrd="1" destOrd="0" presId="urn:microsoft.com/office/officeart/2005/8/layout/hierarchy4"/>
    <dgm:cxn modelId="{687DF2BE-CEAE-4A6C-9AA2-5AB27BA58C6A}" type="presParOf" srcId="{9383BB2F-F601-4AAA-A98E-E7E6F34B5AF2}" destId="{30C282F9-F619-4F9A-B2F9-C2328FC8FE19}" srcOrd="3" destOrd="0" presId="urn:microsoft.com/office/officeart/2005/8/layout/hierarchy4"/>
    <dgm:cxn modelId="{69D1DA92-5DE8-4DA1-8C0F-1FC725B78A65}" type="presParOf" srcId="{9383BB2F-F601-4AAA-A98E-E7E6F34B5AF2}" destId="{17FBFAF9-7EBB-47F7-8E49-714EF29A0934}" srcOrd="4" destOrd="0" presId="urn:microsoft.com/office/officeart/2005/8/layout/hierarchy4"/>
    <dgm:cxn modelId="{295F8ECA-B43A-4038-AD94-9AC112427583}" type="presParOf" srcId="{17FBFAF9-7EBB-47F7-8E49-714EF29A0934}" destId="{A0B3F0B3-F0DE-4FDF-B1F1-D43D329646F8}" srcOrd="0" destOrd="0" presId="urn:microsoft.com/office/officeart/2005/8/layout/hierarchy4"/>
    <dgm:cxn modelId="{EF657FE6-7DF9-40F8-874D-7BA7DA2F21A8}" type="presParOf" srcId="{17FBFAF9-7EBB-47F7-8E49-714EF29A0934}" destId="{5692FB94-079A-403C-986E-60B262DA37CB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8B72183-C376-4545-B0EF-61B067C3DFF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897A7DC-96CC-432F-A7D5-381976063160}">
      <dgm:prSet phldrT="[Text]"/>
      <dgm:spPr/>
      <dgm:t>
        <a:bodyPr/>
        <a:lstStyle/>
        <a:p>
          <a:r>
            <a:rPr lang="en-GB"/>
            <a:t>Planning</a:t>
          </a:r>
        </a:p>
      </dgm:t>
    </dgm:pt>
    <dgm:pt modelId="{17B1BB04-E239-4827-821D-8762374B7A9F}" type="parTrans" cxnId="{836DFD70-4079-4933-BDB4-C67016DEFDD5}">
      <dgm:prSet/>
      <dgm:spPr/>
      <dgm:t>
        <a:bodyPr/>
        <a:lstStyle/>
        <a:p>
          <a:endParaRPr lang="en-GB"/>
        </a:p>
      </dgm:t>
    </dgm:pt>
    <dgm:pt modelId="{9D53D3BB-C55A-408B-B063-734EBA59E477}" type="sibTrans" cxnId="{836DFD70-4079-4933-BDB4-C67016DEFDD5}">
      <dgm:prSet/>
      <dgm:spPr/>
      <dgm:t>
        <a:bodyPr/>
        <a:lstStyle/>
        <a:p>
          <a:endParaRPr lang="en-GB"/>
        </a:p>
      </dgm:t>
    </dgm:pt>
    <dgm:pt modelId="{F6B4EB42-AB3E-45C1-8D32-B4CF5076058B}">
      <dgm:prSet phldrT="[Text]"/>
      <dgm:spPr/>
      <dgm:t>
        <a:bodyPr/>
        <a:lstStyle/>
        <a:p>
          <a:r>
            <a:rPr lang="en-GB"/>
            <a:t>Facilitation</a:t>
          </a:r>
        </a:p>
      </dgm:t>
    </dgm:pt>
    <dgm:pt modelId="{713B8998-3DCC-4A77-94C3-0E75421620DC}" type="parTrans" cxnId="{0A75D8AE-B149-4A27-BDFD-EE7824F2B9D0}">
      <dgm:prSet/>
      <dgm:spPr/>
      <dgm:t>
        <a:bodyPr/>
        <a:lstStyle/>
        <a:p>
          <a:endParaRPr lang="en-GB"/>
        </a:p>
      </dgm:t>
    </dgm:pt>
    <dgm:pt modelId="{C68F234F-0DAF-4513-B514-BEF46AD525E7}" type="sibTrans" cxnId="{0A75D8AE-B149-4A27-BDFD-EE7824F2B9D0}">
      <dgm:prSet/>
      <dgm:spPr/>
      <dgm:t>
        <a:bodyPr/>
        <a:lstStyle/>
        <a:p>
          <a:endParaRPr lang="en-GB"/>
        </a:p>
      </dgm:t>
    </dgm:pt>
    <dgm:pt modelId="{7CD53971-3A8D-4BFF-A0F0-C462E8FB548C}">
      <dgm:prSet phldrT="[Text]"/>
      <dgm:spPr/>
      <dgm:t>
        <a:bodyPr/>
        <a:lstStyle/>
        <a:p>
          <a:r>
            <a:rPr lang="en-GB"/>
            <a:t>Goal setting</a:t>
          </a:r>
        </a:p>
      </dgm:t>
    </dgm:pt>
    <dgm:pt modelId="{3FB43814-7DA7-410A-A860-92C8AAC74082}" type="parTrans" cxnId="{0FECFA5A-11A2-41DE-831C-566D6EFAE101}">
      <dgm:prSet/>
      <dgm:spPr/>
      <dgm:t>
        <a:bodyPr/>
        <a:lstStyle/>
        <a:p>
          <a:endParaRPr lang="en-GB"/>
        </a:p>
      </dgm:t>
    </dgm:pt>
    <dgm:pt modelId="{0F6786D6-0225-4F8A-91D8-BBAE294D16E2}" type="sibTrans" cxnId="{0FECFA5A-11A2-41DE-831C-566D6EFAE101}">
      <dgm:prSet/>
      <dgm:spPr/>
      <dgm:t>
        <a:bodyPr/>
        <a:lstStyle/>
        <a:p>
          <a:endParaRPr lang="en-GB"/>
        </a:p>
      </dgm:t>
    </dgm:pt>
    <dgm:pt modelId="{81ADDFB1-DD37-4F69-877C-98BCCEFB590E}">
      <dgm:prSet phldrT="[Text]"/>
      <dgm:spPr/>
      <dgm:t>
        <a:bodyPr/>
        <a:lstStyle/>
        <a:p>
          <a:r>
            <a:rPr lang="en-GB"/>
            <a:t>Follow-up</a:t>
          </a:r>
        </a:p>
      </dgm:t>
    </dgm:pt>
    <dgm:pt modelId="{8E3B7B3E-12A7-4ECA-B663-819E276456A8}" type="parTrans" cxnId="{769D7EB3-FD03-4904-A301-4D604232EC46}">
      <dgm:prSet/>
      <dgm:spPr/>
      <dgm:t>
        <a:bodyPr/>
        <a:lstStyle/>
        <a:p>
          <a:endParaRPr lang="en-GB"/>
        </a:p>
      </dgm:t>
    </dgm:pt>
    <dgm:pt modelId="{3A9C8F09-A8C8-49FA-9F38-69F76D4E8D83}" type="sibTrans" cxnId="{769D7EB3-FD03-4904-A301-4D604232EC46}">
      <dgm:prSet/>
      <dgm:spPr/>
      <dgm:t>
        <a:bodyPr/>
        <a:lstStyle/>
        <a:p>
          <a:endParaRPr lang="en-GB"/>
        </a:p>
      </dgm:t>
    </dgm:pt>
    <dgm:pt modelId="{A0544BC1-4A8C-4D93-ABC1-0A19B3F1285C}">
      <dgm:prSet phldrT="[Text]"/>
      <dgm:spPr/>
      <dgm:t>
        <a:bodyPr/>
        <a:lstStyle/>
        <a:p>
          <a:r>
            <a:rPr lang="en-GB"/>
            <a:t>Ownership and stakeholders</a:t>
          </a:r>
        </a:p>
      </dgm:t>
    </dgm:pt>
    <dgm:pt modelId="{845B708C-80C7-46EF-A7E6-983121757BBF}" type="parTrans" cxnId="{9F1B517B-D483-4BB3-91C3-4F62C5F092FF}">
      <dgm:prSet/>
      <dgm:spPr/>
      <dgm:t>
        <a:bodyPr/>
        <a:lstStyle/>
        <a:p>
          <a:endParaRPr lang="en-GB"/>
        </a:p>
      </dgm:t>
    </dgm:pt>
    <dgm:pt modelId="{C1221697-09DA-4844-80C9-9DBF0BF55CAB}" type="sibTrans" cxnId="{9F1B517B-D483-4BB3-91C3-4F62C5F092FF}">
      <dgm:prSet/>
      <dgm:spPr/>
      <dgm:t>
        <a:bodyPr/>
        <a:lstStyle/>
        <a:p>
          <a:endParaRPr lang="en-GB"/>
        </a:p>
      </dgm:t>
    </dgm:pt>
    <dgm:pt modelId="{A62B4B6C-D9BC-4CA2-8D8F-AB1D69848CD9}">
      <dgm:prSet phldrT="[Text]"/>
      <dgm:spPr/>
      <dgm:t>
        <a:bodyPr/>
        <a:lstStyle/>
        <a:p>
          <a:r>
            <a:rPr lang="en-GB"/>
            <a:t>Purpose</a:t>
          </a:r>
        </a:p>
      </dgm:t>
    </dgm:pt>
    <dgm:pt modelId="{F348FEEF-2EAB-488B-AA05-AD5261BA48AA}" type="parTrans" cxnId="{4454C7C2-88D0-473D-867C-F79692241D6F}">
      <dgm:prSet/>
      <dgm:spPr/>
      <dgm:t>
        <a:bodyPr/>
        <a:lstStyle/>
        <a:p>
          <a:endParaRPr lang="en-GB"/>
        </a:p>
      </dgm:t>
    </dgm:pt>
    <dgm:pt modelId="{33812EA8-DC46-4D38-9A71-423404272F22}" type="sibTrans" cxnId="{4454C7C2-88D0-473D-867C-F79692241D6F}">
      <dgm:prSet/>
      <dgm:spPr/>
      <dgm:t>
        <a:bodyPr/>
        <a:lstStyle/>
        <a:p>
          <a:endParaRPr lang="en-GB"/>
        </a:p>
      </dgm:t>
    </dgm:pt>
    <dgm:pt modelId="{C60B4B4C-02BD-4051-8232-F3E49E60F504}">
      <dgm:prSet phldrT="[Text]"/>
      <dgm:spPr/>
      <dgm:t>
        <a:bodyPr/>
        <a:lstStyle/>
        <a:p>
          <a:r>
            <a:rPr lang="en-GB"/>
            <a:t>Agenda</a:t>
          </a:r>
        </a:p>
      </dgm:t>
    </dgm:pt>
    <dgm:pt modelId="{480D003B-2CD0-4522-8635-F5CB9DA272B4}" type="parTrans" cxnId="{D25BEF36-007C-47D5-B2A0-F6D31BEF6C7B}">
      <dgm:prSet/>
      <dgm:spPr/>
      <dgm:t>
        <a:bodyPr/>
        <a:lstStyle/>
        <a:p>
          <a:endParaRPr lang="en-GB"/>
        </a:p>
      </dgm:t>
    </dgm:pt>
    <dgm:pt modelId="{DB967695-8D67-48CB-8F88-3246CB99EBCC}" type="sibTrans" cxnId="{D25BEF36-007C-47D5-B2A0-F6D31BEF6C7B}">
      <dgm:prSet/>
      <dgm:spPr/>
      <dgm:t>
        <a:bodyPr/>
        <a:lstStyle/>
        <a:p>
          <a:endParaRPr lang="en-GB"/>
        </a:p>
      </dgm:t>
    </dgm:pt>
    <dgm:pt modelId="{941A8898-1BCB-4C33-8A94-7677B8BA5E82}">
      <dgm:prSet phldrT="[Text]"/>
      <dgm:spPr/>
      <dgm:t>
        <a:bodyPr/>
        <a:lstStyle/>
        <a:p>
          <a:r>
            <a:rPr lang="en-GB"/>
            <a:t>Managing input</a:t>
          </a:r>
        </a:p>
      </dgm:t>
    </dgm:pt>
    <dgm:pt modelId="{E45CF754-AD30-4A56-9817-8B9E3999D0AB}" type="parTrans" cxnId="{2CB3527D-34CA-4FEF-8B71-C1A7C2FAE049}">
      <dgm:prSet/>
      <dgm:spPr/>
      <dgm:t>
        <a:bodyPr/>
        <a:lstStyle/>
        <a:p>
          <a:endParaRPr lang="en-GB"/>
        </a:p>
      </dgm:t>
    </dgm:pt>
    <dgm:pt modelId="{374EAB24-02FF-4475-9FB7-8220D929CE3C}" type="sibTrans" cxnId="{2CB3527D-34CA-4FEF-8B71-C1A7C2FAE049}">
      <dgm:prSet/>
      <dgm:spPr/>
      <dgm:t>
        <a:bodyPr/>
        <a:lstStyle/>
        <a:p>
          <a:endParaRPr lang="en-GB"/>
        </a:p>
      </dgm:t>
    </dgm:pt>
    <dgm:pt modelId="{852C4565-6DA9-491E-ACD1-B88FCB7C5E43}">
      <dgm:prSet phldrT="[Text]"/>
      <dgm:spPr/>
      <dgm:t>
        <a:bodyPr/>
        <a:lstStyle/>
        <a:p>
          <a:r>
            <a:rPr lang="en-GB"/>
            <a:t>Writing up</a:t>
          </a:r>
        </a:p>
      </dgm:t>
    </dgm:pt>
    <dgm:pt modelId="{072DDBE2-5BFA-4C4E-96A3-578B26B759C2}" type="parTrans" cxnId="{FD10D81D-E0DD-46B2-AD09-0D914B328FA2}">
      <dgm:prSet/>
      <dgm:spPr/>
      <dgm:t>
        <a:bodyPr/>
        <a:lstStyle/>
        <a:p>
          <a:endParaRPr lang="en-GB"/>
        </a:p>
      </dgm:t>
    </dgm:pt>
    <dgm:pt modelId="{08E40926-C5D4-44D1-A3E1-064C49C1ABF2}" type="sibTrans" cxnId="{FD10D81D-E0DD-46B2-AD09-0D914B328FA2}">
      <dgm:prSet/>
      <dgm:spPr/>
      <dgm:t>
        <a:bodyPr/>
        <a:lstStyle/>
        <a:p>
          <a:endParaRPr lang="en-GB"/>
        </a:p>
      </dgm:t>
    </dgm:pt>
    <dgm:pt modelId="{E7DAA398-6B3A-4C1C-A540-265D6864B529}">
      <dgm:prSet phldrT="[Text]"/>
      <dgm:spPr/>
      <dgm:t>
        <a:bodyPr/>
        <a:lstStyle/>
        <a:p>
          <a:endParaRPr lang="en-GB"/>
        </a:p>
      </dgm:t>
    </dgm:pt>
    <dgm:pt modelId="{BFE73196-F60D-4696-8A3B-C6013815F537}" type="parTrans" cxnId="{A0B5DF08-9F55-46C9-911D-D5B28E13C5E3}">
      <dgm:prSet/>
      <dgm:spPr/>
      <dgm:t>
        <a:bodyPr/>
        <a:lstStyle/>
        <a:p>
          <a:endParaRPr lang="en-GB"/>
        </a:p>
      </dgm:t>
    </dgm:pt>
    <dgm:pt modelId="{C6101B07-74AA-4CDB-BA03-8803CAD1D398}" type="sibTrans" cxnId="{A0B5DF08-9F55-46C9-911D-D5B28E13C5E3}">
      <dgm:prSet/>
      <dgm:spPr/>
      <dgm:t>
        <a:bodyPr/>
        <a:lstStyle/>
        <a:p>
          <a:endParaRPr lang="en-GB"/>
        </a:p>
      </dgm:t>
    </dgm:pt>
    <dgm:pt modelId="{F4220BBB-F238-4ED4-A873-844592FF69B5}">
      <dgm:prSet phldrT="[Text]"/>
      <dgm:spPr/>
      <dgm:t>
        <a:bodyPr/>
        <a:lstStyle/>
        <a:p>
          <a:r>
            <a:rPr lang="en-GB"/>
            <a:t>Following up</a:t>
          </a:r>
        </a:p>
      </dgm:t>
    </dgm:pt>
    <dgm:pt modelId="{44389594-263D-404B-9231-4A8BD9A9E457}" type="parTrans" cxnId="{107A97E5-0079-451A-B201-A97382F5049A}">
      <dgm:prSet/>
      <dgm:spPr/>
      <dgm:t>
        <a:bodyPr/>
        <a:lstStyle/>
        <a:p>
          <a:endParaRPr lang="en-GB"/>
        </a:p>
      </dgm:t>
    </dgm:pt>
    <dgm:pt modelId="{5A7ACE86-AD7E-40CA-AEE5-0EDD363F8498}" type="sibTrans" cxnId="{107A97E5-0079-451A-B201-A97382F5049A}">
      <dgm:prSet/>
      <dgm:spPr/>
      <dgm:t>
        <a:bodyPr/>
        <a:lstStyle/>
        <a:p>
          <a:endParaRPr lang="en-GB"/>
        </a:p>
      </dgm:t>
    </dgm:pt>
    <dgm:pt modelId="{284FF92C-4FFF-4123-AC4A-6A7E867C92DD}">
      <dgm:prSet phldrT="[Text]"/>
      <dgm:spPr/>
      <dgm:t>
        <a:bodyPr/>
        <a:lstStyle/>
        <a:p>
          <a:r>
            <a:rPr lang="en-GB"/>
            <a:t>Active listening</a:t>
          </a:r>
        </a:p>
      </dgm:t>
    </dgm:pt>
    <dgm:pt modelId="{B33AC89D-E855-42E8-87AB-1CA7316DD80D}" type="parTrans" cxnId="{57F53D69-5A13-40C4-94E0-71D26F7AF04D}">
      <dgm:prSet/>
      <dgm:spPr/>
      <dgm:t>
        <a:bodyPr/>
        <a:lstStyle/>
        <a:p>
          <a:endParaRPr lang="en-GB"/>
        </a:p>
      </dgm:t>
    </dgm:pt>
    <dgm:pt modelId="{667ED604-A239-46A7-B733-4216EEAC22F4}" type="sibTrans" cxnId="{57F53D69-5A13-40C4-94E0-71D26F7AF04D}">
      <dgm:prSet/>
      <dgm:spPr/>
      <dgm:t>
        <a:bodyPr/>
        <a:lstStyle/>
        <a:p>
          <a:endParaRPr lang="en-GB"/>
        </a:p>
      </dgm:t>
    </dgm:pt>
    <dgm:pt modelId="{29504571-C65F-4F87-A78F-1F9D50CAF4F9}">
      <dgm:prSet phldrT="[Text]"/>
      <dgm:spPr/>
      <dgm:t>
        <a:bodyPr/>
        <a:lstStyle/>
        <a:p>
          <a:r>
            <a:rPr lang="en-GB"/>
            <a:t>Monitoring impact</a:t>
          </a:r>
        </a:p>
      </dgm:t>
    </dgm:pt>
    <dgm:pt modelId="{49A8DCE4-4279-4868-BDBD-A79AD17BAB3F}" type="parTrans" cxnId="{701F1279-9AEB-46CB-87BA-286DAFF98A9A}">
      <dgm:prSet/>
      <dgm:spPr/>
      <dgm:t>
        <a:bodyPr/>
        <a:lstStyle/>
        <a:p>
          <a:endParaRPr lang="en-GB"/>
        </a:p>
      </dgm:t>
    </dgm:pt>
    <dgm:pt modelId="{A7D46730-0447-4C35-85A6-A5FC04F3E842}" type="sibTrans" cxnId="{701F1279-9AEB-46CB-87BA-286DAFF98A9A}">
      <dgm:prSet/>
      <dgm:spPr/>
      <dgm:t>
        <a:bodyPr/>
        <a:lstStyle/>
        <a:p>
          <a:endParaRPr lang="en-GB"/>
        </a:p>
      </dgm:t>
    </dgm:pt>
    <dgm:pt modelId="{0BCE5B70-4CC5-4396-A5EF-2758DC080737}">
      <dgm:prSet phldrT="[Text]"/>
      <dgm:spPr/>
      <dgm:t>
        <a:bodyPr/>
        <a:lstStyle/>
        <a:p>
          <a:r>
            <a:rPr lang="en-GB"/>
            <a:t>… and behaviour</a:t>
          </a:r>
        </a:p>
      </dgm:t>
    </dgm:pt>
    <dgm:pt modelId="{02C98355-90EF-4D8C-BD01-FF63EF1727A0}" type="parTrans" cxnId="{8D2A6A5F-1285-4F44-827E-54D61B2EC857}">
      <dgm:prSet/>
      <dgm:spPr/>
      <dgm:t>
        <a:bodyPr/>
        <a:lstStyle/>
        <a:p>
          <a:endParaRPr lang="en-GB"/>
        </a:p>
      </dgm:t>
    </dgm:pt>
    <dgm:pt modelId="{B81260FF-C80E-4D09-9E16-EDF1E338E368}" type="sibTrans" cxnId="{8D2A6A5F-1285-4F44-827E-54D61B2EC857}">
      <dgm:prSet/>
      <dgm:spPr/>
      <dgm:t>
        <a:bodyPr/>
        <a:lstStyle/>
        <a:p>
          <a:endParaRPr lang="en-GB"/>
        </a:p>
      </dgm:t>
    </dgm:pt>
    <dgm:pt modelId="{82414E56-D565-488B-83ED-FCC2BB0DF2BE}" type="pres">
      <dgm:prSet presAssocID="{F8B72183-C376-4545-B0EF-61B067C3DFFB}" presName="diagram" presStyleCnt="0">
        <dgm:presLayoutVars>
          <dgm:dir/>
          <dgm:resizeHandles val="exact"/>
        </dgm:presLayoutVars>
      </dgm:prSet>
      <dgm:spPr/>
    </dgm:pt>
    <dgm:pt modelId="{CD8C1296-59D7-4179-9179-7E1F09C9A233}" type="pres">
      <dgm:prSet presAssocID="{8897A7DC-96CC-432F-A7D5-381976063160}" presName="node" presStyleLbl="node1" presStyleIdx="0" presStyleCnt="3">
        <dgm:presLayoutVars>
          <dgm:bulletEnabled val="1"/>
        </dgm:presLayoutVars>
      </dgm:prSet>
      <dgm:spPr/>
    </dgm:pt>
    <dgm:pt modelId="{C2AB2EEE-2F2A-410B-AF39-A4172067C710}" type="pres">
      <dgm:prSet presAssocID="{9D53D3BB-C55A-408B-B063-734EBA59E477}" presName="sibTrans" presStyleCnt="0"/>
      <dgm:spPr/>
    </dgm:pt>
    <dgm:pt modelId="{9E2274F8-5F0C-447C-B116-80BF920D4FAB}" type="pres">
      <dgm:prSet presAssocID="{F6B4EB42-AB3E-45C1-8D32-B4CF5076058B}" presName="node" presStyleLbl="node1" presStyleIdx="1" presStyleCnt="3">
        <dgm:presLayoutVars>
          <dgm:bulletEnabled val="1"/>
        </dgm:presLayoutVars>
      </dgm:prSet>
      <dgm:spPr/>
    </dgm:pt>
    <dgm:pt modelId="{E1DDC74A-E2B6-45C0-97D8-163A877D6113}" type="pres">
      <dgm:prSet presAssocID="{C68F234F-0DAF-4513-B514-BEF46AD525E7}" presName="sibTrans" presStyleCnt="0"/>
      <dgm:spPr/>
    </dgm:pt>
    <dgm:pt modelId="{B6460149-88BD-4A86-85F4-F70EDD1DCB1E}" type="pres">
      <dgm:prSet presAssocID="{81ADDFB1-DD37-4F69-877C-98BCCEFB590E}" presName="node" presStyleLbl="node1" presStyleIdx="2" presStyleCnt="3" custLinFactNeighborX="-55308" custLinFactNeighborY="-974">
        <dgm:presLayoutVars>
          <dgm:bulletEnabled val="1"/>
        </dgm:presLayoutVars>
      </dgm:prSet>
      <dgm:spPr/>
    </dgm:pt>
  </dgm:ptLst>
  <dgm:cxnLst>
    <dgm:cxn modelId="{A0B5DF08-9F55-46C9-911D-D5B28E13C5E3}" srcId="{81ADDFB1-DD37-4F69-877C-98BCCEFB590E}" destId="{E7DAA398-6B3A-4C1C-A540-265D6864B529}" srcOrd="3" destOrd="0" parTransId="{BFE73196-F60D-4696-8A3B-C6013815F537}" sibTransId="{C6101B07-74AA-4CDB-BA03-8803CAD1D398}"/>
    <dgm:cxn modelId="{FD10D81D-E0DD-46B2-AD09-0D914B328FA2}" srcId="{81ADDFB1-DD37-4F69-877C-98BCCEFB590E}" destId="{852C4565-6DA9-491E-ACD1-B88FCB7C5E43}" srcOrd="1" destOrd="0" parTransId="{072DDBE2-5BFA-4C4E-96A3-578B26B759C2}" sibTransId="{08E40926-C5D4-44D1-A3E1-064C49C1ABF2}"/>
    <dgm:cxn modelId="{E1959922-25FB-4E8C-8C5E-3D0AAFC6C77F}" type="presOf" srcId="{F8B72183-C376-4545-B0EF-61B067C3DFFB}" destId="{82414E56-D565-488B-83ED-FCC2BB0DF2BE}" srcOrd="0" destOrd="0" presId="urn:microsoft.com/office/officeart/2005/8/layout/default"/>
    <dgm:cxn modelId="{33FEE831-027C-491A-84D6-6290323D02D4}" type="presOf" srcId="{E7DAA398-6B3A-4C1C-A540-265D6864B529}" destId="{B6460149-88BD-4A86-85F4-F70EDD1DCB1E}" srcOrd="0" destOrd="4" presId="urn:microsoft.com/office/officeart/2005/8/layout/default"/>
    <dgm:cxn modelId="{1DE1EB33-AE40-460C-AF66-C1A040A90B94}" type="presOf" srcId="{7CD53971-3A8D-4BFF-A0F0-C462E8FB548C}" destId="{9E2274F8-5F0C-447C-B116-80BF920D4FAB}" srcOrd="0" destOrd="1" presId="urn:microsoft.com/office/officeart/2005/8/layout/default"/>
    <dgm:cxn modelId="{87DDF234-6A6A-4D42-805D-0AA290449E97}" type="presOf" srcId="{F6B4EB42-AB3E-45C1-8D32-B4CF5076058B}" destId="{9E2274F8-5F0C-447C-B116-80BF920D4FAB}" srcOrd="0" destOrd="0" presId="urn:microsoft.com/office/officeart/2005/8/layout/default"/>
    <dgm:cxn modelId="{D25BEF36-007C-47D5-B2A0-F6D31BEF6C7B}" srcId="{8897A7DC-96CC-432F-A7D5-381976063160}" destId="{C60B4B4C-02BD-4051-8232-F3E49E60F504}" srcOrd="2" destOrd="0" parTransId="{480D003B-2CD0-4522-8635-F5CB9DA272B4}" sibTransId="{DB967695-8D67-48CB-8F88-3246CB99EBCC}"/>
    <dgm:cxn modelId="{A9EE7937-47DE-4A70-B93D-315F10790471}" type="presOf" srcId="{C60B4B4C-02BD-4051-8232-F3E49E60F504}" destId="{CD8C1296-59D7-4179-9179-7E1F09C9A233}" srcOrd="0" destOrd="3" presId="urn:microsoft.com/office/officeart/2005/8/layout/default"/>
    <dgm:cxn modelId="{5BE8AB5D-9931-4801-9777-CD2822F16D48}" type="presOf" srcId="{284FF92C-4FFF-4123-AC4A-6A7E867C92DD}" destId="{9E2274F8-5F0C-447C-B116-80BF920D4FAB}" srcOrd="0" destOrd="2" presId="urn:microsoft.com/office/officeart/2005/8/layout/default"/>
    <dgm:cxn modelId="{8D2A6A5F-1285-4F44-827E-54D61B2EC857}" srcId="{F6B4EB42-AB3E-45C1-8D32-B4CF5076058B}" destId="{0BCE5B70-4CC5-4396-A5EF-2758DC080737}" srcOrd="3" destOrd="0" parTransId="{02C98355-90EF-4D8C-BD01-FF63EF1727A0}" sibTransId="{B81260FF-C80E-4D09-9E16-EDF1E338E368}"/>
    <dgm:cxn modelId="{57F53D69-5A13-40C4-94E0-71D26F7AF04D}" srcId="{F6B4EB42-AB3E-45C1-8D32-B4CF5076058B}" destId="{284FF92C-4FFF-4123-AC4A-6A7E867C92DD}" srcOrd="1" destOrd="0" parTransId="{B33AC89D-E855-42E8-87AB-1CA7316DD80D}" sibTransId="{667ED604-A239-46A7-B733-4216EEAC22F4}"/>
    <dgm:cxn modelId="{267E0870-E121-490F-881A-B90B0F7E9129}" type="presOf" srcId="{852C4565-6DA9-491E-ACD1-B88FCB7C5E43}" destId="{B6460149-88BD-4A86-85F4-F70EDD1DCB1E}" srcOrd="0" destOrd="2" presId="urn:microsoft.com/office/officeart/2005/8/layout/default"/>
    <dgm:cxn modelId="{836DFD70-4079-4933-BDB4-C67016DEFDD5}" srcId="{F8B72183-C376-4545-B0EF-61B067C3DFFB}" destId="{8897A7DC-96CC-432F-A7D5-381976063160}" srcOrd="0" destOrd="0" parTransId="{17B1BB04-E239-4827-821D-8762374B7A9F}" sibTransId="{9D53D3BB-C55A-408B-B063-734EBA59E477}"/>
    <dgm:cxn modelId="{701F1279-9AEB-46CB-87BA-286DAFF98A9A}" srcId="{81ADDFB1-DD37-4F69-877C-98BCCEFB590E}" destId="{29504571-C65F-4F87-A78F-1F9D50CAF4F9}" srcOrd="2" destOrd="0" parTransId="{49A8DCE4-4279-4868-BDBD-A79AD17BAB3F}" sibTransId="{A7D46730-0447-4C35-85A6-A5FC04F3E842}"/>
    <dgm:cxn modelId="{0FECFA5A-11A2-41DE-831C-566D6EFAE101}" srcId="{F6B4EB42-AB3E-45C1-8D32-B4CF5076058B}" destId="{7CD53971-3A8D-4BFF-A0F0-C462E8FB548C}" srcOrd="0" destOrd="0" parTransId="{3FB43814-7DA7-410A-A860-92C8AAC74082}" sibTransId="{0F6786D6-0225-4F8A-91D8-BBAE294D16E2}"/>
    <dgm:cxn modelId="{9F1B517B-D483-4BB3-91C3-4F62C5F092FF}" srcId="{8897A7DC-96CC-432F-A7D5-381976063160}" destId="{A0544BC1-4A8C-4D93-ABC1-0A19B3F1285C}" srcOrd="0" destOrd="0" parTransId="{845B708C-80C7-46EF-A7E6-983121757BBF}" sibTransId="{C1221697-09DA-4844-80C9-9DBF0BF55CAB}"/>
    <dgm:cxn modelId="{2CB3527D-34CA-4FEF-8B71-C1A7C2FAE049}" srcId="{F6B4EB42-AB3E-45C1-8D32-B4CF5076058B}" destId="{941A8898-1BCB-4C33-8A94-7677B8BA5E82}" srcOrd="2" destOrd="0" parTransId="{E45CF754-AD30-4A56-9817-8B9E3999D0AB}" sibTransId="{374EAB24-02FF-4475-9FB7-8220D929CE3C}"/>
    <dgm:cxn modelId="{531EA986-B088-4932-B550-E545CDB2D96A}" type="presOf" srcId="{0BCE5B70-4CC5-4396-A5EF-2758DC080737}" destId="{9E2274F8-5F0C-447C-B116-80BF920D4FAB}" srcOrd="0" destOrd="4" presId="urn:microsoft.com/office/officeart/2005/8/layout/default"/>
    <dgm:cxn modelId="{7D952A89-7FC6-40E2-9461-CE48648860F2}" type="presOf" srcId="{8897A7DC-96CC-432F-A7D5-381976063160}" destId="{CD8C1296-59D7-4179-9179-7E1F09C9A233}" srcOrd="0" destOrd="0" presId="urn:microsoft.com/office/officeart/2005/8/layout/default"/>
    <dgm:cxn modelId="{35F24E94-EFB2-4D78-BDE4-35C42A682009}" type="presOf" srcId="{A62B4B6C-D9BC-4CA2-8D8F-AB1D69848CD9}" destId="{CD8C1296-59D7-4179-9179-7E1F09C9A233}" srcOrd="0" destOrd="2" presId="urn:microsoft.com/office/officeart/2005/8/layout/default"/>
    <dgm:cxn modelId="{29F3609B-5A69-4C82-842C-70C7160C8523}" type="presOf" srcId="{29504571-C65F-4F87-A78F-1F9D50CAF4F9}" destId="{B6460149-88BD-4A86-85F4-F70EDD1DCB1E}" srcOrd="0" destOrd="3" presId="urn:microsoft.com/office/officeart/2005/8/layout/default"/>
    <dgm:cxn modelId="{0A75D8AE-B149-4A27-BDFD-EE7824F2B9D0}" srcId="{F8B72183-C376-4545-B0EF-61B067C3DFFB}" destId="{F6B4EB42-AB3E-45C1-8D32-B4CF5076058B}" srcOrd="1" destOrd="0" parTransId="{713B8998-3DCC-4A77-94C3-0E75421620DC}" sibTransId="{C68F234F-0DAF-4513-B514-BEF46AD525E7}"/>
    <dgm:cxn modelId="{CC3D5CB2-BFBC-4AF4-98B6-487B7F1439C3}" type="presOf" srcId="{81ADDFB1-DD37-4F69-877C-98BCCEFB590E}" destId="{B6460149-88BD-4A86-85F4-F70EDD1DCB1E}" srcOrd="0" destOrd="0" presId="urn:microsoft.com/office/officeart/2005/8/layout/default"/>
    <dgm:cxn modelId="{769D7EB3-FD03-4904-A301-4D604232EC46}" srcId="{F8B72183-C376-4545-B0EF-61B067C3DFFB}" destId="{81ADDFB1-DD37-4F69-877C-98BCCEFB590E}" srcOrd="2" destOrd="0" parTransId="{8E3B7B3E-12A7-4ECA-B663-819E276456A8}" sibTransId="{3A9C8F09-A8C8-49FA-9F38-69F76D4E8D83}"/>
    <dgm:cxn modelId="{F2A276B7-ABF4-40B6-80DE-88C723E12222}" type="presOf" srcId="{941A8898-1BCB-4C33-8A94-7677B8BA5E82}" destId="{9E2274F8-5F0C-447C-B116-80BF920D4FAB}" srcOrd="0" destOrd="3" presId="urn:microsoft.com/office/officeart/2005/8/layout/default"/>
    <dgm:cxn modelId="{4454C7C2-88D0-473D-867C-F79692241D6F}" srcId="{8897A7DC-96CC-432F-A7D5-381976063160}" destId="{A62B4B6C-D9BC-4CA2-8D8F-AB1D69848CD9}" srcOrd="1" destOrd="0" parTransId="{F348FEEF-2EAB-488B-AA05-AD5261BA48AA}" sibTransId="{33812EA8-DC46-4D38-9A71-423404272F22}"/>
    <dgm:cxn modelId="{CB26D2C6-7315-4CAC-B7D2-5D68EE27FDF6}" type="presOf" srcId="{F4220BBB-F238-4ED4-A873-844592FF69B5}" destId="{B6460149-88BD-4A86-85F4-F70EDD1DCB1E}" srcOrd="0" destOrd="1" presId="urn:microsoft.com/office/officeart/2005/8/layout/default"/>
    <dgm:cxn modelId="{B5F621D2-2A92-4AB1-802D-E6D5ACF84FE4}" type="presOf" srcId="{A0544BC1-4A8C-4D93-ABC1-0A19B3F1285C}" destId="{CD8C1296-59D7-4179-9179-7E1F09C9A233}" srcOrd="0" destOrd="1" presId="urn:microsoft.com/office/officeart/2005/8/layout/default"/>
    <dgm:cxn modelId="{107A97E5-0079-451A-B201-A97382F5049A}" srcId="{81ADDFB1-DD37-4F69-877C-98BCCEFB590E}" destId="{F4220BBB-F238-4ED4-A873-844592FF69B5}" srcOrd="0" destOrd="0" parTransId="{44389594-263D-404B-9231-4A8BD9A9E457}" sibTransId="{5A7ACE86-AD7E-40CA-AEE5-0EDD363F8498}"/>
    <dgm:cxn modelId="{CC5AFFA1-E713-4745-A982-0825A5F2FB86}" type="presParOf" srcId="{82414E56-D565-488B-83ED-FCC2BB0DF2BE}" destId="{CD8C1296-59D7-4179-9179-7E1F09C9A233}" srcOrd="0" destOrd="0" presId="urn:microsoft.com/office/officeart/2005/8/layout/default"/>
    <dgm:cxn modelId="{0364EE82-3475-4921-B029-018612B122EF}" type="presParOf" srcId="{82414E56-D565-488B-83ED-FCC2BB0DF2BE}" destId="{C2AB2EEE-2F2A-410B-AF39-A4172067C710}" srcOrd="1" destOrd="0" presId="urn:microsoft.com/office/officeart/2005/8/layout/default"/>
    <dgm:cxn modelId="{52650F2C-1DD2-44D4-AD27-C51BDC1DB868}" type="presParOf" srcId="{82414E56-D565-488B-83ED-FCC2BB0DF2BE}" destId="{9E2274F8-5F0C-447C-B116-80BF920D4FAB}" srcOrd="2" destOrd="0" presId="urn:microsoft.com/office/officeart/2005/8/layout/default"/>
    <dgm:cxn modelId="{EB15F343-4387-4B46-8492-D2C03698329D}" type="presParOf" srcId="{82414E56-D565-488B-83ED-FCC2BB0DF2BE}" destId="{E1DDC74A-E2B6-45C0-97D8-163A877D6113}" srcOrd="3" destOrd="0" presId="urn:microsoft.com/office/officeart/2005/8/layout/default"/>
    <dgm:cxn modelId="{49DF23AD-DC7A-4D81-8735-1DB1B3B0CAFC}" type="presParOf" srcId="{82414E56-D565-488B-83ED-FCC2BB0DF2BE}" destId="{B6460149-88BD-4A86-85F4-F70EDD1DCB1E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1C92D8B-9F06-4E01-9C42-28C193D9A45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99753A7-8D14-4ED6-AB9A-9B40476E00C3}">
      <dgm:prSet phldrT="[Text]"/>
      <dgm:spPr/>
      <dgm:t>
        <a:bodyPr/>
        <a:lstStyle/>
        <a:p>
          <a:r>
            <a:rPr lang="en-GB"/>
            <a:t>Define the problem</a:t>
          </a:r>
        </a:p>
      </dgm:t>
    </dgm:pt>
    <dgm:pt modelId="{E68406E5-2C09-4C1F-8BE4-D57ECD741E43}" type="parTrans" cxnId="{5BF0BDCC-C507-49E2-A4D8-F3654FC69AF5}">
      <dgm:prSet/>
      <dgm:spPr/>
      <dgm:t>
        <a:bodyPr/>
        <a:lstStyle/>
        <a:p>
          <a:endParaRPr lang="en-GB"/>
        </a:p>
      </dgm:t>
    </dgm:pt>
    <dgm:pt modelId="{C1A8B271-29A5-4636-985D-68B29CBAA3BD}" type="sibTrans" cxnId="{5BF0BDCC-C507-49E2-A4D8-F3654FC69AF5}">
      <dgm:prSet/>
      <dgm:spPr/>
      <dgm:t>
        <a:bodyPr/>
        <a:lstStyle/>
        <a:p>
          <a:endParaRPr lang="en-GB"/>
        </a:p>
      </dgm:t>
    </dgm:pt>
    <dgm:pt modelId="{AA889612-C79D-4A7E-A4C5-AD4DF1DC9638}">
      <dgm:prSet phldrT="[Text]"/>
      <dgm:spPr/>
      <dgm:t>
        <a:bodyPr/>
        <a:lstStyle/>
        <a:p>
          <a:r>
            <a:rPr lang="en-GB"/>
            <a:t>Involve people</a:t>
          </a:r>
        </a:p>
      </dgm:t>
    </dgm:pt>
    <dgm:pt modelId="{FE57C3B9-A95F-44AA-AB78-0F595F25EEF6}" type="parTrans" cxnId="{9209A295-4C2C-485F-A351-DF50E1831BFE}">
      <dgm:prSet/>
      <dgm:spPr/>
      <dgm:t>
        <a:bodyPr/>
        <a:lstStyle/>
        <a:p>
          <a:endParaRPr lang="en-GB"/>
        </a:p>
      </dgm:t>
    </dgm:pt>
    <dgm:pt modelId="{F903E850-348A-4CCA-8787-7D662A2B1AAD}" type="sibTrans" cxnId="{9209A295-4C2C-485F-A351-DF50E1831BFE}">
      <dgm:prSet/>
      <dgm:spPr/>
      <dgm:t>
        <a:bodyPr/>
        <a:lstStyle/>
        <a:p>
          <a:endParaRPr lang="en-GB"/>
        </a:p>
      </dgm:t>
    </dgm:pt>
    <dgm:pt modelId="{1BBCE2DE-3C04-406A-B18D-458BB05D4D8E}">
      <dgm:prSet phldrT="[Text]"/>
      <dgm:spPr/>
      <dgm:t>
        <a:bodyPr/>
        <a:lstStyle/>
        <a:p>
          <a:r>
            <a:rPr lang="en-GB"/>
            <a:t>Generate an outcome</a:t>
          </a:r>
        </a:p>
      </dgm:t>
    </dgm:pt>
    <dgm:pt modelId="{B528E000-A1CB-4B8C-A6D6-393A1746B410}" type="parTrans" cxnId="{BFBA6AA9-3C43-450A-A8D0-7483BE472AD4}">
      <dgm:prSet/>
      <dgm:spPr/>
      <dgm:t>
        <a:bodyPr/>
        <a:lstStyle/>
        <a:p>
          <a:endParaRPr lang="en-GB"/>
        </a:p>
      </dgm:t>
    </dgm:pt>
    <dgm:pt modelId="{223FB45B-F6A0-44BD-8CAA-BC8DF359D541}" type="sibTrans" cxnId="{BFBA6AA9-3C43-450A-A8D0-7483BE472AD4}">
      <dgm:prSet/>
      <dgm:spPr/>
      <dgm:t>
        <a:bodyPr/>
        <a:lstStyle/>
        <a:p>
          <a:endParaRPr lang="en-GB"/>
        </a:p>
      </dgm:t>
    </dgm:pt>
    <dgm:pt modelId="{1690D17F-66EA-44B7-A47E-1843E92E8B85}">
      <dgm:prSet phldrT="[Text]"/>
      <dgm:spPr/>
      <dgm:t>
        <a:bodyPr/>
        <a:lstStyle/>
        <a:p>
          <a:r>
            <a:rPr lang="en-GB"/>
            <a:t>Analytical questions</a:t>
          </a:r>
        </a:p>
      </dgm:t>
    </dgm:pt>
    <dgm:pt modelId="{7B53F578-37AD-4B94-A841-BFF79B8B8F5A}" type="parTrans" cxnId="{36CBEB57-19BB-43B0-B277-E3ACCF072E11}">
      <dgm:prSet/>
      <dgm:spPr/>
      <dgm:t>
        <a:bodyPr/>
        <a:lstStyle/>
        <a:p>
          <a:endParaRPr lang="en-GB"/>
        </a:p>
      </dgm:t>
    </dgm:pt>
    <dgm:pt modelId="{DAAF943D-A5EE-42F0-A7F4-09D4400B46EA}" type="sibTrans" cxnId="{36CBEB57-19BB-43B0-B277-E3ACCF072E11}">
      <dgm:prSet/>
      <dgm:spPr/>
      <dgm:t>
        <a:bodyPr/>
        <a:lstStyle/>
        <a:p>
          <a:endParaRPr lang="en-GB"/>
        </a:p>
      </dgm:t>
    </dgm:pt>
    <dgm:pt modelId="{C557F672-E845-44F3-99B1-C2E983FE20CB}">
      <dgm:prSet phldrT="[Text]"/>
      <dgm:spPr/>
      <dgm:t>
        <a:bodyPr/>
        <a:lstStyle/>
        <a:p>
          <a:r>
            <a:rPr lang="en-GB"/>
            <a:t>Embrace the complexity</a:t>
          </a:r>
        </a:p>
      </dgm:t>
    </dgm:pt>
    <dgm:pt modelId="{37BCBD5B-1ACB-4112-B11C-5A6163DA13A5}" type="parTrans" cxnId="{354AD3C6-E82B-47EE-A83E-121E0F64E300}">
      <dgm:prSet/>
      <dgm:spPr/>
      <dgm:t>
        <a:bodyPr/>
        <a:lstStyle/>
        <a:p>
          <a:endParaRPr lang="en-GB"/>
        </a:p>
      </dgm:t>
    </dgm:pt>
    <dgm:pt modelId="{73EFF6D4-56C3-489F-B9A3-97E482CF8A07}" type="sibTrans" cxnId="{354AD3C6-E82B-47EE-A83E-121E0F64E300}">
      <dgm:prSet/>
      <dgm:spPr/>
      <dgm:t>
        <a:bodyPr/>
        <a:lstStyle/>
        <a:p>
          <a:endParaRPr lang="en-GB"/>
        </a:p>
      </dgm:t>
    </dgm:pt>
    <dgm:pt modelId="{985E27AC-1AF4-4DD3-ACEF-66F379B7A558}">
      <dgm:prSet phldrT="[Text]"/>
      <dgm:spPr/>
      <dgm:t>
        <a:bodyPr/>
        <a:lstStyle/>
        <a:p>
          <a:r>
            <a:rPr lang="en-GB"/>
            <a:t>Problem “owner” always involved and usually others as well</a:t>
          </a:r>
        </a:p>
      </dgm:t>
    </dgm:pt>
    <dgm:pt modelId="{7A9C8208-ED29-44E2-9A5F-2DC48A7F504C}" type="parTrans" cxnId="{49A672E0-6164-408E-8906-4DB61C9BE90F}">
      <dgm:prSet/>
      <dgm:spPr/>
      <dgm:t>
        <a:bodyPr/>
        <a:lstStyle/>
        <a:p>
          <a:endParaRPr lang="en-GB"/>
        </a:p>
      </dgm:t>
    </dgm:pt>
    <dgm:pt modelId="{6EAF8F95-0F4C-4DEC-A104-EF8B7456D2A8}" type="sibTrans" cxnId="{49A672E0-6164-408E-8906-4DB61C9BE90F}">
      <dgm:prSet/>
      <dgm:spPr/>
      <dgm:t>
        <a:bodyPr/>
        <a:lstStyle/>
        <a:p>
          <a:endParaRPr lang="en-GB"/>
        </a:p>
      </dgm:t>
    </dgm:pt>
    <dgm:pt modelId="{45F55F38-C0E2-4F2D-BC9C-95F2E60F8327}">
      <dgm:prSet phldrT="[Text]"/>
      <dgm:spPr/>
      <dgm:t>
        <a:bodyPr/>
        <a:lstStyle/>
        <a:p>
          <a:r>
            <a:rPr lang="en-GB"/>
            <a:t>Be practical</a:t>
          </a:r>
        </a:p>
      </dgm:t>
    </dgm:pt>
    <dgm:pt modelId="{F7746078-2936-4BE3-B2D3-C12AB41E51E6}" type="parTrans" cxnId="{DE375FBA-8EE6-49BF-835D-B20903C29F3C}">
      <dgm:prSet/>
      <dgm:spPr/>
      <dgm:t>
        <a:bodyPr/>
        <a:lstStyle/>
        <a:p>
          <a:endParaRPr lang="en-GB"/>
        </a:p>
      </dgm:t>
    </dgm:pt>
    <dgm:pt modelId="{046DA19C-3678-4DD6-9D36-AA68D9E8C613}" type="sibTrans" cxnId="{DE375FBA-8EE6-49BF-835D-B20903C29F3C}">
      <dgm:prSet/>
      <dgm:spPr/>
      <dgm:t>
        <a:bodyPr/>
        <a:lstStyle/>
        <a:p>
          <a:endParaRPr lang="en-GB"/>
        </a:p>
      </dgm:t>
    </dgm:pt>
    <dgm:pt modelId="{7CF5C970-A6EA-479A-A16A-B528F9215523}">
      <dgm:prSet phldrT="[Text]"/>
      <dgm:spPr/>
      <dgm:t>
        <a:bodyPr/>
        <a:lstStyle/>
        <a:p>
          <a:r>
            <a:rPr lang="en-GB"/>
            <a:t>Relevant factors</a:t>
          </a:r>
        </a:p>
      </dgm:t>
    </dgm:pt>
    <dgm:pt modelId="{95153897-D72F-41AA-9E82-8E4CD9AF0D9A}" type="parTrans" cxnId="{2FC42CD2-F070-4C1D-A50A-23057D188386}">
      <dgm:prSet/>
      <dgm:spPr/>
      <dgm:t>
        <a:bodyPr/>
        <a:lstStyle/>
        <a:p>
          <a:endParaRPr lang="en-GB"/>
        </a:p>
      </dgm:t>
    </dgm:pt>
    <dgm:pt modelId="{DA8A9EDD-7C00-4FB1-803F-F6EE6D16F340}" type="sibTrans" cxnId="{2FC42CD2-F070-4C1D-A50A-23057D188386}">
      <dgm:prSet/>
      <dgm:spPr/>
      <dgm:t>
        <a:bodyPr/>
        <a:lstStyle/>
        <a:p>
          <a:endParaRPr lang="en-GB"/>
        </a:p>
      </dgm:t>
    </dgm:pt>
    <dgm:pt modelId="{7D111F0D-F58F-4066-ADEF-03AA3DE99C79}">
      <dgm:prSet phldrT="[Text]"/>
      <dgm:spPr/>
      <dgm:t>
        <a:bodyPr/>
        <a:lstStyle/>
        <a:p>
          <a:r>
            <a:rPr lang="en-GB"/>
            <a:t>Explore and eliminate ambiguity</a:t>
          </a:r>
        </a:p>
      </dgm:t>
    </dgm:pt>
    <dgm:pt modelId="{664DD384-B20F-4714-AAE8-BF68B6DB837D}" type="parTrans" cxnId="{9B84E734-7AAE-40AB-BC41-5FDB5DB3EF1F}">
      <dgm:prSet/>
      <dgm:spPr/>
      <dgm:t>
        <a:bodyPr/>
        <a:lstStyle/>
        <a:p>
          <a:endParaRPr lang="en-GB"/>
        </a:p>
      </dgm:t>
    </dgm:pt>
    <dgm:pt modelId="{FEFC9CC9-9519-45D0-B044-8BAB9D2990BE}" type="sibTrans" cxnId="{9B84E734-7AAE-40AB-BC41-5FDB5DB3EF1F}">
      <dgm:prSet/>
      <dgm:spPr/>
      <dgm:t>
        <a:bodyPr/>
        <a:lstStyle/>
        <a:p>
          <a:endParaRPr lang="en-GB"/>
        </a:p>
      </dgm:t>
    </dgm:pt>
    <dgm:pt modelId="{126AA4BF-5915-47EA-900D-AC1BC91ED161}">
      <dgm:prSet phldrT="[Text]"/>
      <dgm:spPr/>
      <dgm:t>
        <a:bodyPr/>
        <a:lstStyle/>
        <a:p>
          <a:r>
            <a:rPr lang="en-GB"/>
            <a:t>Consider data/evidence needed and how to obtain it</a:t>
          </a:r>
        </a:p>
      </dgm:t>
    </dgm:pt>
    <dgm:pt modelId="{10EBD67B-F2D6-421E-98DD-113058477686}" type="parTrans" cxnId="{8E3B0627-CBAB-443C-9250-2E9B54F0E507}">
      <dgm:prSet/>
      <dgm:spPr/>
      <dgm:t>
        <a:bodyPr/>
        <a:lstStyle/>
        <a:p>
          <a:endParaRPr lang="en-GB"/>
        </a:p>
      </dgm:t>
    </dgm:pt>
    <dgm:pt modelId="{514BC184-D3A2-44FD-B509-56F52935AF5A}" type="sibTrans" cxnId="{8E3B0627-CBAB-443C-9250-2E9B54F0E507}">
      <dgm:prSet/>
      <dgm:spPr/>
      <dgm:t>
        <a:bodyPr/>
        <a:lstStyle/>
        <a:p>
          <a:endParaRPr lang="en-GB"/>
        </a:p>
      </dgm:t>
    </dgm:pt>
    <dgm:pt modelId="{0850CF29-9A04-4216-B3FB-AD76973E2F01}">
      <dgm:prSet phldrT="[Text]"/>
      <dgm:spPr/>
      <dgm:t>
        <a:bodyPr/>
        <a:lstStyle/>
        <a:p>
          <a:r>
            <a:rPr lang="en-GB"/>
            <a:t>Address </a:t>
          </a:r>
          <a:r>
            <a:rPr lang="en-GB" b="1"/>
            <a:t>the whole </a:t>
          </a:r>
          <a:r>
            <a:rPr lang="en-GB"/>
            <a:t>problem</a:t>
          </a:r>
        </a:p>
      </dgm:t>
    </dgm:pt>
    <dgm:pt modelId="{93F2C7C6-2588-499B-A751-0CB7B62D4963}" type="parTrans" cxnId="{8F0F144B-25BC-4ACB-B1FF-F67EB9AD753E}">
      <dgm:prSet/>
      <dgm:spPr/>
      <dgm:t>
        <a:bodyPr/>
        <a:lstStyle/>
        <a:p>
          <a:endParaRPr lang="en-GB"/>
        </a:p>
      </dgm:t>
    </dgm:pt>
    <dgm:pt modelId="{E4292015-42E1-4B8A-B401-B66F023A3219}" type="sibTrans" cxnId="{8F0F144B-25BC-4ACB-B1FF-F67EB9AD753E}">
      <dgm:prSet/>
      <dgm:spPr/>
      <dgm:t>
        <a:bodyPr/>
        <a:lstStyle/>
        <a:p>
          <a:endParaRPr lang="en-GB"/>
        </a:p>
      </dgm:t>
    </dgm:pt>
    <dgm:pt modelId="{C8DB02ED-9339-4BF1-B0C4-778C5CF7D2D4}">
      <dgm:prSet phldrT="[Text]"/>
      <dgm:spPr/>
      <dgm:t>
        <a:bodyPr/>
        <a:lstStyle/>
        <a:p>
          <a:r>
            <a:rPr lang="en-GB"/>
            <a:t>Add a useful structure</a:t>
          </a:r>
        </a:p>
      </dgm:t>
    </dgm:pt>
    <dgm:pt modelId="{C49036ED-42E1-431B-8C8D-6690BDBF3766}" type="parTrans" cxnId="{9BAD80AC-DA1D-450F-B6A3-7607A551B075}">
      <dgm:prSet/>
      <dgm:spPr/>
      <dgm:t>
        <a:bodyPr/>
        <a:lstStyle/>
        <a:p>
          <a:endParaRPr lang="en-GB"/>
        </a:p>
      </dgm:t>
    </dgm:pt>
    <dgm:pt modelId="{CE58ED60-5660-462B-ACFD-A2BEE3A57615}" type="sibTrans" cxnId="{9BAD80AC-DA1D-450F-B6A3-7607A551B075}">
      <dgm:prSet/>
      <dgm:spPr/>
      <dgm:t>
        <a:bodyPr/>
        <a:lstStyle/>
        <a:p>
          <a:endParaRPr lang="en-GB"/>
        </a:p>
      </dgm:t>
    </dgm:pt>
    <dgm:pt modelId="{11CD9CF6-0945-44C6-AAA2-116881243241}">
      <dgm:prSet phldrT="[Text]"/>
      <dgm:spPr/>
      <dgm:t>
        <a:bodyPr/>
        <a:lstStyle/>
        <a:p>
          <a:r>
            <a:rPr lang="en-GB"/>
            <a:t>No “magic wands”</a:t>
          </a:r>
        </a:p>
      </dgm:t>
    </dgm:pt>
    <dgm:pt modelId="{BB230618-1FE4-45FA-BE53-5B89B44E6A54}" type="parTrans" cxnId="{54D19B55-FC56-4D65-9345-263FB6606532}">
      <dgm:prSet/>
      <dgm:spPr/>
      <dgm:t>
        <a:bodyPr/>
        <a:lstStyle/>
        <a:p>
          <a:endParaRPr lang="en-GB"/>
        </a:p>
      </dgm:t>
    </dgm:pt>
    <dgm:pt modelId="{AC51DFA9-64FA-4847-BB0F-BC050D1BF301}" type="sibTrans" cxnId="{54D19B55-FC56-4D65-9345-263FB6606532}">
      <dgm:prSet/>
      <dgm:spPr/>
      <dgm:t>
        <a:bodyPr/>
        <a:lstStyle/>
        <a:p>
          <a:endParaRPr lang="en-GB"/>
        </a:p>
      </dgm:t>
    </dgm:pt>
    <dgm:pt modelId="{F925ACC1-4291-4C71-97FB-6DBB61F09E20}">
      <dgm:prSet phldrT="[Text]"/>
      <dgm:spPr/>
      <dgm:t>
        <a:bodyPr/>
        <a:lstStyle/>
        <a:p>
          <a:r>
            <a:rPr lang="en-GB"/>
            <a:t>Context</a:t>
          </a:r>
        </a:p>
      </dgm:t>
    </dgm:pt>
    <dgm:pt modelId="{3A42A49B-6355-4C20-8872-F307AE8516F7}" type="parTrans" cxnId="{E99F22AC-80F5-4962-AB80-5DDAC67C3E03}">
      <dgm:prSet/>
      <dgm:spPr/>
      <dgm:t>
        <a:bodyPr/>
        <a:lstStyle/>
        <a:p>
          <a:endParaRPr lang="en-GB"/>
        </a:p>
      </dgm:t>
    </dgm:pt>
    <dgm:pt modelId="{A3AE1DE3-71A7-4068-BF33-6C18AC3309E0}" type="sibTrans" cxnId="{E99F22AC-80F5-4962-AB80-5DDAC67C3E03}">
      <dgm:prSet/>
      <dgm:spPr/>
      <dgm:t>
        <a:bodyPr/>
        <a:lstStyle/>
        <a:p>
          <a:endParaRPr lang="en-GB"/>
        </a:p>
      </dgm:t>
    </dgm:pt>
    <dgm:pt modelId="{31C7568D-4B34-49CE-B615-27FFCB34E635}">
      <dgm:prSet phldrT="[Text]"/>
      <dgm:spPr/>
      <dgm:t>
        <a:bodyPr/>
        <a:lstStyle/>
        <a:p>
          <a:r>
            <a:rPr lang="en-GB"/>
            <a:t>What are the risks?  Will it work?</a:t>
          </a:r>
        </a:p>
      </dgm:t>
    </dgm:pt>
    <dgm:pt modelId="{27256415-4DA4-406F-80C5-C2111796FFD4}" type="parTrans" cxnId="{21EB56AA-5555-437B-8940-0E4266142C96}">
      <dgm:prSet/>
      <dgm:spPr/>
      <dgm:t>
        <a:bodyPr/>
        <a:lstStyle/>
        <a:p>
          <a:endParaRPr lang="en-GB"/>
        </a:p>
      </dgm:t>
    </dgm:pt>
    <dgm:pt modelId="{D48E0E2A-8FE7-4099-997D-03ADFAF6C31A}" type="sibTrans" cxnId="{21EB56AA-5555-437B-8940-0E4266142C96}">
      <dgm:prSet/>
      <dgm:spPr/>
      <dgm:t>
        <a:bodyPr/>
        <a:lstStyle/>
        <a:p>
          <a:endParaRPr lang="en-GB"/>
        </a:p>
      </dgm:t>
    </dgm:pt>
    <dgm:pt modelId="{6A6B6FB7-D27D-45D7-B131-1B5C9F1E1082}">
      <dgm:prSet phldrT="[Text]"/>
      <dgm:spPr/>
      <dgm:t>
        <a:bodyPr/>
        <a:lstStyle/>
        <a:p>
          <a:r>
            <a:rPr lang="en-GB"/>
            <a:t>Give appropriate value to knowledge and opinion</a:t>
          </a:r>
        </a:p>
      </dgm:t>
    </dgm:pt>
    <dgm:pt modelId="{5DBDA8AA-8A3C-4DC7-A2D5-1E910DFA6F71}" type="parTrans" cxnId="{8C97441A-798E-4B48-8228-D5C39BDB778D}">
      <dgm:prSet/>
      <dgm:spPr/>
      <dgm:t>
        <a:bodyPr/>
        <a:lstStyle/>
        <a:p>
          <a:endParaRPr lang="en-GB"/>
        </a:p>
      </dgm:t>
    </dgm:pt>
    <dgm:pt modelId="{CC1E2586-9183-4C97-95D3-A8A91526B125}" type="sibTrans" cxnId="{8C97441A-798E-4B48-8228-D5C39BDB778D}">
      <dgm:prSet/>
      <dgm:spPr/>
      <dgm:t>
        <a:bodyPr/>
        <a:lstStyle/>
        <a:p>
          <a:endParaRPr lang="en-GB"/>
        </a:p>
      </dgm:t>
    </dgm:pt>
    <dgm:pt modelId="{5304E547-C162-40ED-B176-1256FA713CD2}">
      <dgm:prSet phldrT="[Text]"/>
      <dgm:spPr/>
      <dgm:t>
        <a:bodyPr/>
        <a:lstStyle/>
        <a:p>
          <a:r>
            <a:rPr lang="en-GB"/>
            <a:t>Clearly specify the analysis and data required</a:t>
          </a:r>
        </a:p>
      </dgm:t>
    </dgm:pt>
    <dgm:pt modelId="{37E4EC00-04A7-4309-827B-F8130384D84A}" type="parTrans" cxnId="{0C706FDE-636F-4E72-9339-76C6DE345144}">
      <dgm:prSet/>
      <dgm:spPr/>
      <dgm:t>
        <a:bodyPr/>
        <a:lstStyle/>
        <a:p>
          <a:endParaRPr lang="en-GB"/>
        </a:p>
      </dgm:t>
    </dgm:pt>
    <dgm:pt modelId="{1A694E7E-BC3A-42B4-A9A4-76F9D1F8B6BE}" type="sibTrans" cxnId="{0C706FDE-636F-4E72-9339-76C6DE345144}">
      <dgm:prSet/>
      <dgm:spPr/>
      <dgm:t>
        <a:bodyPr/>
        <a:lstStyle/>
        <a:p>
          <a:endParaRPr lang="en-GB"/>
        </a:p>
      </dgm:t>
    </dgm:pt>
    <dgm:pt modelId="{BD14C8B8-A6AD-4F38-89F8-DF370FAAC2A0}">
      <dgm:prSet phldrT="[Text]"/>
      <dgm:spPr/>
      <dgm:t>
        <a:bodyPr/>
        <a:lstStyle/>
        <a:p>
          <a:r>
            <a:rPr lang="en-GB"/>
            <a:t>Be sparing with the call on their time</a:t>
          </a:r>
        </a:p>
      </dgm:t>
    </dgm:pt>
    <dgm:pt modelId="{88D74249-8ECE-4103-A7C4-117585F89CF3}" type="parTrans" cxnId="{4D5742E3-A5F5-4F40-A805-C9C388097670}">
      <dgm:prSet/>
      <dgm:spPr/>
      <dgm:t>
        <a:bodyPr/>
        <a:lstStyle/>
        <a:p>
          <a:endParaRPr lang="en-GB"/>
        </a:p>
      </dgm:t>
    </dgm:pt>
    <dgm:pt modelId="{7DACB75D-2182-4622-946A-30D52F0F89D6}" type="sibTrans" cxnId="{4D5742E3-A5F5-4F40-A805-C9C388097670}">
      <dgm:prSet/>
      <dgm:spPr/>
      <dgm:t>
        <a:bodyPr/>
        <a:lstStyle/>
        <a:p>
          <a:endParaRPr lang="en-GB"/>
        </a:p>
      </dgm:t>
    </dgm:pt>
    <dgm:pt modelId="{A97F943F-2411-418B-AEBB-D4C806F30A44}">
      <dgm:prSet phldrT="[Text]"/>
      <dgm:spPr/>
      <dgm:t>
        <a:bodyPr/>
        <a:lstStyle/>
        <a:p>
          <a:r>
            <a:rPr lang="en-GB"/>
            <a:t>Ensure shared understanding of the issues</a:t>
          </a:r>
        </a:p>
      </dgm:t>
    </dgm:pt>
    <dgm:pt modelId="{9324F100-E21B-4862-9E68-CB7E45A24C2B}" type="parTrans" cxnId="{9C426030-915C-4F03-A982-E303BB8FB561}">
      <dgm:prSet/>
      <dgm:spPr/>
      <dgm:t>
        <a:bodyPr/>
        <a:lstStyle/>
        <a:p>
          <a:endParaRPr lang="en-GB"/>
        </a:p>
      </dgm:t>
    </dgm:pt>
    <dgm:pt modelId="{B9D8D693-0875-4E8E-BE98-892481FFCBD9}" type="sibTrans" cxnId="{9C426030-915C-4F03-A982-E303BB8FB561}">
      <dgm:prSet/>
      <dgm:spPr/>
      <dgm:t>
        <a:bodyPr/>
        <a:lstStyle/>
        <a:p>
          <a:endParaRPr lang="en-GB"/>
        </a:p>
      </dgm:t>
    </dgm:pt>
    <dgm:pt modelId="{7EDA9370-AF4F-457E-AADD-84F605AA1C3C}">
      <dgm:prSet phldrT="[Text]"/>
      <dgm:spPr/>
      <dgm:t>
        <a:bodyPr/>
        <a:lstStyle/>
        <a:p>
          <a:r>
            <a:rPr lang="en-GB"/>
            <a:t>Write it up in an understandable format</a:t>
          </a:r>
        </a:p>
      </dgm:t>
    </dgm:pt>
    <dgm:pt modelId="{9A256CF9-514A-4615-9615-618AA950E058}" type="parTrans" cxnId="{D26F69BF-047C-4CAF-AFAF-8628C12251C1}">
      <dgm:prSet/>
      <dgm:spPr/>
      <dgm:t>
        <a:bodyPr/>
        <a:lstStyle/>
        <a:p>
          <a:endParaRPr lang="en-GB"/>
        </a:p>
      </dgm:t>
    </dgm:pt>
    <dgm:pt modelId="{B6FCE6CB-7A08-4548-B7DA-29369D2A54BE}" type="sibTrans" cxnId="{D26F69BF-047C-4CAF-AFAF-8628C12251C1}">
      <dgm:prSet/>
      <dgm:spPr/>
      <dgm:t>
        <a:bodyPr/>
        <a:lstStyle/>
        <a:p>
          <a:endParaRPr lang="en-GB"/>
        </a:p>
      </dgm:t>
    </dgm:pt>
    <dgm:pt modelId="{8B502AC6-F84B-484F-8115-6C935E71F8C6}" type="pres">
      <dgm:prSet presAssocID="{A1C92D8B-9F06-4E01-9C42-28C193D9A458}" presName="vert0" presStyleCnt="0">
        <dgm:presLayoutVars>
          <dgm:dir/>
          <dgm:animOne val="branch"/>
          <dgm:animLvl val="lvl"/>
        </dgm:presLayoutVars>
      </dgm:prSet>
      <dgm:spPr/>
    </dgm:pt>
    <dgm:pt modelId="{228971E4-39ED-476B-9982-17B787296AE5}" type="pres">
      <dgm:prSet presAssocID="{499753A7-8D14-4ED6-AB9A-9B40476E00C3}" presName="thickLine" presStyleLbl="alignNode1" presStyleIdx="0" presStyleCnt="5"/>
      <dgm:spPr/>
    </dgm:pt>
    <dgm:pt modelId="{6B71DB97-F26A-42FB-8A54-64451A10EA5A}" type="pres">
      <dgm:prSet presAssocID="{499753A7-8D14-4ED6-AB9A-9B40476E00C3}" presName="horz1" presStyleCnt="0"/>
      <dgm:spPr/>
    </dgm:pt>
    <dgm:pt modelId="{81AF00B9-4FF9-49DD-950A-DC0E83EAB6E7}" type="pres">
      <dgm:prSet presAssocID="{499753A7-8D14-4ED6-AB9A-9B40476E00C3}" presName="tx1" presStyleLbl="revTx" presStyleIdx="0" presStyleCnt="20"/>
      <dgm:spPr/>
    </dgm:pt>
    <dgm:pt modelId="{4DF645AC-92ED-4D39-8771-F3EF54B5433C}" type="pres">
      <dgm:prSet presAssocID="{499753A7-8D14-4ED6-AB9A-9B40476E00C3}" presName="vert1" presStyleCnt="0"/>
      <dgm:spPr/>
    </dgm:pt>
    <dgm:pt modelId="{D917B2C2-9EA1-40A8-9E85-3CD54FBCD63F}" type="pres">
      <dgm:prSet presAssocID="{F925ACC1-4291-4C71-97FB-6DBB61F09E20}" presName="vertSpace2a" presStyleCnt="0"/>
      <dgm:spPr/>
    </dgm:pt>
    <dgm:pt modelId="{DF53B6F0-C2DF-45DF-A344-E8B6E41EAF40}" type="pres">
      <dgm:prSet presAssocID="{F925ACC1-4291-4C71-97FB-6DBB61F09E20}" presName="horz2" presStyleCnt="0"/>
      <dgm:spPr/>
    </dgm:pt>
    <dgm:pt modelId="{C1F5B1D5-31DD-4398-84F6-460A591BF234}" type="pres">
      <dgm:prSet presAssocID="{F925ACC1-4291-4C71-97FB-6DBB61F09E20}" presName="horzSpace2" presStyleCnt="0"/>
      <dgm:spPr/>
    </dgm:pt>
    <dgm:pt modelId="{627C293C-763C-4E13-AC7F-955635C4946B}" type="pres">
      <dgm:prSet presAssocID="{F925ACC1-4291-4C71-97FB-6DBB61F09E20}" presName="tx2" presStyleLbl="revTx" presStyleIdx="1" presStyleCnt="20"/>
      <dgm:spPr/>
    </dgm:pt>
    <dgm:pt modelId="{7D3040A9-E03D-4C07-AB88-02342FF78F0B}" type="pres">
      <dgm:prSet presAssocID="{F925ACC1-4291-4C71-97FB-6DBB61F09E20}" presName="vert2" presStyleCnt="0"/>
      <dgm:spPr/>
    </dgm:pt>
    <dgm:pt modelId="{DA8A0863-9388-4A23-9B74-91442E4E38AA}" type="pres">
      <dgm:prSet presAssocID="{F925ACC1-4291-4C71-97FB-6DBB61F09E20}" presName="thinLine2b" presStyleLbl="callout" presStyleIdx="0" presStyleCnt="15"/>
      <dgm:spPr/>
    </dgm:pt>
    <dgm:pt modelId="{AB33E782-64B2-4ADA-AC36-C25C42863677}" type="pres">
      <dgm:prSet presAssocID="{F925ACC1-4291-4C71-97FB-6DBB61F09E20}" presName="vertSpace2b" presStyleCnt="0"/>
      <dgm:spPr/>
    </dgm:pt>
    <dgm:pt modelId="{B559908D-A53C-47CE-812B-35BDC868692C}" type="pres">
      <dgm:prSet presAssocID="{1690D17F-66EA-44B7-A47E-1843E92E8B85}" presName="horz2" presStyleCnt="0"/>
      <dgm:spPr/>
    </dgm:pt>
    <dgm:pt modelId="{DE0A3EBA-D205-4461-904D-1FB67FF41AE6}" type="pres">
      <dgm:prSet presAssocID="{1690D17F-66EA-44B7-A47E-1843E92E8B85}" presName="horzSpace2" presStyleCnt="0"/>
      <dgm:spPr/>
    </dgm:pt>
    <dgm:pt modelId="{124E0B3F-E4A0-424D-A670-DC4408FAD9CA}" type="pres">
      <dgm:prSet presAssocID="{1690D17F-66EA-44B7-A47E-1843E92E8B85}" presName="tx2" presStyleLbl="revTx" presStyleIdx="2" presStyleCnt="20"/>
      <dgm:spPr/>
    </dgm:pt>
    <dgm:pt modelId="{AA00E8B5-3A9B-47FA-875C-BFB8AB801830}" type="pres">
      <dgm:prSet presAssocID="{1690D17F-66EA-44B7-A47E-1843E92E8B85}" presName="vert2" presStyleCnt="0"/>
      <dgm:spPr/>
    </dgm:pt>
    <dgm:pt modelId="{73634D70-E579-42C1-BF2A-8BFF41F03234}" type="pres">
      <dgm:prSet presAssocID="{1690D17F-66EA-44B7-A47E-1843E92E8B85}" presName="thinLine2b" presStyleLbl="callout" presStyleIdx="1" presStyleCnt="15"/>
      <dgm:spPr/>
    </dgm:pt>
    <dgm:pt modelId="{344640C0-249C-41EB-9EBC-94486D018FA6}" type="pres">
      <dgm:prSet presAssocID="{1690D17F-66EA-44B7-A47E-1843E92E8B85}" presName="vertSpace2b" presStyleCnt="0"/>
      <dgm:spPr/>
    </dgm:pt>
    <dgm:pt modelId="{9B417165-FA3F-49F3-9133-5AD90EE9057D}" type="pres">
      <dgm:prSet presAssocID="{7CF5C970-A6EA-479A-A16A-B528F9215523}" presName="horz2" presStyleCnt="0"/>
      <dgm:spPr/>
    </dgm:pt>
    <dgm:pt modelId="{193BC6EE-5340-4226-8010-4A9E523A6246}" type="pres">
      <dgm:prSet presAssocID="{7CF5C970-A6EA-479A-A16A-B528F9215523}" presName="horzSpace2" presStyleCnt="0"/>
      <dgm:spPr/>
    </dgm:pt>
    <dgm:pt modelId="{78779332-CFD4-45C6-BA66-7F6BEE70FDED}" type="pres">
      <dgm:prSet presAssocID="{7CF5C970-A6EA-479A-A16A-B528F9215523}" presName="tx2" presStyleLbl="revTx" presStyleIdx="3" presStyleCnt="20"/>
      <dgm:spPr/>
    </dgm:pt>
    <dgm:pt modelId="{6124FE04-AF5D-420D-A040-062E00190A5F}" type="pres">
      <dgm:prSet presAssocID="{7CF5C970-A6EA-479A-A16A-B528F9215523}" presName="vert2" presStyleCnt="0"/>
      <dgm:spPr/>
    </dgm:pt>
    <dgm:pt modelId="{C795F721-24A9-431F-A62E-03AB7E9C9F5E}" type="pres">
      <dgm:prSet presAssocID="{7CF5C970-A6EA-479A-A16A-B528F9215523}" presName="thinLine2b" presStyleLbl="callout" presStyleIdx="2" presStyleCnt="15"/>
      <dgm:spPr/>
    </dgm:pt>
    <dgm:pt modelId="{5ED74473-114D-4FAE-B7C2-50D9963B7CD1}" type="pres">
      <dgm:prSet presAssocID="{7CF5C970-A6EA-479A-A16A-B528F9215523}" presName="vertSpace2b" presStyleCnt="0"/>
      <dgm:spPr/>
    </dgm:pt>
    <dgm:pt modelId="{453D84FB-F61C-419C-9F5D-84D877F50E24}" type="pres">
      <dgm:prSet presAssocID="{C557F672-E845-44F3-99B1-C2E983FE20CB}" presName="thickLine" presStyleLbl="alignNode1" presStyleIdx="1" presStyleCnt="5"/>
      <dgm:spPr/>
    </dgm:pt>
    <dgm:pt modelId="{4E1F0CE7-1287-4CD1-B5CA-343CEF80F94E}" type="pres">
      <dgm:prSet presAssocID="{C557F672-E845-44F3-99B1-C2E983FE20CB}" presName="horz1" presStyleCnt="0"/>
      <dgm:spPr/>
    </dgm:pt>
    <dgm:pt modelId="{46CDE0DB-BBCF-49BA-8730-716301911F37}" type="pres">
      <dgm:prSet presAssocID="{C557F672-E845-44F3-99B1-C2E983FE20CB}" presName="tx1" presStyleLbl="revTx" presStyleIdx="4" presStyleCnt="20"/>
      <dgm:spPr/>
    </dgm:pt>
    <dgm:pt modelId="{3093D339-283A-43EA-A4F0-1A097D2F320E}" type="pres">
      <dgm:prSet presAssocID="{C557F672-E845-44F3-99B1-C2E983FE20CB}" presName="vert1" presStyleCnt="0"/>
      <dgm:spPr/>
    </dgm:pt>
    <dgm:pt modelId="{083A062A-AD97-4C4B-880A-D1090EBD0CA1}" type="pres">
      <dgm:prSet presAssocID="{0850CF29-9A04-4216-B3FB-AD76973E2F01}" presName="vertSpace2a" presStyleCnt="0"/>
      <dgm:spPr/>
    </dgm:pt>
    <dgm:pt modelId="{F0679EDA-0851-4B03-90E3-57E89F4C10E3}" type="pres">
      <dgm:prSet presAssocID="{0850CF29-9A04-4216-B3FB-AD76973E2F01}" presName="horz2" presStyleCnt="0"/>
      <dgm:spPr/>
    </dgm:pt>
    <dgm:pt modelId="{F3BE00A3-804C-4BDA-8F27-2AC9E2267435}" type="pres">
      <dgm:prSet presAssocID="{0850CF29-9A04-4216-B3FB-AD76973E2F01}" presName="horzSpace2" presStyleCnt="0"/>
      <dgm:spPr/>
    </dgm:pt>
    <dgm:pt modelId="{33A4D0BA-F256-4D83-9561-4D26D1E1B838}" type="pres">
      <dgm:prSet presAssocID="{0850CF29-9A04-4216-B3FB-AD76973E2F01}" presName="tx2" presStyleLbl="revTx" presStyleIdx="5" presStyleCnt="20"/>
      <dgm:spPr/>
    </dgm:pt>
    <dgm:pt modelId="{D45501A1-7982-49AB-BCEF-7CE4F64F575B}" type="pres">
      <dgm:prSet presAssocID="{0850CF29-9A04-4216-B3FB-AD76973E2F01}" presName="vert2" presStyleCnt="0"/>
      <dgm:spPr/>
    </dgm:pt>
    <dgm:pt modelId="{2970C346-C480-440D-9B7C-7465D35196F5}" type="pres">
      <dgm:prSet presAssocID="{0850CF29-9A04-4216-B3FB-AD76973E2F01}" presName="thinLine2b" presStyleLbl="callout" presStyleIdx="3" presStyleCnt="15"/>
      <dgm:spPr/>
    </dgm:pt>
    <dgm:pt modelId="{92FB8A44-ED99-4561-9E20-323AA9E04759}" type="pres">
      <dgm:prSet presAssocID="{0850CF29-9A04-4216-B3FB-AD76973E2F01}" presName="vertSpace2b" presStyleCnt="0"/>
      <dgm:spPr/>
    </dgm:pt>
    <dgm:pt modelId="{A32F6F8B-2753-4E56-8DB0-C13B78CCBF9A}" type="pres">
      <dgm:prSet presAssocID="{7D111F0D-F58F-4066-ADEF-03AA3DE99C79}" presName="horz2" presStyleCnt="0"/>
      <dgm:spPr/>
    </dgm:pt>
    <dgm:pt modelId="{38860975-DF38-481C-8362-3015FF1BFC62}" type="pres">
      <dgm:prSet presAssocID="{7D111F0D-F58F-4066-ADEF-03AA3DE99C79}" presName="horzSpace2" presStyleCnt="0"/>
      <dgm:spPr/>
    </dgm:pt>
    <dgm:pt modelId="{9BA15512-A3C3-4004-AB38-C809F4531548}" type="pres">
      <dgm:prSet presAssocID="{7D111F0D-F58F-4066-ADEF-03AA3DE99C79}" presName="tx2" presStyleLbl="revTx" presStyleIdx="6" presStyleCnt="20"/>
      <dgm:spPr/>
    </dgm:pt>
    <dgm:pt modelId="{1280E38E-F582-4CFB-822E-B7C489CA029C}" type="pres">
      <dgm:prSet presAssocID="{7D111F0D-F58F-4066-ADEF-03AA3DE99C79}" presName="vert2" presStyleCnt="0"/>
      <dgm:spPr/>
    </dgm:pt>
    <dgm:pt modelId="{07EC57C1-CB74-4602-841F-7893EDF3C692}" type="pres">
      <dgm:prSet presAssocID="{7D111F0D-F58F-4066-ADEF-03AA3DE99C79}" presName="thinLine2b" presStyleLbl="callout" presStyleIdx="4" presStyleCnt="15"/>
      <dgm:spPr/>
    </dgm:pt>
    <dgm:pt modelId="{626733B5-AC2B-4DD4-B6F2-179CC07BD006}" type="pres">
      <dgm:prSet presAssocID="{7D111F0D-F58F-4066-ADEF-03AA3DE99C79}" presName="vertSpace2b" presStyleCnt="0"/>
      <dgm:spPr/>
    </dgm:pt>
    <dgm:pt modelId="{CCC44CA4-A998-4AFE-BD23-0D75D3288933}" type="pres">
      <dgm:prSet presAssocID="{C8DB02ED-9339-4BF1-B0C4-778C5CF7D2D4}" presName="horz2" presStyleCnt="0"/>
      <dgm:spPr/>
    </dgm:pt>
    <dgm:pt modelId="{8B1653A3-BB93-41E7-88B5-1B924AAE34F1}" type="pres">
      <dgm:prSet presAssocID="{C8DB02ED-9339-4BF1-B0C4-778C5CF7D2D4}" presName="horzSpace2" presStyleCnt="0"/>
      <dgm:spPr/>
    </dgm:pt>
    <dgm:pt modelId="{6E6C1B05-AC1E-4FC1-9F45-9C3D488110A9}" type="pres">
      <dgm:prSet presAssocID="{C8DB02ED-9339-4BF1-B0C4-778C5CF7D2D4}" presName="tx2" presStyleLbl="revTx" presStyleIdx="7" presStyleCnt="20"/>
      <dgm:spPr/>
    </dgm:pt>
    <dgm:pt modelId="{94303DE7-644D-4D42-A43F-4AEBA908213C}" type="pres">
      <dgm:prSet presAssocID="{C8DB02ED-9339-4BF1-B0C4-778C5CF7D2D4}" presName="vert2" presStyleCnt="0"/>
      <dgm:spPr/>
    </dgm:pt>
    <dgm:pt modelId="{DA557584-DE18-4A91-AABD-F11B7D863453}" type="pres">
      <dgm:prSet presAssocID="{C8DB02ED-9339-4BF1-B0C4-778C5CF7D2D4}" presName="thinLine2b" presStyleLbl="callout" presStyleIdx="5" presStyleCnt="15"/>
      <dgm:spPr/>
    </dgm:pt>
    <dgm:pt modelId="{0EA9FBFC-2871-407A-B0E6-D92578FAFCE9}" type="pres">
      <dgm:prSet presAssocID="{C8DB02ED-9339-4BF1-B0C4-778C5CF7D2D4}" presName="vertSpace2b" presStyleCnt="0"/>
      <dgm:spPr/>
    </dgm:pt>
    <dgm:pt modelId="{E5EAD45F-7820-4F11-8310-00B20E9FE0CF}" type="pres">
      <dgm:prSet presAssocID="{45F55F38-C0E2-4F2D-BC9C-95F2E60F8327}" presName="thickLine" presStyleLbl="alignNode1" presStyleIdx="2" presStyleCnt="5"/>
      <dgm:spPr/>
    </dgm:pt>
    <dgm:pt modelId="{A236FAB8-BE2A-49D1-A17C-4AACF0B5F470}" type="pres">
      <dgm:prSet presAssocID="{45F55F38-C0E2-4F2D-BC9C-95F2E60F8327}" presName="horz1" presStyleCnt="0"/>
      <dgm:spPr/>
    </dgm:pt>
    <dgm:pt modelId="{12E828A2-B72C-41E8-B76A-7E1858C81542}" type="pres">
      <dgm:prSet presAssocID="{45F55F38-C0E2-4F2D-BC9C-95F2E60F8327}" presName="tx1" presStyleLbl="revTx" presStyleIdx="8" presStyleCnt="20"/>
      <dgm:spPr/>
    </dgm:pt>
    <dgm:pt modelId="{529827CC-00A0-4985-A634-54F389906FAF}" type="pres">
      <dgm:prSet presAssocID="{45F55F38-C0E2-4F2D-BC9C-95F2E60F8327}" presName="vert1" presStyleCnt="0"/>
      <dgm:spPr/>
    </dgm:pt>
    <dgm:pt modelId="{69F16C7D-A496-4E01-A5C9-BFD4839DB0BE}" type="pres">
      <dgm:prSet presAssocID="{11CD9CF6-0945-44C6-AAA2-116881243241}" presName="vertSpace2a" presStyleCnt="0"/>
      <dgm:spPr/>
    </dgm:pt>
    <dgm:pt modelId="{2BA6078F-325F-4E4A-ABE6-C8D66395D49E}" type="pres">
      <dgm:prSet presAssocID="{11CD9CF6-0945-44C6-AAA2-116881243241}" presName="horz2" presStyleCnt="0"/>
      <dgm:spPr/>
    </dgm:pt>
    <dgm:pt modelId="{5C0A6A62-C456-41C3-B07B-AE5299BB35C6}" type="pres">
      <dgm:prSet presAssocID="{11CD9CF6-0945-44C6-AAA2-116881243241}" presName="horzSpace2" presStyleCnt="0"/>
      <dgm:spPr/>
    </dgm:pt>
    <dgm:pt modelId="{DAA34671-066F-4E9A-8A2E-80153D052136}" type="pres">
      <dgm:prSet presAssocID="{11CD9CF6-0945-44C6-AAA2-116881243241}" presName="tx2" presStyleLbl="revTx" presStyleIdx="9" presStyleCnt="20"/>
      <dgm:spPr/>
    </dgm:pt>
    <dgm:pt modelId="{892BF338-72EE-4437-AE29-78A9B832247A}" type="pres">
      <dgm:prSet presAssocID="{11CD9CF6-0945-44C6-AAA2-116881243241}" presName="vert2" presStyleCnt="0"/>
      <dgm:spPr/>
    </dgm:pt>
    <dgm:pt modelId="{6C2E4F78-FD16-450D-A40D-412EE514ADD3}" type="pres">
      <dgm:prSet presAssocID="{11CD9CF6-0945-44C6-AAA2-116881243241}" presName="thinLine2b" presStyleLbl="callout" presStyleIdx="6" presStyleCnt="15"/>
      <dgm:spPr/>
    </dgm:pt>
    <dgm:pt modelId="{F8F8DC1C-0CEC-4DDF-94BE-D72D9FA8FD25}" type="pres">
      <dgm:prSet presAssocID="{11CD9CF6-0945-44C6-AAA2-116881243241}" presName="vertSpace2b" presStyleCnt="0"/>
      <dgm:spPr/>
    </dgm:pt>
    <dgm:pt modelId="{8B46D784-7B8A-45C8-8748-4384D1FC79BB}" type="pres">
      <dgm:prSet presAssocID="{126AA4BF-5915-47EA-900D-AC1BC91ED161}" presName="horz2" presStyleCnt="0"/>
      <dgm:spPr/>
    </dgm:pt>
    <dgm:pt modelId="{21F585C7-F059-4649-B36D-CB1C32308A00}" type="pres">
      <dgm:prSet presAssocID="{126AA4BF-5915-47EA-900D-AC1BC91ED161}" presName="horzSpace2" presStyleCnt="0"/>
      <dgm:spPr/>
    </dgm:pt>
    <dgm:pt modelId="{8EBB8C0D-AF5C-4181-B106-C7692AC0D652}" type="pres">
      <dgm:prSet presAssocID="{126AA4BF-5915-47EA-900D-AC1BC91ED161}" presName="tx2" presStyleLbl="revTx" presStyleIdx="10" presStyleCnt="20"/>
      <dgm:spPr/>
    </dgm:pt>
    <dgm:pt modelId="{1AB34C83-77E8-4274-8171-019E2D9F800B}" type="pres">
      <dgm:prSet presAssocID="{126AA4BF-5915-47EA-900D-AC1BC91ED161}" presName="vert2" presStyleCnt="0"/>
      <dgm:spPr/>
    </dgm:pt>
    <dgm:pt modelId="{9C823658-6988-4E80-BD58-FF3F4F08DD60}" type="pres">
      <dgm:prSet presAssocID="{126AA4BF-5915-47EA-900D-AC1BC91ED161}" presName="thinLine2b" presStyleLbl="callout" presStyleIdx="7" presStyleCnt="15"/>
      <dgm:spPr/>
    </dgm:pt>
    <dgm:pt modelId="{3D14EBD7-AC2F-46E4-A206-A9DC7F166F41}" type="pres">
      <dgm:prSet presAssocID="{126AA4BF-5915-47EA-900D-AC1BC91ED161}" presName="vertSpace2b" presStyleCnt="0"/>
      <dgm:spPr/>
    </dgm:pt>
    <dgm:pt modelId="{37CF596E-D280-4641-B3AE-4231A8917A22}" type="pres">
      <dgm:prSet presAssocID="{31C7568D-4B34-49CE-B615-27FFCB34E635}" presName="horz2" presStyleCnt="0"/>
      <dgm:spPr/>
    </dgm:pt>
    <dgm:pt modelId="{81FFE362-08CB-463E-AECE-12BBF0C23FDE}" type="pres">
      <dgm:prSet presAssocID="{31C7568D-4B34-49CE-B615-27FFCB34E635}" presName="horzSpace2" presStyleCnt="0"/>
      <dgm:spPr/>
    </dgm:pt>
    <dgm:pt modelId="{AD59F2AB-E06F-48C8-98B3-4A2D383F7F80}" type="pres">
      <dgm:prSet presAssocID="{31C7568D-4B34-49CE-B615-27FFCB34E635}" presName="tx2" presStyleLbl="revTx" presStyleIdx="11" presStyleCnt="20"/>
      <dgm:spPr/>
    </dgm:pt>
    <dgm:pt modelId="{4B2A4F5A-B194-4D93-A737-97569A4060ED}" type="pres">
      <dgm:prSet presAssocID="{31C7568D-4B34-49CE-B615-27FFCB34E635}" presName="vert2" presStyleCnt="0"/>
      <dgm:spPr/>
    </dgm:pt>
    <dgm:pt modelId="{B1CF1856-DB26-49A2-B24F-DFFC37F8D536}" type="pres">
      <dgm:prSet presAssocID="{31C7568D-4B34-49CE-B615-27FFCB34E635}" presName="thinLine2b" presStyleLbl="callout" presStyleIdx="8" presStyleCnt="15"/>
      <dgm:spPr/>
    </dgm:pt>
    <dgm:pt modelId="{94BBB1B1-8A73-48DC-BE00-3A3A059B9889}" type="pres">
      <dgm:prSet presAssocID="{31C7568D-4B34-49CE-B615-27FFCB34E635}" presName="vertSpace2b" presStyleCnt="0"/>
      <dgm:spPr/>
    </dgm:pt>
    <dgm:pt modelId="{935D3E48-8CAB-42F0-B6D9-F79227ADD0E9}" type="pres">
      <dgm:prSet presAssocID="{AA889612-C79D-4A7E-A4C5-AD4DF1DC9638}" presName="thickLine" presStyleLbl="alignNode1" presStyleIdx="3" presStyleCnt="5"/>
      <dgm:spPr/>
    </dgm:pt>
    <dgm:pt modelId="{65634AC6-5C67-4529-A4B7-8D72312BDC06}" type="pres">
      <dgm:prSet presAssocID="{AA889612-C79D-4A7E-A4C5-AD4DF1DC9638}" presName="horz1" presStyleCnt="0"/>
      <dgm:spPr/>
    </dgm:pt>
    <dgm:pt modelId="{7EA678FA-D9F3-4672-A1A2-0CB6C0DC3620}" type="pres">
      <dgm:prSet presAssocID="{AA889612-C79D-4A7E-A4C5-AD4DF1DC9638}" presName="tx1" presStyleLbl="revTx" presStyleIdx="12" presStyleCnt="20"/>
      <dgm:spPr/>
    </dgm:pt>
    <dgm:pt modelId="{4C8921B0-9EFA-47CF-B7FF-3FBE59EEA99E}" type="pres">
      <dgm:prSet presAssocID="{AA889612-C79D-4A7E-A4C5-AD4DF1DC9638}" presName="vert1" presStyleCnt="0"/>
      <dgm:spPr/>
    </dgm:pt>
    <dgm:pt modelId="{A188457F-B0F8-404B-999C-6A14AAD0C02B}" type="pres">
      <dgm:prSet presAssocID="{985E27AC-1AF4-4DD3-ACEF-66F379B7A558}" presName="vertSpace2a" presStyleCnt="0"/>
      <dgm:spPr/>
    </dgm:pt>
    <dgm:pt modelId="{6CF3047B-BDF1-447D-B966-A30C8B93CE65}" type="pres">
      <dgm:prSet presAssocID="{985E27AC-1AF4-4DD3-ACEF-66F379B7A558}" presName="horz2" presStyleCnt="0"/>
      <dgm:spPr/>
    </dgm:pt>
    <dgm:pt modelId="{C450A16F-FD43-4A6A-ABBC-123CC16773CF}" type="pres">
      <dgm:prSet presAssocID="{985E27AC-1AF4-4DD3-ACEF-66F379B7A558}" presName="horzSpace2" presStyleCnt="0"/>
      <dgm:spPr/>
    </dgm:pt>
    <dgm:pt modelId="{AA71D176-CC98-414D-99C1-A024A9D00361}" type="pres">
      <dgm:prSet presAssocID="{985E27AC-1AF4-4DD3-ACEF-66F379B7A558}" presName="tx2" presStyleLbl="revTx" presStyleIdx="13" presStyleCnt="20"/>
      <dgm:spPr/>
    </dgm:pt>
    <dgm:pt modelId="{F17BFF98-8D3D-4473-BE93-EB8DFE1D64C1}" type="pres">
      <dgm:prSet presAssocID="{985E27AC-1AF4-4DD3-ACEF-66F379B7A558}" presName="vert2" presStyleCnt="0"/>
      <dgm:spPr/>
    </dgm:pt>
    <dgm:pt modelId="{44279A6E-0BBF-49C5-BDC9-DE33C2A8D10F}" type="pres">
      <dgm:prSet presAssocID="{985E27AC-1AF4-4DD3-ACEF-66F379B7A558}" presName="thinLine2b" presStyleLbl="callout" presStyleIdx="9" presStyleCnt="15"/>
      <dgm:spPr/>
    </dgm:pt>
    <dgm:pt modelId="{5E26806C-F190-47BC-8779-DE47111C751F}" type="pres">
      <dgm:prSet presAssocID="{985E27AC-1AF4-4DD3-ACEF-66F379B7A558}" presName="vertSpace2b" presStyleCnt="0"/>
      <dgm:spPr/>
    </dgm:pt>
    <dgm:pt modelId="{943AFB0F-FBD7-43B2-ACC5-655EA3713170}" type="pres">
      <dgm:prSet presAssocID="{6A6B6FB7-D27D-45D7-B131-1B5C9F1E1082}" presName="horz2" presStyleCnt="0"/>
      <dgm:spPr/>
    </dgm:pt>
    <dgm:pt modelId="{D637CBF2-5A50-4B66-8802-79F8543A1782}" type="pres">
      <dgm:prSet presAssocID="{6A6B6FB7-D27D-45D7-B131-1B5C9F1E1082}" presName="horzSpace2" presStyleCnt="0"/>
      <dgm:spPr/>
    </dgm:pt>
    <dgm:pt modelId="{1C34587F-9D6B-46B6-95AD-A099F84B0047}" type="pres">
      <dgm:prSet presAssocID="{6A6B6FB7-D27D-45D7-B131-1B5C9F1E1082}" presName="tx2" presStyleLbl="revTx" presStyleIdx="14" presStyleCnt="20"/>
      <dgm:spPr/>
    </dgm:pt>
    <dgm:pt modelId="{EACC02E9-FCD2-4E49-ACFF-854E38CBD9A8}" type="pres">
      <dgm:prSet presAssocID="{6A6B6FB7-D27D-45D7-B131-1B5C9F1E1082}" presName="vert2" presStyleCnt="0"/>
      <dgm:spPr/>
    </dgm:pt>
    <dgm:pt modelId="{34B77858-B239-4EBD-A559-562B8BB26B15}" type="pres">
      <dgm:prSet presAssocID="{6A6B6FB7-D27D-45D7-B131-1B5C9F1E1082}" presName="thinLine2b" presStyleLbl="callout" presStyleIdx="10" presStyleCnt="15"/>
      <dgm:spPr/>
    </dgm:pt>
    <dgm:pt modelId="{5FC63BBF-0ECD-455C-AE59-64C276AAADDD}" type="pres">
      <dgm:prSet presAssocID="{6A6B6FB7-D27D-45D7-B131-1B5C9F1E1082}" presName="vertSpace2b" presStyleCnt="0"/>
      <dgm:spPr/>
    </dgm:pt>
    <dgm:pt modelId="{30182502-9A08-41F2-9657-98D7468DC0C7}" type="pres">
      <dgm:prSet presAssocID="{BD14C8B8-A6AD-4F38-89F8-DF370FAAC2A0}" presName="horz2" presStyleCnt="0"/>
      <dgm:spPr/>
    </dgm:pt>
    <dgm:pt modelId="{27F6FB6A-FAC5-48BD-AC7E-B40C6C1A2607}" type="pres">
      <dgm:prSet presAssocID="{BD14C8B8-A6AD-4F38-89F8-DF370FAAC2A0}" presName="horzSpace2" presStyleCnt="0"/>
      <dgm:spPr/>
    </dgm:pt>
    <dgm:pt modelId="{3E18FB69-FB8D-43F8-9288-D5D96133A36C}" type="pres">
      <dgm:prSet presAssocID="{BD14C8B8-A6AD-4F38-89F8-DF370FAAC2A0}" presName="tx2" presStyleLbl="revTx" presStyleIdx="15" presStyleCnt="20"/>
      <dgm:spPr/>
    </dgm:pt>
    <dgm:pt modelId="{43260EFF-8C94-4FA6-B15B-6BB084A06683}" type="pres">
      <dgm:prSet presAssocID="{BD14C8B8-A6AD-4F38-89F8-DF370FAAC2A0}" presName="vert2" presStyleCnt="0"/>
      <dgm:spPr/>
    </dgm:pt>
    <dgm:pt modelId="{CFA78EC5-E52B-4826-BBBB-BA2A2A2BD09E}" type="pres">
      <dgm:prSet presAssocID="{BD14C8B8-A6AD-4F38-89F8-DF370FAAC2A0}" presName="thinLine2b" presStyleLbl="callout" presStyleIdx="11" presStyleCnt="15"/>
      <dgm:spPr/>
    </dgm:pt>
    <dgm:pt modelId="{A2C1F5C1-43ED-404C-A6DB-00C3C41E5567}" type="pres">
      <dgm:prSet presAssocID="{BD14C8B8-A6AD-4F38-89F8-DF370FAAC2A0}" presName="vertSpace2b" presStyleCnt="0"/>
      <dgm:spPr/>
    </dgm:pt>
    <dgm:pt modelId="{453F655D-F5A8-40E0-B0CB-B234F5F044A5}" type="pres">
      <dgm:prSet presAssocID="{1BBCE2DE-3C04-406A-B18D-458BB05D4D8E}" presName="thickLine" presStyleLbl="alignNode1" presStyleIdx="4" presStyleCnt="5"/>
      <dgm:spPr/>
    </dgm:pt>
    <dgm:pt modelId="{A50EE5A7-0F44-431F-AF7E-9B6162BD1D33}" type="pres">
      <dgm:prSet presAssocID="{1BBCE2DE-3C04-406A-B18D-458BB05D4D8E}" presName="horz1" presStyleCnt="0"/>
      <dgm:spPr/>
    </dgm:pt>
    <dgm:pt modelId="{88132C9E-FAB8-4856-90EB-8A134B074B2F}" type="pres">
      <dgm:prSet presAssocID="{1BBCE2DE-3C04-406A-B18D-458BB05D4D8E}" presName="tx1" presStyleLbl="revTx" presStyleIdx="16" presStyleCnt="20"/>
      <dgm:spPr/>
    </dgm:pt>
    <dgm:pt modelId="{E0C325C2-2F62-4EEC-BB2E-781EF311BF55}" type="pres">
      <dgm:prSet presAssocID="{1BBCE2DE-3C04-406A-B18D-458BB05D4D8E}" presName="vert1" presStyleCnt="0"/>
      <dgm:spPr/>
    </dgm:pt>
    <dgm:pt modelId="{E8127ED5-BF49-4457-B53E-904933C74F7D}" type="pres">
      <dgm:prSet presAssocID="{A97F943F-2411-418B-AEBB-D4C806F30A44}" presName="vertSpace2a" presStyleCnt="0"/>
      <dgm:spPr/>
    </dgm:pt>
    <dgm:pt modelId="{21B47D9E-DF21-4390-B54E-22F8A95B6F60}" type="pres">
      <dgm:prSet presAssocID="{A97F943F-2411-418B-AEBB-D4C806F30A44}" presName="horz2" presStyleCnt="0"/>
      <dgm:spPr/>
    </dgm:pt>
    <dgm:pt modelId="{52AD8D00-EDA1-41F0-B9FF-4D582AA6F064}" type="pres">
      <dgm:prSet presAssocID="{A97F943F-2411-418B-AEBB-D4C806F30A44}" presName="horzSpace2" presStyleCnt="0"/>
      <dgm:spPr/>
    </dgm:pt>
    <dgm:pt modelId="{3E83FC76-C564-4DA1-A3BA-54776CA62CED}" type="pres">
      <dgm:prSet presAssocID="{A97F943F-2411-418B-AEBB-D4C806F30A44}" presName="tx2" presStyleLbl="revTx" presStyleIdx="17" presStyleCnt="20"/>
      <dgm:spPr/>
    </dgm:pt>
    <dgm:pt modelId="{7B9A3876-FD1C-4A8C-90A9-D2D4D15281D3}" type="pres">
      <dgm:prSet presAssocID="{A97F943F-2411-418B-AEBB-D4C806F30A44}" presName="vert2" presStyleCnt="0"/>
      <dgm:spPr/>
    </dgm:pt>
    <dgm:pt modelId="{09CE15F9-9697-45E1-9102-FD56F4168F27}" type="pres">
      <dgm:prSet presAssocID="{A97F943F-2411-418B-AEBB-D4C806F30A44}" presName="thinLine2b" presStyleLbl="callout" presStyleIdx="12" presStyleCnt="15"/>
      <dgm:spPr/>
    </dgm:pt>
    <dgm:pt modelId="{E02D5CE3-3CDA-430C-8A40-7D4B3BD24DC4}" type="pres">
      <dgm:prSet presAssocID="{A97F943F-2411-418B-AEBB-D4C806F30A44}" presName="vertSpace2b" presStyleCnt="0"/>
      <dgm:spPr/>
    </dgm:pt>
    <dgm:pt modelId="{D33CE002-1D7F-4553-B30F-E2A5A7D3B32A}" type="pres">
      <dgm:prSet presAssocID="{7EDA9370-AF4F-457E-AADD-84F605AA1C3C}" presName="horz2" presStyleCnt="0"/>
      <dgm:spPr/>
    </dgm:pt>
    <dgm:pt modelId="{6B2732B3-9CC8-419F-AE17-54890A442200}" type="pres">
      <dgm:prSet presAssocID="{7EDA9370-AF4F-457E-AADD-84F605AA1C3C}" presName="horzSpace2" presStyleCnt="0"/>
      <dgm:spPr/>
    </dgm:pt>
    <dgm:pt modelId="{8E209CA1-E259-4DC1-8FAB-531D179DB31F}" type="pres">
      <dgm:prSet presAssocID="{7EDA9370-AF4F-457E-AADD-84F605AA1C3C}" presName="tx2" presStyleLbl="revTx" presStyleIdx="18" presStyleCnt="20"/>
      <dgm:spPr/>
    </dgm:pt>
    <dgm:pt modelId="{7B71004A-620B-4190-AE46-38374401BA75}" type="pres">
      <dgm:prSet presAssocID="{7EDA9370-AF4F-457E-AADD-84F605AA1C3C}" presName="vert2" presStyleCnt="0"/>
      <dgm:spPr/>
    </dgm:pt>
    <dgm:pt modelId="{3B170484-6B13-4171-BFB3-E4EDF094625C}" type="pres">
      <dgm:prSet presAssocID="{7EDA9370-AF4F-457E-AADD-84F605AA1C3C}" presName="thinLine2b" presStyleLbl="callout" presStyleIdx="13" presStyleCnt="15"/>
      <dgm:spPr/>
    </dgm:pt>
    <dgm:pt modelId="{9CC45A46-13CD-43A7-ACBE-960C47AF2813}" type="pres">
      <dgm:prSet presAssocID="{7EDA9370-AF4F-457E-AADD-84F605AA1C3C}" presName="vertSpace2b" presStyleCnt="0"/>
      <dgm:spPr/>
    </dgm:pt>
    <dgm:pt modelId="{B14AC2E0-7C3C-40F0-86B4-8EA00C074D03}" type="pres">
      <dgm:prSet presAssocID="{5304E547-C162-40ED-B176-1256FA713CD2}" presName="horz2" presStyleCnt="0"/>
      <dgm:spPr/>
    </dgm:pt>
    <dgm:pt modelId="{BA889BA5-DF0D-4243-B6D5-B50580533428}" type="pres">
      <dgm:prSet presAssocID="{5304E547-C162-40ED-B176-1256FA713CD2}" presName="horzSpace2" presStyleCnt="0"/>
      <dgm:spPr/>
    </dgm:pt>
    <dgm:pt modelId="{AF153E9E-9C43-4E73-85F9-1BE6D7B447C7}" type="pres">
      <dgm:prSet presAssocID="{5304E547-C162-40ED-B176-1256FA713CD2}" presName="tx2" presStyleLbl="revTx" presStyleIdx="19" presStyleCnt="20"/>
      <dgm:spPr/>
    </dgm:pt>
    <dgm:pt modelId="{E1129E1D-F80A-4D20-AAAC-8A46E7893A00}" type="pres">
      <dgm:prSet presAssocID="{5304E547-C162-40ED-B176-1256FA713CD2}" presName="vert2" presStyleCnt="0"/>
      <dgm:spPr/>
    </dgm:pt>
    <dgm:pt modelId="{BD5A86B6-03F5-470B-BBF4-A4B4B555F9CD}" type="pres">
      <dgm:prSet presAssocID="{5304E547-C162-40ED-B176-1256FA713CD2}" presName="thinLine2b" presStyleLbl="callout" presStyleIdx="14" presStyleCnt="15"/>
      <dgm:spPr/>
    </dgm:pt>
    <dgm:pt modelId="{30B09795-E810-4A8E-AABF-7D51665B02B9}" type="pres">
      <dgm:prSet presAssocID="{5304E547-C162-40ED-B176-1256FA713CD2}" presName="vertSpace2b" presStyleCnt="0"/>
      <dgm:spPr/>
    </dgm:pt>
  </dgm:ptLst>
  <dgm:cxnLst>
    <dgm:cxn modelId="{025AA709-3536-43B1-BE9B-1F6832B050BF}" type="presOf" srcId="{126AA4BF-5915-47EA-900D-AC1BC91ED161}" destId="{8EBB8C0D-AF5C-4181-B106-C7692AC0D652}" srcOrd="0" destOrd="0" presId="urn:microsoft.com/office/officeart/2008/layout/LinedList"/>
    <dgm:cxn modelId="{4A0F7016-1327-4F5B-8AEF-0E7C9BCB4CD9}" type="presOf" srcId="{A1C92D8B-9F06-4E01-9C42-28C193D9A458}" destId="{8B502AC6-F84B-484F-8115-6C935E71F8C6}" srcOrd="0" destOrd="0" presId="urn:microsoft.com/office/officeart/2008/layout/LinedList"/>
    <dgm:cxn modelId="{202CFF16-D9EE-40DE-BBF5-C2AD8BECD908}" type="presOf" srcId="{C8DB02ED-9339-4BF1-B0C4-778C5CF7D2D4}" destId="{6E6C1B05-AC1E-4FC1-9F45-9C3D488110A9}" srcOrd="0" destOrd="0" presId="urn:microsoft.com/office/officeart/2008/layout/LinedList"/>
    <dgm:cxn modelId="{8C97441A-798E-4B48-8228-D5C39BDB778D}" srcId="{AA889612-C79D-4A7E-A4C5-AD4DF1DC9638}" destId="{6A6B6FB7-D27D-45D7-B131-1B5C9F1E1082}" srcOrd="1" destOrd="0" parTransId="{5DBDA8AA-8A3C-4DC7-A2D5-1E910DFA6F71}" sibTransId="{CC1E2586-9183-4C97-95D3-A8A91526B125}"/>
    <dgm:cxn modelId="{8E3B0627-CBAB-443C-9250-2E9B54F0E507}" srcId="{45F55F38-C0E2-4F2D-BC9C-95F2E60F8327}" destId="{126AA4BF-5915-47EA-900D-AC1BC91ED161}" srcOrd="1" destOrd="0" parTransId="{10EBD67B-F2D6-421E-98DD-113058477686}" sibTransId="{514BC184-D3A2-44FD-B509-56F52935AF5A}"/>
    <dgm:cxn modelId="{6D084F27-E535-4E69-90E8-50500A5ACECF}" type="presOf" srcId="{7CF5C970-A6EA-479A-A16A-B528F9215523}" destId="{78779332-CFD4-45C6-BA66-7F6BEE70FDED}" srcOrd="0" destOrd="0" presId="urn:microsoft.com/office/officeart/2008/layout/LinedList"/>
    <dgm:cxn modelId="{BD645127-2CBD-4500-803F-4A85CAD66CD5}" type="presOf" srcId="{11CD9CF6-0945-44C6-AAA2-116881243241}" destId="{DAA34671-066F-4E9A-8A2E-80153D052136}" srcOrd="0" destOrd="0" presId="urn:microsoft.com/office/officeart/2008/layout/LinedList"/>
    <dgm:cxn modelId="{92953329-29E6-464D-8517-64098BA08D7B}" type="presOf" srcId="{6A6B6FB7-D27D-45D7-B131-1B5C9F1E1082}" destId="{1C34587F-9D6B-46B6-95AD-A099F84B0047}" srcOrd="0" destOrd="0" presId="urn:microsoft.com/office/officeart/2008/layout/LinedList"/>
    <dgm:cxn modelId="{9C426030-915C-4F03-A982-E303BB8FB561}" srcId="{1BBCE2DE-3C04-406A-B18D-458BB05D4D8E}" destId="{A97F943F-2411-418B-AEBB-D4C806F30A44}" srcOrd="0" destOrd="0" parTransId="{9324F100-E21B-4862-9E68-CB7E45A24C2B}" sibTransId="{B9D8D693-0875-4E8E-BE98-892481FFCBD9}"/>
    <dgm:cxn modelId="{9B84E734-7AAE-40AB-BC41-5FDB5DB3EF1F}" srcId="{C557F672-E845-44F3-99B1-C2E983FE20CB}" destId="{7D111F0D-F58F-4066-ADEF-03AA3DE99C79}" srcOrd="1" destOrd="0" parTransId="{664DD384-B20F-4714-AAE8-BF68B6DB837D}" sibTransId="{FEFC9CC9-9519-45D0-B044-8BAB9D2990BE}"/>
    <dgm:cxn modelId="{23208D64-84D2-41E0-B145-7F244121FC3F}" type="presOf" srcId="{F925ACC1-4291-4C71-97FB-6DBB61F09E20}" destId="{627C293C-763C-4E13-AC7F-955635C4946B}" srcOrd="0" destOrd="0" presId="urn:microsoft.com/office/officeart/2008/layout/LinedList"/>
    <dgm:cxn modelId="{E4D38066-3C86-4593-AA41-40C6EEDE0C0C}" type="presOf" srcId="{BD14C8B8-A6AD-4F38-89F8-DF370FAAC2A0}" destId="{3E18FB69-FB8D-43F8-9288-D5D96133A36C}" srcOrd="0" destOrd="0" presId="urn:microsoft.com/office/officeart/2008/layout/LinedList"/>
    <dgm:cxn modelId="{DD5A8466-3DFE-4247-BBCE-CB8FFE612D57}" type="presOf" srcId="{1690D17F-66EA-44B7-A47E-1843E92E8B85}" destId="{124E0B3F-E4A0-424D-A670-DC4408FAD9CA}" srcOrd="0" destOrd="0" presId="urn:microsoft.com/office/officeart/2008/layout/LinedList"/>
    <dgm:cxn modelId="{B0BE6C67-A8A0-4E00-895C-DBEBCCF3B91D}" type="presOf" srcId="{0850CF29-9A04-4216-B3FB-AD76973E2F01}" destId="{33A4D0BA-F256-4D83-9561-4D26D1E1B838}" srcOrd="0" destOrd="0" presId="urn:microsoft.com/office/officeart/2008/layout/LinedList"/>
    <dgm:cxn modelId="{C8FEF167-157B-4029-8D87-598AB33C08BC}" type="presOf" srcId="{985E27AC-1AF4-4DD3-ACEF-66F379B7A558}" destId="{AA71D176-CC98-414D-99C1-A024A9D00361}" srcOrd="0" destOrd="0" presId="urn:microsoft.com/office/officeart/2008/layout/LinedList"/>
    <dgm:cxn modelId="{533BE568-3B8B-4021-BCF6-E334219225E8}" type="presOf" srcId="{1BBCE2DE-3C04-406A-B18D-458BB05D4D8E}" destId="{88132C9E-FAB8-4856-90EB-8A134B074B2F}" srcOrd="0" destOrd="0" presId="urn:microsoft.com/office/officeart/2008/layout/LinedList"/>
    <dgm:cxn modelId="{8F0F144B-25BC-4ACB-B1FF-F67EB9AD753E}" srcId="{C557F672-E845-44F3-99B1-C2E983FE20CB}" destId="{0850CF29-9A04-4216-B3FB-AD76973E2F01}" srcOrd="0" destOrd="0" parTransId="{93F2C7C6-2588-499B-A751-0CB7B62D4963}" sibTransId="{E4292015-42E1-4B8A-B401-B66F023A3219}"/>
    <dgm:cxn modelId="{2FC67351-6A59-4BC9-8A0E-B872ED4CCFD4}" type="presOf" srcId="{7D111F0D-F58F-4066-ADEF-03AA3DE99C79}" destId="{9BA15512-A3C3-4004-AB38-C809F4531548}" srcOrd="0" destOrd="0" presId="urn:microsoft.com/office/officeart/2008/layout/LinedList"/>
    <dgm:cxn modelId="{54D19B55-FC56-4D65-9345-263FB6606532}" srcId="{45F55F38-C0E2-4F2D-BC9C-95F2E60F8327}" destId="{11CD9CF6-0945-44C6-AAA2-116881243241}" srcOrd="0" destOrd="0" parTransId="{BB230618-1FE4-45FA-BE53-5B89B44E6A54}" sibTransId="{AC51DFA9-64FA-4847-BB0F-BC050D1BF301}"/>
    <dgm:cxn modelId="{36CBEB57-19BB-43B0-B277-E3ACCF072E11}" srcId="{499753A7-8D14-4ED6-AB9A-9B40476E00C3}" destId="{1690D17F-66EA-44B7-A47E-1843E92E8B85}" srcOrd="1" destOrd="0" parTransId="{7B53F578-37AD-4B94-A841-BFF79B8B8F5A}" sibTransId="{DAAF943D-A5EE-42F0-A7F4-09D4400B46EA}"/>
    <dgm:cxn modelId="{F5A73258-42C0-43DE-BB85-FD0ACF6C2E6A}" type="presOf" srcId="{45F55F38-C0E2-4F2D-BC9C-95F2E60F8327}" destId="{12E828A2-B72C-41E8-B76A-7E1858C81542}" srcOrd="0" destOrd="0" presId="urn:microsoft.com/office/officeart/2008/layout/LinedList"/>
    <dgm:cxn modelId="{51B5CC79-7C9D-476F-B041-854CD5CF425F}" type="presOf" srcId="{499753A7-8D14-4ED6-AB9A-9B40476E00C3}" destId="{81AF00B9-4FF9-49DD-950A-DC0E83EAB6E7}" srcOrd="0" destOrd="0" presId="urn:microsoft.com/office/officeart/2008/layout/LinedList"/>
    <dgm:cxn modelId="{E2B9E17A-0090-48E5-A770-D4E383617ED4}" type="presOf" srcId="{AA889612-C79D-4A7E-A4C5-AD4DF1DC9638}" destId="{7EA678FA-D9F3-4672-A1A2-0CB6C0DC3620}" srcOrd="0" destOrd="0" presId="urn:microsoft.com/office/officeart/2008/layout/LinedList"/>
    <dgm:cxn modelId="{3119667C-F3CF-463A-880E-C9C848381FF1}" type="presOf" srcId="{C557F672-E845-44F3-99B1-C2E983FE20CB}" destId="{46CDE0DB-BBCF-49BA-8730-716301911F37}" srcOrd="0" destOrd="0" presId="urn:microsoft.com/office/officeart/2008/layout/LinedList"/>
    <dgm:cxn modelId="{9209A295-4C2C-485F-A351-DF50E1831BFE}" srcId="{A1C92D8B-9F06-4E01-9C42-28C193D9A458}" destId="{AA889612-C79D-4A7E-A4C5-AD4DF1DC9638}" srcOrd="3" destOrd="0" parTransId="{FE57C3B9-A95F-44AA-AB78-0F595F25EEF6}" sibTransId="{F903E850-348A-4CCA-8787-7D662A2B1AAD}"/>
    <dgm:cxn modelId="{E2F183A4-023B-403F-AA8B-F17A3E942F8B}" type="presOf" srcId="{A97F943F-2411-418B-AEBB-D4C806F30A44}" destId="{3E83FC76-C564-4DA1-A3BA-54776CA62CED}" srcOrd="0" destOrd="0" presId="urn:microsoft.com/office/officeart/2008/layout/LinedList"/>
    <dgm:cxn modelId="{BFBA6AA9-3C43-450A-A8D0-7483BE472AD4}" srcId="{A1C92D8B-9F06-4E01-9C42-28C193D9A458}" destId="{1BBCE2DE-3C04-406A-B18D-458BB05D4D8E}" srcOrd="4" destOrd="0" parTransId="{B528E000-A1CB-4B8C-A6D6-393A1746B410}" sibTransId="{223FB45B-F6A0-44BD-8CAA-BC8DF359D541}"/>
    <dgm:cxn modelId="{21EB56AA-5555-437B-8940-0E4266142C96}" srcId="{45F55F38-C0E2-4F2D-BC9C-95F2E60F8327}" destId="{31C7568D-4B34-49CE-B615-27FFCB34E635}" srcOrd="2" destOrd="0" parTransId="{27256415-4DA4-406F-80C5-C2111796FFD4}" sibTransId="{D48E0E2A-8FE7-4099-997D-03ADFAF6C31A}"/>
    <dgm:cxn modelId="{E99F22AC-80F5-4962-AB80-5DDAC67C3E03}" srcId="{499753A7-8D14-4ED6-AB9A-9B40476E00C3}" destId="{F925ACC1-4291-4C71-97FB-6DBB61F09E20}" srcOrd="0" destOrd="0" parTransId="{3A42A49B-6355-4C20-8872-F307AE8516F7}" sibTransId="{A3AE1DE3-71A7-4068-BF33-6C18AC3309E0}"/>
    <dgm:cxn modelId="{9BAD80AC-DA1D-450F-B6A3-7607A551B075}" srcId="{C557F672-E845-44F3-99B1-C2E983FE20CB}" destId="{C8DB02ED-9339-4BF1-B0C4-778C5CF7D2D4}" srcOrd="2" destOrd="0" parTransId="{C49036ED-42E1-431B-8C8D-6690BDBF3766}" sibTransId="{CE58ED60-5660-462B-ACFD-A2BEE3A57615}"/>
    <dgm:cxn modelId="{459A49AD-0A82-4A4A-989E-25302A4325A6}" type="presOf" srcId="{31C7568D-4B34-49CE-B615-27FFCB34E635}" destId="{AD59F2AB-E06F-48C8-98B3-4A2D383F7F80}" srcOrd="0" destOrd="0" presId="urn:microsoft.com/office/officeart/2008/layout/LinedList"/>
    <dgm:cxn modelId="{DE375FBA-8EE6-49BF-835D-B20903C29F3C}" srcId="{A1C92D8B-9F06-4E01-9C42-28C193D9A458}" destId="{45F55F38-C0E2-4F2D-BC9C-95F2E60F8327}" srcOrd="2" destOrd="0" parTransId="{F7746078-2936-4BE3-B2D3-C12AB41E51E6}" sibTransId="{046DA19C-3678-4DD6-9D36-AA68D9E8C613}"/>
    <dgm:cxn modelId="{D26F69BF-047C-4CAF-AFAF-8628C12251C1}" srcId="{1BBCE2DE-3C04-406A-B18D-458BB05D4D8E}" destId="{7EDA9370-AF4F-457E-AADD-84F605AA1C3C}" srcOrd="1" destOrd="0" parTransId="{9A256CF9-514A-4615-9615-618AA950E058}" sibTransId="{B6FCE6CB-7A08-4548-B7DA-29369D2A54BE}"/>
    <dgm:cxn modelId="{354AD3C6-E82B-47EE-A83E-121E0F64E300}" srcId="{A1C92D8B-9F06-4E01-9C42-28C193D9A458}" destId="{C557F672-E845-44F3-99B1-C2E983FE20CB}" srcOrd="1" destOrd="0" parTransId="{37BCBD5B-1ACB-4112-B11C-5A6163DA13A5}" sibTransId="{73EFF6D4-56C3-489F-B9A3-97E482CF8A07}"/>
    <dgm:cxn modelId="{FFD41DC9-A0B6-4A64-8987-C8AC72D617AF}" type="presOf" srcId="{5304E547-C162-40ED-B176-1256FA713CD2}" destId="{AF153E9E-9C43-4E73-85F9-1BE6D7B447C7}" srcOrd="0" destOrd="0" presId="urn:microsoft.com/office/officeart/2008/layout/LinedList"/>
    <dgm:cxn modelId="{5BF0BDCC-C507-49E2-A4D8-F3654FC69AF5}" srcId="{A1C92D8B-9F06-4E01-9C42-28C193D9A458}" destId="{499753A7-8D14-4ED6-AB9A-9B40476E00C3}" srcOrd="0" destOrd="0" parTransId="{E68406E5-2C09-4C1F-8BE4-D57ECD741E43}" sibTransId="{C1A8B271-29A5-4636-985D-68B29CBAA3BD}"/>
    <dgm:cxn modelId="{2FC42CD2-F070-4C1D-A50A-23057D188386}" srcId="{499753A7-8D14-4ED6-AB9A-9B40476E00C3}" destId="{7CF5C970-A6EA-479A-A16A-B528F9215523}" srcOrd="2" destOrd="0" parTransId="{95153897-D72F-41AA-9E82-8E4CD9AF0D9A}" sibTransId="{DA8A9EDD-7C00-4FB1-803F-F6EE6D16F340}"/>
    <dgm:cxn modelId="{0C706FDE-636F-4E72-9339-76C6DE345144}" srcId="{1BBCE2DE-3C04-406A-B18D-458BB05D4D8E}" destId="{5304E547-C162-40ED-B176-1256FA713CD2}" srcOrd="2" destOrd="0" parTransId="{37E4EC00-04A7-4309-827B-F8130384D84A}" sibTransId="{1A694E7E-BC3A-42B4-A9A4-76F9D1F8B6BE}"/>
    <dgm:cxn modelId="{49A672E0-6164-408E-8906-4DB61C9BE90F}" srcId="{AA889612-C79D-4A7E-A4C5-AD4DF1DC9638}" destId="{985E27AC-1AF4-4DD3-ACEF-66F379B7A558}" srcOrd="0" destOrd="0" parTransId="{7A9C8208-ED29-44E2-9A5F-2DC48A7F504C}" sibTransId="{6EAF8F95-0F4C-4DEC-A104-EF8B7456D2A8}"/>
    <dgm:cxn modelId="{2021C0E1-140D-48D4-A974-7FF860F2BE08}" type="presOf" srcId="{7EDA9370-AF4F-457E-AADD-84F605AA1C3C}" destId="{8E209CA1-E259-4DC1-8FAB-531D179DB31F}" srcOrd="0" destOrd="0" presId="urn:microsoft.com/office/officeart/2008/layout/LinedList"/>
    <dgm:cxn modelId="{4D5742E3-A5F5-4F40-A805-C9C388097670}" srcId="{AA889612-C79D-4A7E-A4C5-AD4DF1DC9638}" destId="{BD14C8B8-A6AD-4F38-89F8-DF370FAAC2A0}" srcOrd="2" destOrd="0" parTransId="{88D74249-8ECE-4103-A7C4-117585F89CF3}" sibTransId="{7DACB75D-2182-4622-946A-30D52F0F89D6}"/>
    <dgm:cxn modelId="{A718D845-A4EA-4333-8F2A-FF27D4C56CF9}" type="presParOf" srcId="{8B502AC6-F84B-484F-8115-6C935E71F8C6}" destId="{228971E4-39ED-476B-9982-17B787296AE5}" srcOrd="0" destOrd="0" presId="urn:microsoft.com/office/officeart/2008/layout/LinedList"/>
    <dgm:cxn modelId="{D55C85BC-7837-43F7-9E92-5D9949BC9302}" type="presParOf" srcId="{8B502AC6-F84B-484F-8115-6C935E71F8C6}" destId="{6B71DB97-F26A-42FB-8A54-64451A10EA5A}" srcOrd="1" destOrd="0" presId="urn:microsoft.com/office/officeart/2008/layout/LinedList"/>
    <dgm:cxn modelId="{C1253055-141E-4DA6-823E-D6F8A13186C3}" type="presParOf" srcId="{6B71DB97-F26A-42FB-8A54-64451A10EA5A}" destId="{81AF00B9-4FF9-49DD-950A-DC0E83EAB6E7}" srcOrd="0" destOrd="0" presId="urn:microsoft.com/office/officeart/2008/layout/LinedList"/>
    <dgm:cxn modelId="{499EDFCC-4452-4F74-9428-C262A6CE39FE}" type="presParOf" srcId="{6B71DB97-F26A-42FB-8A54-64451A10EA5A}" destId="{4DF645AC-92ED-4D39-8771-F3EF54B5433C}" srcOrd="1" destOrd="0" presId="urn:microsoft.com/office/officeart/2008/layout/LinedList"/>
    <dgm:cxn modelId="{3C27E9AA-8607-4E1D-9AF7-D5CA2FA88AA1}" type="presParOf" srcId="{4DF645AC-92ED-4D39-8771-F3EF54B5433C}" destId="{D917B2C2-9EA1-40A8-9E85-3CD54FBCD63F}" srcOrd="0" destOrd="0" presId="urn:microsoft.com/office/officeart/2008/layout/LinedList"/>
    <dgm:cxn modelId="{D3F30953-DDF0-4C93-80C4-389B4192C956}" type="presParOf" srcId="{4DF645AC-92ED-4D39-8771-F3EF54B5433C}" destId="{DF53B6F0-C2DF-45DF-A344-E8B6E41EAF40}" srcOrd="1" destOrd="0" presId="urn:microsoft.com/office/officeart/2008/layout/LinedList"/>
    <dgm:cxn modelId="{799A3A08-CF32-4408-B155-0C6242BB003B}" type="presParOf" srcId="{DF53B6F0-C2DF-45DF-A344-E8B6E41EAF40}" destId="{C1F5B1D5-31DD-4398-84F6-460A591BF234}" srcOrd="0" destOrd="0" presId="urn:microsoft.com/office/officeart/2008/layout/LinedList"/>
    <dgm:cxn modelId="{E212B5D9-2470-4D37-AEA3-80797E3124A8}" type="presParOf" srcId="{DF53B6F0-C2DF-45DF-A344-E8B6E41EAF40}" destId="{627C293C-763C-4E13-AC7F-955635C4946B}" srcOrd="1" destOrd="0" presId="urn:microsoft.com/office/officeart/2008/layout/LinedList"/>
    <dgm:cxn modelId="{248FA3AD-7113-4D4A-B619-65040354E7D4}" type="presParOf" srcId="{DF53B6F0-C2DF-45DF-A344-E8B6E41EAF40}" destId="{7D3040A9-E03D-4C07-AB88-02342FF78F0B}" srcOrd="2" destOrd="0" presId="urn:microsoft.com/office/officeart/2008/layout/LinedList"/>
    <dgm:cxn modelId="{A566FFA1-C138-45C9-9751-FD5E423BB090}" type="presParOf" srcId="{4DF645AC-92ED-4D39-8771-F3EF54B5433C}" destId="{DA8A0863-9388-4A23-9B74-91442E4E38AA}" srcOrd="2" destOrd="0" presId="urn:microsoft.com/office/officeart/2008/layout/LinedList"/>
    <dgm:cxn modelId="{931ED4A2-328B-43AC-94D4-088F1409838F}" type="presParOf" srcId="{4DF645AC-92ED-4D39-8771-F3EF54B5433C}" destId="{AB33E782-64B2-4ADA-AC36-C25C42863677}" srcOrd="3" destOrd="0" presId="urn:microsoft.com/office/officeart/2008/layout/LinedList"/>
    <dgm:cxn modelId="{508B90BE-C894-4740-9BC7-191945F242ED}" type="presParOf" srcId="{4DF645AC-92ED-4D39-8771-F3EF54B5433C}" destId="{B559908D-A53C-47CE-812B-35BDC868692C}" srcOrd="4" destOrd="0" presId="urn:microsoft.com/office/officeart/2008/layout/LinedList"/>
    <dgm:cxn modelId="{F59D7437-E8BC-4856-98F2-436D0BA5EFB9}" type="presParOf" srcId="{B559908D-A53C-47CE-812B-35BDC868692C}" destId="{DE0A3EBA-D205-4461-904D-1FB67FF41AE6}" srcOrd="0" destOrd="0" presId="urn:microsoft.com/office/officeart/2008/layout/LinedList"/>
    <dgm:cxn modelId="{B6026EDA-C474-4EF4-898B-0318BA40C54D}" type="presParOf" srcId="{B559908D-A53C-47CE-812B-35BDC868692C}" destId="{124E0B3F-E4A0-424D-A670-DC4408FAD9CA}" srcOrd="1" destOrd="0" presId="urn:microsoft.com/office/officeart/2008/layout/LinedList"/>
    <dgm:cxn modelId="{16598E57-A624-4F8A-9847-5F4055348B70}" type="presParOf" srcId="{B559908D-A53C-47CE-812B-35BDC868692C}" destId="{AA00E8B5-3A9B-47FA-875C-BFB8AB801830}" srcOrd="2" destOrd="0" presId="urn:microsoft.com/office/officeart/2008/layout/LinedList"/>
    <dgm:cxn modelId="{B7F842E2-94F3-47CA-9E82-60E5904C158B}" type="presParOf" srcId="{4DF645AC-92ED-4D39-8771-F3EF54B5433C}" destId="{73634D70-E579-42C1-BF2A-8BFF41F03234}" srcOrd="5" destOrd="0" presId="urn:microsoft.com/office/officeart/2008/layout/LinedList"/>
    <dgm:cxn modelId="{2588B35B-822D-4891-A526-005411791EDB}" type="presParOf" srcId="{4DF645AC-92ED-4D39-8771-F3EF54B5433C}" destId="{344640C0-249C-41EB-9EBC-94486D018FA6}" srcOrd="6" destOrd="0" presId="urn:microsoft.com/office/officeart/2008/layout/LinedList"/>
    <dgm:cxn modelId="{91BAF018-27B0-4E27-824D-85FA23524FF3}" type="presParOf" srcId="{4DF645AC-92ED-4D39-8771-F3EF54B5433C}" destId="{9B417165-FA3F-49F3-9133-5AD90EE9057D}" srcOrd="7" destOrd="0" presId="urn:microsoft.com/office/officeart/2008/layout/LinedList"/>
    <dgm:cxn modelId="{C4490D9C-02A7-4385-BED8-7BAD194D9E1F}" type="presParOf" srcId="{9B417165-FA3F-49F3-9133-5AD90EE9057D}" destId="{193BC6EE-5340-4226-8010-4A9E523A6246}" srcOrd="0" destOrd="0" presId="urn:microsoft.com/office/officeart/2008/layout/LinedList"/>
    <dgm:cxn modelId="{4DD0C320-B858-4B49-AC0F-495464FD4CBF}" type="presParOf" srcId="{9B417165-FA3F-49F3-9133-5AD90EE9057D}" destId="{78779332-CFD4-45C6-BA66-7F6BEE70FDED}" srcOrd="1" destOrd="0" presId="urn:microsoft.com/office/officeart/2008/layout/LinedList"/>
    <dgm:cxn modelId="{B3CF4E9B-B424-4DD8-BD52-11FAABA6B05F}" type="presParOf" srcId="{9B417165-FA3F-49F3-9133-5AD90EE9057D}" destId="{6124FE04-AF5D-420D-A040-062E00190A5F}" srcOrd="2" destOrd="0" presId="urn:microsoft.com/office/officeart/2008/layout/LinedList"/>
    <dgm:cxn modelId="{8C302759-9A63-4D91-B902-01EEF71DC28C}" type="presParOf" srcId="{4DF645AC-92ED-4D39-8771-F3EF54B5433C}" destId="{C795F721-24A9-431F-A62E-03AB7E9C9F5E}" srcOrd="8" destOrd="0" presId="urn:microsoft.com/office/officeart/2008/layout/LinedList"/>
    <dgm:cxn modelId="{9859DD3E-BC02-468B-9A35-9183D677EAEF}" type="presParOf" srcId="{4DF645AC-92ED-4D39-8771-F3EF54B5433C}" destId="{5ED74473-114D-4FAE-B7C2-50D9963B7CD1}" srcOrd="9" destOrd="0" presId="urn:microsoft.com/office/officeart/2008/layout/LinedList"/>
    <dgm:cxn modelId="{440A1BE6-E929-4F7D-B4B4-176BBFC71D7F}" type="presParOf" srcId="{8B502AC6-F84B-484F-8115-6C935E71F8C6}" destId="{453D84FB-F61C-419C-9F5D-84D877F50E24}" srcOrd="2" destOrd="0" presId="urn:microsoft.com/office/officeart/2008/layout/LinedList"/>
    <dgm:cxn modelId="{2C3B65FF-7CFA-4F47-A5AC-92974998D254}" type="presParOf" srcId="{8B502AC6-F84B-484F-8115-6C935E71F8C6}" destId="{4E1F0CE7-1287-4CD1-B5CA-343CEF80F94E}" srcOrd="3" destOrd="0" presId="urn:microsoft.com/office/officeart/2008/layout/LinedList"/>
    <dgm:cxn modelId="{C0D52719-C0BE-4BA2-89F3-D44DEB352F85}" type="presParOf" srcId="{4E1F0CE7-1287-4CD1-B5CA-343CEF80F94E}" destId="{46CDE0DB-BBCF-49BA-8730-716301911F37}" srcOrd="0" destOrd="0" presId="urn:microsoft.com/office/officeart/2008/layout/LinedList"/>
    <dgm:cxn modelId="{096E1588-443A-40BA-B80F-57015D9E08B3}" type="presParOf" srcId="{4E1F0CE7-1287-4CD1-B5CA-343CEF80F94E}" destId="{3093D339-283A-43EA-A4F0-1A097D2F320E}" srcOrd="1" destOrd="0" presId="urn:microsoft.com/office/officeart/2008/layout/LinedList"/>
    <dgm:cxn modelId="{8C148AC9-8224-473D-B41D-34D9BF96A064}" type="presParOf" srcId="{3093D339-283A-43EA-A4F0-1A097D2F320E}" destId="{083A062A-AD97-4C4B-880A-D1090EBD0CA1}" srcOrd="0" destOrd="0" presId="urn:microsoft.com/office/officeart/2008/layout/LinedList"/>
    <dgm:cxn modelId="{23F64B07-040C-47ED-A309-3A47C67F6E4B}" type="presParOf" srcId="{3093D339-283A-43EA-A4F0-1A097D2F320E}" destId="{F0679EDA-0851-4B03-90E3-57E89F4C10E3}" srcOrd="1" destOrd="0" presId="urn:microsoft.com/office/officeart/2008/layout/LinedList"/>
    <dgm:cxn modelId="{AEA9E0DF-7AFE-4F29-990C-3EAC633EAC2B}" type="presParOf" srcId="{F0679EDA-0851-4B03-90E3-57E89F4C10E3}" destId="{F3BE00A3-804C-4BDA-8F27-2AC9E2267435}" srcOrd="0" destOrd="0" presId="urn:microsoft.com/office/officeart/2008/layout/LinedList"/>
    <dgm:cxn modelId="{616AD283-46BB-48EC-BC68-1AE8C5303240}" type="presParOf" srcId="{F0679EDA-0851-4B03-90E3-57E89F4C10E3}" destId="{33A4D0BA-F256-4D83-9561-4D26D1E1B838}" srcOrd="1" destOrd="0" presId="urn:microsoft.com/office/officeart/2008/layout/LinedList"/>
    <dgm:cxn modelId="{58FF8F87-E52B-4926-B47C-CB3883ED72F6}" type="presParOf" srcId="{F0679EDA-0851-4B03-90E3-57E89F4C10E3}" destId="{D45501A1-7982-49AB-BCEF-7CE4F64F575B}" srcOrd="2" destOrd="0" presId="urn:microsoft.com/office/officeart/2008/layout/LinedList"/>
    <dgm:cxn modelId="{D5D49CC2-E4C8-41A6-A9CC-8E76223948DD}" type="presParOf" srcId="{3093D339-283A-43EA-A4F0-1A097D2F320E}" destId="{2970C346-C480-440D-9B7C-7465D35196F5}" srcOrd="2" destOrd="0" presId="urn:microsoft.com/office/officeart/2008/layout/LinedList"/>
    <dgm:cxn modelId="{5261B1F5-4298-441D-A82F-655A676A94EE}" type="presParOf" srcId="{3093D339-283A-43EA-A4F0-1A097D2F320E}" destId="{92FB8A44-ED99-4561-9E20-323AA9E04759}" srcOrd="3" destOrd="0" presId="urn:microsoft.com/office/officeart/2008/layout/LinedList"/>
    <dgm:cxn modelId="{05618669-2328-444B-ABEA-98580321163E}" type="presParOf" srcId="{3093D339-283A-43EA-A4F0-1A097D2F320E}" destId="{A32F6F8B-2753-4E56-8DB0-C13B78CCBF9A}" srcOrd="4" destOrd="0" presId="urn:microsoft.com/office/officeart/2008/layout/LinedList"/>
    <dgm:cxn modelId="{9D29E7A8-85CC-449D-BD42-4B5F196413F8}" type="presParOf" srcId="{A32F6F8B-2753-4E56-8DB0-C13B78CCBF9A}" destId="{38860975-DF38-481C-8362-3015FF1BFC62}" srcOrd="0" destOrd="0" presId="urn:microsoft.com/office/officeart/2008/layout/LinedList"/>
    <dgm:cxn modelId="{DE6B3D3B-3522-4C07-89E8-F76EA130D67F}" type="presParOf" srcId="{A32F6F8B-2753-4E56-8DB0-C13B78CCBF9A}" destId="{9BA15512-A3C3-4004-AB38-C809F4531548}" srcOrd="1" destOrd="0" presId="urn:microsoft.com/office/officeart/2008/layout/LinedList"/>
    <dgm:cxn modelId="{4D92F5AA-3CD0-4D98-B6A0-D2D7E917E5E8}" type="presParOf" srcId="{A32F6F8B-2753-4E56-8DB0-C13B78CCBF9A}" destId="{1280E38E-F582-4CFB-822E-B7C489CA029C}" srcOrd="2" destOrd="0" presId="urn:microsoft.com/office/officeart/2008/layout/LinedList"/>
    <dgm:cxn modelId="{33768A9B-1AD3-4EF9-BD11-A2FFC81547DC}" type="presParOf" srcId="{3093D339-283A-43EA-A4F0-1A097D2F320E}" destId="{07EC57C1-CB74-4602-841F-7893EDF3C692}" srcOrd="5" destOrd="0" presId="urn:microsoft.com/office/officeart/2008/layout/LinedList"/>
    <dgm:cxn modelId="{F39F7526-07E0-490B-A9DD-50C4CF232073}" type="presParOf" srcId="{3093D339-283A-43EA-A4F0-1A097D2F320E}" destId="{626733B5-AC2B-4DD4-B6F2-179CC07BD006}" srcOrd="6" destOrd="0" presId="urn:microsoft.com/office/officeart/2008/layout/LinedList"/>
    <dgm:cxn modelId="{1EE453A9-8152-46C9-BD63-46CA114D129F}" type="presParOf" srcId="{3093D339-283A-43EA-A4F0-1A097D2F320E}" destId="{CCC44CA4-A998-4AFE-BD23-0D75D3288933}" srcOrd="7" destOrd="0" presId="urn:microsoft.com/office/officeart/2008/layout/LinedList"/>
    <dgm:cxn modelId="{B8949060-16DB-4BBA-8608-7E70414B2E9C}" type="presParOf" srcId="{CCC44CA4-A998-4AFE-BD23-0D75D3288933}" destId="{8B1653A3-BB93-41E7-88B5-1B924AAE34F1}" srcOrd="0" destOrd="0" presId="urn:microsoft.com/office/officeart/2008/layout/LinedList"/>
    <dgm:cxn modelId="{0A3CB9BF-6D18-4C87-B181-2767C73E8DEE}" type="presParOf" srcId="{CCC44CA4-A998-4AFE-BD23-0D75D3288933}" destId="{6E6C1B05-AC1E-4FC1-9F45-9C3D488110A9}" srcOrd="1" destOrd="0" presId="urn:microsoft.com/office/officeart/2008/layout/LinedList"/>
    <dgm:cxn modelId="{A64739A9-DE26-40BA-B208-C87C5FE2830F}" type="presParOf" srcId="{CCC44CA4-A998-4AFE-BD23-0D75D3288933}" destId="{94303DE7-644D-4D42-A43F-4AEBA908213C}" srcOrd="2" destOrd="0" presId="urn:microsoft.com/office/officeart/2008/layout/LinedList"/>
    <dgm:cxn modelId="{53ACBEBB-8A58-48E8-A505-CBA089B9799A}" type="presParOf" srcId="{3093D339-283A-43EA-A4F0-1A097D2F320E}" destId="{DA557584-DE18-4A91-AABD-F11B7D863453}" srcOrd="8" destOrd="0" presId="urn:microsoft.com/office/officeart/2008/layout/LinedList"/>
    <dgm:cxn modelId="{E019EA29-4456-4F63-B234-DF31006B9EA5}" type="presParOf" srcId="{3093D339-283A-43EA-A4F0-1A097D2F320E}" destId="{0EA9FBFC-2871-407A-B0E6-D92578FAFCE9}" srcOrd="9" destOrd="0" presId="urn:microsoft.com/office/officeart/2008/layout/LinedList"/>
    <dgm:cxn modelId="{FB36AD8A-675E-46A7-A76E-255489BE8BD4}" type="presParOf" srcId="{8B502AC6-F84B-484F-8115-6C935E71F8C6}" destId="{E5EAD45F-7820-4F11-8310-00B20E9FE0CF}" srcOrd="4" destOrd="0" presId="urn:microsoft.com/office/officeart/2008/layout/LinedList"/>
    <dgm:cxn modelId="{FB606C02-2370-4824-93F5-0239E17BEF09}" type="presParOf" srcId="{8B502AC6-F84B-484F-8115-6C935E71F8C6}" destId="{A236FAB8-BE2A-49D1-A17C-4AACF0B5F470}" srcOrd="5" destOrd="0" presId="urn:microsoft.com/office/officeart/2008/layout/LinedList"/>
    <dgm:cxn modelId="{CC21ADE8-F0CC-4C73-A46E-5D93ED16E9E9}" type="presParOf" srcId="{A236FAB8-BE2A-49D1-A17C-4AACF0B5F470}" destId="{12E828A2-B72C-41E8-B76A-7E1858C81542}" srcOrd="0" destOrd="0" presId="urn:microsoft.com/office/officeart/2008/layout/LinedList"/>
    <dgm:cxn modelId="{9E9C6E4E-3A72-486A-BA46-841AB8C5AF8F}" type="presParOf" srcId="{A236FAB8-BE2A-49D1-A17C-4AACF0B5F470}" destId="{529827CC-00A0-4985-A634-54F389906FAF}" srcOrd="1" destOrd="0" presId="urn:microsoft.com/office/officeart/2008/layout/LinedList"/>
    <dgm:cxn modelId="{20AEDEA1-954A-4A85-AD36-8F5CE4A9526B}" type="presParOf" srcId="{529827CC-00A0-4985-A634-54F389906FAF}" destId="{69F16C7D-A496-4E01-A5C9-BFD4839DB0BE}" srcOrd="0" destOrd="0" presId="urn:microsoft.com/office/officeart/2008/layout/LinedList"/>
    <dgm:cxn modelId="{C18F0E3C-BD55-45B1-AD54-76819CA1134C}" type="presParOf" srcId="{529827CC-00A0-4985-A634-54F389906FAF}" destId="{2BA6078F-325F-4E4A-ABE6-C8D66395D49E}" srcOrd="1" destOrd="0" presId="urn:microsoft.com/office/officeart/2008/layout/LinedList"/>
    <dgm:cxn modelId="{652DF938-087D-4020-B82B-7CF473F08E32}" type="presParOf" srcId="{2BA6078F-325F-4E4A-ABE6-C8D66395D49E}" destId="{5C0A6A62-C456-41C3-B07B-AE5299BB35C6}" srcOrd="0" destOrd="0" presId="urn:microsoft.com/office/officeart/2008/layout/LinedList"/>
    <dgm:cxn modelId="{B95BF500-9F1B-4CF1-B632-A2669123CEB9}" type="presParOf" srcId="{2BA6078F-325F-4E4A-ABE6-C8D66395D49E}" destId="{DAA34671-066F-4E9A-8A2E-80153D052136}" srcOrd="1" destOrd="0" presId="urn:microsoft.com/office/officeart/2008/layout/LinedList"/>
    <dgm:cxn modelId="{BD36082D-91E7-4656-BBE2-F9F53E67AD08}" type="presParOf" srcId="{2BA6078F-325F-4E4A-ABE6-C8D66395D49E}" destId="{892BF338-72EE-4437-AE29-78A9B832247A}" srcOrd="2" destOrd="0" presId="urn:microsoft.com/office/officeart/2008/layout/LinedList"/>
    <dgm:cxn modelId="{1E7C91DF-82F9-4BAC-A18D-8494CB74DB0B}" type="presParOf" srcId="{529827CC-00A0-4985-A634-54F389906FAF}" destId="{6C2E4F78-FD16-450D-A40D-412EE514ADD3}" srcOrd="2" destOrd="0" presId="urn:microsoft.com/office/officeart/2008/layout/LinedList"/>
    <dgm:cxn modelId="{DCD0C9B9-8DB7-469F-BB4A-A96351ADCC7B}" type="presParOf" srcId="{529827CC-00A0-4985-A634-54F389906FAF}" destId="{F8F8DC1C-0CEC-4DDF-94BE-D72D9FA8FD25}" srcOrd="3" destOrd="0" presId="urn:microsoft.com/office/officeart/2008/layout/LinedList"/>
    <dgm:cxn modelId="{CD7A4C6F-CD3C-4461-ACD6-F46DABC3008E}" type="presParOf" srcId="{529827CC-00A0-4985-A634-54F389906FAF}" destId="{8B46D784-7B8A-45C8-8748-4384D1FC79BB}" srcOrd="4" destOrd="0" presId="urn:microsoft.com/office/officeart/2008/layout/LinedList"/>
    <dgm:cxn modelId="{5BF5F857-D352-40D9-8C79-B1814C1E3175}" type="presParOf" srcId="{8B46D784-7B8A-45C8-8748-4384D1FC79BB}" destId="{21F585C7-F059-4649-B36D-CB1C32308A00}" srcOrd="0" destOrd="0" presId="urn:microsoft.com/office/officeart/2008/layout/LinedList"/>
    <dgm:cxn modelId="{72BBB1D8-5B43-490E-AE21-DD43E142EC40}" type="presParOf" srcId="{8B46D784-7B8A-45C8-8748-4384D1FC79BB}" destId="{8EBB8C0D-AF5C-4181-B106-C7692AC0D652}" srcOrd="1" destOrd="0" presId="urn:microsoft.com/office/officeart/2008/layout/LinedList"/>
    <dgm:cxn modelId="{5ADAF416-A7C0-4DE5-9FF1-CD899F2B55A8}" type="presParOf" srcId="{8B46D784-7B8A-45C8-8748-4384D1FC79BB}" destId="{1AB34C83-77E8-4274-8171-019E2D9F800B}" srcOrd="2" destOrd="0" presId="urn:microsoft.com/office/officeart/2008/layout/LinedList"/>
    <dgm:cxn modelId="{9B0E1270-42BE-44B7-81B5-EA21E6EF3A33}" type="presParOf" srcId="{529827CC-00A0-4985-A634-54F389906FAF}" destId="{9C823658-6988-4E80-BD58-FF3F4F08DD60}" srcOrd="5" destOrd="0" presId="urn:microsoft.com/office/officeart/2008/layout/LinedList"/>
    <dgm:cxn modelId="{84D21C31-4786-4B40-96AA-44177098ED94}" type="presParOf" srcId="{529827CC-00A0-4985-A634-54F389906FAF}" destId="{3D14EBD7-AC2F-46E4-A206-A9DC7F166F41}" srcOrd="6" destOrd="0" presId="urn:microsoft.com/office/officeart/2008/layout/LinedList"/>
    <dgm:cxn modelId="{4AC0A56F-4D91-4700-AA53-8159B0512F51}" type="presParOf" srcId="{529827CC-00A0-4985-A634-54F389906FAF}" destId="{37CF596E-D280-4641-B3AE-4231A8917A22}" srcOrd="7" destOrd="0" presId="urn:microsoft.com/office/officeart/2008/layout/LinedList"/>
    <dgm:cxn modelId="{708E789D-FE24-43DA-9912-9EC5954595AE}" type="presParOf" srcId="{37CF596E-D280-4641-B3AE-4231A8917A22}" destId="{81FFE362-08CB-463E-AECE-12BBF0C23FDE}" srcOrd="0" destOrd="0" presId="urn:microsoft.com/office/officeart/2008/layout/LinedList"/>
    <dgm:cxn modelId="{CF8EBAF2-0F19-4DF7-967D-485DDF033B96}" type="presParOf" srcId="{37CF596E-D280-4641-B3AE-4231A8917A22}" destId="{AD59F2AB-E06F-48C8-98B3-4A2D383F7F80}" srcOrd="1" destOrd="0" presId="urn:microsoft.com/office/officeart/2008/layout/LinedList"/>
    <dgm:cxn modelId="{040E745F-50AC-4AE5-B8BC-722758DB34CF}" type="presParOf" srcId="{37CF596E-D280-4641-B3AE-4231A8917A22}" destId="{4B2A4F5A-B194-4D93-A737-97569A4060ED}" srcOrd="2" destOrd="0" presId="urn:microsoft.com/office/officeart/2008/layout/LinedList"/>
    <dgm:cxn modelId="{5FDC0CFB-C2BE-4151-AB26-1B52059E0A02}" type="presParOf" srcId="{529827CC-00A0-4985-A634-54F389906FAF}" destId="{B1CF1856-DB26-49A2-B24F-DFFC37F8D536}" srcOrd="8" destOrd="0" presId="urn:microsoft.com/office/officeart/2008/layout/LinedList"/>
    <dgm:cxn modelId="{1E1F1744-5511-436C-8BA8-780C145345B4}" type="presParOf" srcId="{529827CC-00A0-4985-A634-54F389906FAF}" destId="{94BBB1B1-8A73-48DC-BE00-3A3A059B9889}" srcOrd="9" destOrd="0" presId="urn:microsoft.com/office/officeart/2008/layout/LinedList"/>
    <dgm:cxn modelId="{8DAB9E39-71A2-45CF-BAFF-CD6C4E0D5FC2}" type="presParOf" srcId="{8B502AC6-F84B-484F-8115-6C935E71F8C6}" destId="{935D3E48-8CAB-42F0-B6D9-F79227ADD0E9}" srcOrd="6" destOrd="0" presId="urn:microsoft.com/office/officeart/2008/layout/LinedList"/>
    <dgm:cxn modelId="{E2E48394-5AC6-4C72-BAB7-A1C6CE80FCBA}" type="presParOf" srcId="{8B502AC6-F84B-484F-8115-6C935E71F8C6}" destId="{65634AC6-5C67-4529-A4B7-8D72312BDC06}" srcOrd="7" destOrd="0" presId="urn:microsoft.com/office/officeart/2008/layout/LinedList"/>
    <dgm:cxn modelId="{4775F048-087F-41F7-946C-4CE9FDBD20B5}" type="presParOf" srcId="{65634AC6-5C67-4529-A4B7-8D72312BDC06}" destId="{7EA678FA-D9F3-4672-A1A2-0CB6C0DC3620}" srcOrd="0" destOrd="0" presId="urn:microsoft.com/office/officeart/2008/layout/LinedList"/>
    <dgm:cxn modelId="{457EA081-0EF2-4FBE-999C-19A243FA5AD4}" type="presParOf" srcId="{65634AC6-5C67-4529-A4B7-8D72312BDC06}" destId="{4C8921B0-9EFA-47CF-B7FF-3FBE59EEA99E}" srcOrd="1" destOrd="0" presId="urn:microsoft.com/office/officeart/2008/layout/LinedList"/>
    <dgm:cxn modelId="{E3EA5E96-FF64-428A-9E56-70282AF05CC3}" type="presParOf" srcId="{4C8921B0-9EFA-47CF-B7FF-3FBE59EEA99E}" destId="{A188457F-B0F8-404B-999C-6A14AAD0C02B}" srcOrd="0" destOrd="0" presId="urn:microsoft.com/office/officeart/2008/layout/LinedList"/>
    <dgm:cxn modelId="{B3378A5D-5141-4E08-82E1-B11AB41978A8}" type="presParOf" srcId="{4C8921B0-9EFA-47CF-B7FF-3FBE59EEA99E}" destId="{6CF3047B-BDF1-447D-B966-A30C8B93CE65}" srcOrd="1" destOrd="0" presId="urn:microsoft.com/office/officeart/2008/layout/LinedList"/>
    <dgm:cxn modelId="{1BD97E15-391C-4235-A23C-D8ACA5334D0C}" type="presParOf" srcId="{6CF3047B-BDF1-447D-B966-A30C8B93CE65}" destId="{C450A16F-FD43-4A6A-ABBC-123CC16773CF}" srcOrd="0" destOrd="0" presId="urn:microsoft.com/office/officeart/2008/layout/LinedList"/>
    <dgm:cxn modelId="{C2091386-6BE3-4763-BA88-9400BAD0C580}" type="presParOf" srcId="{6CF3047B-BDF1-447D-B966-A30C8B93CE65}" destId="{AA71D176-CC98-414D-99C1-A024A9D00361}" srcOrd="1" destOrd="0" presId="urn:microsoft.com/office/officeart/2008/layout/LinedList"/>
    <dgm:cxn modelId="{7E21A307-29B2-4A98-9AD8-5B5741777452}" type="presParOf" srcId="{6CF3047B-BDF1-447D-B966-A30C8B93CE65}" destId="{F17BFF98-8D3D-4473-BE93-EB8DFE1D64C1}" srcOrd="2" destOrd="0" presId="urn:microsoft.com/office/officeart/2008/layout/LinedList"/>
    <dgm:cxn modelId="{ECDDE8AD-6440-45C7-82BA-2C3B47920308}" type="presParOf" srcId="{4C8921B0-9EFA-47CF-B7FF-3FBE59EEA99E}" destId="{44279A6E-0BBF-49C5-BDC9-DE33C2A8D10F}" srcOrd="2" destOrd="0" presId="urn:microsoft.com/office/officeart/2008/layout/LinedList"/>
    <dgm:cxn modelId="{B92A0C0A-09B7-4878-BBE4-310116251DD0}" type="presParOf" srcId="{4C8921B0-9EFA-47CF-B7FF-3FBE59EEA99E}" destId="{5E26806C-F190-47BC-8779-DE47111C751F}" srcOrd="3" destOrd="0" presId="urn:microsoft.com/office/officeart/2008/layout/LinedList"/>
    <dgm:cxn modelId="{43F7AA1B-5BCD-4D17-B678-F43299567C7C}" type="presParOf" srcId="{4C8921B0-9EFA-47CF-B7FF-3FBE59EEA99E}" destId="{943AFB0F-FBD7-43B2-ACC5-655EA3713170}" srcOrd="4" destOrd="0" presId="urn:microsoft.com/office/officeart/2008/layout/LinedList"/>
    <dgm:cxn modelId="{0FD73F05-9C1E-4CF1-AA91-4175EED1BDF8}" type="presParOf" srcId="{943AFB0F-FBD7-43B2-ACC5-655EA3713170}" destId="{D637CBF2-5A50-4B66-8802-79F8543A1782}" srcOrd="0" destOrd="0" presId="urn:microsoft.com/office/officeart/2008/layout/LinedList"/>
    <dgm:cxn modelId="{7D353CD3-7B02-42BE-89E7-98743A0E9E4A}" type="presParOf" srcId="{943AFB0F-FBD7-43B2-ACC5-655EA3713170}" destId="{1C34587F-9D6B-46B6-95AD-A099F84B0047}" srcOrd="1" destOrd="0" presId="urn:microsoft.com/office/officeart/2008/layout/LinedList"/>
    <dgm:cxn modelId="{C7D13DB2-C138-4658-B43D-F1E127843A1F}" type="presParOf" srcId="{943AFB0F-FBD7-43B2-ACC5-655EA3713170}" destId="{EACC02E9-FCD2-4E49-ACFF-854E38CBD9A8}" srcOrd="2" destOrd="0" presId="urn:microsoft.com/office/officeart/2008/layout/LinedList"/>
    <dgm:cxn modelId="{FA876870-E704-4A6B-B590-97171574952F}" type="presParOf" srcId="{4C8921B0-9EFA-47CF-B7FF-3FBE59EEA99E}" destId="{34B77858-B239-4EBD-A559-562B8BB26B15}" srcOrd="5" destOrd="0" presId="urn:microsoft.com/office/officeart/2008/layout/LinedList"/>
    <dgm:cxn modelId="{587C3981-5847-464E-BDBC-0500B064390A}" type="presParOf" srcId="{4C8921B0-9EFA-47CF-B7FF-3FBE59EEA99E}" destId="{5FC63BBF-0ECD-455C-AE59-64C276AAADDD}" srcOrd="6" destOrd="0" presId="urn:microsoft.com/office/officeart/2008/layout/LinedList"/>
    <dgm:cxn modelId="{37257BAE-DDF8-477C-87AD-1513C165B597}" type="presParOf" srcId="{4C8921B0-9EFA-47CF-B7FF-3FBE59EEA99E}" destId="{30182502-9A08-41F2-9657-98D7468DC0C7}" srcOrd="7" destOrd="0" presId="urn:microsoft.com/office/officeart/2008/layout/LinedList"/>
    <dgm:cxn modelId="{CA44C520-61C7-4B1D-9889-8F71D36FA04A}" type="presParOf" srcId="{30182502-9A08-41F2-9657-98D7468DC0C7}" destId="{27F6FB6A-FAC5-48BD-AC7E-B40C6C1A2607}" srcOrd="0" destOrd="0" presId="urn:microsoft.com/office/officeart/2008/layout/LinedList"/>
    <dgm:cxn modelId="{B15D248D-F666-46DE-B8FB-9985CB8886F7}" type="presParOf" srcId="{30182502-9A08-41F2-9657-98D7468DC0C7}" destId="{3E18FB69-FB8D-43F8-9288-D5D96133A36C}" srcOrd="1" destOrd="0" presId="urn:microsoft.com/office/officeart/2008/layout/LinedList"/>
    <dgm:cxn modelId="{6BA01700-301A-4181-8AF5-51AC81FCE103}" type="presParOf" srcId="{30182502-9A08-41F2-9657-98D7468DC0C7}" destId="{43260EFF-8C94-4FA6-B15B-6BB084A06683}" srcOrd="2" destOrd="0" presId="urn:microsoft.com/office/officeart/2008/layout/LinedList"/>
    <dgm:cxn modelId="{28925DE4-1DC5-4855-B86D-778CC3424E81}" type="presParOf" srcId="{4C8921B0-9EFA-47CF-B7FF-3FBE59EEA99E}" destId="{CFA78EC5-E52B-4826-BBBB-BA2A2A2BD09E}" srcOrd="8" destOrd="0" presId="urn:microsoft.com/office/officeart/2008/layout/LinedList"/>
    <dgm:cxn modelId="{B78AA5C9-4D0B-4414-88C8-B0D2CC53C119}" type="presParOf" srcId="{4C8921B0-9EFA-47CF-B7FF-3FBE59EEA99E}" destId="{A2C1F5C1-43ED-404C-A6DB-00C3C41E5567}" srcOrd="9" destOrd="0" presId="urn:microsoft.com/office/officeart/2008/layout/LinedList"/>
    <dgm:cxn modelId="{511875A0-A029-4204-88D5-D75A130882F0}" type="presParOf" srcId="{8B502AC6-F84B-484F-8115-6C935E71F8C6}" destId="{453F655D-F5A8-40E0-B0CB-B234F5F044A5}" srcOrd="8" destOrd="0" presId="urn:microsoft.com/office/officeart/2008/layout/LinedList"/>
    <dgm:cxn modelId="{A9D2BA50-12F0-468E-8EF7-E8A3743CC192}" type="presParOf" srcId="{8B502AC6-F84B-484F-8115-6C935E71F8C6}" destId="{A50EE5A7-0F44-431F-AF7E-9B6162BD1D33}" srcOrd="9" destOrd="0" presId="urn:microsoft.com/office/officeart/2008/layout/LinedList"/>
    <dgm:cxn modelId="{B8CBCD51-A16F-4EEA-BF8D-C9BBA0729E6E}" type="presParOf" srcId="{A50EE5A7-0F44-431F-AF7E-9B6162BD1D33}" destId="{88132C9E-FAB8-4856-90EB-8A134B074B2F}" srcOrd="0" destOrd="0" presId="urn:microsoft.com/office/officeart/2008/layout/LinedList"/>
    <dgm:cxn modelId="{15CC94A8-23F7-4D34-87D8-AC4435897B65}" type="presParOf" srcId="{A50EE5A7-0F44-431F-AF7E-9B6162BD1D33}" destId="{E0C325C2-2F62-4EEC-BB2E-781EF311BF55}" srcOrd="1" destOrd="0" presId="urn:microsoft.com/office/officeart/2008/layout/LinedList"/>
    <dgm:cxn modelId="{3301ED58-A4F9-44B1-9C01-C115C04DF190}" type="presParOf" srcId="{E0C325C2-2F62-4EEC-BB2E-781EF311BF55}" destId="{E8127ED5-BF49-4457-B53E-904933C74F7D}" srcOrd="0" destOrd="0" presId="urn:microsoft.com/office/officeart/2008/layout/LinedList"/>
    <dgm:cxn modelId="{9428AD4F-8A04-4537-AD54-E434F7471245}" type="presParOf" srcId="{E0C325C2-2F62-4EEC-BB2E-781EF311BF55}" destId="{21B47D9E-DF21-4390-B54E-22F8A95B6F60}" srcOrd="1" destOrd="0" presId="urn:microsoft.com/office/officeart/2008/layout/LinedList"/>
    <dgm:cxn modelId="{36542869-20F0-4512-8EAC-79E920390552}" type="presParOf" srcId="{21B47D9E-DF21-4390-B54E-22F8A95B6F60}" destId="{52AD8D00-EDA1-41F0-B9FF-4D582AA6F064}" srcOrd="0" destOrd="0" presId="urn:microsoft.com/office/officeart/2008/layout/LinedList"/>
    <dgm:cxn modelId="{860F894C-DDC3-48BD-B3F3-E3CD528659AD}" type="presParOf" srcId="{21B47D9E-DF21-4390-B54E-22F8A95B6F60}" destId="{3E83FC76-C564-4DA1-A3BA-54776CA62CED}" srcOrd="1" destOrd="0" presId="urn:microsoft.com/office/officeart/2008/layout/LinedList"/>
    <dgm:cxn modelId="{C07BB448-9494-40A2-BB45-5BA13516B5D3}" type="presParOf" srcId="{21B47D9E-DF21-4390-B54E-22F8A95B6F60}" destId="{7B9A3876-FD1C-4A8C-90A9-D2D4D15281D3}" srcOrd="2" destOrd="0" presId="urn:microsoft.com/office/officeart/2008/layout/LinedList"/>
    <dgm:cxn modelId="{ABE1ABE5-0528-4B47-A04E-B8F16406662B}" type="presParOf" srcId="{E0C325C2-2F62-4EEC-BB2E-781EF311BF55}" destId="{09CE15F9-9697-45E1-9102-FD56F4168F27}" srcOrd="2" destOrd="0" presId="urn:microsoft.com/office/officeart/2008/layout/LinedList"/>
    <dgm:cxn modelId="{4EC0651E-D5AD-49A9-94AE-F1C678582EA8}" type="presParOf" srcId="{E0C325C2-2F62-4EEC-BB2E-781EF311BF55}" destId="{E02D5CE3-3CDA-430C-8A40-7D4B3BD24DC4}" srcOrd="3" destOrd="0" presId="urn:microsoft.com/office/officeart/2008/layout/LinedList"/>
    <dgm:cxn modelId="{38C9002F-06EB-400C-8E26-43343C4F8430}" type="presParOf" srcId="{E0C325C2-2F62-4EEC-BB2E-781EF311BF55}" destId="{D33CE002-1D7F-4553-B30F-E2A5A7D3B32A}" srcOrd="4" destOrd="0" presId="urn:microsoft.com/office/officeart/2008/layout/LinedList"/>
    <dgm:cxn modelId="{54EF1C92-FB2C-400F-AFCC-6D3F31E78C8C}" type="presParOf" srcId="{D33CE002-1D7F-4553-B30F-E2A5A7D3B32A}" destId="{6B2732B3-9CC8-419F-AE17-54890A442200}" srcOrd="0" destOrd="0" presId="urn:microsoft.com/office/officeart/2008/layout/LinedList"/>
    <dgm:cxn modelId="{4E762451-388E-478C-A1C2-E96298BC6D5E}" type="presParOf" srcId="{D33CE002-1D7F-4553-B30F-E2A5A7D3B32A}" destId="{8E209CA1-E259-4DC1-8FAB-531D179DB31F}" srcOrd="1" destOrd="0" presId="urn:microsoft.com/office/officeart/2008/layout/LinedList"/>
    <dgm:cxn modelId="{F9A9A567-135D-4B63-8252-148CC5DCEF00}" type="presParOf" srcId="{D33CE002-1D7F-4553-B30F-E2A5A7D3B32A}" destId="{7B71004A-620B-4190-AE46-38374401BA75}" srcOrd="2" destOrd="0" presId="urn:microsoft.com/office/officeart/2008/layout/LinedList"/>
    <dgm:cxn modelId="{E056089F-D5E0-4E45-A700-C7596E1B3B1E}" type="presParOf" srcId="{E0C325C2-2F62-4EEC-BB2E-781EF311BF55}" destId="{3B170484-6B13-4171-BFB3-E4EDF094625C}" srcOrd="5" destOrd="0" presId="urn:microsoft.com/office/officeart/2008/layout/LinedList"/>
    <dgm:cxn modelId="{6A4FC08D-3B5C-4494-B4BA-7382D0151178}" type="presParOf" srcId="{E0C325C2-2F62-4EEC-BB2E-781EF311BF55}" destId="{9CC45A46-13CD-43A7-ACBE-960C47AF2813}" srcOrd="6" destOrd="0" presId="urn:microsoft.com/office/officeart/2008/layout/LinedList"/>
    <dgm:cxn modelId="{0DEA0D2C-0012-4643-95DA-5DA6E9338059}" type="presParOf" srcId="{E0C325C2-2F62-4EEC-BB2E-781EF311BF55}" destId="{B14AC2E0-7C3C-40F0-86B4-8EA00C074D03}" srcOrd="7" destOrd="0" presId="urn:microsoft.com/office/officeart/2008/layout/LinedList"/>
    <dgm:cxn modelId="{299DD984-7B2F-474C-8C97-AA4EFA573806}" type="presParOf" srcId="{B14AC2E0-7C3C-40F0-86B4-8EA00C074D03}" destId="{BA889BA5-DF0D-4243-B6D5-B50580533428}" srcOrd="0" destOrd="0" presId="urn:microsoft.com/office/officeart/2008/layout/LinedList"/>
    <dgm:cxn modelId="{E6D4B623-E580-4764-8C3D-49A64AB856AF}" type="presParOf" srcId="{B14AC2E0-7C3C-40F0-86B4-8EA00C074D03}" destId="{AF153E9E-9C43-4E73-85F9-1BE6D7B447C7}" srcOrd="1" destOrd="0" presId="urn:microsoft.com/office/officeart/2008/layout/LinedList"/>
    <dgm:cxn modelId="{09D1D8D5-46A5-429A-A210-9BE7915E0DCF}" type="presParOf" srcId="{B14AC2E0-7C3C-40F0-86B4-8EA00C074D03}" destId="{E1129E1D-F80A-4D20-AAAC-8A46E7893A00}" srcOrd="2" destOrd="0" presId="urn:microsoft.com/office/officeart/2008/layout/LinedList"/>
    <dgm:cxn modelId="{0D0F4915-BBD5-4945-804C-2DBEC9C08638}" type="presParOf" srcId="{E0C325C2-2F62-4EEC-BB2E-781EF311BF55}" destId="{BD5A86B6-03F5-470B-BBF4-A4B4B555F9CD}" srcOrd="8" destOrd="0" presId="urn:microsoft.com/office/officeart/2008/layout/LinedList"/>
    <dgm:cxn modelId="{68D8989B-5AD4-48A9-954F-EA276E8BC986}" type="presParOf" srcId="{E0C325C2-2F62-4EEC-BB2E-781EF311BF55}" destId="{30B09795-E810-4A8E-AABF-7D51665B02B9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E9A998-CB4A-41D0-A53A-BBEFDF317735}">
      <dsp:nvSpPr>
        <dsp:cNvPr id="0" name=""/>
        <dsp:cNvSpPr/>
      </dsp:nvSpPr>
      <dsp:spPr>
        <a:xfrm>
          <a:off x="3779" y="230"/>
          <a:ext cx="10508041" cy="20375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500" kern="1200"/>
            <a:t>Soft OR</a:t>
          </a:r>
        </a:p>
      </dsp:txBody>
      <dsp:txXfrm>
        <a:off x="63457" y="59908"/>
        <a:ext cx="10388685" cy="1918209"/>
      </dsp:txXfrm>
    </dsp:sp>
    <dsp:sp modelId="{FCBF0E83-5673-4570-83E4-5F9BDAB26B78}">
      <dsp:nvSpPr>
        <dsp:cNvPr id="0" name=""/>
        <dsp:cNvSpPr/>
      </dsp:nvSpPr>
      <dsp:spPr>
        <a:xfrm>
          <a:off x="3779" y="2313542"/>
          <a:ext cx="3316932" cy="203756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/>
            <a:t>Analytical Thinking</a:t>
          </a:r>
        </a:p>
      </dsp:txBody>
      <dsp:txXfrm>
        <a:off x="63457" y="2373220"/>
        <a:ext cx="3197576" cy="1918209"/>
      </dsp:txXfrm>
    </dsp:sp>
    <dsp:sp modelId="{EA79AFDC-D876-46C3-9B54-5173EB244C8E}">
      <dsp:nvSpPr>
        <dsp:cNvPr id="0" name=""/>
        <dsp:cNvSpPr/>
      </dsp:nvSpPr>
      <dsp:spPr>
        <a:xfrm>
          <a:off x="3599333" y="2313542"/>
          <a:ext cx="3316932" cy="203756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/>
            <a:t>Presentational skill</a:t>
          </a:r>
        </a:p>
      </dsp:txBody>
      <dsp:txXfrm>
        <a:off x="3659011" y="2373220"/>
        <a:ext cx="3197576" cy="1918209"/>
      </dsp:txXfrm>
    </dsp:sp>
    <dsp:sp modelId="{A0B3F0B3-F0DE-4FDF-B1F1-D43D329646F8}">
      <dsp:nvSpPr>
        <dsp:cNvPr id="0" name=""/>
        <dsp:cNvSpPr/>
      </dsp:nvSpPr>
      <dsp:spPr>
        <a:xfrm>
          <a:off x="7194888" y="2313542"/>
          <a:ext cx="3316932" cy="203756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/>
            <a:t>Toolkit of approaches*</a:t>
          </a:r>
        </a:p>
      </dsp:txBody>
      <dsp:txXfrm>
        <a:off x="7254566" y="2373220"/>
        <a:ext cx="3197576" cy="19182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8C1296-59D7-4179-9179-7E1F09C9A233}">
      <dsp:nvSpPr>
        <dsp:cNvPr id="0" name=""/>
        <dsp:cNvSpPr/>
      </dsp:nvSpPr>
      <dsp:spPr>
        <a:xfrm>
          <a:off x="91646" y="564"/>
          <a:ext cx="3424601" cy="20547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Planning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/>
            <a:t>Ownership and stakeholders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/>
            <a:t>Purpose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/>
            <a:t>Agenda</a:t>
          </a:r>
        </a:p>
      </dsp:txBody>
      <dsp:txXfrm>
        <a:off x="91646" y="564"/>
        <a:ext cx="3424601" cy="2054760"/>
      </dsp:txXfrm>
    </dsp:sp>
    <dsp:sp modelId="{9E2274F8-5F0C-447C-B116-80BF920D4FAB}">
      <dsp:nvSpPr>
        <dsp:cNvPr id="0" name=""/>
        <dsp:cNvSpPr/>
      </dsp:nvSpPr>
      <dsp:spPr>
        <a:xfrm>
          <a:off x="3858708" y="564"/>
          <a:ext cx="3424601" cy="20547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Facilitation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/>
            <a:t>Goal setting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/>
            <a:t>Active listening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/>
            <a:t>Managing input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/>
            <a:t>… and behaviour</a:t>
          </a:r>
        </a:p>
      </dsp:txBody>
      <dsp:txXfrm>
        <a:off x="3858708" y="564"/>
        <a:ext cx="3424601" cy="2054760"/>
      </dsp:txXfrm>
    </dsp:sp>
    <dsp:sp modelId="{B6460149-88BD-4A86-85F4-F70EDD1DCB1E}">
      <dsp:nvSpPr>
        <dsp:cNvPr id="0" name=""/>
        <dsp:cNvSpPr/>
      </dsp:nvSpPr>
      <dsp:spPr>
        <a:xfrm>
          <a:off x="81099" y="2377772"/>
          <a:ext cx="3424601" cy="20547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Follow-up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/>
            <a:t>Following up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/>
            <a:t>Writing up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/>
            <a:t>Monitoring impact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2100" kern="1200"/>
        </a:p>
      </dsp:txBody>
      <dsp:txXfrm>
        <a:off x="81099" y="2377772"/>
        <a:ext cx="3424601" cy="20547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8971E4-39ED-476B-9982-17B787296AE5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AF00B9-4FF9-49DD-950A-DC0E83EAB6E7}">
      <dsp:nvSpPr>
        <dsp:cNvPr id="0" name=""/>
        <dsp:cNvSpPr/>
      </dsp:nvSpPr>
      <dsp:spPr>
        <a:xfrm>
          <a:off x="0" y="531"/>
          <a:ext cx="210312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Define the problem</a:t>
          </a:r>
        </a:p>
      </dsp:txBody>
      <dsp:txXfrm>
        <a:off x="0" y="531"/>
        <a:ext cx="2103120" cy="870055"/>
      </dsp:txXfrm>
    </dsp:sp>
    <dsp:sp modelId="{627C293C-763C-4E13-AC7F-955635C4946B}">
      <dsp:nvSpPr>
        <dsp:cNvPr id="0" name=""/>
        <dsp:cNvSpPr/>
      </dsp:nvSpPr>
      <dsp:spPr>
        <a:xfrm>
          <a:off x="2260854" y="14125"/>
          <a:ext cx="8254746" cy="271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Context</a:t>
          </a:r>
        </a:p>
      </dsp:txBody>
      <dsp:txXfrm>
        <a:off x="2260854" y="14125"/>
        <a:ext cx="8254746" cy="271892"/>
      </dsp:txXfrm>
    </dsp:sp>
    <dsp:sp modelId="{DA8A0863-9388-4A23-9B74-91442E4E38AA}">
      <dsp:nvSpPr>
        <dsp:cNvPr id="0" name=""/>
        <dsp:cNvSpPr/>
      </dsp:nvSpPr>
      <dsp:spPr>
        <a:xfrm>
          <a:off x="2103120" y="286018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4E0B3F-E4A0-424D-A670-DC4408FAD9CA}">
      <dsp:nvSpPr>
        <dsp:cNvPr id="0" name=""/>
        <dsp:cNvSpPr/>
      </dsp:nvSpPr>
      <dsp:spPr>
        <a:xfrm>
          <a:off x="2260854" y="299612"/>
          <a:ext cx="8254746" cy="271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Analytical questions</a:t>
          </a:r>
        </a:p>
      </dsp:txBody>
      <dsp:txXfrm>
        <a:off x="2260854" y="299612"/>
        <a:ext cx="8254746" cy="271892"/>
      </dsp:txXfrm>
    </dsp:sp>
    <dsp:sp modelId="{73634D70-E579-42C1-BF2A-8BFF41F03234}">
      <dsp:nvSpPr>
        <dsp:cNvPr id="0" name=""/>
        <dsp:cNvSpPr/>
      </dsp:nvSpPr>
      <dsp:spPr>
        <a:xfrm>
          <a:off x="2103120" y="571504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779332-CFD4-45C6-BA66-7F6BEE70FDED}">
      <dsp:nvSpPr>
        <dsp:cNvPr id="0" name=""/>
        <dsp:cNvSpPr/>
      </dsp:nvSpPr>
      <dsp:spPr>
        <a:xfrm>
          <a:off x="2260854" y="585099"/>
          <a:ext cx="8254746" cy="271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Relevant factors</a:t>
          </a:r>
        </a:p>
      </dsp:txBody>
      <dsp:txXfrm>
        <a:off x="2260854" y="585099"/>
        <a:ext cx="8254746" cy="271892"/>
      </dsp:txXfrm>
    </dsp:sp>
    <dsp:sp modelId="{C795F721-24A9-431F-A62E-03AB7E9C9F5E}">
      <dsp:nvSpPr>
        <dsp:cNvPr id="0" name=""/>
        <dsp:cNvSpPr/>
      </dsp:nvSpPr>
      <dsp:spPr>
        <a:xfrm>
          <a:off x="2103120" y="856991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3D84FB-F61C-419C-9F5D-84D877F50E24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CDE0DB-BBCF-49BA-8730-716301911F37}">
      <dsp:nvSpPr>
        <dsp:cNvPr id="0" name=""/>
        <dsp:cNvSpPr/>
      </dsp:nvSpPr>
      <dsp:spPr>
        <a:xfrm>
          <a:off x="0" y="870586"/>
          <a:ext cx="210312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Embrace the complexity</a:t>
          </a:r>
        </a:p>
      </dsp:txBody>
      <dsp:txXfrm>
        <a:off x="0" y="870586"/>
        <a:ext cx="2103120" cy="870055"/>
      </dsp:txXfrm>
    </dsp:sp>
    <dsp:sp modelId="{33A4D0BA-F256-4D83-9561-4D26D1E1B838}">
      <dsp:nvSpPr>
        <dsp:cNvPr id="0" name=""/>
        <dsp:cNvSpPr/>
      </dsp:nvSpPr>
      <dsp:spPr>
        <a:xfrm>
          <a:off x="2260854" y="884180"/>
          <a:ext cx="8254746" cy="271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Address </a:t>
          </a:r>
          <a:r>
            <a:rPr lang="en-GB" sz="1200" b="1" kern="1200"/>
            <a:t>the whole </a:t>
          </a:r>
          <a:r>
            <a:rPr lang="en-GB" sz="1200" kern="1200"/>
            <a:t>problem</a:t>
          </a:r>
        </a:p>
      </dsp:txBody>
      <dsp:txXfrm>
        <a:off x="2260854" y="884180"/>
        <a:ext cx="8254746" cy="271892"/>
      </dsp:txXfrm>
    </dsp:sp>
    <dsp:sp modelId="{2970C346-C480-440D-9B7C-7465D35196F5}">
      <dsp:nvSpPr>
        <dsp:cNvPr id="0" name=""/>
        <dsp:cNvSpPr/>
      </dsp:nvSpPr>
      <dsp:spPr>
        <a:xfrm>
          <a:off x="2103120" y="1156073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A15512-A3C3-4004-AB38-C809F4531548}">
      <dsp:nvSpPr>
        <dsp:cNvPr id="0" name=""/>
        <dsp:cNvSpPr/>
      </dsp:nvSpPr>
      <dsp:spPr>
        <a:xfrm>
          <a:off x="2260854" y="1169667"/>
          <a:ext cx="8254746" cy="271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Explore and eliminate ambiguity</a:t>
          </a:r>
        </a:p>
      </dsp:txBody>
      <dsp:txXfrm>
        <a:off x="2260854" y="1169667"/>
        <a:ext cx="8254746" cy="271892"/>
      </dsp:txXfrm>
    </dsp:sp>
    <dsp:sp modelId="{07EC57C1-CB74-4602-841F-7893EDF3C692}">
      <dsp:nvSpPr>
        <dsp:cNvPr id="0" name=""/>
        <dsp:cNvSpPr/>
      </dsp:nvSpPr>
      <dsp:spPr>
        <a:xfrm>
          <a:off x="2103120" y="1441559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6C1B05-AC1E-4FC1-9F45-9C3D488110A9}">
      <dsp:nvSpPr>
        <dsp:cNvPr id="0" name=""/>
        <dsp:cNvSpPr/>
      </dsp:nvSpPr>
      <dsp:spPr>
        <a:xfrm>
          <a:off x="2260854" y="1455154"/>
          <a:ext cx="8254746" cy="271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Add a useful structure</a:t>
          </a:r>
        </a:p>
      </dsp:txBody>
      <dsp:txXfrm>
        <a:off x="2260854" y="1455154"/>
        <a:ext cx="8254746" cy="271892"/>
      </dsp:txXfrm>
    </dsp:sp>
    <dsp:sp modelId="{DA557584-DE18-4A91-AABD-F11B7D863453}">
      <dsp:nvSpPr>
        <dsp:cNvPr id="0" name=""/>
        <dsp:cNvSpPr/>
      </dsp:nvSpPr>
      <dsp:spPr>
        <a:xfrm>
          <a:off x="2103120" y="1727046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EAD45F-7820-4F11-8310-00B20E9FE0CF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E828A2-B72C-41E8-B76A-7E1858C81542}">
      <dsp:nvSpPr>
        <dsp:cNvPr id="0" name=""/>
        <dsp:cNvSpPr/>
      </dsp:nvSpPr>
      <dsp:spPr>
        <a:xfrm>
          <a:off x="0" y="1740641"/>
          <a:ext cx="210312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Be practical</a:t>
          </a:r>
        </a:p>
      </dsp:txBody>
      <dsp:txXfrm>
        <a:off x="0" y="1740641"/>
        <a:ext cx="2103120" cy="870055"/>
      </dsp:txXfrm>
    </dsp:sp>
    <dsp:sp modelId="{DAA34671-066F-4E9A-8A2E-80153D052136}">
      <dsp:nvSpPr>
        <dsp:cNvPr id="0" name=""/>
        <dsp:cNvSpPr/>
      </dsp:nvSpPr>
      <dsp:spPr>
        <a:xfrm>
          <a:off x="2260854" y="1754236"/>
          <a:ext cx="8254746" cy="271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No “magic wands”</a:t>
          </a:r>
        </a:p>
      </dsp:txBody>
      <dsp:txXfrm>
        <a:off x="2260854" y="1754236"/>
        <a:ext cx="8254746" cy="271892"/>
      </dsp:txXfrm>
    </dsp:sp>
    <dsp:sp modelId="{6C2E4F78-FD16-450D-A40D-412EE514ADD3}">
      <dsp:nvSpPr>
        <dsp:cNvPr id="0" name=""/>
        <dsp:cNvSpPr/>
      </dsp:nvSpPr>
      <dsp:spPr>
        <a:xfrm>
          <a:off x="2103120" y="2026128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BB8C0D-AF5C-4181-B106-C7692AC0D652}">
      <dsp:nvSpPr>
        <dsp:cNvPr id="0" name=""/>
        <dsp:cNvSpPr/>
      </dsp:nvSpPr>
      <dsp:spPr>
        <a:xfrm>
          <a:off x="2260854" y="2039722"/>
          <a:ext cx="8254746" cy="271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Consider data/evidence needed and how to obtain it</a:t>
          </a:r>
        </a:p>
      </dsp:txBody>
      <dsp:txXfrm>
        <a:off x="2260854" y="2039722"/>
        <a:ext cx="8254746" cy="271892"/>
      </dsp:txXfrm>
    </dsp:sp>
    <dsp:sp modelId="{9C823658-6988-4E80-BD58-FF3F4F08DD60}">
      <dsp:nvSpPr>
        <dsp:cNvPr id="0" name=""/>
        <dsp:cNvSpPr/>
      </dsp:nvSpPr>
      <dsp:spPr>
        <a:xfrm>
          <a:off x="2103120" y="2311615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59F2AB-E06F-48C8-98B3-4A2D383F7F80}">
      <dsp:nvSpPr>
        <dsp:cNvPr id="0" name=""/>
        <dsp:cNvSpPr/>
      </dsp:nvSpPr>
      <dsp:spPr>
        <a:xfrm>
          <a:off x="2260854" y="2325209"/>
          <a:ext cx="8254746" cy="271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What are the risks?  Will it work?</a:t>
          </a:r>
        </a:p>
      </dsp:txBody>
      <dsp:txXfrm>
        <a:off x="2260854" y="2325209"/>
        <a:ext cx="8254746" cy="271892"/>
      </dsp:txXfrm>
    </dsp:sp>
    <dsp:sp modelId="{B1CF1856-DB26-49A2-B24F-DFFC37F8D536}">
      <dsp:nvSpPr>
        <dsp:cNvPr id="0" name=""/>
        <dsp:cNvSpPr/>
      </dsp:nvSpPr>
      <dsp:spPr>
        <a:xfrm>
          <a:off x="2103120" y="2597101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5D3E48-8CAB-42F0-B6D9-F79227ADD0E9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A678FA-D9F3-4672-A1A2-0CB6C0DC3620}">
      <dsp:nvSpPr>
        <dsp:cNvPr id="0" name=""/>
        <dsp:cNvSpPr/>
      </dsp:nvSpPr>
      <dsp:spPr>
        <a:xfrm>
          <a:off x="0" y="2610696"/>
          <a:ext cx="210312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Involve people</a:t>
          </a:r>
        </a:p>
      </dsp:txBody>
      <dsp:txXfrm>
        <a:off x="0" y="2610696"/>
        <a:ext cx="2103120" cy="870055"/>
      </dsp:txXfrm>
    </dsp:sp>
    <dsp:sp modelId="{AA71D176-CC98-414D-99C1-A024A9D00361}">
      <dsp:nvSpPr>
        <dsp:cNvPr id="0" name=""/>
        <dsp:cNvSpPr/>
      </dsp:nvSpPr>
      <dsp:spPr>
        <a:xfrm>
          <a:off x="2260854" y="2624291"/>
          <a:ext cx="8254746" cy="271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Problem “owner” always involved and usually others as well</a:t>
          </a:r>
        </a:p>
      </dsp:txBody>
      <dsp:txXfrm>
        <a:off x="2260854" y="2624291"/>
        <a:ext cx="8254746" cy="271892"/>
      </dsp:txXfrm>
    </dsp:sp>
    <dsp:sp modelId="{44279A6E-0BBF-49C5-BDC9-DE33C2A8D10F}">
      <dsp:nvSpPr>
        <dsp:cNvPr id="0" name=""/>
        <dsp:cNvSpPr/>
      </dsp:nvSpPr>
      <dsp:spPr>
        <a:xfrm>
          <a:off x="2103120" y="2896183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34587F-9D6B-46B6-95AD-A099F84B0047}">
      <dsp:nvSpPr>
        <dsp:cNvPr id="0" name=""/>
        <dsp:cNvSpPr/>
      </dsp:nvSpPr>
      <dsp:spPr>
        <a:xfrm>
          <a:off x="2260854" y="2909778"/>
          <a:ext cx="8254746" cy="271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Give appropriate value to knowledge and opinion</a:t>
          </a:r>
        </a:p>
      </dsp:txBody>
      <dsp:txXfrm>
        <a:off x="2260854" y="2909778"/>
        <a:ext cx="8254746" cy="271892"/>
      </dsp:txXfrm>
    </dsp:sp>
    <dsp:sp modelId="{34B77858-B239-4EBD-A559-562B8BB26B15}">
      <dsp:nvSpPr>
        <dsp:cNvPr id="0" name=""/>
        <dsp:cNvSpPr/>
      </dsp:nvSpPr>
      <dsp:spPr>
        <a:xfrm>
          <a:off x="2103120" y="3181670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18FB69-FB8D-43F8-9288-D5D96133A36C}">
      <dsp:nvSpPr>
        <dsp:cNvPr id="0" name=""/>
        <dsp:cNvSpPr/>
      </dsp:nvSpPr>
      <dsp:spPr>
        <a:xfrm>
          <a:off x="2260854" y="3195264"/>
          <a:ext cx="8254746" cy="271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Be sparing with the call on their time</a:t>
          </a:r>
        </a:p>
      </dsp:txBody>
      <dsp:txXfrm>
        <a:off x="2260854" y="3195264"/>
        <a:ext cx="8254746" cy="271892"/>
      </dsp:txXfrm>
    </dsp:sp>
    <dsp:sp modelId="{CFA78EC5-E52B-4826-BBBB-BA2A2A2BD09E}">
      <dsp:nvSpPr>
        <dsp:cNvPr id="0" name=""/>
        <dsp:cNvSpPr/>
      </dsp:nvSpPr>
      <dsp:spPr>
        <a:xfrm>
          <a:off x="2103120" y="3467157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3F655D-F5A8-40E0-B0CB-B234F5F044A5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132C9E-FAB8-4856-90EB-8A134B074B2F}">
      <dsp:nvSpPr>
        <dsp:cNvPr id="0" name=""/>
        <dsp:cNvSpPr/>
      </dsp:nvSpPr>
      <dsp:spPr>
        <a:xfrm>
          <a:off x="0" y="3480751"/>
          <a:ext cx="210312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Generate an outcome</a:t>
          </a:r>
        </a:p>
      </dsp:txBody>
      <dsp:txXfrm>
        <a:off x="0" y="3480751"/>
        <a:ext cx="2103120" cy="870055"/>
      </dsp:txXfrm>
    </dsp:sp>
    <dsp:sp modelId="{3E83FC76-C564-4DA1-A3BA-54776CA62CED}">
      <dsp:nvSpPr>
        <dsp:cNvPr id="0" name=""/>
        <dsp:cNvSpPr/>
      </dsp:nvSpPr>
      <dsp:spPr>
        <a:xfrm>
          <a:off x="2260854" y="3494346"/>
          <a:ext cx="8254746" cy="271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Ensure shared understanding of the issues</a:t>
          </a:r>
        </a:p>
      </dsp:txBody>
      <dsp:txXfrm>
        <a:off x="2260854" y="3494346"/>
        <a:ext cx="8254746" cy="271892"/>
      </dsp:txXfrm>
    </dsp:sp>
    <dsp:sp modelId="{09CE15F9-9697-45E1-9102-FD56F4168F27}">
      <dsp:nvSpPr>
        <dsp:cNvPr id="0" name=""/>
        <dsp:cNvSpPr/>
      </dsp:nvSpPr>
      <dsp:spPr>
        <a:xfrm>
          <a:off x="2103120" y="3766238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209CA1-E259-4DC1-8FAB-531D179DB31F}">
      <dsp:nvSpPr>
        <dsp:cNvPr id="0" name=""/>
        <dsp:cNvSpPr/>
      </dsp:nvSpPr>
      <dsp:spPr>
        <a:xfrm>
          <a:off x="2260854" y="3779833"/>
          <a:ext cx="8254746" cy="271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Write it up in an understandable format</a:t>
          </a:r>
        </a:p>
      </dsp:txBody>
      <dsp:txXfrm>
        <a:off x="2260854" y="3779833"/>
        <a:ext cx="8254746" cy="271892"/>
      </dsp:txXfrm>
    </dsp:sp>
    <dsp:sp modelId="{3B170484-6B13-4171-BFB3-E4EDF094625C}">
      <dsp:nvSpPr>
        <dsp:cNvPr id="0" name=""/>
        <dsp:cNvSpPr/>
      </dsp:nvSpPr>
      <dsp:spPr>
        <a:xfrm>
          <a:off x="2103120" y="4051725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153E9E-9C43-4E73-85F9-1BE6D7B447C7}">
      <dsp:nvSpPr>
        <dsp:cNvPr id="0" name=""/>
        <dsp:cNvSpPr/>
      </dsp:nvSpPr>
      <dsp:spPr>
        <a:xfrm>
          <a:off x="2260854" y="4065319"/>
          <a:ext cx="8254746" cy="271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Clearly specify the analysis and data required</a:t>
          </a:r>
        </a:p>
      </dsp:txBody>
      <dsp:txXfrm>
        <a:off x="2260854" y="4065319"/>
        <a:ext cx="8254746" cy="271892"/>
      </dsp:txXfrm>
    </dsp:sp>
    <dsp:sp modelId="{BD5A86B6-03F5-470B-BBF4-A4B4B555F9CD}">
      <dsp:nvSpPr>
        <dsp:cNvPr id="0" name=""/>
        <dsp:cNvSpPr/>
      </dsp:nvSpPr>
      <dsp:spPr>
        <a:xfrm>
          <a:off x="2103120" y="4337212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6-02-26T09:48:14.2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1534 964 1877 0,'0'0'279'0,"0"0"-150"0,0 0-106 0,0 0 77 0,0 0 130 0,0 0-40 0,0 0-33 15,0 0-22-15,0 0-24 0,0 0 23 16,0 0 28-16,-6 2-45 0,6 6-41 16,0 2-16-16,0 6 19 0,0 5 9 15,0 7-16-15,0 4-8 0,2 7-18 16,-2 3-18-16,0 2-28 0,0-1 0 15,0 3-2-15,0-5-16 0,-2-1 2 0,2-4-12 16,0-4-58-16,0-2-52 0,0-5-25 16,0-1-24-16,0-6-7 0,0-4-113 0,-5-3-176 15,5-3-132-15,-6-2-84 0,4-3-324 16</inkml:trace>
  <inkml:trace contextRef="#ctx0" brushRef="#br0" timeOffset="419.86">1540 1074 1259 0,'0'0'410'0,"0"0"-212"0,0 0-13 16,0 0 110-16,0 0-43 0,0 0-68 16,0 0-33-16,0 0-33 0,0 0-50 15,0 0-43-15,17-7 39 0,-1 9 51 16,7 5-29-16,0 3-48 0,3 3-16 16,-3 3 23-16,6 2 18 0,-2 3-19 15,-2 1-18-15,-2 3 2 0,1 2-26 16,-5-2 14-16,-5 4-3 0,-1-2 9 15,-7 0-10-15,-4-1 7 0,-2-1 13 16,-6 2-7-16,-2-2 13 0,-7 1-13 16,-3-1-6-16,-3 2-7 0,-2-2-9 15,0-4-3-15,5-3-1 0,-1-3 0 0,5-6-2 16,3-1-47-16,1-6-67 0,4-1-22 16,-5-1-19-16,9 0-59 0,-2-2-77 15,-2-3-119-15,4-1-225 0,-2 1-406 16,2-1 297-16</inkml:trace>
  <inkml:trace contextRef="#ctx0" brushRef="#br0" timeOffset="874.21">2001 1449 1201 0,'0'0'427'0,"0"0"-313"0,0 0-7 0,0 0 74 0,0 0-9 0,0 0-36 0,0 0-16 0,0 0-20 15,83-58-29-15,-71 49-7 0,0 1-12 0,-3 1-7 16,-1 0 0-16,-2-1 26 0,0 1-1 15,1-2 1-15,-1 1-20 0,-2-1 0 16,-4 2 0-16,0-2-6 0,0 2 19 16,-4 2 60-16,-4 1 0 0,-3 2-58 15,-1 2-12-15,-5 2 9 0,1 7-32 16,-5 4-31-16,2 2-16 0,-1 3 16 16,5 0-1-16,-1 3 1 0,8 0 22 15,1 0 19-15,1 0-6 0,6-1-7 16,0 0 0-16,6-2 0 0,5-3-27 0,-1-2-1 15,9-2-1-15,-5-5-14 0,9-2 2 16,-7-3-53-16,7-1-38 0,0-1-38 16,0-8-33-16,-1 4-9 0,1-4-82 15,0-2-175-15,2 1-181 0,-5 1-529 16,5-6 428-16</inkml:trace>
  <inkml:trace contextRef="#ctx0" brushRef="#br0" timeOffset="1200.99">2452 1313 301 0,'0'0'456'16,"0"0"-156"-16,0 0 75 0,0 0 60 15,0 0-39-15,0 0-63 0,0 0-44 16,0 0-45-16,0 0-36 0,0 0-94 16,0 0-6-16,-23 29 12 0,17-21-16 15,2 2-31-15,-3-1-23 0,7 2-19 16,0-1-6-16,0 3-3 0,-2-1-19 0,2 4 0 16,0-1-3-16,2 2-1 0,5-2 0 15,-1-1-18-15,6-4-13 0,3-4-37 16,1-2-82-16,1-3-29 0,-1-1-78 15,3 0-110-15,-3-1-167 0,-3-3-149 0,1 2-403 16</inkml:trace>
  <inkml:trace contextRef="#ctx0" brushRef="#br0" timeOffset="1594.33">2778 1321 1632 0,'0'0'396'0,"0"0"-185"0,0 0 132 0,0 0-18 0,0 0-69 0,0 0-36 0,0 0-29 15,0 0-33-15,0 75-51 0,0-61-28 16,6-1-26-16,-1-2-34 0,1-1-19 0,-4-2-13 15,4-3 10-15,0 0-22 16,-4-3-32-16,4-1-50 0,1-1-60 0,3 0-61 16,-2-5-88-16,1-3-96 0,3-4-205 15,-6 5-385-15,11-11-41 0</inkml:trace>
  <inkml:trace contextRef="#ctx0" brushRef="#br0" timeOffset="1887.46">3111 1163 867 0,'0'0'824'0,"0"0"-509"0,0 0-76 16,0 0 143-16,0 0-147 0,0 0-145 15,-81 34-23-15,75-19 0 0,2-3-15 16,2 3-24-16,2-1-5 0,0 2-20 16,8-1 16-16,5 1 7 0,1-3-1 0,3 2 14 15,1-1 21-15,-1 1 45 16,1-2 15-16,1 2 54 0,-7-3-1 0,-3 0-101 15,-3 0-17-15,-6-2 26 0,0-1 0 16,0 2-31-16,0-5-25 0,-6 0-13 16,-1 0-12-16,1-5-32 0,-2 0-77 15,-2-1-74-15,-1-1-52 0,-5-6-111 16,3-2-136-16,-7-4-280 0,7 5-398 0,-9-11 160 16</inkml:trace>
  <inkml:trace contextRef="#ctx0" brushRef="#br0" timeOffset="2076.28">2772 1087 2436 0,'0'0'596'0,"0"0"-353"16,0 0 27-16,0 0-8 0,0 0-101 15,0 0-92-15,0 0-69 0,0 0-56 16,0 0-63-16,0 0-20 0,0 0-85 15,39 4-117-15,-20-3-231 0,-3 1-411 16,5 1-268-16</inkml:trace>
  <inkml:trace contextRef="#ctx0" brushRef="#br0" timeOffset="2291.76">3357 1276 715 0,'0'0'1507'0,"0"0"-1342"0,0 0-117 16,0 0 162-16,0 0 19 0,0 0-91 0,0 0-17 15,0 0 7-15,17 70-20 0,-17-56-9 16,0 0 25-16,4-2-83 0,-2-2-41 16,2-4-29-16,-2-1-66 0,4-2-32 15,-2-1-138-15,2-2-130 0,1 0-290 16,-1-2-137-16,4-5-209 0</inkml:trace>
  <inkml:trace contextRef="#ctx0" brushRef="#br0" timeOffset="2591.31">3586 1283 624 0,'0'0'980'0,"0"0"-795"0,0 0-39 0,0 0 175 15,0 0-65-15,-51 81-11 0,51-61 5 16,0-2-86-16,0-2-59 0,2-1 6 15,10-6-41-15,-1 0-6 0,-3-6-7 16,6-1 6-16,-1-2 10 0,-1 0-1 16,3-5-31-16,-3-6-22 0,5 1-6 15,-7-3-11-15,2 0 1 0,-6 0 10 16,1 0-10-16,-7 0 13 0,0 2-4 16,0-1-9-16,-2 2-1 0,-5 1 1 15,1 0-2-15,-4 3-1 0,6-1-1 0,-7 1-28 16,5 0-37-16,0 1-38 0,0 3-41 15,-5-2-43-15,1 3-105 0,-2 1-196 16,-5 0-213-16,5 0-328 0,-13 3 290 0</inkml:trace>
  <inkml:trace contextRef="#ctx0" brushRef="#br0" timeOffset="3083.86">3781 1234 1315 0,'0'0'702'16,"0"0"-497"-16,0 0 2 0,0 0 164 0,0 0-89 0,0 0-52 0,33 67-45 0,-27-55-84 0,-2-1-12 0,2-2-29 16,-1-1-35-16,-3-3-13 0,-2 0 1 15,4-2 3-15,-2 0-4 0,-2-2 1 16,0-1-11-16,0 0 11 0,4 0 2 16,-4 0-13-16,2 0-2 0,2 0-15 15,2-1-23-15,3-5 0 0,-1 0 10 16,2-3 3-16,3-1-13 0,-3-3-19 15,-4 1 3-15,4-1 6 0,-1 1 20 16,-3 0 13-16,-2-3 15 0,0 4 3 16,0-3 0-16,-2 5 0 0,5-1-3 15,-1 2-4-15,0 1-8 0,0 4 8 16,2 0-9-16,-1 3 13 0,-1 0 25 0,4 0 26 16,-4 8 60-16,3 1 15 0,-1 2 9 15,-2 5 3-15,4-2-71 0,3 2-33 16,-3 0-12-16,1-5-6 0,1 1-16 15,-4-6-3-15,7 0 1 0,-3-3-44 0,-2-2-46 16,-3-1-30-16,1 0-29 0,-6-1-48 16,4-4-170-16,-6-1-319 0,0 1-703 15</inkml:trace>
  <inkml:trace contextRef="#ctx0" brushRef="#br0" timeOffset="3737.8">1490 1801 974 0,'0'0'644'0,"0"0"-335"0,0 0 8 0,0 0 149 0,0 0-81 0,0 0-101 16,0 0-49-16,0 0-115 0,0 0-92 0,0 0 70 15,7 37 144-15,46-26-36 0,18 0-29 16,20-4-42-16,14-3-36 0,23-4-1 15,19 0-33-15,16-6-16 0,19-4-49 16,8-1-1-16,7-2-24 0,3 6-5 16,-8 0-56-16,-3 2-68 0,-16 2-112 15,-20 3-150-15,-21 0-213 0,-41 0-520 16,4-2-449-16</inkml:trace>
  <inkml:trace contextRef="#ctx0" brushRef="#br0" timeOffset="32048.03">1877 2284 643 0,'0'0'316'0,"0"0"-241"0,0 0-58 0,0 0-1 0,0 0 52 0,0 0-3 0,0 0-6 15,0 0 29-15,0 0 29 0,0 0 3 16,-2 0-3-16,2 0-3 0,0-1-10 16,0 0-16-16,0 1-14 0,0 0-22 15,0 0-23-15,0 0-12 0,0 0-14 16,0 0 10-16,0 0-10 0,0 0 16 16,0 0-15-16,2 0 15 0,-2 0 0 15,0 0 4-15,0 0 16 0,0 0 16 16,0 0 3-16,0 0 4 0,0 2-11 15,0 7-22-15,4 5 10 0,-2 9 0 16,4 6-17-16,-6 5-18 0,4 3-4 16,-4 3 1-16,0 0 0 0,0 3 0 0,0 0 11 15,0-1 4-15,0 0-15 0,-4-6 2 16,-2-3-3-16,6-5 0 0,0-5-19 16,-2-4-10-16,2-6 0 0,0-3-20 0,0-4-28 15,0-2-65-15,0-3-36 0,0-1-75 16,0 0-115-16,0-7-12 0,0-4-28 15,0 1-74-15,0-10 181 0</inkml:trace>
  <inkml:trace contextRef="#ctx0" brushRef="#br0" timeOffset="32476.13">1881 2408 308 0,'0'0'436'15,"0"0"-214"-15,0 0-111 0,0 0 16 16,0 0 61-16,0 0 4 0,0 0-19 16,27-73-4-16,-15 63-7 0,1 2 3 0,5 1-45 15,-1 2-39-15,2 1-7 0,1 3 13 16,-3 1-10-16,-1 0-22 0,-3 5 3 16,-1 3 0-16,-6 2 9 0,3 4 4 15,-5 4-23-15,-4 3-19 0,0 1-27 16,-4 2 1-16,-7 0 0 0,1 3 13 15,2-2-14-15,-5 1 0 0,-1-1 0 16,1 2 0-16,1-4 1 0,0-3 10 16,-1 0-10-16,7-3 16 0,0-1-17 0,-1-5-1 15,7 1-1-15,-2-2 3 0,2-1 0 16,0-1 29-16,0-2 6 0,2 1 13 16,5-2 73-16,-1 0-16 0,6 0-38 15,3 1-38-15,3-3-16 0,-1 2 9 16,-1 1-23-16,1-1-2 0,-3 1 0 15,1 1-1-15,-5-1-17 0,3-1-20 16,-5 1-130-16,0-1-7 0,3-2-62 0,-5 1-207 16,0-2-281-16,-2-1 3 0,-4 0-259 15</inkml:trace>
  <inkml:trace contextRef="#ctx0" brushRef="#br0" timeOffset="32829.9">2197 2776 471 0,'0'0'312'0,"0"0"-57"0,0 0-1 0,0 0 3 0,0 0-14 0,0 0-22 0,95-51-65 15,-80 39-33-15,-1 2-13 0,-1 0-13 16,-7 0-49-16,4 2-25 0,-3 1 19 15,-3-1 3-15,-4 1 3 0,0-1 4 16,0 0 19-16,0 2-1 0,-4 1 1 0,-7 2-7 16,3 3 13-16,-4 0-20 0,-3 4-9 15,-1 6-48-15,1 4 0 0,-4 2-1 16,7 0-1-16,-2 1 2 0,5 1 1 16,3-1 2-16,2-2 20 0,2 2 6 0,2-2-4 15,0 1 1-15,6-2-1 0,6-2-12 16,3-2-13-16,4-2-26 0,1-4-50 15,5-4-84-15,2 0 86 0,2-5-105 16,2-5 11-16,0-1-45 0,-2-2-62 16,2-2-303-16,-11 4-138 0,7-7-21 0</inkml:trace>
  <inkml:trace contextRef="#ctx0" brushRef="#br0" timeOffset="33233.11">2640 2577 330 0,'0'0'473'0,"0"0"-199"0,0 0 9 0,0 0 84 15,0 0-61-15,0 0-177 0,0 0-67 16,0 0-4-16,0 0 10 0,0 0 32 16,-58 68 65-16,58-58 3 0,0 1-24 15,0-5-44-15,0-3-49 0,4 0-13 0,-2-1-22 16,4-2 3-16,7-2 7 0,-5-4 9 16,8-7-19-16,-1-1-4 0,-1-5-12 15,3-4-3-15,-1-2-23 0,1 0 1 16,0-1-20-16,-5-3-19 0,-2 4-4 15,-1-2 17-15,-3 1 22 0,-4-3 26 16,4 0-16-16,-6 3 19 0,0 5 2 16,0 6 24-16,0 8 25 0,0 3 20 15,0 4 18-15,-2 4-3 0,-4 5-82 16,-3 6-4-16,3 6-16 0,-4 4 16 16,4 2 32-16,0 0 9 0,1 1 7 0,1 1 6 15,4 0 13-15,0-1 60 0,0 0-20 16,0-3-50-16,9-3-32 0,3-2-25 15,0-7-42-15,3-2-24 0,-3-4-17 16,5-1-12-16,-1-3-38 0,-3-3-20 0,3 0-23 16,-5 0-49-16,1-7-23 0,4 2-62 15,-5-1-164-15,-5-3-63 0,4 3 42 16,-3 0 133-16,-1 0 46 0</inkml:trace>
  <inkml:trace contextRef="#ctx0" brushRef="#br0" timeOffset="33460.24">2933 2600 129 0,'0'0'502'15,"0"0"-88"-15,0 0-95 0,0 0-16 16,0 0 44-16,0 0 6 0,0 67-1 0,2-56-146 16,2 1-55-16,3-4 15 0,1-3-26 15,-2 0-32-15,7-5-25 0,1 0-1 16,-2 0-12-16,3-9-17 0,-3 0-3 16,7-6-24-16,-5 2-14 0,-1-4-9 15,3-1-2-15,-5 0-1 0,1 3-22 16,-6-2 0-16,5 0-22 0,-7 6-34 15,2 1-97-15,0 1-22 0,-2 2-103 0,2 0-144 16,1 3-278-16,-1 1-353 0,4-1 316 0</inkml:trace>
  <inkml:trace contextRef="#ctx0" brushRef="#br0" timeOffset="33678.76">3338 2510 246 0,'0'0'691'15,"0"0"-356"-15,0 0-71 0,0 0 77 16,0 0-69-16,0 0-68 0,0 0-3 0,0 0-43 16,0 0-59-16,0 0-44 0,0 0 0 15,-33 18 12-15,21-5 29 0,0 1 26 16,3 4-26-16,-1 0-20 0,8-2 23 16,-2 0 2-16,4-1-69 0,0 0-32 15,0-2-19-15,6-1-13 0,4 0-47 16,-1-1-55-16,5-2-6 0,3 1-78 15,1-4-107-15,-1-2-205 0,1-2-158 0,-3-2-104 16,7 0 139-16</inkml:trace>
  <inkml:trace contextRef="#ctx0" brushRef="#br0" timeOffset="34002.5">3549 2680 1072 0,'0'0'544'0,"0"0"-385"16,0 0-71-16,0 0 58 0,0 0-3 15,0 0-40-15,0 0-41 0,0 0-40 16,79-44-22-16,-69 31 1 0,3 2 0 16,-3-3-2-16,2 0-17 0,-6-1 16 15,5 1 1-15,-5 1 1 0,-4-1 3 16,-2 2 16-16,0 1 4 0,0 4 19 16,-6-2-6-16,-2 5-7 0,-3 4 0 15,3 0-7-15,-4 9-5 0,-1 6 15 0,1 4 10 16,-5 6 0-16,5 4 45 15,-5 2 122-15,7 2 69 0,0-2-23 0,3 0-5 16,7-6-36-16,0-2-97 0,5-5-67 0,7-4-41 16,5-4-9-16,5-5-25 0,5-3-79 15,2-2-85-15,4-10-79 0,-4 0-332 16,19-17-930-16</inkml:trace>
  <inkml:trace contextRef="#ctx0" brushRef="#br0" timeOffset="34898.44">4676 2338 102 0,'0'0'1194'0,"0"0"-872"0,0 0-140 0,0 0 104 0,0 0-1 0,0 0-40 0,0 0-13 0,0 0-52 0,0 0-40 16,0 0-34-16,-68-15-14 0,41 27-9 16,-2 2-10-16,0 5 0 0,0 2 28 0,4 3 3 15,7 0-35-15,-1-1-3 16,9 4 0-16,5-4-8 0,5 4-21 0,0-4-9 15,7 2-12-15,7-1 9 0,3-1-13 0,3-4-9 16,5-2 16-16,-2-2-19 16,0 0 0-16,-1-3 1 0,-5-1 1 15,-7-2 1-15,1 0 16 0,-9-2-3 0,-2 3 2 16,0-2-2-16,0 2-13 0,-9-2-3 16,1 2-28-16,-2-4-112 0,1-3-96 15,-1-1-55-15,2-2-167 0,2-3-247 16,4-10-671-16</inkml:trace>
  <inkml:trace contextRef="#ctx0" brushRef="#br0" timeOffset="35547.39">4835 2414 723 0,'0'0'1086'0,"0"0"-810"0,0 0-199 16,0 0 56-16,0 0 100 0,0 0 9 15,0 0-62-15,8 80-71 0,-8-50-71 0,-4 1-25 16,0 3 3-16,2 0 3 16,2 0 23-16,0-1 18 0,0-3 4 0,0-6 0 15,2-2-64-15,2-5-3 0,0-2-39 16,-4-3-34-16,4-5-65 0,-2 0-38 16,-2-3-47-16,0-4-67 0,0 0-83 15,0 0-53-15,0 0 16 0,-2-5 29 16,2-5 12-16,0-2 144 0,0 1 114 15,0-3 49-15,9 0 65 0,-3 0 0 0,6 1 52 16,1 0 59-16,-1 0 94 0,7 2 27 16,-3 0-21-16,3-1-71 0,1 3-19 15,7-3-1-15,-4 1 1 0,6-2-23 16,-4 1 80-16,0 1-44 0,-5 4-63 16,-5 1-6-16,-5 1 0 0,-2 4-3 15,-3 1-1-15,-5 0 72 0,0 0 107 16,0 3 11-16,-7 6-109 0,-3 0-68 0,2 3-29 15,-5 5-43-15,1 0 11 0,4 0 6 16,-5 1 32-16,5 0 10 0,2-3 51 16,0 1 60-16,-1-5-23 0,3-3-98 15,4-2-51-15,0-3-25 0,0-1-1 16,6-2 14-16,1 0 12 0,-3-2 0 16,6-5 3-16,-4-2-1 0,11-1-1 15,-5-1-1-15,-1-1-2 0,5 2-14 0,-1 1-3 16,-1 3 0-16,-2 3 0 0,-1 0 3 15,-1 3 13-15,0 0-8 0,-1 3 11 16,-3 3 19-16,4 2 7 0,-1 1 12 16,-1 0-3-16,-2 0-16 0,4-1 3 15,-3-1 9-15,1 0-27 0,-2-1-4 16,0-2-3-16,0-1-16 0,1 0-15 16,3-3-23-16,2 0-23 0,-1-7-120 15,5-4-47-15,-3-1 16 0,3-5-140 0,1 0-128 16,-1-2-5-16,3-1 25 0,-3-2-91 15,1-3 266-15</inkml:trace>
  <inkml:trace contextRef="#ctx0" brushRef="#br0" timeOffset="35838.46">5536 2507 102 0,'0'0'342'0,"0"0"59"0,0 0-68 0,12-64-21 0,-12 56-13 0,0 4-39 0,0 3-11 0,0 1-16 0,0 3-81 0,-6 9-101 16,0 5-25-16,0 3-3 0,-3 4 18 15,3 4-2-15,0 4 3 0,4 3-13 16,2 3-4-16,0 5-12 0,0 1 67 15,2 1 103-15,4 0-88 0,0-5-41 16,0-4-37-16,-3-4-17 0,3-4-19 16,-2-5 3-16,-2-4 0 0,-2-5-31 15,0-4-33-15,0-5-22 0,0-4-14 16,4-1 10-16,-2-1 0 0,2-8 58 0,-2-4 35 16,5-3-3-16,-1-1-19 0,-2-1-27 15,0 0-47-15,-4 2-53 0,4 0-13 16,-2-2-3-16,-2 2 12 0,6-2-9 15,-6-2 2-15,7-3-38 0,3-2-4 16,-2 2-33-16,5-1-107 0,1 3 68 16,1 2 122-16</inkml:trace>
  <inkml:trace contextRef="#ctx0" brushRef="#br0" timeOffset="36245.15">5856 2506 138 0,'0'0'258'15,"0"0"-7"-15,0 0-7 0,0 0-29 16,70-76 29-16,-59 66 10 0,-3 0-17 15,-6 7 42-15,2-2-20 0,-4 5-23 16,0 0 15-16,0 1-10 0,-4 5-53 16,-6 6-108-16,-3 4-39 0,-3 3 0 15,1 6 7-15,1 4 0 0,-3 6 24 16,7 2 26-16,-2 6-19 0,1 1-16 0,5 5 13 16,4-3-20-16,2 0-34 0,0-4-22 15,0-6-15-15,2-5 0 0,4-5-14 16,-6-4-11-16,0-4-20 0,0-4-12 15,0-4-39-15,0-2-9 0,0-3 18 0,0-4 16 16,0-1 16-16,0-2-80 0,-2-6-87 16,-4-2-7-16,0-5 21 0,0 0-42 15,-1-2-57-15,1 2 118 0,0-1 133 16,4 4 71-16,-2-3 17 0,4 1-16 16,0 1 15-16,0 1 7 0,0-1 12 15,4 1 11-15,2 2 6 0,0-1 42 16,7 3 36-16,-3-2 6 0,7 2 20 15,-1-3 5-15,3 1 4 0,1 0-17 16,3 0-16-16,0 3-32 0,-4 0-30 16,-3 3-15-16,-6 2-33 0,3 2-22 0,-7-1-15 15,4 1-36-15,-6-2-167 0,-4 1-273 16,7-5-969-16</inkml:trace>
  <inkml:trace contextRef="#ctx0" brushRef="#br0" timeOffset="37141.29">6549 2551 327 0,'0'0'730'0,"0"0"-456"0,0 0-138 0,0 0 76 0,0 0 51 0,0 0 9 0,0 0-61 0,0 0-47 0,12 68-28 15,-8-52-30-15,-2-1-29 0,2-2-26 16,3-1-9-16,-5-4-23 0,2-1-6 16,-4-3-11-16,2-2 14 0,-2 0 7 15,0-2 28-15,0 0 41 0,0 0 65 0,0 0-52 16,0 0-26-16,0-5-28 0,0-5-39 15,2-1-12-15,-2-5-1 0,6-2-11 16,0-2-1-16,5 0 13 0,-3-2 2 16,0-2 1-16,5 5 0 0,-3 2 9 15,-2 2-12-15,5 3-13 0,-5 3-3 16,-2 3-3-16,0 2-22 0,0 1-60 16,1 3-103-16,1 0-65 0,-2 0-92 15,0 0-309-15,-2 3-159 0,3 1-251 0</inkml:trace>
  <inkml:trace contextRef="#ctx0" brushRef="#br0" timeOffset="38037.58">6716 2492 565 0,'0'0'306'0,"0"0"-218"0,0 0-42 0,0 0-20 0,0 0-25 0,0 0 35 0,0 0 19 16,0 0 4-16,0 0-13 0,0 0 15 15,0 0 14-15,52-7 3 0,-50 7 30 16,2 2 38-16,-2-2 13 0,-2 0-9 16,0 0-5-16,0 1-5 0,0-1-27 15,0 0-19-15,0 1-20 0,0 2-19 16,4-1-16-16,-4 2-20 0,0 1-3 0,2 1-3 16,-2 1-10-16,0-3 10 0,0 0-11 15,0 0 1-15,0 3 20 0,0-1 3 16,-6 1-7-16,-2 0 3 0,-5 2-6 15,-1 0-13-15,-3 1 0 0,3 1 0 16,-1-2-3-16,-1 0-2 0,-1-2-11 0,5 0 10 16,2-2-17-16,-3 0 17 0,11-3 3 15,-4-1 0-15,6-1 16 0,0 0-16 16,-2 0-11-16,2 0-18 0,0 0-13 16,0 0-32-16,0 0-36 0,0 0-68 15,0-2-32-15,6-3-121 0,-2 0-92 16,0-1-10-16,-2 3-144 0,5 1 206 15</inkml:trace>
  <inkml:trace contextRef="#ctx0" brushRef="#br0" timeOffset="38394.33">6646 2612 200 0,'0'0'398'0,"0"0"-121"0,0 0-30 0,0 0 23 0,0 0 23 0,0 0 32 0,0 0-56 0,0 0-69 16,0 65-64-16,0-43-46 0,0 2 4 15,-6 4 41-15,-1 3 38 0,1 3-26 16,-2-1 2-16,0 0-3 0,1-3-54 16,1-6-51-16,0-1-22 0,2-5-19 15,4-4-2-15,-2-4-23 0,2-3-19 16,0-3-35-16,0-2-42 0,0-2-13 0,2 0-3 16,4-3-39-16,0-4-136 0,5-1-218 15,-5 0-296-15,4-5-402 0</inkml:trace>
  <inkml:trace contextRef="#ctx0" brushRef="#br0" timeOffset="38811.44">6906 2595 700 0,'0'0'606'0,"0"0"-258"15,0 0-101-15,0 0 9 0,0 0-36 16,0 0-33-16,0 0-38 0,0 73-37 0,6-59-18 15,-3-2-8-15,-3-2-25 0,6-1-47 16,-6-2-14-16,6-5-1 0,-6-1 1 16,0-1 29-16,4 0 12 0,-4 0 10 15,0-3 17-15,2-9 8 0,2-2-28 16,-2-5-37-16,5 1-11 0,1-2-2 16,-2-1 1-16,-2 0 1 0,4-1-1 15,-3 1 0-15,3 2 1 0,0 2-1 16,2 2-15-16,-1 3-12 0,1 1-33 15,-4 4-92-15,5 3-94 0,1 1-98 16,-6 3-267-16,4 0-428 0,-1 6 209 0</inkml:trace>
  <inkml:trace contextRef="#ctx0" brushRef="#br0" timeOffset="39109.94">7163 2657 383 0,'0'0'381'0,"0"0"-114"0,0 0 49 15,0 0-30-15,0 0-104 0,0 0 6 16,78-44 1-16,-68 32-70 0,-1 0-44 16,-5 0-30-16,2 1 0 0,-6-2 20 15,0 2 48-15,0 0 54 0,-4 3-35 16,-2 1-36-16,0 0-16 0,-3 3 6 16,1 2 7-16,-4 2-29 0,1 0-33 15,-3 6-30-15,1 5 0 0,1 2-1 16,0 5-3-16,3 0 1 0,3 1 2 15,4 0 0-15,2 1 12 0,0-3-12 0,8-2-22 16,5-1-4-16,5-1 13 0,3-4 1 16,4-3-4-16,4-3-42 0,4-3-53 15,4-3-43-15,-2-7-71 0,4-6-130 16,1 0-280-16,-5-5-100 0,-8 4-18 0</inkml:trace>
  <inkml:trace contextRef="#ctx0" brushRef="#br0" timeOffset="39359.79">7636 2421 288 0,'0'0'557'15,"0"0"-163"-15,0 0-45 0,0 0-54 16,0 0-100-16,0 0-69 0,0 0-58 16,-83 25-9-16,75-13 2 0,2 3-25 15,2-3 6-15,-3 1 6 0,7 1 20 16,0-1 38-16,0 1 1 0,7-1-11 16,-1 1-3-16,4-2-16 0,5-1 3 15,-1 0-10-15,-1-2-22 0,1 0-32 0,-2 0-15 16,-5-3-1-16,-3 2 1 0,-4-1 15 15,0 0 0-15,-11 0-16 0,-1 0-16 16,-2-1-38-16,1-1-90 0,-5-2-42 16,7-3 9-16,-1 0-52 0,1-3-208 0,5-5-248 15,6-5-429-15</inkml:trace>
  <inkml:trace contextRef="#ctx0" brushRef="#br0" timeOffset="39675.6">7892 2383 814 0,'0'0'976'0,"0"0"-778"0,0 0-49 15,0 0 136-15,0 0-59 0,0 0-78 16,0 0-41-16,0 0-75 0,0 0-31 16,0 0 2-16,-93 56 23 0,71-35 9 15,-5 1 16-15,8-1 74 0,9-3 41 16,3-2-96-16,3-2-54 0,4-1-15 15,4 0 0-15,3 1 31 0,3 2 22 16,7 3-13-16,-3 1 25 0,1 2 83 16,1 1-58-16,-1-1-31 0,-3-2-10 0,-6 0-38 15,2-3-10-15,-3-5-1 0,-3 1-1 16,-2-5-1-16,0-1-25 0,0-5-30 16,0-1-45-16,0-1-50 0,0 0-39 15,-7-6-103-15,5-5-157 0,-4-3-122 16,2 6-237-16,-2-10-384 0</inkml:trace>
  <inkml:trace contextRef="#ctx0" brushRef="#br0" timeOffset="40033.99">8101 2564 158 0,'0'0'609'0,"0"0"-224"0,0 0-122 0,0 0-45 0,0 0-52 0,0 0 13 0,0 0-27 0,0 0-19 0,-21 74-1 16,23-61 11-16,7-1-11 0,3 0 58 15,-2-4 70-15,3 0-101 0,-3-3-70 16,3-2 7-16,-3-3 53 0,2 0-16 16,-3 0-20-16,-1-1 28 0,-2-3 7 15,0-1-39-15,5-4-28 0,-7 1-19 16,-4-1-28-16,6-3-22 0,-2 0-12 16,-2 1-12-16,-2 1-13 0,0-2-40 15,0 4-100-15,0-1-108 0,0 2-103 16,0 2-291-16,0 1-496 0,0-2-204 0</inkml:trace>
  <inkml:trace contextRef="#ctx0" brushRef="#br0" timeOffset="40298.76">8457 2600 738 0,'0'0'267'0,"0"0"-140"16,0 0 85-16,0 0 45 0,0 0-62 15,0 0 61-15,0 0-78 0,31 66-87 16,-31-63 9-16,0 0 84 0,0 0 42 16,0-3 8-16,0 0-26 0,4 0-59 15,-4 0-41-15,0 0-9 0,0-3 24 16,6-6-22-16,-6-1-70 0,4-4-31 16,2 0 0-16,0-4-2 0,5 2-1 0,-3-2-13 15,0 0-9-15,5 2-13 0,-3 4-41 16,-2 1-69-16,1 1-49 0,-3 3-132 15,0 2-199-15,0 3-272 0,0 1-363 0</inkml:trace>
  <inkml:trace contextRef="#ctx0" brushRef="#br0" timeOffset="40597.21">8756 2616 640 0,'0'0'342'15,"0"0"-19"-15,0 0 86 0,0 0-74 16,0 0-47-16,79-22-52 0,-56 6-68 15,-3 4-52-15,-1-3-23 0,-3-1-32 16,-3 4-29-16,-1-1-10 0,-6 2 7 16,-4 3 3-16,-2-2 6 0,0 3 13 15,0 2 16-15,-8-2 7 0,-4 5-23 0,-7 0-23 16,5 2-12-16,-5 4-16 0,-4 4 0 16,5 5-13-16,-3 3 13 0,5 4 0 15,3 0 29-15,3 1 44 0,4 1 76 16,2-4 24-16,4-2-94 0,12-1-36 0,7-2 4 15,1-3 1-15,11-2-10 0,4-4-38 16,9-4-13-16,1 0-110 0,7-11-223 16,-17 2-272-16,31-10-1013 0</inkml:trace>
  <inkml:trace contextRef="#ctx0" brushRef="#br0" timeOffset="43822.39">9730 2443 920 0,'0'0'1516'0,"0"0"-1151"0,0 0-176 0,0 0-32 0,0 0 12 0,0 0-48 0,0 0-92 0,0 0-29 0,0 0 0 16,0 0-12-16,25 78-7 0,-17-56-3 16,4 1 20-16,-1-5 0 0,1 0-14 15,-8-2 16-15,7-4 0 0,-5-3 1 16,-4 1 1-16,-2-4 14 0,4-1-14 15,-2-2-2-15,-2 0-1 0,0-3 0 16,0 0 1-16,0 0 1 0,4-3-1 16,2-3 32-16,-1-3 22 0,7-7-26 15,0-2-2-15,1-4-1 0,1-4 3 16,-1-1 14-16,1-3 2 0,-1-1 6 16,-3 5-6-16,-2 2-9 0,2 5-33 0,-5 6-2 15,-1 4-14-15,-2 5-24 0,-2 2-19 16,4 2-22-16,-4 0-41 0,0 0-55 15,2 4-100-15,-2 4-146 0,4 2-265 16,-4 0-427-16</inkml:trace>
  <inkml:trace contextRef="#ctx0" brushRef="#br0" timeOffset="44154.18">10166 2528 1425 0,'0'0'559'0,"0"0"-277"0,0 0 6 0,0 0-34 15,0 0-58-15,0 0-74 0,0 0-77 16,0 0-34-16,0 0-11 0,-78 41 0 16,69-32 1-16,3 2 0 0,0-2 3 15,6-2 8-15,-4 0-8 0,4 0 34 16,0 0 10-16,4 0 0 0,-2-1 31 15,8 4 1-15,-1-2-14 0,-1 2-15 16,2-2-13-16,-2 3-7 0,1-2-5 16,-3-1-1-16,-6-1 3 0,0 3-2 0,0-4-8 15,0 3-2-15,-6 0-15 0,-3 1-1 16,1-1-31-16,-2-1-89 0,-3 1-121 16,3-4-59-16,0-2-114 0,8-1-271 15,-2-2-522-15</inkml:trace>
  <inkml:trace contextRef="#ctx0" brushRef="#br0" timeOffset="44826.13">10735 2539 1373 0,'0'0'442'0,"0"0"-276"0,0 0 28 0,0 0 46 0,0 0-14 0,0 0-49 0,2 82-58 0,-2-60-52 0,6-1 7 15,-6-2 22-15,4-1 19 0,-2-2-1 16,-2-5-44-16,0-1-25 0,4-4-10 16,-2-2-32-16,-2-3-3 0,4 0 1 15,-4-1 15-15,2 0-13 0,5-5 10 16,1-5 1-16,-2-3-14 0,7-1-22 16,3-4-10-16,-6 0 4 0,7-1-1 15,-5-2-9-15,-1 3 0 0,1 0 19 16,-2 4 17-16,-1 1-1 0,-3 4-10 0,0 4 10 15,-4 2-16-15,4 2-4 0,-2 1 21 16,-1 0-1-16,3 6 3 0,4 3 11 16,-6 2 11-16,2 1 13 0,1 2-13 15,-1 1 4-15,0-1-14 0,-2-1 11 16,-2-1-7-16,4-1-4 0,1-2-12 0,-1-3 1 16,2 1-1-16,-2-3 4 0,5-3 15 15,-7-1-7-15,2 0-9 0,4-2 10 16,-1-4-12-16,1-1 0 0,0-4 1 15,1 2-2-15,1-1-1 0,0-1 0 16,-1 3 1-16,-1-2 2 0,-2 5 0 16,3-2 11-16,-1 4-11 0,-4 2-1 15,5 1-1-15,-5 0 1 0,0 0 0 16,-2 4 12-16,2 5-12 0,0-1 15 16,1 3 9-16,-1 0-24 0,-2 0-1 15,2-1-1-15,-2 1-18 0,3-2-6 0,5-3-57 16,-2-1-74-16,3-2-10 0,-3-3-71 15,7 0-36-15,-3 0-138 0,0-4-316 16,-1 0-349-16,1-5 609 0</inkml:trace>
  <inkml:trace contextRef="#ctx0" brushRef="#br0" timeOffset="45373.01">11425 2571 11 0,'0'0'554'0,"0"0"-153"0,0 0-69 0,0 0-49 0,0 0-62 0,0 0-16 0,0 0-69 0,0 0-3 15,0 0 16-15,-56 68 9 0,56-53-4 16,0-3-12-16,0-3-23 0,0 3-23 16,10-4-29-16,-1-3-35 0,-1 0 0 15,4-2-16-15,-1-3 3 0,-1 0-16 0,3 0 10 16,-3-4-13-16,2-4-2 0,-1 2-11 16,1-4-3-16,-2-2-25 0,5 1-10 15,-1 0-1-15,-3 2 4 0,-1 0 19 16,-4 2 10-16,0 2 19 0,1 2 16 15,-7 2 0-15,4-2 4 0,-4 3 2 0,0 0 23 16,0 0 3-16,0 0-23 0,2 4 1 16,-2 1 25-16,6 2 16 0,-2 0-13 15,0-1 114-15,2 1-44 0,-1-2-58 16,3 0-25-16,-2 0-19 0,4-2-19 16,1 0 6-16,5-1-9 0,-1-2-1 15,3 0-14-15,1 0-14 0,4-2-12 16,-5-4-28-16,7 0-42 0,-6-2-9 15,-3 0 18-15,1 1 9 0,-5-1 29 0,-4 3 23 16,-1 1 28-16,-5 2 13 0,2-3 22 16,-2 5-6-16,-2-1-13 0,4 0 0 15,-4 1 22-15,2 0 1 0,2 0 19 16,2 0 12-16,-4 0 10 0,1 2 19 16,3 3 15-16,0-3 0 0,0 2-12 15,0-3-1-15,5 3 31 0,-7 0 42 16,8 0-77-16,-6-2-37 0,7 2-13 0,1-3-22 15,-1 0 7-15,3-1-17 0,1 0-2 16,1 0-13-16,1 0-11 0,0-3-60 16,-3-1-83-16,3 2-43 0,-3-1-24 15,-1 1-265-15,-1 0-122 0,-1 0-177 0,1 0-407 16</inkml:trace>
  <inkml:trace contextRef="#ctx0" brushRef="#br0" timeOffset="46565.46">12425 2542 1153 0,'0'0'517'0,"0"0"-163"0,0 0-1 0,0 0-62 0,0 0-98 0,0 0-52 0,0 0-6 0,-82 52 15 15,76-37-13-15,-1-1-17 0,1 0-34 0,6-2-26 16,0-4-19-16,4 2 3 0,5-5-44 15,1-2-3-15,2-1 0 0,-1-2-10 16,7 0 0-16,-3-2 1 0,3-4-17 16,-1 3 1-16,-1-6-16 0,-3 3-1 15,1-1 1-15,-3 1 6 0,-3 1 16 16,2 2 20-16,-4 0 2 0,1 2 3 16,-7 0 16-16,4 1 0 0,0 0 13 15,-2 0 28-15,4 3 22 0,0 2 6 16,1 0 0-16,3 1 79 0,-2 0-60 15,0-1-48-15,-1-1-31 0,-1 1-12 16,4-2-14-16,-6-2-2 0,9-1-34 16,-1 0-57-16,9 0-16 0,2-1-66 0,-1-6-19 15,3 1-196-15,2-3-83 0,0-1-97 16,2 1-120-16,-2-1 72 0,2-1 23 16,-1 2 339-16,-5-3 180 0,-2 1 74 15,-9 2 29-15,-1-3 76 0,1 3 227 0,-10 1 115 16,0 3-14-16,-2 2-1 0,0 1-58 15,0 1-99-15,0 1-59 0,-8 0-107 16,0 3-70-16,-5 3-36 0,-1 2 20 16,1-1 12-16,3 2 13 0,4 0-9 15,0-2-17-15,4 2-22 0,-1-3 3 16,3 2-3-16,0-2-2 0,5-1-20 16,1 4 21-16,4-4 0 0,3 2 1 15,3 1 0-15,3 0 16 0,1 2 0 16,9-1 16-16,-2 3-16 0,2-1-13 15,0 3 20-15,-6 2 9 0,2 0-13 0,-7 1-18 16,-3 1 12-16,-7 2 12 0,-4-2 11 16,-4 0 40-16,-4 0 45 0,-6-3-51 15,-7-1-32-15,-2 0-9 0,-7 0-4 16,-1-2-25-16,-4-1-1 0,-2 0-1 0,0-2 0 16,4-4-1-16,4-2-29 0,6-3-19 15,7-1-28-15,6-9-1 0,6-3-3 16,0-3 16-16,6-5 26 0,6 0 12 15,5 2 6-15,-1-1 7 0,7 0 4 16,-6 4 12-16,7-1 0 0,1 0 4 16,2 3-1-16,4-4 13 0,-4 2-13 15,2-1 20-15,4-1-1 0,0 2-6 16,2 3-3-16,-8 3-12 0,0 2 2 16,-8 3 16-16,-5 2-3 0,-6 2 26 15,-2 1 18-15,1 0 4 0,-7 0-10 16,4 0-9-16,-4 0-10 0,2 4-10 0,2-1 1 15,-2 2-7-15,2-1 0 0,-2-1-7 16,0 3 7-16,5-2 13 0,3 1 6 16,-4-2 73-16,2 1-14 0,1-1-31 15,1 0-19-15,2-1 0 0,1-1-9 0,3 2 10 16,1-3 2-16,3 0-13 0,1 1-12 16,4 1-12-16,0-2-12 0,4 0 14 15,4 0-13-15,0-3 1 0,6-2-3 16,-6-2 0-16,2 1-21 0,-6-3-51 15,-8 0-120-15,-9-1-94 0,-7 0-89 16,-5-4-176-16,-7 6-274 0,-18-8-519 0</inkml:trace>
  <inkml:trace contextRef="#ctx0" brushRef="#br0" timeOffset="47012.78">13447 2516 1813 0,'0'0'402'0,"0"0"-324"0,0 0-26 0,0 0-7 0,0 0 13 0,115 0 39 0,-73 0-29 16,3 0-49-16,5 0-19 0,-1 0 23 0,3 0-4 16,-6 0-19-16,3 0-2 0,-7 0 2 15,-5 0 13-15,-8 0-10 0,-5 0-2 16,-9 0 0-16,-9-4 1 0,-6 4 2 16,0 0 34-16,0 0 65 0,-6 4 154 15,-6 4-145-15,1 1-61 0,-5 1-16 16,7 0 13-16,1 3-10 0,2-3-3 0,2-3-16 15,4 2-6-15,0-1 3 0,6-3 6 16,2-1 3-16,3 1-12 0,1-1-10 16,5-3 0-16,1 3-1 0,3 1 1 15,8 3-3-15,4 2-4 0,6 6 1 16,2 2-22-16,3 5 6 0,1 1 3 16,-3 2 13-16,-3 1-13 0,-6-1 3 15,-2-4 11-15,-10 0 1 0,-7-3 1 16,-1-5 1-16,-13-1 21 0,0-3 54 15,-13-2 99-15,-7-2 129 0,-5-1-115 16,2-2-37-16,-8-3-12 0,6 0-48 0,-2-1-36 16,5-6-28-16,5-1-28 0,5-4-46 15,5-5-52-15,5 0-82 0,2-3-88 16,9-3-123-16,3 0-271 0,-2 5-612 16,1-6-246-16</inkml:trace>
  <inkml:trace contextRef="#ctx0" brushRef="#br0" timeOffset="47547.1">15421 2441 1383 0,'0'0'471'0,"0"0"-95"0,0 0 28 0,0 0-24 0,0 0-96 0,0 0-42 0,-79 12-46 0,56-1-42 16,1 3-19-16,1 1-12 0,2 1-42 0,9 0-31 16,-6 1-22-16,9-2-13 0,1 1-15 15,6-1-2-15,0-3-29 0,10 0-40 16,9-4-4-16,-2 0-17 0,7-3-33 16,3-3-29-16,6-2-42 0,5 0-157 15,1-7-218-15,2-2-200 0,-2 2-220 16,-5-3 316-16</inkml:trace>
  <inkml:trace contextRef="#ctx0" brushRef="#br0" timeOffset="47785.42">15679 2537 83 0,'0'0'564'0,"0"0"-92"16,0 0-75-16,0 0-39 0,0 0-86 0,0 0-87 15,0 0-24-15,0 0-6 0,0 0-19 16,0 0-34-16,0 0 17 0,-23 22 38 16,30-12 9-16,3-2-23 0,2-1-19 15,5-2-23-15,12-2-13 0,-6-3-18 16,10 0-20-16,-2-3-25 0,2-3-22 15,-6-1 16-15,-7-2-18 0,-1-1-1 0,-13 4 16 16,-2-4 12-16,-4 0-9 0,-4 0-18 16,-8-2-1-16,-5 1-28 0,-6 1-4 15,3 2-18-15,-5 1-16 0,2 1 3 16,0 1-28-16,7 5-11 0,-1 0-37 16,5 0-68-16,8 0-49 0,0 4-18 15,4-1-129-15,8-2-67 0,4 2 105 16,13-3 105-16,2 0-66 0,6-2-172 15,-8-2 175-15</inkml:trace>
  <inkml:trace contextRef="#ctx0" brushRef="#br0" timeOffset="48093.28">16374 2332 43 0,'0'0'418'0,"0"0"9"0,0 0-4 0,0 0 58 16,0 0-46-16,0 0-141 0,0 0-90 15,0 0-37-15,0 0-29 0,0 0-1 16,-75 16 4-16,46-8-1 0,9 3 9 16,1-1 18-16,2 3 6 0,5-1-40 15,6-1-49-15,2 3-34 0,4 2-16 16,6-1-2-16,10 2-7 0,1 1-10 16,2 1-14-16,1-1 1 0,-3 0-2 15,-1-2 1-15,-3-3-1 0,-7-2 0 16,0 0 1-16,-6-5 0 0,4 1 12 0,-4-3-10 15,0-2 15-15,-6-1-18 0,-4 0-9 16,-3-1-69-16,-1 0-118 0,2-6-78 16,-3-5-8-16,1 0-71 0,3-3-119 15,-1 0-152-15,10 2-367 0,0-6-9 0</inkml:trace>
  <inkml:trace contextRef="#ctx0" brushRef="#br0" timeOffset="48314.49">16642 2309 1 0,'0'0'1358'16,"0"0"-968"-16,0 0-56 0,0 0 13 0,0 0-92 15,0 0-36-15,0 0 43 0,0 0-32 16,0 0-59-16,33 81-50 0,-33-51-42 16,0 1-42-16,0 1 1 0,0 1-6 15,0 2 46-15,5-8-3 0,1 1-65 16,0-4-10-16,6-6-25 0,-3-3-22 15,-1-3-54-15,4-5-78 0,5-4-50 16,-7-3-201-16,1 0-325 0,-3-5-602 0</inkml:trace>
  <inkml:trace contextRef="#ctx0" brushRef="#br0" timeOffset="48713.76">16719 2548 1445 0,'0'0'422'0,"0"0"-347"0,0 0 19 15,0 0-29-15,0 0-20 0,87-23-45 16,-48 19-10-16,0-1-19 0,7-1-39 0,3 1-62 16,3-1-84-16,4 0-43 0,-5 0-62 15,5-3 3-15,-12 2 16 0,-1-1 52 16,-12 1 111-16,-8 0 108 0,0 1 29 16,-15-2 157-16,-6 3 231 0,2 0 16 15,-4 0-23-15,0 1-24 0,-10 1-68 16,6 3-98-16,-13 0-29 0,5 0-10 15,-5 4-20-15,1 4-10 0,-1-1 0 16,-2 4-3-16,3-1-13 0,1 1-7 0,3 1-10 16,10 0-10-16,-2-2-6 15,4 2-3-15,6 3 19 0,4-1 21 0,5 4-9 16,3-2 12-16,1 3 19 0,-2-2-20 16,1 0-49-16,-3-2-35 0,1-2-7 0,-3-1-2 15,-9-6-17-15,2 2 10 0,0-5-9 16,-6 1-2-16,-2 0 17 15,-12 0-18-15,-9 1 0 0,-12-1-105 0,-5 1-104 16,-9-1-112-16,-3-1-129 0,13-2-292 16,-27-1-894-16</inkml:trace>
  <inkml:trace contextRef="#ctx0" brushRef="#br0" timeOffset="109992.22">2102 3796 1297 0,'0'0'319'0,"0"0"-147"0,0 0-61 0,0 0 116 0,0 0 64 0,0 0-46 0,0 0-39 16,0 0-29-16,0 0 11 0,0 0 29 0,17-23-20 16,-13 28-8-16,-2 2 24 15,-2 4-9-15,4 3-58 0,-4 6-19 0,0 5-25 16,-4 4-16-16,-2 1-19 0,2 2-45 15,-7-1-20-15,5-1-2 0,0-5-2 16,4-1-16-16,-2-5-16 0,4-2-12 16,0-6-10-16,0 0-24 0,0-2-40 15,0-3-42-15,0-1-62 0,0-5-142 0,0 0-165 16,0 0-128-16,6-6-86 0,-6-1-7 16,10-3-40-16</inkml:trace>
  <inkml:trace contextRef="#ctx0" brushRef="#br0" timeOffset="110408.44">2295 3919 1206 0,'0'0'680'0,"0"0"-369"0,0 0-107 16,0 0 54-16,0 0 54 0,0 0-59 15,0 0-75-15,-21 71-57 0,21-58-35 16,-2 0-10-16,2 0-1 0,0-2 1 15,0-2-16-15,0-1-35 0,0-3-25 16,0 0-13-16,0-4 11 0,2 0-1 16,-2-1-10-16,8 0 1 0,-8-1-20 0,10-4-18 15,-3-3-4-15,5-4 25 0,-2-2 27 16,3-2-18-16,3-1-2 0,-1 3 4 16,-3 1 18-16,-4 3 3 0,3 4 16 15,-7 1 0-15,0 2-3 0,-2 3 12 16,2 0 4-16,-2 0 5 0,-2 5 20 15,4 0 12-15,-1 2-3 0,1 2 16 16,-4 0 65-16,2 2-20 0,-2 2-52 0,0-1-32 16,0-1-18-16,0 1-23 0,0-5-2 15,4 0-34-15,-4-2-40 0,2-1-47 16,2-3-54-16,0 0-61 0,2-1-140 16,7 0-161-16,-1-1-72 0,3-4-56 15,-3 0-376-15,11-4 445 0</inkml:trace>
  <inkml:trace contextRef="#ctx0" brushRef="#br0" timeOffset="110624.16">2797 3896 1061 0,'0'0'642'0,"0"0"-353"0,0 0-108 0,0 0 104 0,0 0 41 16,0 0-47-16,0 0-68 0,0 0-52 15,0 0-60-15,-75 52 5 0,63-39 38 16,2 2 12-16,3 0-5 0,1 2 6 15,2 0-27-15,0-1-10 0,4 0-20 16,0-4-79-16,4-1-19 0,0-4-31 16,7-2-28-16,-5-4-71 0,0 0-22 15,0-1 21-15,0 0 33 0,-1 0-62 16,7 0-102-16,-6 0-82 0,7-2-124 16,1-3-184-16,-8 0-92 0,17-3-374 0</inkml:trace>
  <inkml:trace contextRef="#ctx0" brushRef="#br0" timeOffset="110907.39">2999 3953 200 0,'0'0'658'0,"0"0"-439"0,0 0-76 16,0 0 156-16,0 0-3 0,-18 68-39 16,18-57 5-16,0 0-49 0,0-4-39 15,0 0-38-15,0-3-37 0,0-3-35 16,0 0-3-16,0-1 51 0,0 0 105 15,4 0-5-15,-2-5-10 0,2-4-35 16,-2-2-94-16,9-5-54 0,-1-1-19 16,2-1-4-16,5 0-14 0,-3 2 4 15,1 0-8-15,3 2-6 0,3 0-69 16,-2 4-80-16,1 0-60 0,-1 5-72 16,2 3-198-16,-5 2-498 0,-6 0-94 0,9 2 533 15</inkml:trace>
  <inkml:trace contextRef="#ctx0" brushRef="#br0" timeOffset="111413.91">3357 3980 1144 0,'0'0'290'15,"0"0"-128"-15,0 0 30 0,0 0-33 16,0 0-36-16,0 0-9 0,85-63-4 16,-73 51-55-16,-2 0-36 0,3 1-19 15,-7 2 2-15,-2 0 10 0,-2 4 11 16,-2-2 35-16,0 3 33 0,0 1 67 15,0 0-33-15,-2 3-12 0,-4 0-1 16,-4 0-29-16,-3 3-61 0,-1 4-18 16,1 4 15-16,-3-1 10 0,-1 5 12 15,3 2 1-15,1 1 21 0,1 0 58 0,6 0 12 16,0 0-35-16,4-3-51 0,2 1-31 16,2-5-13-16,4 1-3 0,10-4-26 15,-5-3-24-15,7-3-39 0,3 0-12 16,-2-2-74-16,1 0 9 0,3-5-29 15,-2-3-82-15,-3 0-94 0,-3-2-31 0,5 1 9 16,-3-3 61-16,0 0 75 16,-7-1 48-16,2 1 33 0,-6 1 127 0,-1 0 49 15,-1 4 124-15,-2 1 65 0,-2 4 46 16,0 0 9-16,0 2 23 0,0 0 2 16,0 0-25-16,-2 0-37 0,-2 3-48 15,4-1-1-15,-5 4-33 0,5 1 4 16,-4 1 41-16,4 1 25 0,-2-1 12 15,2 1-20-15,0-1-13 0,0 1-32 16,0-4-39-16,6 3-39 0,-1-3-8 0,1-1-6 16,0 1-7-16,4-2-9 15,-1 0 4-15,-1 1-7 0,4-1-10 0,5-2-21 16,-3-1-34-16,1 0-12 0,3-4-41 16,1-4 2-16,0-1-22 0,-3 0-31 0,3-2-60 15,1-1-97-15,3-3-82 0,4 1-103 16,-4-3-73-16,6 0-153 0,0-1-89 15,-11 6 342-15</inkml:trace>
  <inkml:trace contextRef="#ctx0" brushRef="#br0" timeOffset="111625.2">4097 3761 4 0,'0'0'476'0,"0"0"39"0,0 0-30 0,0 0-23 0,0 0-57 0,0 0-47 0,0 0-59 0,0 0-46 16,0 0-59-16,0 0-124 0,0 0-45 15,-19 13 1-15,11 4 5 0,2-2-9 16,4 2-7-16,-2-3-15 0,4 1-2 15,0-1 2-15,0 4 1 0,0-3 34 16,0-2 19-16,4-1 50 0,-4 0-26 0,2 0-28 16,-2-2-18-16,2-2-17 0,-2 0-13 15,0 0-2-15,0-1-15 0,0-2-57 16,-2-1-89-16,0 0-82 0,-2-4-117 16,4 0-196-16,0 0-434 0,0-3-238 0</inkml:trace>
  <inkml:trace contextRef="#ctx0" brushRef="#br0" timeOffset="111878.84">4430 3932 1183 0,'0'0'638'0,"0"0"-311"0,0 0-19 16,0 0 75-16,0 0-97 0,0 0-126 15,0 0-65-15,0 0-31 0,0 0-7 16,0 0 9-16,0 0 42 0,66 4-4 15,-49-4-28-15,-1 0-10 0,1 0 12 16,-3 0 11-16,1 0-21 0,-3-1-46 16,0-2-19-16,1 1-3 0,-1-4-13 15,-2-1-84-15,3-1-39 0,-1-1-103 0,-1-3-142 16,-5 2-231-16,-6 1-598 0,0-4-86 0</inkml:trace>
  <inkml:trace contextRef="#ctx0" brushRef="#br0" timeOffset="112314.17">4438 3785 1938 0,'0'0'450'0,"0"0"-431"0,0 0-15 15,0 0-4-15,0 0 0 0,75-7-29 16,-40 2-74-16,8-1-72 0,0 1-75 16,7 1-20-16,2 1 144 0,-1-3 96 15,1 3-185-15,-4 1-9 0,-7 1 45 16,-2 0 130-16,-6-2 49 0,-8 2 0 15,-4 0 2-15,-11 1 24 0,-8 0 55 16,-2 0 242-16,0 3 171 0,-6 3-111 16,-4 3-182-16,-3-1 16 0,3 2 31 0,-2 1-35 15,5-3-44-15,3-1-34 0,4 3-5 16,0-5 10-16,0 2-20 0,4 0-28 16,7-1-29-16,1 2-16 0,3-2-6 0,3 3-9 15,3 0-14-15,6 4-14 16,6 1 24-16,0 0 0 0,2 4-26 0,0 2-2 15,-2 2-2-15,0 2 0 0,-6 1 0 16,-4 2 2-16,-7-3 22 0,-3 1 6 16,-9-5 17-16,-4 2 8 0,0-7 84 15,-10 0 6-15,-7-4-23 0,-6-1-24 16,-6-2-44-16,-4-1-30 0,-4-5-20 16,2-1 1-16,6-1-3 0,0-1-30 15,6-8-68-15,13-2-79 0,4-4-78 16,6-3-94-16,2 0-202 0,12-2-433 0,3 5-198 15,6-6 93-15</inkml:trace>
  <inkml:trace contextRef="#ctx0" brushRef="#br0" timeOffset="112613.33">6174 3595 1866 0,'0'0'677'0,"0"0"-422"0,0 0 46 0,0 0 177 0,0 0-213 0,-97 5-120 0,75 7-29 0,-3 1-13 0,0 3-15 15,6 2 8-15,5-1 15 0,8-2-34 16,4 1-46-16,2-2-3 0,8 0-16 16,6 0 1-16,5-2 14 0,2 1 1 15,3-3 3-15,3 2-19 0,0-2-10 0,-2 0 1 16,2 2-3-16,-11-1-1 0,1 1-11 15,-7 0-4-15,-4 0-17 0,-6 0-10 16,0-3 24-16,-4 1 7 0,-2-2 9 16,-6 1-16-16,-3-3-27 0,-3-3-50 15,3 0-56-15,1-3-44 0,-3 0-59 0,7-5-194 16,0-6-172-16,3-2-380 0,7 2-184 16</inkml:trace>
  <inkml:trace contextRef="#ctx0" brushRef="#br0" timeOffset="113185.21">6429 3598 1635 0,'0'0'510'0,"0"0"-257"16,0 0 121-16,0 0 4 0,0 0-27 0,25 74-139 16,-25-46-83-16,0 2-44 15,0 1-10-15,-7 1 11 0,3 0-14 0,4-2-44 16,-6-3-27-16,6-4-1 0,-2-3-1 15,-2-3-12-15,4-4-37 0,0-5-45 16,0 0-36-16,0-7-1 0,0 0-23 16,0-1-29-16,0-2-23 0,0-6-49 0,6-2-37 15,0-2 74-15,5-2 70 0,-1-1 52 16,2-1-7-16,5-1-94 0,3 1-62 16,1 1-3-16,6 1 28 0,-2 3 4 15,2 0-33-15,6 2 88 0,-2 2 104 16,0-1 23-16,-2 1 49 0,-2 5 20 15,-5-2 58-15,-7 4 53 0,-7 0-27 16,-2 0 104-16,-2 0 86 0,-4 3 31 16,-6 1 146-16,-6 3-63 0,-3 2-120 0,-1 2-92 15,3-2-26-15,-1 3 9 0,2-1 12 16,5 0-10-16,1 0-32 0,4-1-33 16,2-2-40-16,0-2-23 0,2-1-12 15,4-1-9-15,1-4-13 0,-1 3-7 0,4-3 1 16,-6 0-10-16,7-4 9 0,-3-2-10 15,-2 1-1-15,4 0 1 0,-6 0-2 16,7 0-1-16,-3 2-11 0,-4 0-4 16,4 3-2-16,-3 0 2 0,-1 0 16 15,2 0 15-15,0 3 16 0,0 1 12 16,5 1-5-16,-5 1-1 0,2 0-2 16,0-2 5-16,3-2-18 0,-3 1-7 15,4-3-12-15,1 0-3 0,1 0-3 16,1-3-65-16,3-3-76 0,3-3-44 15,2 0-131-15,4-3-75 0,0 0-180 0,4-4-174 16,-3-3-52-16,-3 5-24 0</inkml:trace>
  <inkml:trace contextRef="#ctx0" brushRef="#br0" timeOffset="113552.47">7299 3584 611 0,'0'0'661'0,"0"0"-141"0,0 0-59 0,0 0-96 0,0 0-81 0,0 0-63 0,0 0-62 15,0 0-47-15,0 0-36 0,0 0-9 0,0 0 63 16,6 2-55-16,-8 31-27 15,-4 9-17-15,2 3-28 0,2 5-1 0,-2 3-2 16,4-2 3-16,0 2 26 0,0-5-26 16,0-5-1-16,0-7-1 0,0-3 1 15,0-8 1-15,0-6-1 0,0-5 1 16,-2-4-3-16,-3-6-21 0,5-4 21 0,0 0-13 16,-2-10-18-16,2-4-77 0,0-4 26 15,0-5 31-15,0-4 26 0,2-1 3 16,5-6 19-16,3-1 0 0,-4 2 3 15,7-1 1-15,-5 5 1 0,0 4-2 16,2 6-1-16,-1 5-1 0,-1 1-14 16,2 4-3-16,-1 2-4 0,1 1 8 15,2 1-1-15,3 1 12 0,-1-1-8 16,7 1 11-16,-2-2 0 0,5 1-3 0,-3-2-72 16,4 2-87-16,-7-2-122 0,-1 1-47 15,2 0 35-15,-1 0-24 0,-3 0-4 16,1-1 22-16,-1-1-16 0,-7 1-95 15,8-5-35-15</inkml:trace>
  <inkml:trace contextRef="#ctx0" brushRef="#br0" timeOffset="113857.45">7770 3546 412 0,'0'0'365'0,"0"0"-104"16,0 0 116-16,0 0 101 0,0 0-27 16,0 0-119-16,0 0-74 0,0 0-37 15,0 0-30-15,0 0-83 0,-45 42-28 16,30-13-4-16,3 4-4 0,-3 5-15 15,7 1-13-15,-2 1-12 0,8-1-16 16,-2-2-13-16,4-5-2 0,0-2-1 16,0-5-2-16,0-6-14 0,0-5-57 15,4-4-37-15,-4-2-55 0,0-4-35 0,0-3-27 16,0-1-72-16,0-2-85 0,0-9-54 16,0 1 133-16,0 0 259 0,0-5 46 15,2 1 163-15,-2 1 71 0,4-2 109 0,-4 6 51 16,0 0-50-16,0 2-37 0,0 5-44 15,0-3-70-15,2 4-80 0,2 1-54 16,2-4-21-16,5 2-16 0,1-3-22 16,5-1 0-16,-1 3-16 0,9-3-59 15,6 1-167-15,2-2-167 0,13-1-230 16,-11 1-598-16,29-7-67 0</inkml:trace>
  <inkml:trace contextRef="#ctx0" brushRef="#br0" timeOffset="115785.48">8998 3673 1896 0,'0'0'774'0,"0"0"-539"0,0 0-123 16,0 0 16-16,0 0 6 0,0 0 6 0,0 0-13 0,0 0-25 0,0 0-39 16,95 1-35-16,-62-4-6 0,2 0 7 15,-1-1-17-15,1 2-12 0,-2 1 0 16,-6-1-22-16,-5 1-12 0,1-2-83 16,-2 1-64-16,-3-3-96 0,-1-1-192 15,2-1-243-15,-7 2-327 0,2-6 88 0</inkml:trace>
  <inkml:trace contextRef="#ctx0" brushRef="#br0" timeOffset="116036.35">9374 3461 216 0,'0'0'1744'16,"0"0"-1361"-16,0 0-170 0,0 0 106 0,0 0-5 15,-82 5-91-15,82 0-118 0,0 4-77 16,0 4 20-16,16 3 12 0,1 3 19 15,8 3-4-15,6-1-18 0,2 1-32 16,6 3 10-16,-4-2 18 0,2 0 52 16,-8 1 4-16,-4-1-63 0,-8-2-21 15,-9 2-6-15,-6-2 9 0,-4 2 9 16,-13 1-6-16,-7-2-31 0,-1-1-9 16,-6 0-41-16,0-6-71 0,-2 0-146 15,10-7-73-15,1-1-212 0,9-4-218 0,-1-3-595 0</inkml:trace>
  <inkml:trace contextRef="#ctx0" brushRef="#br0" timeOffset="117969.21">10670 3611 1258 0,'0'0'342'0,"0"0"-147"0,0 0 74 0,0 0-29 0,0 0-82 0,0 0-77 0,0 0-29 0,0 0-10 0,0 0 12 15,0 0 33-15,0 83 42 16,0-61-14-16,0-1-25 0,0-5-13 0,0-1-20 16,0-1-9-16,0-3-16 0,0-1-7 15,0-3-9-15,-2-1-12 0,2-2-2 16,0-1 0-16,0-3-1 0,0 1 1 16,0-1-1-16,0 0 0 0,0 0-1 0,0-4-2 15,0-4-30-15,2-2 0 0,9-3 7 16,-3-1 2-16,0-3 4 0,5 1 3 15,-7 0 5-15,4 2 11 0,-4 0 3 16,3 5 0-16,-7 2 0 0,-2 4 10 16,4 0-12-16,-2 3-1 0,-2 0 0 15,0 0-22-15,0 6 15 0,4 4 7 16,-2 5 35-16,2-1 4 0,-2 3-4 16,3 0 0-16,-5-3 0 0,2 1-3 15,-2-3 3-15,4 1-7 0,-4-4 7 16,2 0 51-16,0-2-29 0,-2-2-57 0,4 1-11 15,2-5-5-15,-4-1 3 16,9 0-18-16,-3 0-20 0,0-4 16 0,5-4 0 16,-3-2-9-16,2 0-23 15,-1-1-9-15,-1 0-1 0,-2 0 35 0,3 3 30 0,-5-2 11 16,2 4-1-16,-2 0 0 0,-4 4 1 16,2 1-2-16,3-2-16 0,-5 3 19 15,2 0 0-15,-2 3 29 0,2 2 0 16,-2 3 12-16,0 0-9 0,2 3-16 15,-2 0 0-15,-2-2-3 0,0 1-13 16,7-4-1-16,-3 1-15 0,-2-3-7 16,8-3-41-16,-4-1-115 0,5 0-177 15,-5-1-292-15,4-5-350 0,5-3 13 0</inkml:trace>
  <inkml:trace contextRef="#ctx0" brushRef="#br0" timeOffset="118436.29">11127 3769 1180 0,'0'0'270'0,"0"0"-159"0,0 0 123 0,0 0 77 0,0 0-36 0,0 0-29 0,0 0-27 0,0 0-78 0,0 0-48 16,89 63-10-16,-72-63 0 0,1 0-13 16,-3-3-15-16,-3-1-21 0,1 0-8 15,-7-3 3-15,-2 2-4 0,-4-2 0 16,0-2-6-16,0 1-19 0,-10 2-11 15,-3-4-18-15,1 4-34 0,1-1-7 16,-5 0-26-16,4 2-48 0,-3 0-42 16,7-2-3-16,4 2-56 0,4-1-115 15,0 1-162-15,6 1 34 0,4 1 5 0,1 2 138 16,1 1 218-16,0 0 127 0,1 0 0 16,1 4 169-16,-1 0 50 0,-1 1 9 15,2 3-13-15,-1 0-13 0,1-1-53 16,-1 4 1-16,3-4 9 0,-1 4 17 15,-1-3-4-15,-1 2 3 0,-3 1-16 0,0-3-4 16,3 2-7-16,-7-3-25 0,4-2 9 16,-10-2 34-16,2 0 10 0,0-2-7 15,-2-1 15-15,0 0 24 0,5 0-22 16,-3-4-16-16,4-4-21 0,0-5-56 16,0-2-31-16,7-3-25 0,-5-1-15 15,4 0-10-15,5 1-12 0,-7 0-2 16,3 1-20-16,-1 4-11 0,2 3-54 15,-1 2-125-15,-1 4-92 0,3 2-139 16,1 2-332-16,-3 0-541 0,3 0-26 0</inkml:trace>
  <inkml:trace contextRef="#ctx0" brushRef="#br0" timeOffset="118787.16">11820 3763 40 0,'0'0'1293'0,"0"0"-1020"0,0 0-45 0,0 0 171 0,0 0-108 0,0 0-75 0,89-18-30 16,-73 11-70-16,3-1-62 0,-5 0-32 16,-1 0-18-16,-3 1 12 0,-4 0 3 15,0 1 6-15,-6-2 20 0,0 2 13 16,0-1 24-16,-10 2-2 0,2 1-23 15,-5 4-19-15,-1 0-6 0,-3 3-29 0,-1 6 10 16,-3 3-10-16,3 1 13 0,3 2 15 16,7 0 48-16,4-1 132 0,2-1-34 15,2 2-71-15,2-1-29 0,8-2-15 16,4 3-18-16,5-2-26 0,4-5-18 0,2 0-108 16,6-5-208-16,4 1-75 15,-6-4-410-15,12 0-773 0</inkml:trace>
  <inkml:trace contextRef="#ctx0" brushRef="#br0" timeOffset="119205.47">13120 3468 2195 0,'0'0'555'0,"0"0"-346"0,0 0-61 0,0 0 66 0,0 0-17 0,0 0 81 0,0 0-55 0,6 82-75 0,-6-50-58 16,0 2-34-16,0-1-28 0,4-1-28 15,-4-1-12-15,0-4-10 0,4-3-68 16,-4-3-127-16,5-2-44 0,-5-6-84 0,0-1-180 16,-7-5-292-16,-7 0-534 0</inkml:trace>
  <inkml:trace contextRef="#ctx0" brushRef="#br0" timeOffset="119657.49">13046 3685 995 0,'0'0'244'0,"0"0"-71"0,0 0 126 15,0 0 13-15,74-74-82 0,-47 58-46 16,0 2-41-16,2-1-60 0,0 1-38 16,-2 3-12-16,-3 0 2 0,1 4-12 15,-6 0 18-15,-3 5 11 0,3 2 28 16,-5 0-6-16,-1 6-45 0,-7 2-7 16,0 6-6-16,0 3-3 0,-6 4 6 15,0 0 3-15,0 2 7 0,0 2-6 16,-2-2 2-16,-4-1 7 0,2-3 3 15,4-1-16-15,0-1 0 0,0-4-18 16,0-1-1-16,0-3-19 0,6 0 17 0,0-4 0 16,3-2-1-16,-3 0 2 0,0-3 0 15,0 0 0-15,5 0-2 0,1 0-10 16,-2-6 10-16,3-1-13 0,3-1 3 0,-5 1-6 16,5 0-4-16,-1 1 7 0,-7 1 0 15,4 0 4-15,-1 3-1 0,-5 1 11 16,-2 1-17-16,2 0 8 0,-2 1 11 15,-2 5 25-15,5 0 4 0,-3 2 6 16,-2 2 7-16,2 0-1 0,-2-1-2 16,2 2 2-16,-2-3-9 0,2-1-23 15,0-1-9-15,1-1-16 0,1-1 0 16,0-2-15-16,0-2-59 0,0 0-12 16,3 0-48-16,-3-3-62 0,0-1-65 15,0-5-95-15,0 0-131 0,1 3-119 0,3-4-137 16</inkml:trace>
  <inkml:trace contextRef="#ctx0" brushRef="#br0" timeOffset="120345.27">13806 3787 699 0,'0'0'371'0,"0"0"-58"0,0 0 67 0,0 0-3 0,0 0-96 0,0 0-48 0,0 0-34 16,0 0 10-16,0 0-8 0,0 0-86 15,0 0-48-15,-2 59-7 0,2-59 10 16,2 0 31-16,4-5-19 0,5-2-47 15,-7-3-19-15,8-2-16 0,-5 0 0 16,-1 3-13-16,0-2-3 0,0 4 0 16,2-3-12-16,-1 3-22 0,5 0-33 15,3 1-12-15,3 1-13 0,3-1 13 16,2 3 2-16,-1 0 7 0,1 2 19 16,-6 1 41-16,1 0 10 0,-1 0 3 0,-13 2-3 15,6 2 16-15,-8 2 1 0,2-1 18 16,-2 1 10-16,-2 1 7 0,0 0 12 0,5 0-4 15,-5 3-9-15,2 0-15 0,2 0 2 16,2 0-3-16,-2 1 13 0,6-3 19 16,3 1-10-16,-1-1 1 15,5-3-7-15,1-2-4 0,3 1-2 0,-4-4-10 16,-1 0-6-16,3 0 6 0,-7-2-17 16,-4-2 10-16,5-1 1 0,-9-2 9 15,-2 2 4-15,-2-6-11 0,0 2-12 16,-8 0-3-16,-5-2-2 0,-1 1-17 15,-3 1-15-15,-3 1-23 0,1-1-13 16,3 1-13-16,-1 3-12 0,5 0-1 16,5 3-32-16,3 1-10 0,0-1-51 15,4 1-73-15,4 1-145 0,7 0-64 0,1 0 110 16,11 0-43-16,-7 0-40 0,9 3 187 16,2-2 159-16,4 1 98 0,-2 0 104 15,0 0 24-15,-2 2-31 0,0-2-15 16,-7 3 78-16,5-2 19 0,-6 0-81 15,-3 2-20-15,1-2 46 0,-5 2 48 0,-6 0 30 16,-2 0 29-16,-4 2 35 0,0-2 3 16,0 4-33-16,0-2-23 0,-2 2-33 15,0-2-42-15,-2-1-41 0,4 1-27 16,0-2-22-16,0 0 22 0,4-1 35 16,0 0 25-16,3-3-28 0,3-1-20 15,-2 0-16-15,7 0-3 0,-3-5-6 16,-2-2-26-16,5-2-9 0,-3-1-21 15,1-2-1-15,-1 2-1 0,-2-1-18 0,1 0 0 16,-5 1-44-16,0 2-69 0,0 2-29 16,-1 1-65-16,1-1-122 0,0 4-174 15,0-1-210-15,4 2-260 0,5 1 314 0</inkml:trace>
  <inkml:trace contextRef="#ctx0" brushRef="#br0" timeOffset="120968.59">14949 3730 50 0,'0'0'733'0,"0"0"-303"0,0 0-3 0,0 0-28 0,0 0-117 0,0 0-104 0,0 0-97 16,0 0-46-16,0 0-6 0,0 0 7 15,-57 19 9-15,54-10-4 0,3 0 24 16,0 2 31-16,3-1 4 0,3 0-17 0,6 2-29 16,3 1-19-16,1 1-6 0,3 2-16 15,-3 2-12-15,3 6-1 0,2 1 22 16,5 4 10-16,3 3 22 0,-6 0 13 15,2 1 9-15,-6 0-53 0,-7-3-23 16,-6-5-1-16,-6-2 1 0,-4-5 3 16,-10-2 19-16,-1-5-3 0,-8-2 16 15,1-6-10-15,-1 1 0 0,0-4-6 16,0-4 16-16,7-3 3 0,-1-4 3 16,5-3 6-16,4-4-47 0,1-7-11 0,7-3-24 15,0-4-12-15,11-8-20 0,5-3-18 16,7-3-20-16,6 1 16 0,2-1 10 15,2 4 9-15,0 4 2 0,-2 3-47 16,2 3 29-16,-6 4 38 0,0 0-4 0,-2 4 36 16,-3 3 16-16,1 2 3 0,-6 4 10 15,1 2 0-15,-1 5 42 0,-7 2 18 16,-4 2-5-16,1 4-14 0,-3 0-12 16,-2 6-7-16,2 6 26 0,-4 2 5 15,0 4-8-15,-4 4-4 0,-2 2-7 16,4 1-5-16,-3-1 8 0,3 1 4 15,-2-3 16-15,4-2 2 0,0-3-18 16,0-1-20-16,6-4-15 0,1-1-16 16,3-2 16-16,-2-4-17 0,1-3 0 15,3-2-2-15,0 0-1 0,3-3-2 16,-3-4-22-16,1-3 0 0,1 0-3 16,-2 3 12-16,-5 1 3 0,3 1 10 0,-2 3-16 15,-2 2 7-15,1 0 12 0,1 0 2 16,-2 0 29-16,4 0 4 0,-5 0-10 0,1 2-3 15,0 0-19-15,0-1 0 0,-2 1-3 16,3-1-1-16,-5 2-27 0,8-3-38 16,-6 0-168-16,0 0-180 0,-2 0-261 15,4 0-465-15,5-6-84 0</inkml:trace>
  <inkml:trace contextRef="#ctx0" brushRef="#br0" timeOffset="121676.4">15842 3782 1659 0,'0'0'312'0,"0"0"-98"0,0 0 129 0,0 0-24 0,0 64-11 0,0-37-98 0,0 2-79 0,2 1-68 15,-2 0-22-15,5-2-39 0,-5-5-1 16,0-1-1-16,0-5-2 0,0-5 2 16,-5-1 0-16,-1-6-3 0,0-1-10 15,-2-4 11-15,0 0 0 0,1-5-20 16,3-6-26-16,2-4-25 0,2-4 16 15,0-4 29-15,6-4 8 0,5-5 17 0,1-6-13 16,5-1 3-16,3-2 13 16,5-1 12-16,-2-1-11 0,4 5 12 0,8 1-11 15,-6 5 0-15,-2 8-1 0,0 5 12 16,-3 4-12-16,-3 5 0 0,-9 5 0 0,-1 4-1 16,-5 1 13-16,-4 0-11 0,-2 7 78 15,-8 4 24-15,-9 3-43 0,1 3-17 16,-13 1-28-16,0 0-16 0,-2-2-4 15,6 0-21-15,8-3-22 0,7-2-23 16,4-2-67-16,6 0-44 0,6-2 24 16,7-2 22-16,1-2 26 0,3-1 12 15,1-2 7-15,-1 0 13 0,-1 0 12 16,1 0-9-16,-5 0 3 0,7 0-4 0,-5 0 20 16,5 0 13-16,-5 0 19 0,3 0 23 15,-3 0 0-15,1 1 16 0,-9 3 46 16,4 2 35-16,-4 0 7 0,1 0-1 15,-3 2 7-15,2-1-1 0,0 2 17 16,0-1 31-16,5 2 54 0,-1-5-23 16,3 1-26-16,3-2-26 0,1-1-16 15,1-3-13-15,3 0 2 0,-3 0-26 0,3-3-34 16,-4-4-21-16,-3 0-9 0,-6 0 3 16,5-3-6-16,-9 1 2 0,-2-1-5 15,-2-1-13-15,0 3-15 0,0-4-50 16,-6 3-85-16,0 0-74 0,-3-2-63 15,3 0-185-15,4 2-210 0,2 0-485 16,2-8-57-16</inkml:trace>
  <inkml:trace contextRef="#ctx0" brushRef="#br0" timeOffset="121843.27">16636 3461 662 0,'0'0'1060'0,"0"0"-745"0,0 0-53 0,0 0-93 0,0 0 37 0,0 0 42 0,0 69-46 16,0-36-49-16,0 2-45 15,0 3-6-15,0 0-16 0,0 1-45 0,4-3-41 16,-4-1-11-16,0-5-1 16,-4-5-112-16,-2-1-99 0,-4-6-145 0,-1-4-90 15,3-4-538-15,-6-3-228 0</inkml:trace>
  <inkml:trace contextRef="#ctx0" brushRef="#br0" timeOffset="121983.9">16570 3803 1361 0,'0'0'689'0,"0"0"-375"15,0 0 67-15,0 0-53 0,0 0-133 16,0 0-87-16,95-48-70 0,-78 41-38 16,-1-1-34-16,1 2-122 0,-1-2-213 15,-3 1-318-15,7-5-953 0</inkml:trace>
  <inkml:trace contextRef="#ctx0" brushRef="#br0" timeOffset="123687.2">17463 3843 1942 0,'0'0'563'0,"0"0"-237"0,0 0-182 0,0 0 112 0,0 0-1 0,0 0-40 0,0 0-29 15,23 92-70-15,-46-59-55 0,-14 6-43 16,-2 0-18-16,-9 0-19 0,5-6-20 15,3-5-86-15,5-4-77 0,12-10-128 0,3-3-323 16,12-6-625-16,1-3-118 0</inkml:trace>
  <inkml:trace contextRef="#ctx0" brushRef="#br0" timeOffset="123937.41">18034 3534 1437 0,'0'0'591'0,"0"0"-273"0,0 0-86 16,0 0-16-16,0 0 60 0,0 0 15 16,0 0-53-16,12 73-45 0,-8-46-36 0,-4 0-28 15,0 1-41-15,2-1-55 0,0-1-33 16,2-2-16-16,-2-3-21 0,5-3-89 15,-1-2-81-15,-2-3-46 0,-2-1-238 16,-2-5-623-16,0 3-489 0</inkml:trace>
  <inkml:trace contextRef="#ctx0" brushRef="#br0" timeOffset="124280.2">18292 3845 1080 0,'0'0'404'0,"0"0"-190"16,0 0 78-16,87-31 0 0,-56 20-111 16,4 0-64-16,2-1-34 0,2-2-21 15,-6-2-46-15,-4 1 3 0,-4-1-3 16,-10 4 7-16,-3-1 25 0,-6 3 80 16,-6 0 80-16,-2 3-58 0,-10 3-48 15,-7 2-57-15,-6 2-33 0,-1 3-9 0,-8 6 9 16,6 3-12-16,-8 3 0 0,10 1 1 15,3 0 0-15,4 2 15 0,5-1 22 16,7 1 19-16,1 0-3 0,6-4 47 16,6 3 0-16,5-6-32 0,7-1-29 15,9-2-40-15,4-5-3 0,2-3-44 0,5 0-94 16,-5-2-39-16,2-5-55 0,4-4-129 16,-6 0-112-16,6-3-120 0,1-1-103 15,-11 2-294-15</inkml:trace>
  <inkml:trace contextRef="#ctx0" brushRef="#br0" timeOffset="124533.16">19028 3566 707 0,'0'0'404'0,"0"0"-72"0,0 0 59 15,0 0-83-15,0 0-111 0,0 0-67 16,-83 2-24-16,65 11-9 0,7-1 0 16,3 2-11-16,6 1-5 0,2 0-8 15,0 1 11-15,4-1-4 0,8 1 3 16,1-1-23-16,1-1-9 0,5 0-13 15,2 1-6-15,-3-2-13 0,-1-2-15 0,-7 1 8 16,2-2-11-16,-7 0 18 0,-5 1 10 16,0-3 9-16,-5 2-3 0,-1-3-7 15,0-2-6-15,-4 1-22 0,-7-3-11 16,3 0-62-16,-5-1-89 0,0 0-64 16,-1-2-34-16,7 0-55 0,1-4-128 15,8-2-152-15,-2-1-222 0,8-6 75 0</inkml:trace>
  <inkml:trace contextRef="#ctx0" brushRef="#br0" timeOffset="124763.54">19429 3600 383 0,'0'0'1220'16,"0"0"-898"-16,0 0-86 0,0 0 33 0,0 0-46 15,0 0-37-15,-79 19-28 0,55-3-43 16,3 2-48-16,4 0-16 0,1 1 26 15,5 2 28-15,3-2 31 0,4 0-37 16,4-1-27-16,4 0-6 0,9-1 7 16,1-5 2-16,1 2-18 0,1-3-29 15,-1-2-25-15,-3 0-1 0,-6-3-2 16,0-3-2-16,-6 1-14 0,0-1-37 16,-6 1-167-16,-4 0-75 0,-5-3-129 0,1 1-195 15,-3-2-483-15,3 0-31 0</inkml:trace>
  <inkml:trace contextRef="#ctx0" brushRef="#br0" timeOffset="125342.37">20072 3751 1710 0,'0'0'552'16,"0"0"-352"-16,0 0-6 0,0 0 66 16,0 0 32-16,0 0-50 0,0 0-23 15,0 0-68-15,0 0-50 0,0 0-32 16,-9 73-38-16,5-63-20 0,4-1-11 15,0-1-12-15,0-2 11 0,0 0-2 16,0 0 0-16,0-5-1 0,0 3-14 16,0-3 2-16,0-1-18 0,4 0-23 15,-1 0 13-15,3 0 3 0,4-2-6 16,-6-5-7-16,9 0-22 0,-3-1-19 0,2-1 13 16,-1 1 31-16,1-3 25 0,-2 0 7 15,1 2 16-15,-5-2 3 0,6 3 0 0,-7-1 2 16,1 3 0-16,0 3-2 15,0-1-16-15,-2 4-3 0,2 0 16 0,1 0 3 16,-3 5 12-16,2 3 13 16,0 1 4-16,0-1 12 0,3-1 23 0,-1 3 18 15,2-5-15-15,3 2-13 0,-3-1-7 16,2-4 6-16,5-1 14 0,-1-1-17 16,1 0-3-16,0-2-9 0,-5-5-10 15,4 0-13-15,-1-2 1 0,-3-3 4 16,1-1 2-16,-3 0 0 0,-4 1-20 15,0-3 1-15,1 1-1 0,-7 1 1 16,0 3-3-16,0 1-19 0,0 3-57 16,0 0-118-16,-7 4-103 0,1 1-140 0,0-1-255 15,2 2-596-15,4 0 170 0</inkml:trace>
  <inkml:trace contextRef="#ctx0" brushRef="#br0" timeOffset="125678.74">20638 3668 879 0,'0'0'489'0,"0"0"-281"0,0 0 9 0,0 0 24 0,0 0-44 0,0 0-38 0,0 0-14 15,-76 57 39-15,67-45 38 0,5-1 21 16,-2-2-45-16,6 1-48 0,0-4-40 16,0 0-21-16,6-3-26 0,5 0-19 15,-5-1-16-15,2-2-6 0,0 0-19 16,5 0 1-16,-1-5-4 0,3 1-26 0,1-1-33 15,-1-1-14-15,-1 1 23 0,-2 0 31 16,3 3 17-16,-9-2 2 0,4 3 2 16,-7 1-1-16,3 0 15 0,-2 0 12 15,2 0 26-15,-6 0 27 0,6 5 14 16,-2-3-23-16,1 2 82 0,1 1-29 16,0-2-60-16,-4 2-25 0,2 0-21 15,2-4-18-15,1 3-1 0,-3-3-1 0,8 1-27 16,1-2-87-16,1 0-85 0,5 0-134 15,-3-3-237-15,-6-2-211 0,3-1-511 16</inkml:trace>
  <inkml:trace contextRef="#ctx0" brushRef="#br0" timeOffset="125885.36">20977 3721 851 0,'0'0'361'0,"0"0"-51"0,0 0 86 16,0 0-59-16,0 0-23 0,0 0-21 15,0 0-49-15,0 0-43 0,0 0-17 16,0 0-41-16,0 0-51 0,56 64-39 16,-46-60-31-16,3-2-9 0,-3-2-12 15,2 0-1-15,11-6-88 0,-6-1-112 0,10-4-86 16,2-5-108-16,-1 0-142 0,-1 2-285 16,11-9-422-16</inkml:trace>
  <inkml:trace contextRef="#ctx0" brushRef="#br0" timeOffset="126236.18">21455 3535 135 0,'0'0'779'16,"0"0"-242"-16,0 0-134 0,0 0-101 16,0 0-72-16,0 0 38 0,0 0-11 15,0 0-39-15,0 0-20 0,-23 87-10 0,23-63-14 16,0 1-17-16,0-1-15 0,6-1-51 16,0-1-62-16,1-1-28 0,3-6-1 15,-4-3-1-15,-4-4-3 0,0-2-11 16,-2-3-1-16,4-2-10 0,-4-1-2 15,0 0-10-15,0 0-12 0,2 0 16 16,-2 0 12-16,0-3-16 0,0-4 10 0,7 2 12 16,-7-5 0-16,6 2-22 15,4-2 0-15,-2 2 16 0,1-3 0 0,3 4 0 16,-2-1 3-16,1 1 6 0,-1 3 11 16,-2 0 1-16,-1 3-2 0,5 1 3 15,-4 0 12-15,5 0 29 0,-1 0 13 16,2 0 5-16,3 3 1 0,2-1-9 15,-5 1-7-15,5 1 12 0,-3 1-15 16,3-3-13-16,-1 3 4 0,-3 0-10 0,4-3-6 16,-5 2-16-16,3-2-1 0,-1 1-2 15,1-1-22-15,-5-2-77 0,-6 0-181 16,-4 0-238-16,-2-4-264 0,-12-5-964 0</inkml:trace>
  <inkml:trace contextRef="#ctx0" brushRef="#br0" timeOffset="127047.35">21140 3523 2897 0,'0'0'521'0,"0"0"-277"0,0 0-61 0,0 0-126 0,0 0-16 0,79-3-7 0,-38 3-34 0,7 3-10 0,4 2-75 0,-1 4-72 15,5 0-30-15,-2 1-99 0,-3 0-182 16,-5 1-130-16,-1-2-35 0,-5 0 54 15,-5 0-15-15,-2-2 294 0,-6-1 220 16,2 0 80-16,-13-1 9 0,7 2 258 16,-6-2 176-16,-5 1-120 0,4 1-72 15,1 2-7-15,-5 2-17 0,3 2-19 16,1 1 16-16,-1 2-17 0,-1-1-20 16,3 2-45-16,-3-3 45 0,1 0-14 15,-3-1-42-15,5-3-35 0,-7 0-39 0,3-5-19 16,-7-1-9-16,4-1 12 0,-6-3 3 15,-4 0 4-15,6 0 21 0,1 0 29 16,-3 0 13-16,2-5-42 0,2-1-50 16,0 1-18-16,3-4-1 0,-3 4 1 15,9-4 0-15,-7 2-1 0,6-1-13 0,3 2-6 16,-2 0-3-16,-1 0 20 0,1 2-1 16,-5 1 0-16,-2 0 0 0,-3 2 0 15,-3 1 2-15,0-1 1 0,-4 1 12 16,2 0-9-16,-2 0 0 0,0 0-3 15,0 0-19-15,0 0-10 0,0 0-8 16,0 0-4-16,0 0 6 0,0 0 3 16,4 0-18-16,-2 0-36 0,-2 1-31 15,4 1-29-15,-2 1-27 0,-2-2 0 16,0 3 6-16,5-3-1 0,-3 3 26 0,8-1 10 16,-6-1-1-16,8 1-9 15,1-1 119-15,3 2 22 0,1-2 1 0,-1 2 13 16,-1-1 0-16,-1 1 32 0,3 0 20 15,-3-1-4-15,1 2 11 0,-1-1 64 0,-1 5-20 16,-3 0-52-16,2 5-6 16,-5 0 49-16,-5 3-11 0,-2 1-9 15,0 0 2-15,-2-1 46 0,-15 1 21 0,3-3-42 16,-7 1-15-16,-2-3-1 0,-4 2-13 16,5-4-19-16,-9-2-31 0,4 1-19 15,0-2-15-15,4-1 11 0,9-2-10 16,1 0-2-16,7-4-3 0,6-1 3 15,0 0-1-15,0-2 1 0,4-6-19 16,2-1-6-16,5-3 0 0,-1 1 0 16,3-2-1-16,-1 2-5 0,2-2-32 15,-1 1-42-15,-1-2-34 0,5-3 5 16,1-1 0-16,3-5-1 0,-2-2-22 0,7 2 19 16,-3-4 54-16,-2 4 68 0,-3 5 16 15,-1 2 13-15,-5 6 0 0,-1 1 3 16,-5 3-14-16,-2 0-2 0,-4 3-10 15,0-1-151-15,0 1-487 0,-10-3-663 0</inkml:trace>
  <inkml:trace contextRef="#ctx0" brushRef="#br0" timeOffset="127736.16">23712 3505 692 0,'0'0'225'0,"0"0"-140"0,0 0 107 0,0 0 189 0,0 0 38 0,0 0-76 0,0 0-88 15,0 0-26-15,0 0 5 0,0 0 22 16,0 0-14-16,-33-9-21 0,33 12-26 0,4 5-35 16,-2 4 21-16,2 3 5 0,-2 7-47 15,2 2-38-15,-4 1-30 0,2 4-46 16,3-2-25-16,-5-2-2 0,4 1-23 15,-4-4 0-15,6-1-24 0,-6-5-62 16,4-2-77-16,-4-3-61 0,0-2-134 16,-4-3-194-16,-6-1-111 0,3-4-109 15,-11-1-593-15</inkml:trace>
  <inkml:trace contextRef="#ctx0" brushRef="#br0" timeOffset="128670.12">23627 3719 295 0,'0'0'1147'0,"0"0"-844"0,0 0-31 16,0 0 82-16,91-24-99 0,-64 18-75 0,8-1-39 16,-8-1-48-16,2 1-41 0,0-1-30 15,-6 2-22-15,-3 1-2 0,-1-1-11 16,-7 4 0-16,-3-3-19 0,1 2-45 16,-4 2-48-16,-4 1-23 0,2 0-39 15,-4 0-17-15,0 4 52 0,0 2 61 16,0 3 49-16,0 0 39 0,0 3 0 15,-4-1 3-15,4 2 64 0,-2-1 52 16,-2 2 27-16,4-1-7 0,0-1-30 16,0-2-19-16,6 1 3 0,5-3 4 15,-3-1-14-15,0-1-6 0,9-1-36 0,-5-4-19 16,2 1-15-16,-1-2-4 0,5 0 0 16,-7-3-4-16,7-3-21 0,-3-2-17 15,3-2-35-15,-1 2-13 0,-2-3 19 16,-3 3 29-16,2-2 20 0,-1 3 9 0,-1 0 12 15,1 1 1-15,-7 2 2 0,-2 3 17 16,2 0 14-16,0 1 28 0,1 0 38 16,-1 0 7-16,4 1 0 0,-6 3 3 15,7 1 95-15,-3 3-65 0,2-1-47 16,-4 1-4-16,5-2 10 0,-5 4-13 16,0-4-19-16,0 0-29 0,0 0-14 15,-1-1-21-15,-1-2 2 0,2 0-1 0,0 0 0 16,0-2-1-16,5 2 10 15,-5-3-8-15,4 0 8 0,3 0-11 0,-3-3 1 16,4-1 1-16,1-4-3 0,1-1-11 16,-1 2-20-16,-1-3-5 0,3 4 5 15,-7 2 12-15,3 1 0 0,-7 0 7 16,4 1 10-16,-8 2-11 0,4 0 10 0,-3 0 1 16,3 0 2-16,0 5 2 0,-2-2 26 15,2 5 0-15,0-1 4 0,1-1 2 16,-3 0-5-16,8 1-13 0,-1-1-13 15,1-1 10-15,2 1-11 0,5-3 0 16,-2-1 0-16,7 1-2 0,-3-3-2 16,2 0-26-16,-7 0-17 0,-3 0 7 15,3-1 10-15,-5-4-7 0,-1 0-2 16,2-2-39-16,-1 1-50 0,5-2 9 16,3 1 22-16,-3-3 22 0,3 2-7 15,2-2 4-15,1 3 2 0,-5 0 11 16,6 2 34-16,-7 1 29 0,1 2 0 0,-3-2 16 15,-1 2 12-15,-5 1 24 0,2 0 15 16,-2 0 0-16,-5-1-13 0,3 0-7 16,-2-1-5-16,-2 1-17 0,-2-2-9 15,0 0-3-15,0-1 3 0,-2 0-16 0,-8-2-14 16,-5 1-31-16,-4-2-21 0,3 3 12 16,-3 0 39-16,5 2 15 0,-3 2 19 15,5 0 0-15,6 1 0 0,-3 0 3 16,3 0-21-16,0 0-1 0,0 5 2 15,0-2 14-15,-1 4 3 0,3 1 16 16,-2 1 7-16,0 1 24 0,0 2 20 16,2 2 5-16,4 1-9 0,0 1-13 15,4 0 3-15,8 2 14 0,11 2 17 16,4-2 74-16,8-1-38 0,4-3-65 16,5-1-43-16,5-4-18 0,-1-4-13 0,7 0-1 15,-9-4-18-15,-1-1-30 0,-3 0-75 16,-5-6-115-16,-8-3-132 0,-2-7-299 15,-11 4-614-15,-3-16-415 0</inkml:trace>
  <inkml:trace contextRef="#ctx0" brushRef="#br0" timeOffset="128866.32">23993 3196 4299 0,'0'0'463'0,"0"0"-463"0,0 0-160 0,91 5 61 0,-27 1-12 0,13 3-104 0,1 2-288 0,-18-1-699 16,21-1-1003-16</inkml:trace>
  <inkml:trace contextRef="#ctx0" brushRef="#br0" timeOffset="129210.62">25748 3962 3488 0,'0'0'703'0,"0"0"-414"16,0 0 6-16,0 0-25 0,0 0-148 15,0 0-58-15,0 0-64 0,0 0 0 16,0 0-107-16,0 0-266 0,0 0-590 16,2-45-1612-16</inkml:trace>
  <inkml:trace contextRef="#ctx0" brushRef="#br0" timeOffset="132592.21">25455 3141 448 0,'0'0'824'0,"0"0"-447"0,0 0-130 0,0 0 13 0,0 0 41 0,0 0 15 0,0 0-43 0,0 0-91 16,0 0-35-16,0 0-23 0,24-33-17 15,-11 25-27-15,1 2-14 0,1 0-19 16,-1 0-12-16,3 1-10 0,1 0-9 0,-1 2-16 16,1 0-1-16,1 0-3 15,0 2 1-15,-3 0-12 0,3 1 2 0,-3 0 10 16,-1 0 0-16,-7 1 1 0,2 1-14 15,-10 5 14-15,0 0-11 0,0 6 13 16,-10 3 32-16,-2 3-10 0,1 1-19 16,-7 4-1-16,1 1-1 0,1-3 1 15,-3 2 0-15,0-1 1 0,1 0 13 16,1-1 6-16,-1-3-19 0,1-1 16 16,7 2-16-16,-1-4 22 0,5 2 0 0,0-1 0 15,6 0 4-15,0-2 9 16,6 2 65-16,7-3 0 0,1 2-41 0,3-3-28 15,5-1-9-15,1 1-22 0,0-2-1 16,0 0-2-16,-1-3-17 0,1 2-8 16,-6-3-81-16,-5-1-113 0,5-1-175 15,-13-2-294-15,0-2-979 0</inkml:trace>
  <inkml:trace contextRef="#ctx0" brushRef="#br0" timeOffset="171512.44">1674 5086 21 0,'0'0'1312'0,"0"0"-899"0,0 0-189 0,0 0-42 0,0 0 41 0,0 0-7 0,0 0-16 16,0 0-20-16,0 0-26 0,0 0-14 0,13-36 13 15,-13 46 34-15,0 3-3 0,-2 5-18 16,-2 5-43-16,-3 8-45 0,1 1-78 15,-2 1 16-15,-5 2 21 0,1-1 16 16,-9 3-49-16,3-1-4 0,-3-2 2 16,3 1 10-16,-3-4-12 0,8-2 2 15,1-6-2-15,4-5 0 0,6-4-15 0,2-7-20 16,0-1-8-16,0-5-7 16,0-1-48-16,8 0 23 0,0-7 75 0,5-5 6 15,-1-5 16-15,9-6-22 0,-5-3-1 16,1-4-21-16,-1-1 0 0,1-2 3 15,-1-1 0-15,-3-1 4 0,3 0 2 16,-3 0 10-16,-3 2-10 0,-2 0-4 16,7 5 17-16,-5 4 13 0,-2 3-10 15,-1 3 10-15,1 4-1 0,-2 2 1 16,-6 5 0-16,6 2-10 0,-6 5 8 16,0 0-11-16,4 6-25 0,-1 6 25 0,3 7 38 15,-2 5 31-15,-2 5-24 0,-2 3 5 16,4 4 21-16,-4 0-33 0,0 1-10 15,0 2-6-15,-4-3-20 0,4-4-2 16,0-3-13-16,0-1-2 0,0-7-7 16,0 0-6-16,0-6-13 0,0-4-56 0,4 0-82 15,-4-4-26-15,0-3-192 0,0-2-100 16,0-2-78-16,-6 0-243 0,-7 0-411 16</inkml:trace>
  <inkml:trace contextRef="#ctx0" brushRef="#br0" timeOffset="171654.26">1602 5448 373 0,'0'0'1185'0,"0"0"-1055"0,0 0-39 0,0 0-91 0,0 0 117 0,0 0-29 16,97-31-88-16,-66 21-10 0,-2 0-32 15,4-1-7-15,-4 1-22 0,0 1-137 16,-8 3-157-16,-3 0-260 0,-1 3 38 0</inkml:trace>
  <inkml:trace contextRef="#ctx0" brushRef="#br0" timeOffset="172842.75">2086 5285 8 0,'0'0'828'0,"0"0"-408"0,0 0-218 0,0 0-1 0,0 0-48 0,0 0-17 0,0 0 17 15,0 0 5-15,0 0-12 0,0 0-4 0,-15 73-6 16,13-63-4-16,-2 1-17 16,4-4-12-16,0 0-4 0,-2-1-16 0,2-2-44 15,0-3-39-15,0 0-15 16,0-1-1-16,0 0 16 0,0 0 17 0,0-1 12 16,2-4-26-16,4-2 10 0,3-4-13 15,3-2-3-15,-2 0-9 0,3 1-1 16,-5-1 13-16,0 1 0 0,3 1 0 15,-5 1 0-15,2 2 1 0,-2 1 1 0,-4 2-2 16,4 2-3-16,-1 1-10 0,1 2 11 16,-4 0-17-16,2 0 19 0,2 4 0 15,-4 4 51-15,0 2 25 0,5 1 7 16,-7 2 88-16,6 0-85 0,-6-1-48 16,0 0-35-16,4-2-3 0,-2-2-3 15,2-2-23-15,-2-3-8 0,8 1-17 16,-5-3-41-16,7-1-95 0,-2 0 2 15,3-1 28-15,-3-5-46 0,7 0-106 16,-5-5-145-16,3 2 26 0,-1-1 21 0,-2 1 36 16,3 0 74-16,1 0 66 15,-3 0 77-15,-3 1 40 0,-4-1 86 0</inkml:trace>
  <inkml:trace contextRef="#ctx0" brushRef="#br0" timeOffset="173159.15">2429 5272 22 0,'0'0'199'0,"0"0"84"16,0 0 79-16,0 0-10 0,0 0-66 15,0 0-58-15,0 0-7 0,0 0 80 16,0 0-152-16,-23 22-68 0,17-13 9 15,6 1 42-15,-4-1 10 0,4-1-30 16,0-2-32-16,0-2-35 0,0 1-32 16,0-1 6-16,4-4 20 0,2 1-1 15,0-1 0-15,1 0 1 0,-1 0-4 16,0-2-7-16,0-3-15 0,2-1-13 16,-1 4-1-16,-1-2-2 0,-2 3 0 0,-4 1-26 15,2-2 7-15,-2 2 9 16,4 0 10-16,-2 0 0 0,2 0 1 0,3 3 2 15,-5 1 2-15,0-2 1 0,4 5 13 0,-2-2-13 16,-2-1-1-16,2 0-2 16,2 0-19-16,1-4 3 0,-5 2-10 15,6-2-5-15,-2 0-129 0,4-2-46 16,-1-5 42-16,1-3-59 0,0-3-146 0,3-1-14 16,3-1 12-16,-1-3-147 0,-1 0 0 15,-1 0 228-15</inkml:trace>
  <inkml:trace contextRef="#ctx0" brushRef="#br0" timeOffset="173726.52">2683 5157 59 0,'0'0'290'0,"0"0"52"0,0 0 23 16,0 0-72-16,0 0-39 0,0 0-7 16,0 0-10-16,0 0-30 0,0 0-32 0,0 0-17 15,15-7 6-15,-15 21-13 0,0 4-39 16,0 2 0-16,0 2 42 0,0 1 8 16,0-3-26-16,-5 2-28 0,5-3-33 15,0-1-2-15,0-4-30 0,5-2-43 16,1-3-38-16,0-3-41 0,2-5-53 15,1 1-81-15,1-2 22 0,-2-2 32 0,5-3-27 16,1-3-40-16,-2-2-90 0,-1 1-47 16,3-1 71-16,1 0 16 0,-3-1 12 15,3 1 3-15,1 0 43 0,-4 2 45 16,-1 2 108-16,-1 1 65 0,-4 0 28 16,-6 5 64-16,0 0 181 0,0 0 69 15,0 0-42-15,0 5-17 0,0 1-66 16,0 1-113-16,0 3 32 0,0 1 74 15,-4-2-45-15,4 2-43 0,0-3 1 16,0 0 8-16,0-1-31 0,4-5-30 16,5 2-6-16,1-3-13 0,-2-1-3 15,5 0-19-15,-1-1-10 0,5-5-4 16,-1-3-15-16,-1-1-12 0,5 1 11 0,-3-2-2 16,-1 2-13-16,-5-1 3 0,1 3 0 15,-4 2 10-15,-1 2 0 0,1 0 0 16,-8 2-1-16,6 1 1 0,-2 0-22 0,2 0 2 15,1 1 12-15,3 5 11 0,2 5 1 16,7 2 12-16,2 3 6 0,-3 3-3 16,3 4 0-16,-3 3 22 0,-3 3 32 15,-3 0 88-15,1 2 41 0,-9-1-82 16,0 2-33-16,-4-4-7 0,-8 2-2 16,-7-4-4-16,-5 1-21 0,-9-3-19 15,-4-2-18-15,-3-2-11 0,-1-6 1 16,8-3-3-16,0-7 0 0,7-4-56 15,5-10-72-15,11-8-29 0,4-11-41 0,2-4-68 16,8-6-81-16,9-3-125 0,-1 2-152 16,9 1 58-16,-4 11-144 0,10-9 16 0</inkml:trace>
  <inkml:trace contextRef="#ctx0" brushRef="#br0" timeOffset="174193.18">3462 5044 692 0,'0'0'746'0,"0"0"-408"0,0 0-91 0,0 0 67 0,0 0-81 16,0 0-33-16,0 0 114 0,0 0-20 15,0 0-40-15,19 90-77 0,-19-60-64 0,0 4-29 16,0 0-17-16,-4 0 2 0,4-1-41 16,-6-5-28-16,6-3-25 0,0-3-9 15,-2-4-39-15,-3-3-68 0,5-4-51 16,-6-1-21-16,6-4-96 0,0-5-98 15,0-1-29-15,0 0 2 0,0-6 151 16,0-2 82-16,0-2 110 0,6-2 91 16,1-1 0-16,3-2 65 0,-2-1 29 15,7-2-16-15,3 1-13 0,-3 1 0 16,3 2-10-16,1 2-6 0,0 5 23 16,-5 1 9-16,1 1-3 0,-3 4 22 15,0 1 10-15,-5 0-3 0,1 0-10 0,-2 2 0 16,0 3 0-16,0 0-7 0,1 0-19 15,-3 1-7-15,2 1 16 0,-4 1 7 16,0-1-4-16,-2 2-9 0,4 0 9 16,-2 0-35-16,2 0-35 0,-1 0-13 0,3-3-15 15,-2 0-1-15,4-4 14 0,-2 2 0 16,3-4 2-16,3 0-19 0,5 0-9 16,-7 0 5-16,6-1-95 0,-1-4-49 15,-1 2 3-15,-1 0-35 0,-3 2-170 16,0-1-1-16,3-1 113 0,-3-1-146 15,3 2-47-15,3-5 118 0,-3 1 162 16,7-3 50-16</inkml:trace>
  <inkml:trace contextRef="#ctx0" brushRef="#br0" timeOffset="174295.15">4043 5267 39 0,'0'0'326'0,"0"0"42"0,0 0-78 0,0 0-88 0,0 0-88 0,0 0-42 0,0 0-17 15,0 0-12-15,0 0-24 0,-10-9-6 16,8 11 7-16,-2 1 19 0,0 1 55 0</inkml:trace>
  <inkml:trace contextRef="#ctx0" brushRef="#br0" timeOffset="174619.32">4264 5327 112 0,'0'0'398'15,"0"0"-59"-15,0 0-33 0,0 0-36 16,0 0-42-16,0 0-59 0,0 0-46 16,0 0-26-16,0 0-29 0,0 0 7 15,0 0 35-15,-39 18 81 0,33-13-23 16,0 0-33-16,0 0-19 0,1-3-17 0,5-1-49 15,0 1-50-15,0-2-32 0,0 0-3 16,0 0 6-16,0 0-9 0,0 0-17 16,0 0-9-16,0 0-39 0,7 0-52 15,-3-4-113-15,2 1-141 0,0 0-248 16,-4-2-445-16</inkml:trace>
  <inkml:trace contextRef="#ctx0" brushRef="#br0" timeOffset="175686.13">4134 5210 210 0,'0'0'420'0,"0"0"27"0,0 0-50 0,0 0-40 16,0 0 4-16,0 0-51 0,0 0-46 0,0 0-45 0,0 0-33 0,0 0-36 0,0 0-29 15,-82 40-17-15,63-30 1 0,2 1-14 16,1-3-21-16,1 2-11 0,3 0 1 16,0-1 6-16,5 3-5 0,1-1-27 15,6-2-31-15,0 1 10 0,0 1-13 16,0-5-12-16,6 1-25 0,7-2-21 16,3-2-23-16,1 0-1 0,-1-3-47 15,7 0-36-15,0 0-13 0,0-4-112 16,1-1-131-16,1-1-239 0,-8 2-316 0,14-7 171 0</inkml:trace>
  <inkml:trace contextRef="#ctx0" brushRef="#br0" timeOffset="176155.42">4318 5256 396 0,'0'0'459'0,"0"0"-159"0,0 0-40 16,0 0-45-16,0 0-20 0,0 0-7 15,0 0-81-15,0 0 10 0,0 0 90 16,-82 75-4-16,73-62-42 0,1-3-32 15,4-3-46-15,4-1-41 0,0-3-13 16,0 0-4-16,4-3-9 0,2 0-3 16,-2 0 6-16,7-5 10 0,-3 0-7 15,-2 0-20-15,4-1-2 0,-5 2-2 16,1-1 2-16,0 2-1 0,0 0-15 16,0 2-19-16,5 1 10 0,-1 0 9 0,-4 0 15 15,5 1 1-15,-3 2 2 16,-2 2 14-16,2-1 16 0,-1 1 9 0,-1-1 10 15,-2-1-12-15,-2-1-14 0,2 1-3 16,2-2-9-16,-4 0-13 0,2-1-13 0,1 0-3 16,7-2-67-16,-6-6-54 0,7-1-46 15,1-3-80-15,-1-3-83 0,3-3-40 16,1-2 3-16,-1-4 35 0,5-1-1 16,-3 0 7-16,-1-3 120 0,-5 5 157 15,1 2 65-15,1 3 53 0,-8 0 153 16,5 8 90-16,-9 3 82 0,2 4-23 15,-2 2-53-15,-2 1 49 0,0 3-54 16,4 6-3-16,-4 7 30 0,0 2-116 16,0 7-55-16,0 4 37 0,-4 1-4 15,2 2-51-15,-2-1-44 0,4-3-43 0,0-3-48 16,0-3-9-16,0-3-49 16,4-3-92-16,2-3-156 0,2-3-207 0,-6-3-660 15,9-3-533-15</inkml:trace>
  <inkml:trace contextRef="#ctx0" brushRef="#br0" timeOffset="177474.46">5767 5081 614 0,'0'0'168'0,"0"0"-168"0,0 0-22 0,0 0-31 0,0 0-51 0,0 0 23 0,0 0 19 0,0 0 5 0,0 0 57 15,0 0 104-15,23-8 128 0,-23 5 94 16,0-1 3-16,0 1 28 0,0 1-26 16,0 1-81-16,0-4-27 0,4 5-46 15,-4-1-51-15,0-3-53 0,2 3-15 16,-2 0 0-16,4-2 19 0,-4 2 51 16,2-1 15-16,-2 2 3 0,0-2 19 15,0 2-17-15,0 0-20 0,0 0-17 16,0-1-14-16,0 1-19 0,0-2-10 15,0 1-15-15,0-1-19 0,-6-1-22 0,-6 1-9 16,1-1 10-16,-5 2-12 16,-3 1-1-16,-1 0-1 0,-1 5-12 0,0 7 11 15,-1 3-10-15,1 4-7 0,6 3 7 16,3 1 9-16,4 3-13 0,4-2 15 16,4 3-2-16,0-5-12 0,10-1 11 0,4-3-8 15,5-4 9-15,4-1-16 16,2-4 4-16,1-2-10 0,1-4 9 0,4-3-5 15,-4 0-8-15,0 0 11 0,-4-2 15 16,-7-2-10-16,-3-3 11 0,-1 0-1 16,-4-1-16-16,5-2-15 0,-7-2-36 15,0 0-49-15,0 0-13 0,5-2-4 16,-7-1-6-16,0 1-4 0,-2 1 28 16,4 1 51-16,-6 1 67 0,0 0 22 15,0 2 10-15,0 1-6 0,0 0-4 16,-6 2-6-16,0-1 13 0,2 3-14 0,-2 2 8 15,-1-1-21-15,1 1 36 0,2 1-9 16,-2-1-7-16,4 2 6 0,-2 0 1 16,4 0-10-16,0 0-17 0,0 0-2 15,0 0 1-15,0 0 18 0,0 0 26 16,0 0 27-16,0 0 13 0,0 0-6 16,-2 2-22-16,2 4-29 0,-5 0-25 0,5 7 22 15,0 1 7-15,0 2 8 0,0 1 5 16,0-1 2-16,7 1 0 0,-1-2-16 15,4-2-19-15,3 0-10 0,-3-2-2 16,6-4-13-16,-3-1 1 0,1 3-13 16,-1-5-31-16,-1 0-99 0,-2 2-84 15,3-5-69-15,-3 3-213 0,3-4-234 16,-5 0-441-16</inkml:trace>
  <inkml:trace contextRef="#ctx0" brushRef="#br0" timeOffset="178152.97">6371 5053 1423 0,'0'0'403'0,"0"0"-212"0,0 0 108 0,0 0 14 0,0 0-62 0,0 0-26 15,0 0-21-15,0 0-39 0,0 0-9 16,0 0 55-16,0 0-48 0,-29 8-99 16,17-1-33-16,-1 4-6 0,1 2-12 15,3-3-13-15,5-1-2 0,2 1-30 16,2 1 4-16,2-4 19 0,9 6 9 15,-7-2 31-15,8 3 7 0,1 1-4 0,1 0 0 16,3 2 4-16,-5 2-10 16,-2-1 6-16,1-1-6 0,-5 0-16 0,-4 0-9 15,-2-4 9-15,0-1-12 0,0 0-22 16,-6-3-18-16,0 0-51 0,-3-2-72 16,-3-3-79-16,-7-2-150 0,3-2-242 0,-1 0-355 15,-16-5-239-15</inkml:trace>
  <inkml:trace contextRef="#ctx0" brushRef="#br0" timeOffset="178515.32">5769 5163 226 0,'0'0'1524'0,"0"0"-1073"0,0 0-131 0,0 0 218 0,0 0-101 0,87 41-118 0,-58-31-58 16,4 0-89-16,2 2-91 0,-2 0-52 15,0-1-29-15,5 0-28 0,-7-2-28 0,-2 2-170 16,-11 1-230-16,-3-4-775 0,-9 4-921 16</inkml:trace>
  <inkml:trace contextRef="#ctx0" brushRef="#br0" timeOffset="179717.2">1658 5613 818 0,'0'0'1635'0,"0"0"-1207"0,0 0-261 0,0 0-90 0,0 0-61 0,0 0-13 0,0 0 99 0,0 0 96 0,62 66-8 15,2-51-42-15,14 1-16 0,20-4 14 16,15-4-87-16,24-2 19 0,14-1-25 16,18-5-34-16,17 0-19 0,13 0-11 15,22-5-1-15,14 1 0 0,22 1 11 16,14 2-10-16,4 1 8 0,6 1-35 15,2 11-8-15,2-1 27 0,-4 4 17 16,-10 2-87-16,-6-1-134 0,-17-1-14 0,-23-1-215 16,-22-4-172-16,-30 0-455 15,-53-5 94-15,10-4 560 0</inkml:trace>
  <inkml:trace contextRef="#ctx0" brushRef="#br0" timeOffset="180999.51">2125 6222 659 0,'0'0'1055'0,"0"0"-642"0,0 0-122 0,0 0 57 0,0 0-30 0,0 0-91 0,0 0-84 0,0 0-54 16,0 0-29-16,0 0-3 0,0 0 13 15,6 36 18-15,-8-9-6 0,-4 1-29 16,2 1-12-16,-4 0-16 0,1-3 0 0,1-3 10 15,0-5-6-15,6-3-14 0,-2-3-14 16,-2-4-1-16,4-6-18 0,0 0-4 16,0-1-3-16,0-1-2 0,0 0 12 15,6 0 15-15,0-7 2 0,4-1-2 16,-1-5-2-16,-1-3-11 0,2 0-6 16,-3-4-6-16,1 2 10 0,0 0 2 15,2-1 10-15,-1 2-13 0,1 0 1 16,0 2 13-16,-3 1-11 0,5 4 12 15,-6 0 0-15,-2 6-1 0,-2 1-1 16,-2 3-10-16,4 0 10 0,-4 0-16 0,3 6 19 16,3 5 0-16,-4 5 22 0,4 1-19 15,4 3 0-15,-3 0-1 0,1 0 0 16,0 0-2-16,-2-5-3 0,5 2 2 16,-5-5-1-16,0-1-1 0,0-2 2 15,-2-3 0-15,3 0 1 0,-3-2-2 0,2-3 2 16,2-1 0-16,5-1 35 15,-5-6 8-15,8-4 4 0,-3-3 0 0,-3-2-17 16,-4-2-11-16,1 0-7 0,-1 0-9 16,0 1 0-16,-2 2-3 0,-2-1-2 15,0 3-13-15,4 1-21 0,-6 0-39 16,7 4-139-16,-7 0-77 0,6 6-146 0,-6 2-230 16,0 0-527-16,0 8 114 0</inkml:trace>
  <inkml:trace contextRef="#ctx0" brushRef="#br0" timeOffset="181248.31">2530 6397 1213 0,'0'0'511'0,"0"0"-245"0,0 0-48 0,0 0-40 0,0 0-72 0,0 0-28 0,0 0-30 0,0 0-3 15,0 0 0-15,0 0 13 0,0 0 81 16,25 53 27-16,-17-53-22 0,5 0-29 15,-7-5-19-15,4-2-17 0,-4-2-25 0,-1 0-10 16,1-1-12-16,-6 0-4 16,0 1-15-16,0-3-11 0,0 1-1 0,-9 3-1 15,3-3-16-15,-2 4-28 0,-2 3-57 16,-3 2-80-16,3 2-113 0,-7 2-128 16,5 4-228-16,-5 10-592 0</inkml:trace>
  <inkml:trace contextRef="#ctx0" brushRef="#br0" timeOffset="182016.13">3287 6209 1297 0,'0'0'579'0,"0"0"-252"0,0 0-39 0,0 0-33 0,0 0-72 0,0 0-64 0,0 0-10 0,0 0 12 15,0 0-6-15,6 84-23 0,-6-59-29 16,-2 2-15-16,-2 0-16 0,-2-3 21 16,3-5-2-16,-1-1-32 0,2-6-19 15,2-5-3-15,0-2-16 0,0-1 3 16,0-4 15-16,0 0 0 0,0 0-1 0,0-4-17 15,0-3 0-15,0-5 16 0,6-4-10 16,-3 1 0-16,3-3 1 0,2 0 8 16,-2 0-11-16,0-2 12 0,1 0 3 15,-3 2 0-15,2 0 2 0,0 7-2 16,-2 1-1-16,2 4-2 0,1 2-16 0,-1 4-6 16,0 0 3-16,6 0 6 15,1 8 13-15,-1 4-8 0,1 2 11 0,-3 1 3 16,2 2 0-16,-5 0 13 0,3-2-1 15,-8 1 1-15,2-4 25 0,-4 0 26 16,0 0-10-16,0-2-20 0,0-1-5 16,-10 1-7-16,2-1-9 0,-3 0-14 15,1-2-2-15,0-1 0 0,-3-1-38 16,7-5-66-16,-2 0-57 0,-1 0-62 16,3-2-20-16,0-5-49 0,2 0-105 15,4 0-254-15,0 1-91 0,4-4-60 0</inkml:trace>
  <inkml:trace contextRef="#ctx0" brushRef="#br0" timeOffset="182367.21">3613 6362 30 0,'0'0'457'0,"0"0"-47"16,0 0-28-16,0 0-38 0,0 0-113 16,0 0-46-16,0 0-16 0,0 0-56 15,0 0-42-15,0 0 16 0,0 0 49 16,13 58 32-16,-5-53-49 0,-2-1-49 15,5 0-6-15,-1-3-3 0,0-1-3 16,-2 0 9-16,3 0 9 0,-3-1 13 16,0-4-3-16,-1-1-22 0,-1 2-20 15,0 0-6-15,-2-1-3 0,-4-2 0 16,0 2-13-16,0-1-3 0,-6-1-7 0,0 1-12 16,-7 0 0-16,-1 2-28 0,1 2-48 15,-3 1-60-15,1-2-45 0,7 3-17 16,2-1-4-16,2 0-36 0,2-3-50 15,2-2-146-15,2 0-14 0,4-2 145 16,6 1 59-16,3-2 22 0,1 1 56 0,-3-1 98 16,3 1 65-16,1 1 3 15,-3 0-1-15,1 1 1 0,3-1-35 0,-3 2-269 16</inkml:trace>
  <inkml:trace contextRef="#ctx0" brushRef="#br0" timeOffset="182586.46">3948 6233 992 0,'0'0'537'0,"0"0"-225"0,0 0-78 16,0 0-82-16,0 0-58 0,0 0-7 15,0 0 33-15,-66 67 9 0,60-52 6 16,-2 0 48-16,1-2 13 0,5 0-27 16,-2-2-23-16,4 0-22 0,0-3-45 15,6-1-45-15,3 0-8 0,3-3-11 16,5 1-15-16,3-4 0 0,5-1-56 0,-2 0-39 15,4-7-99-15,-3 1-64 0,3-3-146 16,-6-1-132-16,-2-1-175 0,-1-2 17 16,-3 6 84-16</inkml:trace>
  <inkml:trace contextRef="#ctx0" brushRef="#br0" timeOffset="183295.33">4200 6155 193 0,'0'0'323'0,"0"0"-33"0,0 0 0 16,0 0-7-16,0 0-6 0,0 0 38 15,0 0-27-15,0 0-61 0,0 0 5 16,0 0-39-16,0 0-58 0,-4 40-30 16,2-18 20-16,-2 1 21 0,4 3-15 15,-2-2-36-15,2 1-48 0,0-4-22 16,0-3-9-16,2-1-16 0,2-3 0 16,-2-2-13-16,4-5-28 0,-6 2-63 15,5-6-29-15,-3 1-58 0,-2-4-27 16,4 0-55-16,2-2-46 0,0-5 105 0,2-4-3 15,7-3-56-15,-3-1-65 0,9-2 62 16,-2 1 64-16,-1 3 130 0,3 1 80 16,-3 2 1-16,-3 1 1 0,4 3 11 15,-5-2 5-15,-2 1 14 0,1 2 48 0,-5 2 19 16,2 1 4-16,-3-1 7 16,-5 3 9-16,2 0 20 0,-4 0 35 0,0 2 59 15,0 2 22-15,0 3-62 0,-4 3-65 16,2-2-42-16,-2 3-17 0,4-2-15 15,0 0-13-15,0-2 9 0,4 1 19 16,4-1-22-16,0-2 3 0,5-3 10 16,-1 2 19-16,0-4-26 0,1 0-25 15,-5 0-10-15,4 0-13 0,-1 0 0 16,-3-3 13-16,0 1-14 0,-1-2 2 0,-3-1 8 16,-2 0 4-16,-2 0 3 0,0-3-15 15,0 2-1-15,-2-1-3 0,-5-1-15 16,-3 2-23-16,4 0-42 0,2 1-7 15,0-1-6-15,2 1 0 0,2 3 6 16,0-1 0-16,0 1-22 0,0-1 25 0,10-1 35 16,0 2 17-16,5-2 0 0,-1-2 12 15,9 2 17-15,0 2 0 0,6 1-13 16,-7 1-1-16,9 0 15 0,-6 2 1 16,4 4-1-16,-8 3 1 0,-3 1 1 15,1 0 2-15,-5 0 14 0,3-1 7 16,-9-1 32-16,-2-2 13 0,-3-2-4 15,1-2 30-15,-4-1 51 0,0 1 6 16,0-2-4-16,0 0-38 0,0 2-19 16,-4-2 2-16,4 0 35 0,0 0 13 0,-3-4-64 15,3-4-32-15,0-1-16 16,0-4-25-16,3-3-1 0,7-2-2 0,-2 0-1 16,2 0-2-16,1-1-28 0,5 5-10 15,-1-1-61-15,-1 4-120 0,3 0-49 16,-1 3-76-16,-3 1-150 0,3 1-103 15,1 3-103-15,-7 2 12 0</inkml:trace>
  <inkml:trace contextRef="#ctx0" brushRef="#br0" timeOffset="183688.23">5164 6134 86 0,'0'0'72'0,"0"0"-7"0,0 0-13 0,0 0-26 0,0 0-23 0,0 0-3 0,0 0-49 0,0 0-29 15,0 0 32-15,0 0 46 0,0 0 71 0,12 4 125 16,-12-4 61-16,0 0 17 16,0 0-30-16,0 0 20 0,0 0 3 0,0 0-17 15,0 0 12-15,0 0-38 0,0 0-44 16,0 0-41-16,0 0-7 0,0 0 51 16,-2 0 18-16,-2 0-20 0,-2 1-41 15,2 5-39-15,-9-1-19 0,3 2-3 0,-3 4 15 16,-3-1-22-16,3 2-24 0,1-2-20 15,4 1-14-15,2 0-14 0,6-4-25 16,0 2 0-16,0-2 5 0,2-2 4 16,4 1 13-16,2-2-9 0,2 2 10 15,-1-2-2-15,3 2-8 0,-4-1 10 16,5 2-1-16,-1-1 0 0,-1 0 1 16,-1 1 0-16,-4-1 1 0,-6 1 1 15,4-1 13-15,-4-1 3 0,0 2-4 16,-6-1-10-16,0 0 0 0,-2 1-2 0,1-3-59 15,1 0-136-15,-4-3-99 0,4-1-118 16,-1 0-173-16,-1 0-464 0,-4-6-142 0</inkml:trace>
  <inkml:trace contextRef="#ctx0" brushRef="#br0" timeOffset="184124.19">5437 6098 631 0,'0'0'528'0,"0"0"-274"0,0 0-16 0,0 0 109 0,0 0-36 0,0 0-88 0,0 0-33 0,88-20-19 15,-65 20-49-15,-6 0-39 0,-1 0-41 16,-3 0-23-16,-1 0-16 0,-6 2-1 16,0 2 11-16,-6 1 3 0,0 1 16 15,0 1 16-15,-6 2-19 0,-6 1-1 16,-1 2-9-16,1 2-18 0,-2 0 0 15,-1-1-1-15,-1 1-1 0,1 1 0 0,7-1-2 16,-3 0 0-16,3 0 1 16,2-1-1-16,4 0-13 0,-2 0 0 0,4-3 0 15,0 2 3-15,0-5 10 0,0 1-13 16,0 0-16-16,4-2-182 0,-2-2-153 16,-2 0-319-16,4 2-662 0</inkml:trace>
  <inkml:trace contextRef="#ctx0" brushRef="#br0" timeOffset="184297.16">5571 6518 1183 0,'0'0'1046'0,"0"0"-635"0,0 0-170 16,0 0 6-16,0 0-135 0,0 0-76 0,0 0-36 15,0 0-89-15,0 0-213 0,0 0-311 16,0 0-622-16</inkml:trace>
  <inkml:trace contextRef="#ctx0" brushRef="#br0" timeOffset="187880.61">2158 6940 877 0,'0'0'397'0,"0"0"-231"0,0 0-55 0,0 0 113 0,0 0 33 0,0 0-92 0,0 0-84 0,0 0-36 15,0 0 7-15,0 0 16 0,4-4 38 16,-4 4 36-16,0 0 3 0,0 0 6 15,0 0-7-15,0 0-22 0,0 0-17 16,0 0-19-16,0 0-32 0,0 0-23 16,0 2-31-16,0 3-13 0,0 3 13 0,0 3 22 15,0 1-9-15,0 2-10 16,0 2 13-16,0 0-4 0,0-1 1 0,0 2 6 16,0 1 9-16,0-2-2 0,0-1-1 15,0 2 35-15,0-4-7 0,0-2-21 16,0 0-30-16,0-5-2 0,0-2-3 15,0 0-13-15,0-4 13 0,0 0 3 16,0 0 0-16,0 0 19 0,0 0 12 16,0 0-2-16,0-7-1 0,2 0-10 15,4-7-18-15,-1 0-2 0,1 0-2 16,0-2 1-16,0-2-12 0,-2-3-1 16,3-1 0-16,3-1 0 0,-4-2-6 0,0 2 7 15,0 1-1-15,3 6-3 16,-3-1 17-16,0 5 0 0,-4 5 2 0,2 2 1 15,-4 4 0-15,0-1 15 0,0 2-4 16,0 0-12-16,0 0 0 0,0 0-28 0,0 8-35 16,0 4 31-16,0 4 32 0,0 5 0 15,0 2 16-15,0 1-3 0,0 0 3 16,0 0-1-16,0-4 11 0,0-1 5 16,2-1-9-16,3-2-6 0,-3-4-13 15,2-1-2-15,-2-4 0 0,6-1 2 16,-2-1-1-16,1-3 11 0,-1-2 3 15,6 0 2-15,-4-7-14 0,5-3 6 16,-1-4-10-16,3-3-16 0,-3-2-9 16,0 0 3-16,1-3 0 0,-5 3 0 15,-2 1 3-15,1 4 17 0,-1 2 2 16,-6 2 2-16,4 5 14 0,-4 4-3 16,0 0-10-16,0 1-3 0,0 0-2 0,0 0-20 15,0 1-26-15,0 5-5 0,0 5 53 16,0 1 21-16,0 6 10 0,0-3-6 15,2 1 1-15,-2 0-14 0,0-1 1 0,0-2-10 16,0 0-2-16,0-3-1 0,4 0-19 16,-2-3-9-16,0-4-10 0,4 1-16 15,1-3-37-15,-1-1-58 0,-2 0-23 16,2 0-110-16,0-5-68 0,1-4-73 16,-3-3-213-16,6 1-94 0,-8 0 121 15</inkml:trace>
  <inkml:trace contextRef="#ctx0" brushRef="#br0" timeOffset="188138.32">2553 7001 118 0,'0'0'291'0,"0"0"67"0,0 0 14 0,0 0 15 0,0 0-69 0,0 0-39 0,0 0-62 16,0 0-16-16,0 0-5 0,10 67-19 0,-10-58-29 16,4-3-23-16,3-3-36 0,-5 1-19 15,4-1 6-15,4-3 17 0,-2 0 11 16,1-4-12-16,3-3-20 0,-2-3-37 15,-1 1-10-15,-1-3-12 0,-2 0-10 16,0 2 16-16,-6-1 0 0,0 3-16 16,0 0-3-16,-6 0-15 0,-2 2-32 15,0 1-26-15,-3 2-43 0,5-1-43 16,0 3-19-16,0 1-52 0,-3 0-113 0,9 0-119 16,-2 1-184-16,2 3 28 0,0-1-11 15,0-1 245-15</inkml:trace>
  <inkml:trace contextRef="#ctx0" brushRef="#br0" timeOffset="188529.41">2731 6998 356 0,'0'0'176'15,"0"0"33"-15,0 0 110 0,0 0-55 0,0 0-39 16,0 0-40-16,0 0-16 0,0 0-23 16,0 0-10-16,0 0 10 0,0 0-20 15,53 45-29-15,-53-41-33 0,0 1-25 16,0-3-20-16,0 1-17 0,5-1-2 15,-3-2-19-15,2 0 19 0,-2 0 12 16,4 0 27-16,2-6-1 0,-2 0-37 16,1-2-1-16,3 1-16 0,-2-1 0 0,1 2 14 15,-3 3-1-15,0-1-26 0,0 3 16 16,0 0 13-16,1-1 0 0,-1 2 38 16,-4 0 46-16,4 0 19 0,-2 0 90 15,-2 0-91-15,2 0-42 0,3 3 1 16,-5-1 9-16,2 2 13 0,-2 2-4 15,2 0-9-15,0 0-13 0,0-1 0 16,-2 2-13-16,5-2-19 0,-7-2-12 16,6 3-10-16,-6-2 0 0,4 0-3 15,-2-1-2-15,2 1-17 0,2-2-3 0,-2 0-29 16,3 1-69-16,-1-3-26 0,0 1-70 16,0-1-181-16,5 0-175 0,-7 0-236 15,8-1-424-15</inkml:trace>
  <inkml:trace contextRef="#ctx0" brushRef="#br0" timeOffset="188907.43">3045 7077 958 0,'0'0'391'0,"0"0"-355"0,0 0 29 0,0 0 166 0,0 0-85 0,0 0-74 0,85-25-11 0,-71 18 1 0,3-2-23 16,-1 1 9-16,-3 0 8 0,-1 0-11 16,2 0 13-16,-7 1 10 0,-1-2 3 15,0 2 0-15,-2 0 0 0,-4 0-9 16,0 0-24-16,-4-1-12 0,-2 2-25 0,0 1 3 16,-5 4 21-16,1 1 24 15,-2 0-33-15,-1 3-16 0,5 5 0 0,-5 3 11 16,5-1 9-16,-2 3 28 0,4-1 19 15,4 0 81-15,0 0-4 0,2 0-39 16,0 0-25-16,0-1-26 0,4-1 16 16,6 1 6-16,-2-5-38 0,9-3-36 15,-3-1-2-15,5-2-25 0,-3 0-36 16,3-3-59-16,2-4-65 0,1-1-74 16,-1-1-11-16,0-1-124 0,-1-1-170 15,-1 4 82-15,2-6-336 0</inkml:trace>
  <inkml:trace contextRef="#ctx0" brushRef="#br0" timeOffset="189298.45">3464 6962 96 0,'0'0'440'0,"0"0"-153"0,0 0-56 0,0 0-26 15,0 0 13-15,0 0 29 0,0 0 16 16,0 0-33-16,0 0-26 0,0 0-13 0,0 0-4 16,0 47-68-16,0-44-42 0,0 1-29 15,7-2-13-15,-1 1 3 0,0-3 7 16,4 0-3-16,1 0-4 0,1-4-19 15,5-2-17-15,-3-3-2 0,1 0-3 16,1 0-26-16,1-1-3 0,-5 0-12 16,3 2 2-16,1 3 0 0,-3-1 40 15,1 2-17-15,-2 3 17 0,1 0-11 16,1 1 12-16,1 0 1 0,-3 6-1 16,3 5 1-16,1 1 19 0,-1 5 0 15,-1 2 7-15,3 5 6 0,-1 2 3 16,-3 5 10-16,-1 2 25 0,-2 2 10 0,-6-2 136 15,-4 2-61-15,0-4-64 0,-4 0-9 16,-8-2 18-16,-5-1 39 0,1-2-33 16,-3-3 6-16,-1-5-7 0,-3-1-28 15,2-5-18-15,7-5-16 0,1-4 3 0,1-3 10 16,4-3 8-16,1-9-49 0,3-5-15 16,4-4-17-16,0-2-7 0,4-1-26 15,5-1-2-15,5 1-3 0,5 1-1 16,-1-2-43-16,3 0-143 0,4-2-229 15,-7 8-541-15,11-12-486 0</inkml:trace>
  <inkml:trace contextRef="#ctx0" brushRef="#br0" timeOffset="189999.36">4587 6949 1594 0,'0'0'487'0,"0"0"-276"0,0 0-33 0,0 0 77 0,0 0-8 0,0 0-29 16,0 0-78-16,0 0-54 0,0 0 6 0,0 0 120 15,0 0-38-15,0 55-43 0,0-37-30 16,0 1-35-16,0 0-38 0,0-2-26 15,0-4-2-15,-2 3-19 0,2-5-12 16,0-4-10-16,0 0-56 0,0-2-60 0,2-5-54 16,4 0-69-16,2 0-170 15,5-9-33-15,5-4-188 0,-5 1-385 0,5-7 332 0</inkml:trace>
  <inkml:trace contextRef="#ctx0" brushRef="#br0" timeOffset="190297.54">4744 7001 89 0,'0'0'808'0,"0"0"-433"0,0 0-209 16,0 0 114-16,0 0 12 0,0 0-49 16,0 0-42-16,0 0-59 0,0 65-20 0,0-56-41 15,4-2-27-15,2-3-18 0,-1 0-11 16,-1 1 1-16,2-5 6 0,-4 0 7 16,8 0-4-16,-4 0 10 0,5-5-7 15,-5 0-12-15,6 1-26 0,-1-2 0 16,-3 1 0-16,0 0-1 0,-4 3-2 15,3-2 2-15,-5 2-15 0,2 1-19 0,-4 1-3 16,2 0-4-16,2 0 42 0,-2 1 29 16,2 3 35-16,2 1-16 0,3-1-16 15,-1 3 0-15,-2-2-10 0,0-1-6 16,5 3-14-16,-7-4-2 0,2 1-3 16,6-4-22-16,-7 1-11 0,1-1-47 15,0 0-103-15,-2-5-87 0,0-3-89 16,-2 2-335-16,-2-10-585 0</inkml:trace>
  <inkml:trace contextRef="#ctx0" brushRef="#br0" timeOffset="190500.66">4680 6784 2982 0,'0'0'574'16,"0"0"-432"-16,0 0-57 0,0 0-59 16,0 0-26-16,0 0-54 0,0 0 19 15,0 0-31-15,0 0-111 0,83 0-152 16,-69 0-291-16,7 0-679 0</inkml:trace>
  <inkml:trace contextRef="#ctx0" brushRef="#br0" timeOffset="194170.51">5346 6741 197 0,'0'0'779'0,"0"0"-411"0,0 0-251 0,0 0 6 0,0 0 124 0,0 0-19 0,78-66-57 15,-59 57-35-15,-1 0-10 0,-3 4-16 16,-5 1-4-16,-6 0-25 0,2 4-36 16,-6 0-16-16,7 0-7 0,-7 0 7 0,0 6 26 15,0 6 38-15,-7 4 19 0,1 2-45 16,-2 1-26-16,-4 1-25 0,-1 2-13 15,-3-4-3-15,3 0 1 0,1-1-1 16,-1-2 2-16,1 1 1 0,4-3-1 16,-3-2 0-16,5 0-2 0,6-3-1 15,-2-2-2-15,2-1-10 0,0-3 10 16,0 3-13-16,2-3 13 0,4 2 1 16,1-2 2-16,3 1 1 0,-2-1-1 15,7 1-11-15,-5 0-5 0,-2-2-13 0,3 2-28 16,-1-2-74-16,-4-1-181 0,0 2-192 15,-1 1-474-15,-5 0-155 0</inkml:trace>
  <inkml:trace contextRef="#ctx0" brushRef="#br0" timeOffset="194345.46">5434 7113 1099 0,'0'0'1835'0,"0"0"-1369"0,0 0-288 15,0 0-39-15,0 0 63 0,0 0-90 16,0 0-51-16,0 0-45 0,0 0-16 16,0 0-38-16,0 0-104 0,52 5-208 15,-48-5-307-15,-4 0-752 0,0 0-103 0</inkml:trace>
  <inkml:trace contextRef="#ctx0" brushRef="#br0" timeOffset="197093.6">6317 6879 1549 0,'0'0'490'0,"0"0"-350"0,0 0-82 0,0 0 32 0,0 0 95 16,0 0 11-16,0 0-67 0,0 0-81 0,0 0-48 0,0 75-3 15,0-63-13-15,0-2-10 0,0 0 1 0,0 1-27 16,2-4-3-16,-2 0-61 16,0-2-68-16,0 1-94 0,-2-1-242 0,-4-2-101 15,0 1-80-15</inkml:trace>
  <inkml:trace contextRef="#ctx0" brushRef="#br0" timeOffset="197549.6">6268 6915 826 0,'0'0'365'0,"0"0"-186"0,0 0-114 16,0 0 75-16,0 0 32 0,0 0-55 0,0 0-75 15,0 0-13-15,0 0-9 0,0 0 9 16,0 0 0-16,90-47-3 0,-67 43 23 16,0 0 58-16,2 3 3 0,-5 0-29 15,-1 1-26-15,-5 0-39 0,-3 3-15 16,-5 4 0-16,-4 2 27 0,-2 0 30 15,-2 2 7-15,-8 1-10 0,-3 1-14 0,-3 1-8 16,-1 1-21-16,-1-4-11 0,3 1 1 16,3-2-1-16,3-3-1 0,3-1-1 15,4-4-1-15,-2 1-23 0,4-3-7 16,0 1 3-16,0 0 12 0,0-1 5 16,0 0 12-16,0 0 0 0,4 2 22 15,0 2-6-15,7-2-14 0,-3 2 14 16,4 1-13-16,3-1-1 0,1 0-2 15,1 1 2-15,-1 0 14 0,-3 1-16 16,-1-4-2-16,-8 3-26 0,3 0 28 0,-7 1 26 16,0-2 67-16,-3 4 16 0,-9-1 45 15,-2 1-77-15,-3 2-48 0,-4-1-13 16,3 0-16-16,-5-3-2 0,0 1-18 16,7-2-8-16,-1-5-33 0,3 3-58 15,8-3-41-15,-1 0-17 0,7-3-37 16,0-4-220-16,11-1-89 0,3 0 51 15,-1 1-46-15,5 1 123 0</inkml:trace>
  <inkml:trace contextRef="#ctx0" brushRef="#br0" timeOffset="197807.33">6646 7075 673 0,'0'0'446'0,"0"0"-247"0,0 0 87 0,0 0 32 0,0 0-74 0,0 0-83 0,0 0-57 15,-46 64-30-15,40-54-19 0,6-3-10 16,0 2-22-16,0-2 6 0,0-5 3 16,6 2 10-16,-2-4 19 0,-1 0 55 15,3 0 19-15,0 0-20 0,0-6-7 16,-4-1-25-16,4-2-51 0,1 0-19 16,-3 1-11-16,-2 0-2 0,-2 1 0 0,4 1-35 15,-2 1-51-15,2 1-109 16,-2 1-62-16,9-1-71 0,-7 2-210 0,6 2-151 15,2-1-330-15</inkml:trace>
  <inkml:trace contextRef="#ctx0" brushRef="#br0" timeOffset="198749.4">6859 7082 428 0,'0'0'232'0,"0"0"-154"0,0 0 72 0,0 0 84 16,0 0-48-16,0 0-102 0,0 0-44 15,0 0-5-15,0 0 37 0,0 0 68 16,-40 24 48-16,34-16 4 0,0 2-27 16,0 1-16-16,2-4-33 0,4 0-42 0,0 0-32 15,0-2-6-15,0 1 6 0,10-5-10 16,-2 2-3-16,5-3-7 0,1 0-2 16,-1-10-20-16,5 2-1 0,-3-7-12 15,3 1-3-15,1-4-4 0,-5-2-25 16,5-1-42-16,-5 2 29 0,-3-3 33 15,-1 2 25-15,2 1 13 0,-5 0 0 16,-1-1 7-16,-2 4-1 0,-2 1 7 16,-2 4 16-16,0 4 3 0,0 4 13 15,0 3 16-15,-2 0-26 0,-4 1 10 16,2 7-26-16,-3 4-3 0,1 4 3 0,0 2 3 16,2 1-3-16,-2 1-3 0,2-2-29 15,4 0-3-15,0-2-26 0,4 1-3 16,2-4 0-16,4 0-32 0,3-3-42 15,-3-2-46-15,7-3-22 0,-5-2-10 16,7-1-114-16,1-2-66 0,3 0 65 0,0-5 169 16,4-1-69-16,-5-2-244 0,-1-1 39 15,0 1 215-15,-7-1 165 16,3 3 24-16,-9-1 0 0,-2 1 93 0,-2 4 211 16,-2-3 77-16,-2 1-10 0,0 2-35 15,-6 2-53-15,0 0-82 0,0 0-84 16,0 0-30-16,3 1-25 0,-1 4-20 15,4 1-20-15,0 0 8 0,0 1-5 0,0-2 14 16,7 2 45-16,-1 1 55 0,4-1-33 16,0 3-19-16,3 0-6 0,-3 2 2 15,3 2-19-15,1 3-12 0,-2 2-20 16,1-1-7-16,-5 5 4 0,-2-1-7 16,-4-2 20-16,-2 0 15 0,0 0 36 15,-6-2 27-15,-4-2-18 0,-3-2-33 16,-3-1-28-16,-5-4-9 0,-4 0-7 0,3-2-12 15,1-5-13-15,-4-1-1 0,5-1-18 16,7-2-3-16,3-9-19 0,4-2-38 16,6-3-13-16,0-4-10 0,4 0-9 15,4-1-33-15,2 2-3 0,1 1-1 16,5 2-16-16,-1 1 26 0,3 3 44 16,1 0 30-16,4 1 15 0,1 0 27 0,3 1 21 15,0-2 0-15,-2 0 1 16,2 1 0-16,-9 2 4 0,3 0 8 0,-8 1 24 15,1 0 13-15,-4 2 9 0,-1-1 3 16,-5 1 68-16,-2 1 16 0,2-2-39 16,-4 1-20-16,0 0-25 0,0 1 0 15,0 2 12-15,-4-1 1 0,2 2-17 16,-4 2-12-16,-5 0-26 0,3 0-7 16,-4 0-8-16,3 2 8 0,-1 3 17 15,4 2 3-15,2 0-1 0,-3 4 4 16,7-3 3-16,-4 2 3 0,4 1-9 0,0 1 0 15,6-3-10-15,3 2 0 0,1-2-7 16,2-2-14-16,3-2-1 0,-1-3-1 16,3 0-14-16,-1-2-14 0,3 0-8 0,2-7-49 15,4-2-111-15,1-3-67 16,1-4-76-16,2 1-202 0,0-1-218 0,-4-2-2 16,-6 4 221-16</inkml:trace>
  <inkml:trace contextRef="#ctx0" brushRef="#br0" timeOffset="199036.2">7867 6817 379 0,'0'0'548'0,"0"0"-112"0,0 0 10 0,0 0-125 0,0 0-130 0,0 0-100 0,0 0-36 0,0 0 35 0,0 0 49 15,0 64 22-15,5-39-20 0,1 2-45 16,0-3-32-16,2 2-10 0,-2-3-9 16,3-2-45-16,-9-2-14 0,4-4 11 0,-4-2-29 15,0-3-32-15,-4-1-77 0,-2-3-45 16,-1-4-11-16,1 0-12 0,-2 1-86 15,0-3-65-15,3 0 139 0,-1-6 131 16,0 1 90-16,6-4 22 0,0 2 60 16,0-2 100-16,0 2 26 0,4-4-33 0,4-1-36 15,-1 1-16-15,5-1-36 0,-4 2-3 16,5 0-19-16,-3 1-17 0,-2 1-28 16,1 0-20-16,1-1-19 0,-2 3-16 15,3-2-39-15,-5 0-140 0,-2 1-145 16,6-1-187-16,-4 2-239 0,3-5 137 0</inkml:trace>
  <inkml:trace contextRef="#ctx0" brushRef="#br0" timeOffset="199300.22">8134 6781 278 0,'0'0'580'0,"0"0"-205"0,0 0 45 16,0 0 37-16,0 0-123 0,0 0-70 15,85 44 3-15,-64-27-1 0,-1 2-40 16,-1 4-49-16,-5 3-57 0,-3 3-44 16,-9 0-22-16,-2 4-7 0,-13-1-13 15,-7-1-9-15,-3 1-24 0,-6-4-1 16,-4 1-47-16,-6-8-104 0,-1 0-101 15,-5-6-86-15,-1-1-217 0,7-5-271 16,-17-4-465-16</inkml:trace>
  <inkml:trace contextRef="#ctx0" brushRef="#br0" timeOffset="199828.88">6081 6660 1700 0,'0'0'571'0,"0"0"-322"0,0 0 106 0,0 0 58 0,0 0-54 0,0 0-82 0,-70 91-66 0,45-59-65 15,-1 7-53-15,-1 2-34 0,2 3-35 16,4-2-24-16,9 0-34 0,6-3-19 15,6-3-43-15,0-2-35 0,12-3 11 16,2-3-24-16,9-2-42 0,4-2-141 16,-2-2-329-16,-2-7-622 0,10 9-154 0</inkml:trace>
  <inkml:trace contextRef="#ctx0" brushRef="#br0" timeOffset="202157.45">2210 7721 2199 0,'0'0'349'0,"0"0"-291"0,0 0-41 0,0 0 37 0,0 0 1 0,0 0 3 15,-35 76-23-15,28-46-2 0,-3 1 21 16,2-3 62-16,0-1 69 0,1-2-29 16,3-4 7-16,-2-1-27 0,4-6-54 15,-2-3-38-15,4-1-25 0,0-5-18 16,0-3 0-16,0-1-1 0,0 1-1 15,0-2 0-15,0 0-1 0,0 0 0 16,0-2-17-16,0-5 0 0,6-5 19 16,4-2-2-16,-1-6 0 0,3-4-14 0,0-1 13 15,1-3-19-15,-1-4 6 0,-1 1 13 16,1-1 2-16,0 2 1 0,-3-1 2 16,3 4 0-16,-6 6 20 0,5 3 3 15,-5 6 7-15,-4 3-10 0,4 4-19 0,-4 4 0 16,-2 1-3-16,6 0-25 15,1 8 25-15,-1 6 15 0,4 4 36 0,-2 5-10 16,1 4 12-16,-3 3 95 0,-2 2-57 16,-2-3-48-16,-2 0-2 0,0-4-10 15,0-1-19-15,0-5-12 0,0-2-2 16,0-2-19-16,0-5-4 0,0-1-10 16,0-2-30-16,0-3-77 0,0-3-52 15,0-1-43-15,0 0-58 0,-6 0-64 16,0-5-176-16,-9-3-272 0,3 3-345 15,-7-5 703-15</inkml:trace>
  <inkml:trace contextRef="#ctx0" brushRef="#br0" timeOffset="202529.21">2187 7888 955 0,'0'0'358'0,"0"0"-176"16,0 0-32-16,0 0 48 0,0 0-16 0,0 0 29 16,0 0 18-16,0 0-51 0,87-23-46 15,-54 17-16-15,0 0-17 0,0-1-35 16,-6 1-19-16,2 1-34 0,-13 2-11 15,3-1-19-15,-2 3 3 0,-3-2-13 16,-6 1-3-16,3 2-4 0,-5-1-8 16,-2 1-5-16,2 0 14 0,0 0 0 15,-2 3 12-15,3 4 23 0,-5 4 26 16,-2 0 9-16,4 1 39 0,-4 1-3 16,0 3-33-16,2-3 1 0,-2 0-4 0,4-2 16 15,-4 0 10-15,4-4 22 0,0 0 25 16,3-2-44-16,-5-1-14 0,4-2-12 15,0-2-3-15,-2 0 16 0,4 0 9 16,1-4 22-16,1-3 15 0,-2-2-6 16,5-6-8-16,1 2-21 0,-3-5-15 15,1 0-13-15,-2 2-18 0,3 2-16 16,-7 1-3-16,4 0-16 0,-2 3-9 0,-1-3-25 16,-1 2-29-16,0 3-66 0,-4 0-91 15,4 1-101-15,-2 5-192 0,-4 2-273 16,3 0-356-16,-3 2 398 0</inkml:trace>
  <inkml:trace contextRef="#ctx0" brushRef="#br0" timeOffset="203047.18">2762 7913 1282 0,'0'0'514'0,"0"0"-362"16,0 0-12-16,0 0 83 0,0 0-13 15,0 0-48-15,0 0-69 0,0 0-41 16,0 0-17-16,0 0-6 0,0 0-7 15,74-56-6-15,-70 45 10 0,-2 1 0 16,-2 2 12-16,0-1-3 0,0 0 1 0,-2 3-11 16,-8 1 1-16,4 2 9 0,-7 2-33 15,5 1 1-15,0 1 39 0,-3 7-10 16,-1 2-29-16,4 4-1 0,-1 0 1 16,5 3 29-16,2 1 16 0,2-2-10 15,0-1-9-15,0-2 9 0,9-2-22 0,-1 1-16 16,8-4 0-16,-1-4-3 15,-1-1-16-15,9-3-20 0,-6 0-37 0,5-3-32 16,-1-5-30-16,-2-2-32 0,-3-2-26 16,-3 0-36-16,3 0-79 0,-1-1-104 15,-7 0 70-15,4 0 10 0,-6 3-66 16,1 1 46-16,-1 4 205 0,-4 1 107 16,2 4 32-16,-4 0 11 0,0 5 115 15,0 2 204-15,0 4-6 0,0 1-98 16,-4 0-59-16,2 1 33 0,-4 0 81 15,6-1 35-15,-2-2-39 0,2-4 6 0,-5 1-5 16,5-2-45-16,0-2-27 0,0 0-10 16,0-3-33-16,0 2-51 0,0-2-28 15,0 0-7-15,0 0 3 0,7-3-12 0,1-6 6 16,-2-3-26-16,6 1-37 0,1-2-2 16,-5 0-23-16,5 1-3 0,-7 3-25 15,4-1-80-15,-2 3-75 0,1-1-34 16,1 1-84-16,-2 5-124 0,7-2-211 15,-3 3-51-15,-2 1-119 0</inkml:trace>
  <inkml:trace contextRef="#ctx0" brushRef="#br0" timeOffset="203522.16">3223 7839 350 0,'0'0'235'0,"0"0"-76"0,0 0-2 0,0 0-33 0,0 0-46 0,0 0-10 0,0 0-9 15,0 0-1-15,0 0 50 16,0 0 74-16,0 0 26 0,18-15 3 0,-18 15-26 15,0 0-4-15,0 0-16 0,0 0-36 16,0 0-10-16,0 0 3 0,0 0 16 16,-6 3-54-16,4 2-59 0,-2-1-12 15,-2 2-10-15,4-3 42 0,-3-1 47 0,5 2 80 16,-4-2-13-16,0-1-30 16,2 3-25-16,-4 0-38 0,0 1-35 0,2 4-28 15,-3 0 1-15,1 2-3 0,-2 2-1 16,8-1-1-16,-2-2-15 0,2 1-22 15,2-4 10-15,4 0 0 0,2-2 12 16,3-3 0-16,-3 1 14 0,2-3-17 16,1 0-6-16,-1-4-22 0,2-2-10 15,-1-1 16-15,-5-2 12 0,4 0 7 16,-4 3-13-16,-3-2-9 0,3 2 6 16,-6 1 6-16,4 0 13 0,-4 0 19 15,0 4 0-15,0-1 19 0,2 1 6 0,-2-1 4 16,0 2 0-16,0 0-13 0,0 0-13 15,0 0 9-15,0 0-8 0,0 0 8 16,2 3 1-16,-2-1 12 0,0 4 10 0,4-3-7 16,-2 2-5-16,2-1-20 0,-2 2 8 15,5-1-11-15,-3-4-12 0,2 4-10 16,4-4-16-16,3 0-38 0,-1-1-99 16,9 0 83-16,1 0 37 0,1-2-220 15,6-3-334-15,-2-3-361 0,-6 0-30 16,10-3 623-16</inkml:trace>
  <inkml:trace contextRef="#ctx0" brushRef="#br0" timeOffset="204114.26">3617 7824 174 0,'0'0'769'0,"0"0"-381"0,0 0-63 0,0 0 6 0,0 0-143 0,0 0-68 16,0 0-33-16,0 0-9 0,0 0 9 16,-74 69 23-16,66-55 28 0,6-1 26 15,-2-2 12-15,2 1-48 0,2-6-61 16,0 1-29-16,6-2-9 0,2-4-16 15,4-1-10-15,1 0 13 0,3-1 0 0,1-4-16 16,-3 0 0-16,1 2-2 0,-3 3-17 16,1 0 3-16,-1 1-19 0,0 6 6 15,1 4 10-15,-3 2 3 0,3 4 16 16,-1 2 1-16,0 1-1 0,-3 1-3 16,-3 1 3-16,-6-1 32 0,0 3 22 15,0-6 22-15,-13 1 3 0,3-1 77 16,-6-2-27-16,-1-3-35 0,-6-4-25 15,7-1-16-15,-1-4-17 0,3-3-21 16,1-1-15-16,7-5-15 0,4-8-43 0,2-4-26 16,0-1-7-16,0-5 9 0,6 2 9 15,0-1-9-15,3 0-23 0,-1 2-6 16,4 3 0-16,3 0-30 0,3 3-77 16,1 0-94-16,2 0-66 0,-1 1-128 15,5 4 34-15,2-3-49 0,-2 2 87 16,0 1 213-16,-3 0 165 0,1-1 56 0,-2 0 39 15,-7 1 23-15,3 0 17 0,-7-2 139 16,1 1 82-16,-5 1 3 0,2 0-52 16,-4 1 9-16,-2-2 46 0,-2 3-60 15,0 2-64-15,0-1-30 0,0 3-1 16,-6-2-15-16,0 5-43 0,0-1-41 16,-7 1-17-16,5 0 4 0,-4 5 15 0,3 2 4 15,-1 1 6-15,0 5 25 0,3-1 58 16,1 5 3-16,2-3-21 0,2 2-21 15,2-3-17-15,0 2-31 0,2-2 0 16,4-2-29-16,7-3-18 0,7-2-13 16,-1-2-51-16,6-4-46 0,4 0-54 15,0-1-90-15,0-6-161 0,4 0-26 16,-6 0-684-16,1-2-347 0</inkml:trace>
  <inkml:trace contextRef="#ctx0" brushRef="#br0" timeOffset="204582.81">4556 7738 220 0,'0'0'1273'0,"0"0"-792"0,0 0-289 0,0 0 47 0,0 0 52 0,0 0-63 0,0 0-64 15,-21 86-5-15,15-63-44 0,4 2-16 16,-2-2-23-16,2-1-7 0,-2-4 1 16,4-2 12-16,0-2 6 0,-2-4-28 15,2-5-41-15,0 0-16 0,0-2 16 16,0-3-4-16,0 0 17 0,0 0-1 0,0-8-31 16,2-1-16-16,2-8-24 0,2-1 5 15,-4-4-15-15,8 1 3 0,-3-3 6 16,1 0 0-16,0 0-3 0,5 0 3 15,-3 5-19-15,4-1 12 0,1 4-6 0,3 1-19 16,3 3-3-16,-2 0 9 0,5 5 3 16,-1 0 13-16,2 2 19 0,0 4 13 15,-4 0 19-15,-1 1 0 0,-7 0 1 16,-1 6 15-16,-4 1 13 0,-8-1 35 16,0 2 31-16,0 3-2 0,-8 0-8 15,-4 0-37-15,-3 1-29 0,-6 2-16 16,-1-1 13-16,-5-2-15 0,4 1-1 15,0 1-67-15,7-6-31 0,-1 1-74 16,9-4-81-16,4 0-129 0,2-4-77 0,2 0-227 16,0 0-382-16</inkml:trace>
  <inkml:trace contextRef="#ctx0" brushRef="#br0" timeOffset="204920.37">4899 7821 1687 0,'0'0'529'0,"0"0"-389"16,0 0-24-16,0 0 23 0,0 0-46 16,0 0-25-16,0 0 9 0,0 0 35 15,0 0 42-15,-27 69-4 0,27-64-54 16,0 2-52-16,0-3-28 0,0-3 0 16,0 0 3-16,0-1 4 0,0 1-7 15,0-1-13-15,2 2 0 0,2-2 10 16,7 0-11-16,-1 0-2 0,2 0-3 15,-1 0-20-15,5 0 1 0,-7 1-13 0,1 1 6 16,0 3 18-16,-4-4 11 0,1 3 1 16,-3-3 0-16,2-1 12 0,0 0-10 15,-2 1 19-15,3-1 3 0,-1 0 14 16,0 0-11-16,-2 0-6 0,-2 0-22 0,2-1-2 16,-2-3-33-16,3-3-63 0,1 0-77 15,-2-2-43-15,2-3-29 0,0-2-102 16,0 0-214-16,5-4-111 0,-3 0-118 15,7-3 398-15</inkml:trace>
  <inkml:trace contextRef="#ctx0" brushRef="#br0" timeOffset="205077.82">5155 7684 205 0,'0'0'356'15,"0"0"-79"-15,0 0-75 0,0 0-49 16,0 0-42-16,0 0 25 0,0 0 37 16,0 0 35-16,0 0 22 0,0 0-23 0,7 85-32 15,-7-59-52-15,-2 0 9 0,2-1 29 16,-5-1-26-16,3-4-97 0,-4-3-38 15,6-3-3-15,-4-4-26 0,4-2-45 16,0-3-83-16,0-1-33 0,0-3-95 16,0-1-292-16,4 0-136 0,-4 0-272 0</inkml:trace>
  <inkml:trace contextRef="#ctx0" brushRef="#br0" timeOffset="205257.51">5153 7898 620 0,'0'0'431'15,"0"0"-216"-15,0 0 25 0,0 0-22 16,0 0-104-16,0 0-56 0,81-23-58 16,-62 19-9-16,-1 3-4 0,5-4-10 15,-5 4-6-15,3 0-17 0,2-2-42 0,0 1-129 16,-5 1 44-16,3-2-127 16,-9 3-240-16,7 0 116 0</inkml:trace>
  <inkml:trace contextRef="#ctx0" brushRef="#br0" timeOffset="205441.35">5490 7854 53 0,'0'0'343'0,"0"0"-171"16,0 0-22-16,0 0-3 0,0 0-7 16,0 0 16-16,0 0 17 0,0 0 32 15,0 0 55-15,0 0 29 0,-47 67-17 16,45-57-30-16,-5 1-39 0,7-2-68 16,0 1-52-16,0-2-35 0,0-2-48 15,7-1-27-15,1 0-18 0,0-4-7 16,5-1-31-16,3 0-7 0,1-2-45 15,-1-3-43-15,1-2 13 0,5 1-58 0,-5-2-173 16,2 1-5-16,1-1-296 0,-7 3 251 16</inkml:trace>
  <inkml:trace contextRef="#ctx0" brushRef="#br0" timeOffset="206031">5711 7913 334 0,'0'0'586'0,"0"0"-227"0,0 0-28 15,0 0-38-15,0 0-69 0,0 0-82 16,0 0-12-16,0 0 15 0,0 0-35 15,0 0-36-15,73-11-26 0,-55 7-25 0,-3-1 2 16,3 1-5-16,-5 0-1 0,1 1-17 16,-7-1 1-16,-1 1 10 0,0-2-11 15,0-1 11-15,-2 0-11 0,-2-3-1 16,-2 2-1-16,0-3-22 0,-2 0-65 16,-8 2-26-16,-2 2 46 0,-3 2-8 0,-6 4 17 15,-5 0 32-15,3 5 25 0,-4 3 1 16,2-1 20-16,4-2-4 0,7 1 0 15,0 1 13-15,3-4 36 0,3-1 38 16,4 0 0-16,2 0-16 0,2-2-10 16,0 1 6-16,0-1 13 0,0 0 6 15,0 1-6-15,2-1-10 0,4 0-7 16,0 0-6-16,0 1-22 0,5-1-23 16,-3 0 1-16,0 0-10 0,3 0-16 15,-3 0 16-15,0 0-18 0,-2 0 1 16,1 0-2-16,-7 0 0 0,6 0-2 0,-6 0-1 15,0 0-10-15,0 0 10 0,0 0-16 16,0 0 6-16,0 0 10 0,0 0 3 16,0 0 0-16,0 0 16 0,0 0 0 15,0 0 0-15,0 0 6 0,0 3 3 0,0-2-6 16,-2 1-16-16,-2 1-2 0,1 1-1 16,-1 0-1-16,-2 1 1 0,6 0 2 15,-4 2 0-15,4-1 1 0,-4-1 0 16,4 2-2-16,0-2-1 0,0 0-2 15,0 0-17-15,0 0 7 0,8 0 9 16,-2 2-13-16,1-2 13 0,3 1-10 16,-2-1 10-16,-2-1-10 0,3 1 11 15,-3-1-13-15,0 0 11 0,0-3-11 16,5 1 2-16,-3-2-9 0,0 0-23 16,2-2-59-16,3-1-90 0,-5-4-43 0,0 1-23 15,3 1-78-15,-5 1-174 0,0-1-70 16,-4 2-219-16,2 0 227 0</inkml:trace>
  <inkml:trace contextRef="#ctx0" brushRef="#br0" timeOffset="206365.74">5997 7875 79 0,'0'0'483'0,"0"0"-24"0,0 0-42 0,0 0-33 0,0 0-44 0,0 0-100 0,0 0-62 0,0 0-62 15,0 0-23-15,0 0-9 0,0 0 31 16,29 44 26-16,-25-42 0 0,-2 1-8 16,4-2-28-16,-2-1-13 0,-2 0-6 15,4 0-8-15,1 0-11 0,-5 0-20 16,4 0-22-16,0 0-23 0,0 0-2 0,-2 0-13 16,3-1 1-16,1 1-1 0,-2 0 10 15,2 0-9-15,-1 0 10 0,-1 0 2 16,4 1 0-16,-4 0 0 0,3 2 2 15,-1-1 1-15,2-2-1 0,3 1-1 0,-3-1-1 16,6 0-2-16,1 0-27 0,0-3-75 16,-3-4-146-16,1-1-36 0,1 0-167 15,-1-3-222-15,-7 4-141 0,4-7-272 0</inkml:trace>
  <inkml:trace contextRef="#ctx0" brushRef="#br0" timeOffset="206552.58">6443 7656 255 0,'0'0'1065'0,"0"0"-698"16,0 0-116-16,0 0 86 0,0 0-37 16,0 0-55-16,-12 80-1 0,10-53-33 15,-2-4-33-15,4 1-35 0,0-1-45 16,-2-2-62-16,2-4-36 0,0-2-22 16,0-3-45-16,0-3-63 0,0-2-51 15,0-2-42-15,0-3-24 0,0-2-101 0,0 0-212 16,0 0-416-16</inkml:trace>
  <inkml:trace contextRef="#ctx0" brushRef="#br0" timeOffset="206705.47">6420 7895 1437 0,'0'0'724'0,"0"0"-539"0,0 0-40 16,0 0 126-16,0 0-142 0,0 0-87 0,85-42-40 15,-74 35-2-15,-1 3-36 0,-4-2-47 16,0 5-114-16,-4-2-74 0,3 0-183 16,-5 2-118-16,2 0-226 0,-2-2 274 0</inkml:trace>
  <inkml:trace contextRef="#ctx0" brushRef="#br0" timeOffset="207023.21">5542 7614 2745 0,'0'0'975'0,"0"0"-707"0,0 0-89 16,0 0 88-16,0 0-66 0,0 0-32 0,0 0-43 15,0 0-65-15,0 0-46 0,95 10-15 16,-78-10-30-16,-1 0-81 0,-1 0-159 16,3 0-127-16,-5-2-610 0,-1-3-750 15</inkml:trace>
  <inkml:trace contextRef="#ctx0" brushRef="#br0" timeOffset="207990.18">7316 7703 902 0,'0'0'1085'0,"0"0"-861"0,0 0-127 0,0 0 81 0,0 0 51 0,0 0 15 0,0 0-52 15,0 0-86-15,0 0-58 0,0 0 0 16,0 0 9-16,22-13 108 0,-24 26-23 16,-2 3-50-16,-2-1-26 0,0 1-13 0,2-1-25 15,-1-1-9-15,3-1-3 16,2-2-16-16,0-4-11 0,0 4-8 0,2-4-9 16,7 0 6-16,-3-3 0 0,4-1-6 15,-4 0 0-15,1-2-32 0,-1-1-16 16,-4 0 0-16,0 0 13 0,-2 0 12 15,4 0 13-15,-2-4 9 0,4-3-15 16,5-1-23-16,-5-1-9 0,6 1 2 16,-8 2 13-16,3 1 10 0,-1 3 19 15,-2 1 29-15,-2 1-13 0,2 0 16 16,2 7 41-16,1 1 29 0,1 5 13 16,0 2-16-16,2-2-6 0,7-1-1 0,0-1-3 15,1-4 1-15,5-1 5 0,-2-5-19 16,3-1-15-16,-3-4-4 0,4-4-23 15,-5-4 0-15,3 0 1 0,-6 1 13 16,-5-4 0-16,-2 2-3 0,-3-1-11 16,1 2 1-16,-6 1-3 0,2 1-3 0,-2-1-26 15,-2 4-34-15,0 0-105 0,0 1-80 16,-2 4-176-16,-4 2-303 0,2 0-525 16,-4 2 435-16</inkml:trace>
  <inkml:trace contextRef="#ctx0" brushRef="#br0" timeOffset="208420.54">7855 7782 647 0,'0'0'635'0,"0"0"-355"0,0 0-111 0,0 0 61 0,0 0-25 0,0 0-37 16,0 0-45-16,0 0-33 0,0 0 1 15,-45 71 41-15,40-64 44 0,1 2-57 16,4-4-64-16,-2-2-17 0,2 0-9 15,0-1-13-15,0-2-16 0,0 1-1 16,0-1-12-16,6 0 10 0,-1 0-10 0,7 0-19 16,0-1-26-16,3-4-41 0,3-1-26 15,-1-1 18-15,-3 2 37 0,-1-1 53 16,-5 2 17-16,0 0 19 0,-1 1 13 16,-3 0 23-16,-2-1 16 0,-2 4 9 15,0 0 0-15,0-2 13 0,0 2-7 16,0 0-15-16,0 0-11 0,4 0 17 0,-4 0-11 15,2 2-8-15,-2 2 24 0,4 1 60 16,-2 2 47-16,2 0-56 0,-2 2-55 16,3 0-22-16,1-2-25 0,-6 2-31 15,4-5 0-15,2 1-16 0,0-2-5 16,-2-1-23-16,5-2-85 0,-3 0-47 16,2 0-39-16,5 0-54 0,-3-4-173 0,-2-3-145 15,0 1-175-15,3-1-234 16,1-4 439-16</inkml:trace>
  <inkml:trace contextRef="#ctx0" brushRef="#br0" timeOffset="208594.02">8198 7803 1133 0,'0'0'547'0,"0"0"-333"0,0 0 17 0,0 0 89 16,0 0-39-16,0 0-50 0,0 0-71 15,0 0-38-15,0 0-36 0,17 64-10 16,-11-59-15-16,0 0-30 0,0-2-17 15,5-2-14-15,-5-1-60 0,4 0-64 16,1-3-93-16,1-3-117 0,-2-2-238 16,1 1-486-16,3-6-72 0</inkml:trace>
  <inkml:trace contextRef="#ctx0" brushRef="#br0" timeOffset="208797.37">8514 7631 1277 0,'0'0'534'0,"0"0"-352"0,0 0-49 0,0 0 122 16,0 0-16-16,0 0 29 16,-12 82-18-16,12-59-24 0,0 4-29 0,0-4-7 15,0 1-64-15,0-3-76 0,4-3-47 16,-2-3-2-16,4-2-1 0,-6-2-15 16,5-5-4-16,-3 1-22 0,-2-5-66 15,4-1-74-15,-4 1-19 0,0-2-23 16,0 0-133-16,0 0-141 0,-6 0-217 15,1 0-347-15,-3-4 544 0</inkml:trace>
  <inkml:trace contextRef="#ctx0" brushRef="#br0" timeOffset="209171.06">8388 7797 788 0,'0'0'778'0,"0"0"-388"0,0 0-199 0,0 0-39 0,0 0-58 0,0 0 3 16,0 0 19-16,0 0-29 0,98-29-68 16,-76 21-19-16,9-2-26 0,-4 0-9 15,-2 2-11-15,-4 1-76 0,-7 0-212 16,-2 2-318-16,-5 0-504 0</inkml:trace>
  <inkml:trace contextRef="#ctx0" brushRef="#br0" timeOffset="209373.69">7998 7591 2587 0,'0'0'486'0,"0"0"-486"16,0 0-46-16,0 0 46 0,76 0 0 15,-41 0-37-15,3 3-229 0,-12-2-381 16,7 3-963-16</inkml:trace>
  <inkml:trace contextRef="#ctx0" brushRef="#br0" timeOffset="209702.6">8969 7666 2025 0,'0'0'544'16,"0"0"-367"-16,0 0-13 0,0 0 28 0,0 0 29 16,0 0-5-16,0 0-51 0,9 80-36 15,-5-56-38-15,-4 1-44 0,2-1-47 16,0-1 0-16,-2-1-38 0,0-4-12 15,0 1-123-15,0-6-122 0,-4-2-184 16,0-4-335-16,-5-3-526 0</inkml:trace>
  <inkml:trace contextRef="#ctx0" brushRef="#br0" timeOffset="209936.56">8975 7828 435 0,'0'0'528'0,"0"0"-271"16,0 0 20-16,0 0 57 0,91-31-113 15,-64 22-69-15,2 2-51 0,-2 0-27 0,-2 2-12 16,2 0-4-16,-9 2 0 0,3-1-16 16,-4 3-20-16,-5-1-22 15,-2 2-25-15,-3 0 5 0,-3 2 11 0,-2 3 9 16,-2 2 35-16,0-1 17 0,0 5 6 16,0-3 41-16,0 3 11 0,0 3-33 15,-6-3-29-15,3 2-23 0,-1-4-25 16,-2-1-12-16,6-2-14 0,0 1-16 0,0-3-115 15,0-3-104-15,0-1-78 0,6 0-236 16,1 0-125-16,-1-5-69 0</inkml:trace>
  <inkml:trace contextRef="#ctx0" brushRef="#br0" timeOffset="210626.25">9422 7778 246 0,'0'0'374'0,"0"0"4"16,0 0-42-16,0 0 18 0,0 0 4 0,0 0-51 15,0 0-68-15,0 0-48 0,0 0-44 16,0 0-12-16,0 0-29 0,10 57-39 16,-10-56-35-16,0 2-13 0,0-3-17 15,4 0 43-15,3-3-1 0,3-1-19 16,-2-2-9-16,5-3-16 0,-1 0-16 16,0-2-22-16,1 2-28 0,-3 2 2 15,3 0 29-15,-7-2 19 0,4 7 0 0,-6-1-13 16,-4 1-6-16,4 2-23 0,-2 0 23 15,-2 3 35-15,7 0 0 0,-1 2 13 16,-2 0-10-16,-2 3 13 0,4-2 3 16,5 2 7-16,-3-1-10 0,0-1 16 15,5 0 32-15,-1 1 6 0,2-3-26 16,-3-2-24-16,1 2-18 0,-2-3 10 16,-3 1-12-16,3-2-12 0,-2 0-7 15,1 0-48-15,1-3-90 0,-2-2 0 0,-4 0 9 16,2 1-10-16,-3 0 10 0,1 0 35 15,-2 2 51-15,0-2 52 0,-2 4 10 16,0-1 33-16,0 1 2 0,0 0-12 16,0 0-7-16,0 0 7 0,0 1 25 0,4 3 30 15,-2-1 25-15,4 3 39 16,5-1-11-16,1-3 14 0,4 2 15 0,3-1-39 16,8-2-29-16,0-1-9 0,8 0-30 15,-2 0-30-15,2 0-22 0,-2 0 1 16,-2-3-2-16,-4 1-13 0,0-3-15 15,-6 0-1-15,-3-3 4 0,-5 0-1 16,-3 0 1-16,-6 1 3 0,-4-5 6 16,0 3-13-16,0-2-28 0,-4-1-45 15,-8 2 19-15,-1 2 22 0,-3 3-3 16,-1 2-10-16,-6 3 7 0,7 4 22 16,-1 3 13-16,1 2 32 0,-1 2 18 0,5-1 43 15,4 2 83-15,1 0 23 0,5-1-27 16,2 1-22-16,0-1-14 0,7 1-6 15,1 0 3-15,6-2 19 0,5-1-29 16,2-3-67-16,1 0-24 0,1-5-47 0,-4-1-25 16,-1 0-51-16,1-4-54 0,-3-5-74 15,-3-3-139-15,3 2-239 0,-12-8-629 16</inkml:trace>
  <inkml:trace contextRef="#ctx0" brushRef="#br0" timeOffset="210785.55">9374 7485 2504 0,'0'0'570'0,"0"0"-516"0,0 0-52 0,0 0-2 0,91-4 0 0,-41 2-95 0,2-2-168 15,-9 4-374-15,5-1-964 0</inkml:trace>
  <inkml:trace contextRef="#ctx0" brushRef="#br0" timeOffset="211192.88">10387 7529 47 0,'0'0'1069'0,"0"0"-539"0,0 0-27 15,0 0-69-15,0 0-160 0,0 0-101 16,0 0-42-16,0 0-45 0,81 0-22 16,-69 3-10-16,3 0-6 0,-5 2 22 0,-4 0 6 15,-4 2-13-15,-2-1 1 16,0 1 5-16,0 4 7 0,-6-1-17 0,-6 0-33 15,-3 2-25-15,3 0 0 0,-3-1-1 16,-3 1 0-16,3-1 0 0,-3 1 1 16,3-1 11-16,3-4 4 0,4 2-14 15,-3-1-2-15,5-2 0 0,6 0-19 16,0 0 0-16,0 0 17 0,0 1-17 16,10-1 16-16,1 2-16 0,-1-2 7 0,2-1-10 15,3 1-10-15,-3-1-28 0,1-1-60 16,-1-2-83-16,-2 2-164 0,3-3-264 15,-3 1-669-15</inkml:trace>
  <inkml:trace contextRef="#ctx0" brushRef="#br0" timeOffset="211343.98">10455 7965 1680 0,'0'0'606'0,"0"0"-57"16,0 0 59-16,0 0-94 0,0 0-151 15,0 0-81-15,0 0-91 0,0 0-62 16,0 0-32-16,0 0-38 0,0 0-32 0,44 39-27 16,-38-44-48-16,0-1-169 0,-4-2-140 15,-2 2-322-15,0-7-1166 0</inkml:trace>
  <inkml:trace contextRef="#ctx0" brushRef="#br0" timeOffset="-204588.45">2214 8557 1558 0,'0'0'552'0,"0"0"-331"0,0 0-102 0,0 0 88 0,0 0-40 0,0 0-77 0,0 0-54 0,0 0-8 16,0 0 8-16,0 0 34 0,-10 65 93 16,10-48-19-16,-7 0-27 0,7-2-12 15,-4 1-13-15,0-2-14 0,2-2-21 0,-2-4-16 16,4 0-24-16,-2-2-17 0,2-4-22 15,0-1 0-15,0-1 18 0,0 0-8 16,0 0 9-16,0 0 0 0,0 0-1 16,0-3-46-16,6-7 6 0,0-4 16 15,5-2 9-15,-1-3-10 0,-2-3 4 16,2 2 0-16,1 1 9 0,-5 1 13 16,0 2 1-16,-2 4 2 0,-2 1 3 15,3 4 12-15,-5 4 4 0,2 0-3 16,-2 2-16-16,0 1-2 0,0 0-30 15,4 2-12-15,-4 6-7 0,2 1 51 0,-2 5 18 16,2 2 5-16,4-1 2 0,-6-1 10 16,4-1-4-16,-2-1-12 0,-2-2-15 0,7-2 11 15,-7-2-15-15,4-2-19 16,-2-2 4-16,8 3 11 0,-4-5-8 0,3 0 9 16,-1-1-1-16,8-8-8 15,1 1-14-15,-1-5-15 0,-1-1 3 0,-1-1 16 16,-1 1 9-16,-3 3 13 0,-2 1 16 15,-1 0-13-15,-5 5 10 0,4 2-13 16,-2 3-12-16,-2 0-9 0,2 0 21 16,2 0 54-16,3 3 29 0,-1 4-8 15,-2 1-8-15,0 1-11 0,0-1-12 16,1 4-12-16,-3-3-16 0,0 0-16 16,-4-1-2-16,6-2-24 0,-6 0-11 15,6-2-48-15,-2 2-134 0,3-5-38 16,-1-1-92-16,4 0-244 0,-4 0-180 0,7-8-329 15</inkml:trace>
  <inkml:trace contextRef="#ctx0" brushRef="#br0" timeOffset="-204302.94">2640 8611 278 0,'0'0'724'0,"0"0"-428"0,0 0-97 0,0 0 83 0,0 0-32 0,0 0-29 0,0 0-37 16,0 0-26-16,0 0-9 0,31 64-33 15,-23-63-33-15,6-1-12 0,-1-1 25 16,-1-4-13-16,1-4-26 0,-1 1-28 16,-6 0 3-16,0-2 0 0,-3 2 12 15,-3 0 7-15,0 0-19 0,0 0-10 16,0 2 4-16,-7-1-25 0,1 2-1 16,0 1-12-16,-6 2-32 0,3-2-74 0,-3 4-19 15,4 0-10-15,-3-1-27 0,7 1-41 16,0 0-118-16,4 0-153 0,0 0-135 15,0 0-168-15,0 0 349 0</inkml:trace>
  <inkml:trace contextRef="#ctx0" brushRef="#br0" timeOffset="-204036.74">2851 8588 86 0,'0'0'137'0,"0"0"101"16,0 0-30-16,0 0-48 0,0 0 58 15,0 0 14-15,0 0-24 0,0 0-3 16,0 0-17-16,0 0-29 0,0 0-6 15,62 54-14-15,-60-51-20 0,-2-1-31 16,4-1-34-16,-4-1-2 0,2 0 12 16,2 0 7-16,-4 0 0 0,4 0 3 15,2 0 0-15,-2-1 16 0,5-3-17 0,-5 0-25 16,2 0-10-16,2 3-9 0,-6-2-10 16,5 2-19-16,-7 1 0 0,6 0 0 15,0 1 23-15,-2 2 12 0,2 0-13 16,1 0-3-16,1-1-6 0,0 1-13 15,2-3-4-15,-1 0-21 0,1 0-7 0,-2 0-127 16,1 0-146-16,-3 0-172 0,0-2-259 16,-2-1-499-16</inkml:trace>
  <inkml:trace contextRef="#ctx0" brushRef="#br0" timeOffset="-203706.41">3161 8647 821 0,'0'0'382'16,"0"0"-103"-16,0 0 95 0,0 0-111 16,0 0-104-16,0 0-10 0,0 0-43 15,80-41-38-15,-67 33-29 0,-5-2-7 16,2 1-9-16,-4 0-1 0,1 1 7 16,-7 0 10-16,0 2 6 0,0 1 13 0,0 1-4 15,-7 3-9-15,-3 1-29 0,-4 0 3 16,-5 1-19-16,5 5 0 0,-5 5 2 15,0 0 18-15,5 2-18 0,1 0 11 16,5 2 9-16,2-2 17 0,2 0-14 16,4-2-3-16,0 0-18 0,0-2-1 15,12-2 9-15,1-2-12 0,1 0-3 0,3-4-35 16,1-1-42-16,3 0-71 0,-2-1-67 16,1-6-63-16,-1-2-75 0,4 1-5 15,-5 1-75-15,3-2-150 0,-5 1 120 16,1 0 256-16</inkml:trace>
  <inkml:trace contextRef="#ctx0" brushRef="#br0" timeOffset="-203359.64">3436 8604 180 0,'0'0'352'0,"0"0"-42"0,0 0-13 15,0 0-17-15,0 0-7 0,0 0-36 0,0 0-56 16,0 0-28-16,0 0-40 0,8 41-19 16,-4-41-17-16,2 0 14 0,-2 0 18 15,2 0-12-15,1 0-27 0,3-6-28 16,2 1-29-16,-1-2-11 0,-1 2 11 15,-2 0-10-15,3 1-1 0,-3 2 0 16,0 1-2-16,-2 1-3 0,1 0 3 16,3 0 13-16,0 5 19 0,3 2-16 0,-1 6 26 15,7 5-13-15,-1 3 12 0,3 2 26 16,0 5 48-16,-3 1-10 0,-3 3-29 16,-3-1 6-16,-6-2 4 0,-4-1 18 15,-2-4 31-15,0-3 20 0,-4 0-31 16,-8-4-18-16,2-2 9 0,-5-2 12 15,1-3-35-15,-3-3-33 0,1-3-25 16,-1-3-19-16,5-1 0 0,-3-4-12 16,3-6-3-16,-1-7-43 0,5-5-40 0,2-2-34 15,4-3-10-15,2-1-3 0,0 2-20 16,6 3-123-16,4 1-250 0,3 5-448 16,9-5-325-16</inkml:trace>
  <inkml:trace contextRef="#ctx0" brushRef="#br0" timeOffset="-202963.1">4291 8545 1594 0,'0'0'458'0,"0"0"-260"0,0 0 28 0,0 0-22 0,0 0-47 0,0 0-35 0,0 0-16 0,0 0-7 0,0 0 16 15,0 0 13-15,-4 71 8 16,10-65-6-16,5-2-7 0,-3-1-22 0,0-3-14 15,9 0-1-15,-5-2-17 0,5-4-26 16,-5-3-18-16,3 1-6 0,-9 1 0 16,0 0-4-16,-2-2 7 0,-4 4-3 15,0-1-4-15,0-1-14 0,-4 1-1 16,-8-2-12-16,3-1-44 0,-3 1-47 16,0 1-23-16,1 1-50 0,-1 1-29 15,1 1-33-15,5 2-78 0,4 1-140 16,-2 1-237-16,4 0-374 0,4 0 314 0</inkml:trace>
  <inkml:trace contextRef="#ctx0" brushRef="#br0" timeOffset="-202721.49">4484 8593 262 0,'0'0'310'0,"0"0"-20"16,0 0 13-16,0 0-23 0,0 0-63 15,0 0 24-15,0 0-1 0,0 0-4 16,0 0 0-16,0 0-46 0,78 37-55 15,-65-37-45-15,-3 0 0 0,0-1 31 16,-4-4 3-16,1 0 13 0,3-2 9 16,-8 1-14-16,4 0-37 0,-6 3-26 15,4-1-32-15,-4 0-24 0,0 2-13 16,0 2-1-16,0-3-49 0,0 1-114 16,0 1-114-16,-4 0-73 0,2 0-224 15,2-3-458-15,-4 1-23 0</inkml:trace>
  <inkml:trace contextRef="#ctx0" brushRef="#br0" timeOffset="-202534.57">4765 8436 604 0,'0'0'583'0,"0"0"-225"16,0 0-23-16,0 0-66 0,0 0-32 0,0 0-34 16,0 0-32-16,0 0-33 0,0 0-3 15,22 79-45-15,-22-57-33 0,7-2-25 16,-5-1-32-16,0 2 0 0,2-2-2 15,-2-1-20-15,-2-1-45 0,0-2-200 16,0 1-42-16,-6-3-173 0,4-2-249 16,-7 1-330-16</inkml:trace>
  <inkml:trace contextRef="#ctx0" brushRef="#br0" timeOffset="-202374.96">4769 8653 799 0,'0'0'713'15,"0"0"-346"-15,0 0-88 0,0 0 35 0,0 0-72 16,0 0-40-16,0 0-19 0,0 0-49 16,0 0-54-16,87-32-80 0,-75 27-3 15,3-1-48-15,-3-1-106 0,0 0-170 16,-1 1-378-16,-1-3-783 0</inkml:trace>
  <inkml:trace contextRef="#ctx0" brushRef="#br0" timeOffset="-200745.89">5984 8297 981 0,'0'0'563'0,"0"0"-131"0,0 0-27 0,0 0 47 0,0 0-48 0,0 0-36 0,0 0-62 15,0 0-70-15,0 0-58 0,0 0-76 16,0 0-80-16,-33 41-4 0,19-20-5 15,-5 8 11-15,7 1 10 0,-3-1-6 16,5 0-10-16,2-1-14 0,4-1-4 16,4-4-22-16,0-2-15 0,6-3 0 0,4-3-25 15,5-1-43-15,-1-3-42 0,9-4-38 16,-3-2-60-16,7-5-177 0,4 0-203 16,-10 0-448-16,12-7-59 0</inkml:trace>
  <inkml:trace contextRef="#ctx0" brushRef="#br0" timeOffset="-200320.54">6251 8519 366 0,'0'0'782'0,"0"0"-437"15,0 0-143-15,0 0 106 0,0 0-77 16,0 0-89-16,0 0-74 0,0 0-23 0,0 0 26 15,0 0 42-15,-19 31 61 16,15-23-36-16,2 3-39 0,-2-4-22 16,4 2-13-16,-2-1-16 0,2-2-26 0,0-1-22 15,0-1 0-15,0-1-25 0,0 1 2 16,0-3 22-16,2 0 1 0,2 1 26 16,2-1 6-16,3-1-7 0,1 0-6 15,0 0 4-15,3-1-4 0,-3-1-17 16,-2 0-1-16,3-1 0 0,-7 2 0 0,2-2 0 15,-2 1 1-15,-2 0 1 0,4-2 13 16,1 1-14-16,3-2 14 0,-6 0-16 16,8-1 1-16,-5 0-1 0,-1 0 2 15,0 0 11-15,-2 1 0 0,0 3 6 16,-4-1 13-16,0 1 12 0,0 1 16 16,0 1-60-16,0 0-3 0,0 0-54 15,0 0-35-15,0 0-38 0,0 0-24 16,0 0-54-16,0 0-94 0,0 0-176 15,-2 0-168-15,2 1-87 0,-2 2 75 0</inkml:trace>
  <inkml:trace contextRef="#ctx0" brushRef="#br0" timeOffset="-199431.7">6611 8436 454 0,'0'0'639'0,"0"0"-209"0,0 0 15 0,0 0-50 0,0 0-56 0,0 0-18 0,0 0-78 0,0 0-32 16,0 0-47-16,0 0-85 0,0 0-50 15,-27-5-4-15,10 12 3 0,3 4 7 16,-5-1 6-16,5-1 15 0,-1 2 71 15,5 0-18-15,4-4-62 0,4 3-47 16,2-3-21-16,2 3 21 0,8-2 0 0,7 0 31 16,-1 1-6-16,1-1-23 0,5-1 7 15,1 3-9-15,-4-3-2 0,1 5-16 16,-1-1 16-16,-2 0-11 0,-7 0 10 16,-4-2 2-16,-2 1 0 0,-4-3 0 15,0 1 1-15,0 1 0 0,-10-2-2 0,0 1-57 16,-3-2-71-16,-3-1-61 0,1-3-77 15,1-2-66-15,-3 0-109 0,7-2-122 16,-1-5-207-16,3-9-403 0</inkml:trace>
  <inkml:trace contextRef="#ctx0" brushRef="#br0" timeOffset="-199222.38">6790 8410 438 0,'0'0'775'15,"0"0"-329"-15,0 0-82 0,0 0-69 16,0 0-4-16,0 0-85 0,0 0-62 16,0 0-38-16,13 76-36 0,-13-54-38 0,0 0-9 15,-2-2-20-15,-2 1-3 16,-3-2 0-16,3-1-22 0,0-4-17 0,2-1-111 16,-2-3-120-16,4-2-85 0,-2-3-203 15,2 1-37-15,0-4-21 0,0-2 169 16</inkml:trace>
  <inkml:trace contextRef="#ctx0" brushRef="#br0" timeOffset="-199092.31">6840 8606 229 0,'0'0'281'0,"0"0"-43"0,0 0-72 15,0 0-49-15,93-61-36 0,-66 48-48 16,-2 2-33-16,2 0-13 0,0 1-68 16,-5 2-112-16,1-1-142 0,0 4-4 0,-7-1 155 15</inkml:trace>
  <inkml:trace contextRef="#ctx0" brushRef="#br0" timeOffset="-198857.26">7196 8447 8 0,'0'0'391'15,"0"0"134"-15,0 0-53 0,0 0-33 16,0 0-86-16,0 0-123 0,0 0-59 0,0 0-6 16,0 0 8-16,0 0 0 0,29-5-23 15,-29 14-19-15,0 0-4 0,-7 5 3 16,3 1-13-16,-8-1-29 0,6-2-41 16,-5 3-21-16,1-2-14 0,4-2-12 15,4-2-2-15,-2-1-29 0,4-2-7 16,0-1 9-16,6 2 29 0,4-3 28 15,3 1-9-15,1 0-4 0,0-2-15 16,3 2 0-16,0 0-2 0,1 0-1 16,1 1-13-16,-5 0 16 0,-1-1-3 15,-5-1-9-15,-2-1-4 0,-6 0 16 0,0 2-1 16,0 0 1-16,-6 2-47 16,-9-2-92-16,1 1-90 0,-3-1-93 0,3-4-189 15,6-1-537-15,-9-1-264 0</inkml:trace>
  <inkml:trace contextRef="#ctx0" brushRef="#br0" timeOffset="-198636.4">7487 8353 311 0,'0'0'1398'15,"0"0"-1106"-15,0 0 45 0,0 0 54 16,81 65-137-16,-63-41-91 0,7 1-64 15,-6 0-80-15,-3 2-19 0,-3-2-6 16,-3 0-20-16,-10-2 25 0,-4-2-34 16,-9 1-147-16,-9-3-117 0,-5 2-250 0,-2-7-582 15</inkml:trace>
  <inkml:trace contextRef="#ctx0" brushRef="#br0" timeOffset="-198120.41">5738 8267 1798 0,'0'0'706'0,"0"0"-287"0,0 0 25 0,0 0-29 0,0 0-106 0,0 0-66 0,0 0-57 0,-99 9-54 0,72 13-46 16,-4 7 0-16,4 8-18 0,3 3-19 15,3 5-9-15,8-2-19 0,5-2-21 16,6 0-34-16,2-7-54 0,4-4-35 16,9-3 0-16,-1-4-10 0,7-4-25 15,-1-2-94-15,1-4-196 0,-3-4-189 0,1-2-543 16,0-4-146-16</inkml:trace>
  <inkml:trace contextRef="#ctx0" brushRef="#br0" timeOffset="-197606.55">5180 8333 750 0,'0'0'436'0,"0"0"-257"16,0 0 23-16,0 0 152 0,0 0-42 15,0 0-44-15,0 0-45 0,0 0-63 16,0 0-67-16,0 0-41 0,2-21-23 16,4 18 3-16,7 2 64 0,5-3 108 15,1 3-49-15,2-3-53 0,-3 4-30 16,-7 0-45-16,1 0-27 0,-6 0-16 16,-2 5 15-16,-2 5 1 0,-2-2 12 15,0 4 7-15,-2 1 0 0,-8 3-16 16,4-3 0-16,-4 0-3 0,-3 2-3 0,3-4-12 15,-3 2-4-15,5-3-7 0,-4 1-2 16,6-1-7-16,-3-2 13 0,3 1 3 16,0-2-3-16,4-1-19 0,2 0-32 15,-4-4-54-15,4 4-14 0,0-2-47 16,0-1-150-16,4 0-270 0,-2-1-191 16,2 4-327-16</inkml:trace>
  <inkml:trace contextRef="#ctx0" brushRef="#br0" timeOffset="-197388.52">5222 8725 40 0,'0'0'1057'0,"0"0"-582"0,0 0-17 15,0 0 57-15,0 0-13 0,0 0-40 16,0 0-86-16,0 0-87 0,0 0-68 15,0 0-76-15,0 0-83 0,0 1-62 16,0-1-20-16,0 0-35 0,6-1-53 16,0-5-138-16,0 0-245 0,-2-1-703 15,-2-4-1029-15,-26 41 1958 0</inkml:trace>
  <inkml:trace contextRef="#ctx0" brushRef="#br0" timeOffset="-181535.07">2419 9144 727 0,'0'0'622'0,"0"0"-290"0,0 0-153 0,0 0 15 0,0 0-12 0,0 0 28 0,0 0-45 16,0 0-59-16,0 0-32 0,-62-15 16 15,45 22 55-15,-2 1 15 0,3 2-23 16,-7 3-20-16,7 2 10 0,-3 3 0 16,0 0-1-16,7 1-16 0,4 0-38 15,1-3-31-15,3 1-28 0,4-1-13 0,0-2 0 16,7-2-1-16,3-1-3 0,-2-3-18 16,5-1-9-16,1-1-10 0,-2 0 7 15,1-3-29-15,5 0-44 0,-3-3-26 16,-1 1-44-16,-1-1-72 0,3 0-110 15,-5 0-138-15,5 0-70 0,-3-1 56 16,-3-2-7-16,0 0 46 0,-1-1 202 16</inkml:trace>
  <inkml:trace contextRef="#ctx0" brushRef="#br0" timeOffset="-181302.85">2443 9331 118 0,'0'0'180'0,"0"0"77"0,0 0-32 16,0 0-3-16,0 0-56 0,0 0-55 15,0 0-43-15,0 0 33 0,0 0 71 16,0 0 0-16,9 14-29 0,-3-7 7 0,0-2 15 15,0 1 0-15,0-4-23 0,1 2-23 16,-1-3 4-16,0-1-11 0,0 0-19 16,0 0-19-16,1 0 6 0,-1-2 9 15,2-5-6-15,0 1-32 0,-4 1-10 16,-1-2 1-16,1 2-1 0,-4 0 0 16,0 0-21-16,0-2-20 0,0 2-28 15,0 2-13-15,0-3-29 0,0 5-64 16,0 0-77-16,0-1-87 0,0 2-174 15,0 0-251-15,0 0-486 0</inkml:trace>
  <inkml:trace contextRef="#ctx0" brushRef="#br0" timeOffset="-181089.16">2755 9146 1221 0,'0'0'631'0,"0"0"-297"0,0 0-104 15,0 0 31-15,0 0-45 0,0 0-65 16,0 0-65-16,0 0-48 0,0 0 4 16,0 0 0-16,-4 79-1 0,4-57-6 15,0-1-13-15,0 1-18 0,4-2-1 16,-4 1-1-16,3-2-2 0,-3-4-2 16,4 1-43-16,0-4-57 0,-4-1-68 15,0-2-64-15,4-1-37 0,-2-3-188 16,-2-2-210-16,0-1-159 0,0 0 249 0</inkml:trace>
  <inkml:trace contextRef="#ctx0" brushRef="#br0" timeOffset="-180576.28">2778 9349 86 0,'0'0'525'0,"0"0"-278"0,0 0-61 0,0 0-26 16,0 0-76-16,0 0-84 15,0 0-6-15,0 0-20 0,0 0 24 0,79-44-18 16,-63 39-3-16,-1-2 21 0,-1 2 2 16,-3 0 13-16,-3 0 2 0,0 1-14 15,-4 2 15-15,-2 1 13 0,-2 0 26 16,0 1 20-16,0 0 0 0,0 0-13 16,0 0-10-16,0 0-3 0,0 0 3 15,0 0 6-15,4 0 43 0,-4 0 51 16,0 0 1-16,0 0-21 0,0-2-12 0,0 2-33 15,0 0-16-15,0 0-9 0,0 0-11 16,0 0-2-16,0 0 8 0,0 0 21 16,0 0 18-16,0 0-19 0,0 0-29 15,0 0-22-15,0 0-24 0,0 0-2 16,0 0-2-16,0 0-18 0,0 0 1 0,3 0 6 16,-3 0 12-16,0 0 1 15,0 0 2-15,0 0 2 0,0 0-4 0,0 0-3 16,0 0-16-16,0 0 16 0,0 0-16 15,0 0-23-15,0 0 0 0,0 0 4 16,0 0 12-16,0 0 4 0,0 0-1 16,0 0 1-16,0 0-20 0,0 0-39 15,0 0 7-15,0 0 16 0,0 2-6 16,0-1 2-16,-7 0 27 0,7 1 32 16,-2-2 3-16,-2 1 2 0,4 0 1 0,0-1-3 15,-2 0-12-15,0 2-24 0,2-2-80 16,0 0-205-16,-4 1-92 0,4-1-13 15,-2 0-119-15,2 0 96 0,16-7 366 0</inkml:trace>
  <inkml:trace contextRef="#ctx0" brushRef="#br0" timeOffset="-180031.41">2687 9284 197 0,'0'0'583'0,"0"0"-241"0,0 0-55 0,0 0-14 0,0 0-39 0,0 0-20 0,0 0 16 0,0 0-49 0,0 0-46 0,0 0-3 15,17-19-16-15,-17 19-78 0,-4 0-22 16,-3 2 23-16,1 2 12 0,-2 3 10 15,0-1 13-15,-3 2 31 0,5 1 22 16,0 0-32-16,-2 1-38 0,6 1-25 16,2-4-32-16,0 4-11 0,0-3-15 15,0 0 1-15,2-1 6 0,6 2 18 16,-2-2 1-16,0 1 22 0,-1-1-3 16,1 0 9-16,-6 1 4 0,2 2 6 15,-2-3-9-15,0-2-11 0,0 2-18 16,0-1-2-16,0 1 0 0,-2-2-10 0,-4 1-29 15,1-1-115-15,-1 0-31 0,-2-3-21 16,0 3-58-16,1-5-124 0,1 0-258 16,2 0-172-16</inkml:trace>
  <inkml:trace contextRef="#ctx0" brushRef="#br0" timeOffset="-179447.4">2993 9289 998 0,'0'0'355'0,"0"0"-159"0,0 0 28 0,0 0 91 0,0 0-17 0,0 0-92 0,0 0-54 0,0 0-78 0,0 0-26 16,0 0 0-16,0 0 29 0,-27 49 20 16,25-37 34-16,-2 1-10 0,4-4-32 15,0 1-45-15,0-4-42 0,8-1 14 16,-1 1 16-16,5-5 19 0,0-1-7 15,3 0-9-15,1 0-16 0,-1-6-16 16,-1 0 0-16,-3 0-2 0,-3-1-1 16,-2 0 0-16,-2 0 0 0,-2 0 0 15,-2 2-12-15,0-5-23 0,-6 4-19 0,0-1-22 16,0 0-29-16,-3 2-10 0,-1 1 4 16,2 1-24-16,2 3-48 0,-1 0-87 15,1 0-222-15,4 3-171 0,2 0-105 16,0-1 197-16</inkml:trace>
  <inkml:trace contextRef="#ctx0" brushRef="#br0" timeOffset="-178387.89">3161 9285 57 0,'0'0'221'0,"0"0"99"0,0 0-34 0,0 0-71 16,0 0 30-16,74 0 28 0,-64 0-78 16,-1 4-26-16,-7 1-4 0,4 1 4 15,-6 1-14-15,4 1-26 0,-2-1-36 16,-2 0-19-16,0-2-3 0,0-1 0 0,0 0 9 15,4-2-6-15,-4-1-23 0,2 1-35 16,2-2 3-16,3 0 7 0,-1 0-7 16,2-3-16-16,0-3-3 0,3-1-19 15,-5-3-16-15,4 2-13 0,-4-3-7 16,1 2 30-16,-1 1 9 0,-2 2 13 16,-2 5-17-16,2-1 4 0,-2 0-16 15,2 2 3-15,-2 0 14 0,5 0 15 16,-5 4 39-16,8 3-7 0,-4 0 3 15,0 1-9-15,3 0-10 0,-1 0-14 0,4-2 46 16,-1 3-19-16,-3-6-27 0,6 2 0 16,-7-2-2-16,9-2-2 0,-5-1-1 15,1 0-26-15,-2-4-13 0,-3 2-96 16,-1-3-10-16,-4-1 39 0,4 2 59 16,-6 2 50-16,2-3 19 0,-2 3-19 15,0-1 0-15,0 1 3 0,0 1 20 0,0 1-23 16,0 0-32-16,0 0-13 0,0 0 19 15,6 0 26-15,-2 3 53 0,3 2 8 16,-1 1 1-16,0-1-1 0,0 2-26 16,5-2-12-16,-5 0-20 0,6-3 13 15,3 2 26-15,3-4 25 0,3 0 58 16,4-5-29-16,2-1-64 0,-5-1-29 16,1-3 10-16,4-1-13 0,-4 1-3 0,-7-2-13 15,3 0 0-15,-9 1 14 0,-2 1-11 16,-6-1-22-16,-2 4 3 0,0-1 32 15,0-2 2-15,-4 4-1 0,-6 1-1 16,-2 3 0-16,-1 2-29 0,3 0 10 16,-3 1-13-16,1 8 0 0,0 0 19 15,-1 3 13-15,7 0 0 0,0 4 1 16,0-2 31-16,4 2 16 0,2-3-3 0,0 0-19 16,2-1 2-16,10-3 14 0,0-2-42 15,7-5 0-15,0-2-16 0,3 0-3 16,7-2 0-16,0-8 16 0,4 2-23 15,0-4-41-15,-4 0-110 0,-2 3 33 16,-10 0 2-16,1 2-13 0,-7 1 45 16,-3 1 39-16,-2 1 61 0,-4 3 10 0,-2 0 32 15,4 0-29-15,-2 1 10 0,-2 0 36 16,0 0 38-16,5 1 33 0,-5 4-4 16,2 3-7-16,-2-1-22 0,0 2 16 15,0-1 19-15,0-2 15 0,0-1-19 16,0-3-13-16,0-1 6 0,0-1 28 15,0 0 16-15,0 0-23 0,0 0-22 16,0 0-32-16,4 0-34 0,-2-6-25 16,2-3-19-16,2-2-2 0,2-1-16 15,1 0-26-15,1-2-43 0,2 2-58 0,3 2-28 16,-1-2-36-16,3 4-51 0,-1-2-86 16,9 4-40-16,0-1 82 0,-2-3 113 15,6 5-134-15,-7-3 7 0,-3 2 236 16,2 1 82-16,-9-2 55 0,1 3 59 15,-7 1 88-15,-4-1 84 0,-2 2 38 0,0 0-17 16,0-1-31-16,0 3-64 16,0 0-43-16,-6 0-16 0,1 4-80 0,-5 3-58 15,2 0-15-15,-2 4-1 0,3 0 1 16,-1 1-1-16,6-3-1 0,2 1-24 16,0-1 26-16,2 0 29 0,6-1 37 15,5-1 7-15,3 3 6 0,1-3 53 16,-1 4-32-16,1-3-14 0,2 2-5 15,-7 1-9-15,2-2-16 0,-7 0 0 16,-1 2-6-16,-2-3 2 0,-4 0-8 16,0 2-21-16,-10 0-23 0,-5 1-52 0,1-1-66 15,-9 2-53-15,2-5-27 0,3-1-92 16,-5-1-145-16,6-2-285 0,-3-3-658 0</inkml:trace>
  <inkml:trace contextRef="#ctx0" brushRef="#br0" timeOffset="-176480.81">5490 9199 849 0,'0'0'696'0,"0"0"-283"0,0 0-144 0,0 0 35 0,0 0 18 0,0 0-33 0,0 0-98 0,0 0-82 15,0 0-43-15,0 0-2 0,0 0 5 16,-89 18 1-16,71-4-26 0,-1 3-3 16,1 2-10-16,5-1 1 0,5-2-10 15,2-2-22-15,4-1-19 0,2-3-22 16,0-1-3-16,8-2 16 0,0-4 27 0,5 0-1 15,3-3-11-15,-1 0 11 0,3-3-11 16,-1-4-3-16,-1-1-9 0,-1-1 0 16,-1 0-10-16,-1 0 0 0,-7 1 10 15,4 1 25-15,-6 0 1 0,2 1 21 16,-6-1 0-16,7 3 0 0,-7 0 1 16,4 2-1-16,-4-1 3 0,0 2 10 15,0 1-10-15,0 0 3 0,0 0 23 16,0 0 8-16,0 0-18 0,2 2-3 15,-2 4 6-15,0 0 38 0,4 3 2 16,-2 0-46-16,2 0-26 0,2-1-12 0,-1-1-1 16,1 2-14-16,0-2-7 15,0-2-9-15,4-1-50 0,3-1-74 0,-3-3-56 16,3 0-46-16,-1 0-128 0,3-7-136 16,1 0-134-16,1-3 15 0,-5 2 1 0,-2-3 229 15,-1 2 202-15</inkml:trace>
  <inkml:trace contextRef="#ctx0" brushRef="#br0" timeOffset="-176247.31">5711 9262 67 0,'0'0'258'0,"0"0"39"0,0 0-46 16,0 0-14-16,0 0 92 0,0 0-43 16,0 0-26-16,0 0-14 0,0 0-35 15,27 35-27-15,-23-25-39 0,-1-2-20 16,1-1-22-16,-2 0-23 0,-2-3-26 16,0 1-22-16,4-4-13 0,-4-1 13 15,0 0 23-15,0 0 66 0,0 0 34 0,2 0-50 16,-2-1-26-16,4-5-16 0,-2-5-48 15,2-2-15-15,2-2-16 0,-1 1-3 16,7 0 3-16,-6 1 0 0,5 1-3 16,-3 2-9-16,0 2-16 0,2 3-35 15,3 0-48-15,-5 4-26 0,0 1-16 16,-1 0-97-16,3 1-144 0,-2 4-176 0,0 2-36 16,-3-2-107-16,1 3 253 0</inkml:trace>
  <inkml:trace contextRef="#ctx0" brushRef="#br0" timeOffset="-175791.67">5964 9274 76 0,'0'0'554'0,"0"0"-189"0,0 0-94 0,0 0-44 15,0 0-32-15,0 0 26 0,0 0-13 16,0 0-30-16,0 0-23 0,0 0-29 16,0 0-10-16,16 41-9 0,-16-34-4 15,0 2-17-15,0-3-35 0,0-1-38 16,4-3-13-16,-4 3-1 0,2-4-1 15,-2-1 2-15,0 0 2 0,0 0 37 16,0 0 15-16,7 0 0 0,-7-1 17 16,4-4-24-16,2-1-21 0,-4-3-13 15,4 0-13-15,-6-1-1 0,4 1-38 16,-4 0 1-16,2 0-7 0,-2 0 1 0,2 1-17 16,-2-1-3-16,7 0 3 0,-7-1-3 15,6 2 6-15,0 3 3 0,0-2 20 16,0 3 0-16,3 2 12 0,-3 0 10 15,0 2 10-15,4 0 3 0,-1 0 0 0,-1 0 3 16,4 0 26-16,-1 1-3 0,1 0-13 16,-4 0 3-16,1 2 6 0,-3-1 27 15,-2 4 21-15,-2-1-2 0,-2 1-7 16,4-1-17-16,-4 3-5 0,2-1-23 16,-2-1-14-16,4-1-2 0,-2-1-1 15,3 1 1-15,-5-1-1 0,4 1 0 16,-4 0-2-16,4-1 0 0,-2 0-16 15,-2 2 6-15,4-2 10 0,-2 2-16 16,2 0-77-16,2-3-110 0,1 1 29 16,3-2-84-16,2-2-375 0,1 0-171 0,8-4 51 15</inkml:trace>
  <inkml:trace contextRef="#ctx0" brushRef="#br0" timeOffset="-175497.83">6356 9240 503 0,'0'0'307'16,"0"0"-63"-16,0 0 49 0,0 0-4 0,0 0-12 0,0 0-24 0,0 0-79 0,0 0-18 0,0 0 2 15,0 0-23-15,29 73-16 0,-25-65-13 16,-1-1-36-16,3-2-22 0,0 0-6 16,-2-5-1-16,2 0 17 0,0 0 18 15,-1 0 36-15,-1-1-8 0,2-5-25 16,2-4-28-16,-2-1-7 0,5-1-3 0,-7-1-6 15,8 0-13-15,-6-1-6 0,5 0-13 16,-5 0-1-16,2 2-2 0,-6 2-12 16,5 2-16-16,-7 1-92 0,0-1-86 15,0 0-67-15,0 3-115 0,0 2-323 16,-7-3-533-16</inkml:trace>
  <inkml:trace contextRef="#ctx0" brushRef="#br0" timeOffset="-175355.21">6290 9111 148 0,'0'0'1831'0,"0"0"-1456"16,0 0-210-16,0 0-36 0,0 0-129 15,0 0-33-15,0 0-12 0,0 0-123 16,91-11-247-16,-70 11-150 0,-3 4-149 16,3 2 49-16</inkml:trace>
  <inkml:trace contextRef="#ctx0" brushRef="#br0" timeOffset="-175069.29">6724 9248 40 0,'0'0'799'0,"0"0"-399"0,0 0-19 0,0 0 48 15,0 0-121-15,0 0-82 16,0 0-36-16,0 0-26 0,0 0-49 0,77-1-32 16,-69-2-3-16,2-1 16 0,-1-1 6 15,-1 0-26-15,4-1-28 0,-1-1-26 16,1 0-19-16,3-2 13 0,-3 3-13 15,5 0 16-15,1 4-3 0,3-3 19 16,-3 3 0-16,3-1-13 0,-2 3 9 16,-3 0 20-16,-1 0-10 0,-3 0-1 15,-6 0-8-15,0 0-10 0,1 4-6 16,-5-3-14-16,0 2 0 0,-2 0 0 16,4-2-2-16,-2 0-13 0,-2 1-24 0,0-1-111 15,0-1-128-15,0 0-90 0,0 0-291 16,0-4-643-16</inkml:trace>
  <inkml:trace contextRef="#ctx0" brushRef="#br0" timeOffset="-174566.42">6960 9075 2043 0,'0'0'609'0,"0"0"-416"15,0 0-46-15,0 0-38 0,0 0-83 16,0 0-23-16,0 0-3 0,95-12-17 15,-68 9-41-15,0-1-76 0,0 3-37 16,0-3-64-16,-3 3-46 0,1-2-60 16,0 0 49-16,-4 2 96 0,1 0 60 0,-5 1 25 15,-3 0 46-15,-5 0 16 0,-3 0 49 16,0 3 77-16,-6 4 96 0,0 2 45 16,0 0-10-16,0 4-49 0,-2 0-45 15,2 1-37-15,0-3-5 0,0 0 25 16,2-1 26-16,8 1 39 0,7-1 38 15,-1-1-33-15,3 1-68 0,4 2 10 0,4-1-19 16,-2 0-23-16,1 2-3 0,5 1-13 16,0 1-13-16,-4 1-16 0,2 3 3 15,-6 1 7-15,-7 0-19 0,-3-1-12 16,-7 1 12-16,-6 0 2 0,0-2 1 16,-8 0 13-16,-9-4 18 0,-3 1 54 15,-1-3 13-15,-6-1-57 0,0-3-29 0,-2-3-9 16,2-4-17-16,5-1 13 0,3 0 14 15,5-9 24-15,1-4 17 0,7-5-25 16,6-5-45-16,0-4-18 0,0-5 5 16,6-1 10-16,0 1-9 0,5 1 11 15,1 4 0-15,5 3 0 0,-1 5-3 16,7 2-24-16,-2 4 9 0,-1 1 0 16,1 2-10-16,-5 5-5 0,-1 1-19 15,-7 1-114-15,3 3-166 0,-9 0-229 0,2 0-571 16,-2 3-284-16</inkml:trace>
  <inkml:trace contextRef="#ctx0" brushRef="#br0" timeOffset="-166840.92">8260 9114 1472 0,'0'0'727'0,"0"0"-378"0,0 0-155 0,0 0 53 0,0 0-42 0,0 0-93 0,0 0-45 0,-6 84-29 16,2-50-10-16,0 4 14 0,2-1 9 15,-2-1 6-15,1-3 9 0,3 1-34 16,-4-7-13-16,4-4-4 0,0-2-11 0,0-6 11 16,0-3-12-16,0-3 10 0,0-5-13 15,0-1 13-15,0-2-11 0,0-1 10 16,0-1-12-16,-2-6-35 0,-2-4-16 16,2-6-9-16,-2-5 9 0,4-5 4 15,0-2 6-15,0-6 15 0,4-3 4 0,2-2-7 16,3-2 13-16,1 2 15 0,0 1 0 15,3 7 1-15,-1 4 13 0,0 8-10 16,-3 4 13-16,3 5-14 0,-2 4 11 16,-1 1 16-16,-3 5 18 0,2 1 1 15,-4 0-17-15,3 0 17 0,-5 7 18 16,-2 2 0-16,0 5-15 0,0 0-23 16,-2 3-27-16,-5 1-1 0,-3-2-31 15,-5 1-127-15,1-2-92 0,4 0-28 16,-3-5-184-16,5-1-344 0,0-1-497 0</inkml:trace>
  <inkml:trace contextRef="#ctx0" brushRef="#br0" timeOffset="-166338.2">8486 9279 720 0,'0'0'356'0,"0"0"-24"0,0 0 90 16,0 0-84-16,0 0-95 0,0 0-95 15,0 0-45-15,80-32-35 0,-65 23-20 16,-3-3-9-16,-2 2-26 0,-1-1 3 16,-1-1-16-16,-2-1 13 0,-2 1 6 15,-2 1 3-15,-2 0 7 0,-2 4 26 16,-8 0 22-16,2 2-7 0,-5 5-12 16,-5 0-58-16,1 0 0 0,1 8-19 0,1 2 19 15,1 2 0-15,3 3 12 0,5 1 17 16,2-3-7-16,4 3-18 0,0-3-4 15,0 0-12-15,4-1 9 0,8-2-13 16,1-3 3-16,8-1 12 0,-5-1-21 16,7-4-7-16,2-1-29 0,-5 0-51 15,3-1-6-15,-2-4-8 0,-7 1-6 0,1 0-22 16,-3 0-37-16,-2 4-29 0,3 0-4 16,-9 0 26-16,6 0 62 0,-4 1 71 15,1 3 62-15,-1-1 33 0,-4 1 136 16,2-3-3-16,0-1 19 0,-4 1-7 15,4 1 19-15,-4-2 36 0,0 1 41 16,0-1 27-16,0 0 14 0,0 0-17 16,2 0-63-16,-2 0-56 0,0-3-42 15,0-2-41-15,5-3-28 0,-3-1-25 16,4-2-21-16,-2-1-22 0,2 1-15 16,2-1-13-16,-1 5-12 0,1-3-50 0,2 4-90 15,3 2-81-15,-3-1-142 0,6 2-207 16,3 2-427-16,-4 1-72 0,9 0 313 0</inkml:trace>
  <inkml:trace contextRef="#ctx0" brushRef="#br0" timeOffset="-165841.04">9467 9144 1148 0,'0'0'703'0,"0"0"-324"0,0 0-113 0,0 0 8 0,0 0-101 0,0 0-93 15,-76 39-38-15,61-21-3 0,3 2 15 0,6-3 0 16,0 0-33-16,4-6-21 15,2 1-28-15,2-5 5 0,4 0 7 0,0-4 13 16,4-1 3-16,-1-2 3 0,3 0 20 16,3-5-7-16,-3-4-16 0,2-4-42 15,5-4-57-15,0-1-52 0,-5-4 23 16,3 1-4-16,-1-3 48 0,-3-2 32 16,-3 1 20-16,0 0 32 0,-4 1 11 0,1 3 37 15,-3 6 33-15,-2 2 54 0,-2 4-3 16,0 4 6-16,0 2-20 0,0 2-9 15,0 1 47-15,0 0 34 0,0 0-51 16,-6 5-6-16,-3 4-36 0,1 5-15 16,-2 1 15-16,4 4 50 0,-1 0-45 15,5 0-56-15,2-1-46 0,0-1 0 16,2 0-18-16,9-3-29 0,-3-1-21 16,4-4-31-16,-3 1-42 0,7-2-61 15,-3-3-91-15,1-1-127 0,1-2-200 16,3-1-399-16,-5 1-34 0,15-2 587 0</inkml:trace>
  <inkml:trace contextRef="#ctx0" brushRef="#br0" timeOffset="-164991.2">9848 9176 1061 0,'0'0'398'0,"0"0"-161"16,0 0 72-16,0 0-24 0,0 0-36 15,0 0-1-15,0 0-49 0,0 0-68 16,0 0-38-16,-15 64-51 0,19-60-30 15,1-1 4-15,-5-1 3 0,6 1 1 16,0-3-8-16,0 1-10 0,0-1 11 16,5 0-10-16,-1 0-3 0,-4 0-2 15,5-1-17-15,-5-2-3 0,0 3-39 16,-2-1 0-16,-4 0 23 0,4-1 35 16,-4 1 3-16,0 1 2 0,2 0 14 0,-2 0 3 15,0 0 10-15,0 0 3 0,0-1 19 16,0 1 16-16,0 0-4 0,0 0-2 15,0 0 43-15,0 0 39 0,0 0-71 0,0 0-31 16,0 0-9-16,0 4 5 0,0-2-12 16,0 2-21-16,7 0 24 0,-3-1-6 15,-2-2-7-15,4 0-15 0,4-1-2 16,-4 0-1-16,5 0-28 0,1-1-13 16,1-2-47-16,1 0-61 0,3-3-15 15,-3 1-8-15,5 1 12 0,-1-1-16 16,-1-1-4-16,1 2-69 0,1-2 52 15,-7 3 55-15,1 0-47 0,-7 1-22 16,-2-1 159-16,2 3 55 0,-6-1 74 16,0 1 66-16,0 0-4 0,0 0-13 15,0 0-19-15,0 0-26 0,0 0-27 0,5 0-51 16,-3 0 13-16,2 5 32 0,2 0 10 16,0 3-16-16,0-2-3 0,-4 1-14 15,5 0 1-15,-5 0 15 0,4-1 27 16,0 0 12-16,0 0 6 0,5 0-19 0,-1 2-9 15,2 0 3-15,1 1-14 16,1 0-15-16,3 2-13 0,-5 1-14 0,-2-1 14 16,-3 1-14-16,-1-3 1 0,-6 0 20 15,0-1-10-15,0-2 15 0,0 0 33 16,-13 0 91-16,9 0-35 0,-12-1-66 16,3-1-23-16,5-1-15 0,0 0-12 15,-2-3 1-15,7 0-1 0,-1 0 0 16,2 0 1-16,-2 0 11 0,4-3 6 15,0-1-18-15,0 1-1 0,0 2 0 16,0-1 0-16,0 0 0 0,0 2-1 0,-2 0 0 16,2-1 1-16,0 1 2 0,0 0 14 15,0 0 9-15,0 0 13 0,-4 0 12 16,4-1 41-16,0 1-24 0,0 0-14 16,0 0-22-16,0 0-6 0,-2 0-9 15,2 0-14-15,0 0-1 0,0-1-1 16,0 1-3-16,0 0-10 0,0 0 1 0,0 0-1 15,0 0 10-15,0 0-9 0,0 0 8 16,0 0-11-16,0 0-29 0,0-3-79 16,0 2-88-16,0-5-10 0,0 1-24 15,0 2-85-15,2-1 47 0,-2 2-34 16,0-1-10-16,0 3-27 0,-2 0-140 16,-2 0-249-16,8 27 320 0</inkml:trace>
  <inkml:trace contextRef="#ctx0" brushRef="#br0" timeOffset="-164381.79">10410 9067 151 0,'0'0'1467'0,"0"0"-970"0,0 0-238 0,0 0 64 0,0 0-5 0,0 0-72 0,0 0-33 15,0 0-4-15,64-66-23 0,-49 59-29 16,-3 3-46-16,0 2-46 0,5-1-31 15,-7 2-6-15,1 1 0 0,1 0-6 16,-2 0-6-16,1 1 5 0,-3 3-8 0,-4 2 9 16,2 1 2-16,-6-1 4 0,0 6 9 15,0 0 16-15,-6-1-10 0,-4 2-21 16,4 0-4-16,-1 0-16 0,3-2 0 16,-6 1 0-16,2 0 0 0,3-1 1 15,-1 1-2-15,4-3-1 0,-2 0 0 16,2-2-1-16,0 4-2 0,2-4 2 15,-4 2 0-15,4-2-11 0,0-1-3 16,0-1-4-16,0-1-12 0,0 0-21 16,0 2-81-16,0-4-70 0,4 2-39 0,-4 3-127 15,2-4-202-15,-2 1-461 0,0 4-249 16</inkml:trace>
  <inkml:trace contextRef="#ctx0" brushRef="#br0" timeOffset="-164222.1">10577 9379 1467 0,'0'0'757'0,"0"0"-205"16,0 0 2-16,0 0-88 0,0 0-154 15,0 0-116-15,0 0-94 0,0 0-65 16,0 0-34-16,0 0-3 0,0 0 0 16,40 8-151-16,-44-8-203 0,-5 0-359 15,-5 0-1081-15</inkml:trace>
  <inkml:trace contextRef="#ctx0" brushRef="#br0" timeOffset="-117197.21">2406 9839 617 0,'0'0'486'0,"0"0"-122"0,0 0 23 0,0 0 25 0,0 0-31 0,0 0-17 0,0 0-57 0,0 0-53 0,0 0-11 16,0 0 9-16,0 23-49 0,-6-11-27 0,4 0 19 15,-4 4-23-15,-1 3-46 0,1 3-25 16,0 4-25-16,-2 0-21 0,-5 5 0 16,5 3 9-16,-2-2-22 0,-3 4-17 15,3-2-22-15,-2-2 9 0,5-2-12 16,1-6-1-16,2-6-20 0,4-6-13 16,0-6 7-16,6-3-10 0,5-3 16 0,1-3-6 15,-2-3-34-15,3-3-22 0,-1-5-18 16,1-6 40-16,-5-2 34 0,4-5-4 15,1-3 0-15,1-4-15 0,3-1 0 16,-3 1-68-16,1-1 46 0,-3-2 34 16,5 1 13-16,-7 7 8 0,-4 3 12 15,0 5-1-15,-2 9 2 0,-2 3 19 16,3 3-4-16,-5 3-3 0,0 1 4 16,0 2 12-16,0 0 18 0,0 0 3 15,2 6 10-15,-2 2-1 0,0 8-6 0,0 3-12 16,0 6-6-16,-2 2 0 0,2 3 2 15,-5 1-8-15,5-1-1 0,-2 1 1 16,2-4 3-16,0-1-10 0,0-6-20 16,0-2-1-16,2-3-15 0,3-2 13 15,-3-3-1-15,4 0-1 0,-4-3 1 16,4 2-9-16,-2-3 0 0,-2 1 10 16,2-1-1-16,3 0 0 0,-5 1 1 0,2-1 1 15,-4 1 1-15,2-1 1 0,2-1-1 16,-4 0 1-16,0-2 1 0,0-1-1 15,2 0-1-15,-2-1 0 0,0-1 1 16,0 0 1-16,2 0 0 0,-2 0 0 16,0 0 1-16,0 0-1 0,0 0-1 15,0 0-1-15,0 0-1 0,0 0 0 16,0 0 1-16,0 0 0 0,0 0 0 0,0 0-1 16,0 0-14-16,0 0-13 0,0 0-39 15,0 0-65-15,0-1-68 0,0-1-44 16,0-3-197-16,-4 0-122 0,0 0-103 15,-2-1-147-15,4 1-345 0,-9-2 457 0,38 43 678 16</inkml:trace>
  <inkml:trace contextRef="#ctx0" brushRef="#br0" timeOffset="-116968.78">2431 10143 802 0,'0'0'550'0,"0"0"-111"0,0 0-33 0,0 0-41 0,0 0-72 0,0 0-58 0,0 0-9 16,0 0 57-16,0 0-24 0,0 0-48 16,0 0-58-16,60-7-54 0,-48 2-58 15,7 2-41-15,-5-3-2 0,5 2-23 16,0 0-28-16,-1 0-131 0,-1 2-93 0,5 0-45 16,1-1-208-16,-4 1-167 0,1 1-409 15,3-2 3-15</inkml:trace>
  <inkml:trace contextRef="#ctx0" brushRef="#br0" timeOffset="-116713.12">2840 10085 1 0,'0'0'1095'0,"0"0"-743"0,0 0-73 16,0 0 137-16,0 0-70 0,0 0-69 16,11 72-32-16,-11-55 4 0,4 1 18 15,-2-3-67-15,2-1-71 0,-2-2-48 16,4-5 4-16,-2 0 22 0,2-3-10 15,-3-2-35-15,1 0-15 0,-2 0-7 16,0-2 13-16,-2 0 34 0,4 0 17 16,-2-6-2-16,4-5-4 0,5-3-18 0,-3-4-34 15,0-1-25-15,5-2-19 0,-7-1-1 16,4 2-1-16,0 1-3 0,3-3-27 16,-3 4-47-16,-2 1-92 0,5 3-43 15,-5 1-18-15,2 5-115 0,-1 3-212 0,1 2-245 16,-6 3-470-16,6 0 25 0</inkml:trace>
  <inkml:trace contextRef="#ctx0" brushRef="#br0" timeOffset="-116397.46">3111 10240 105 0,'0'0'515'0,"0"0"-234"16,0 0 57-16,0 0 63 0,0 0-2 0,0 0-59 15,0 0-65-15,0 0-50 0,89-23-39 16,-73 11-39-16,-3-1-48 0,3-4-29 16,-5 3-22-16,1-3-20 0,-6 4-5 15,1 0-1-15,-7 3 10 0,0-1 2 0,0 0 11 16,-3 3 50-16,-3 1 15 0,-4 0-31 16,-5 4-26-16,3 3 3 0,-7 0-46 15,5 10-10-15,2 1-16 0,-7 4 0 16,9 3 1-16,-1 0 13 0,5 5-11 15,6-4-6-15,0 0-6 0,0 3-6 16,10-4-32-16,3-3-98 0,3-1-36 16,9-3-16-16,0-4-81 0,2-7-115 15,0 0-184-15,6 0 8 0,-6-10-17 0,-3 2 35 16</inkml:trace>
  <inkml:trace contextRef="#ctx0" brushRef="#br0" timeOffset="-116183.2">3508 10198 40 0,'0'0'695'0,"0"0"-233"0,0 0-78 16,0 0 19-16,0 0-53 0,0 0-46 0,0 0-18 16,0 0-1-16,0 0 8 0,0 0-2 15,0 0-43-15,-4 37-60 0,4-37-29 16,0-1-8-16,6-7 0 0,-2-3-34 16,2-5-52-16,3-2-38 0,3-1-27 15,0 0-1-15,1 1-20 0,-1 1-1 16,3 1-15-16,-3 5-12 0,0 2-61 15,3 1-119-15,-1 2-116 0,1 3-223 0,3 1-404 16,-1 2-330-16,6 0 73 0</inkml:trace>
  <inkml:trace contextRef="#ctx0" brushRef="#br0" timeOffset="-115761.64">3915 10110 386 0,'0'0'658'0,"0"0"-238"0,0 0-23 0,0 0-15 16,0 0-117-16,0 0-71 0,0 0-65 15,0 0-1-15,0 0 23 0,0 0-1 16,-91 38 35-16,77-19 2 0,1-1-20 16,1-1 15-16,4-2-43 0,1-3-58 15,7-5-47-15,0 1-34 0,7-5 0 0,5-1-21 16,3-2-4-16,5 0-10 0,-1-3-15 15,8-8-41-15,-3 0-41 0,1-2-44 16,0-4-33-16,-4 3 5 0,-1-3-29 16,-5 4-15-16,-3 2 68 0,-1 0 110 15,-7 4 70-15,0 1 32 0,-2 3 65 16,-2 1 32-16,0 2-7 0,0 0 0 16,0 0 63-16,0 2-44 0,0 1-27 15,0 4 32-15,0 2 5 0,0 0 41 16,0 2-7-16,0 0-17 0,0 1 9 15,0-4-51-15,0 3-43 0,0-4-37 0,6-1-21 16,0-1-24-16,-2-3-1 0,3 0-34 16,3-2-21-16,-4 0-56 0,7 0-62 15,-1-4-48-15,3-2-143 0,1-2-238 16,3 0-431-16,-3 1 9 0,9-2-162 0</inkml:trace>
  <inkml:trace contextRef="#ctx0" brushRef="#br0" timeOffset="-115339.9">4397 10094 951 0,'0'0'674'0,"0"0"-278"0,0 0-33 0,0 0-44 0,0 0-71 0,0 0-50 16,0 0-35-16,0 0 66 0,0 0 30 15,0 0-8-15,-83 68-34 0,73-55-56 16,4-1-53-16,1-2-37 0,3-1-18 0,2-3-44 15,0-1-9-15,2-1-43 0,5-2-4 16,-1-1 4-16,2-1-15 0,4 0 2 16,-1 0-3-16,5-6-9 0,1-1-7 15,1-5-9-15,3 0-27 0,-2 1-14 0,-9 2 12 16,7-1 8-16,-9 3 11 0,-2 1 40 16,0 2 40-16,-4 3 14 0,-2 1 13 15,0-2-13-15,5 2-16 0,-3 0 16 16,-2 0 19-16,6 6 41 0,-2 2 16 15,8 4-3-15,-1 6 37 0,1 0-16 16,-2 4-41-16,3 3 14 0,-3 2-4 16,-4 5 5-16,1 1 13 0,-7 1 28 15,-7-2 8-15,-5-1-24 0,-3-2-13 16,-3-1-15-16,-3-8-10 0,3-3-21 16,1-4-34-16,5-7 0 0,1-3-74 15,3-3-68-15,2-4-62 0,6-9-44 0,0-5-205 16,2-6-186-16,8 1-442 0,11-13-199 0</inkml:trace>
  <inkml:trace contextRef="#ctx0" brushRef="#br0" timeOffset="-115034.93">4794 10185 823 0,'0'0'521'0,"0"0"-40"0,0 0-76 0,0 0-133 0,0 0-85 0,0 0-36 0,0 0-51 0,0 0-39 16,80-64-32-16,-74 53-7 0,-3 4 14 16,-3 0 15-16,0 1 19 0,0-2 70 0,-9 0 0 15,1 2-23-15,-4 3 13 0,-1 2 59 16,-1 1-76-16,-3 3-37 0,3 6-39 16,-1 5 4-16,-1 3-1 0,1 4 7 15,7 1 62-15,4 3 107 0,2-1-47 16,2 1-55-16,12-3-44 0,5-3-30 15,5-3-40-15,7-3-6 0,11-4-55 16,-1-5-114-16,6-4-186 0,-12 0-401 0,23-11-1187 16</inkml:trace>
  <inkml:trace contextRef="#ctx0" brushRef="#br0" timeOffset="-113236.05">5986 9920 1619 0,'0'0'980'0,"0"0"-565"0,0 0-83 0,0 0 83 0,0 0-138 0,0 0-89 0,0 0-36 15,0 0-34-15,-84-14-38 0,63 21 0 16,2 3-3-16,5 1 6 0,-1 2-34 0,5 0-18 16,0 2-19-16,-1 0-12 0,5 1-3 15,6-2-15-15,0 1 0 0,0-1 2 16,6 1 14-16,7-1 2 0,-1-2 19 16,1 2-17-16,3 0 0 0,3-1-2 0,-1 0-1 15,-3 0 1-15,-5-2 0 0,-2 1 0 16,-3-2 12-16,-5 3 6 0,0 1 10 15,-13-1-4-15,1 3-21 0,-7-1-3 16,1-1-15-16,-5-1-13 0,4-1-8 16,-1-5-26-16,3-1-57 0,0-4-54 15,5-2-35-15,2-2-73 0,1-4-147 16,5-5-261-16,4 2-516 0,7-7-189 0</inkml:trace>
  <inkml:trace contextRef="#ctx0" brushRef="#br0" timeOffset="-112922.21">6129 10192 373 0,'0'0'629'0,"0"0"-121"16,0 0 54-16,0 0-138 0,0 0-125 0,0 0-96 16,0 0-91-16,0 0-64 0,0 0-23 15,0 0 1-15,72-71 12 0,-68 60 29 16,-4 2 105-16,-4 0-26 0,-2 2-45 15,-6 4 6-15,1 0 15 0,-1 3-49 16,-5 3-50-16,3 5-20 0,2 5 15 16,-1 3-2-16,3 2-3 0,4 2-1 15,-5-1 22-15,9 2 26 0,2-1 39 16,0-2 16-16,2-1-41 0,9-4-34 16,-1-5-39-16,9 0-1 0,3-6-27 15,1-2-10-15,4 0 6 0,2-2-44 0,0-8-40 16,4 1-53-16,-6-2-94 0,4-5-98 15,-4 4-128-15,0-5-241 0,-9 4-317 16,9-6 22-16</inkml:trace>
  <inkml:trace contextRef="#ctx0" brushRef="#br0" timeOffset="-112701.84">6553 10167 177 0,'0'0'789'0,"0"0"-278"15,0 0-66-15,0 0 83 0,0 0-96 16,-25 66-140-16,23-59-113 0,2-3-49 15,0-1 6-15,0-3 35 0,0 0 30 16,0 0-6-16,0 0-52 0,2-4-35 16,2-4-40-16,-2-1-40 0,9-5-25 15,-7 0-3-15,8-3-15 0,0-1-7 0,3 3 1 16,1-1-23-16,3 2-64 0,-2 2-42 16,5 2-51-16,1 0-92 0,-4 5-110 15,1 2-151-15,-3-2-213 0,-7 5-224 16,9 0 196-16</inkml:trace>
  <inkml:trace contextRef="#ctx0" brushRef="#br0" timeOffset="-112344.1">6904 10173 477 0,'0'0'544'15,"0"0"-182"-15,0 0 38 0,0 0-8 16,0 0-29-16,0 0-135 0,0 0-54 15,29 66-30-15,-23-57-73 0,-2-2-23 16,3 1 9-16,-3-2-15 0,2-2-11 0,-2 1 8 16,2-2 18-16,-4 0 6 15,3 0 20-15,-3-3-10 0,-2 1-7 0,4-1-16 16,-4 1-2-16,0-1-4 0,0 0 6 16,0 0 6-16,0 0 7 0,0 0-9 15,0 0-10-15,0 0 12 0,0 0 32 16,2 0 42-16,2-5-3 0,-2 0 2 0,0-4-64 15,8-3-37-15,-1 0-4 16,1-5-8-16,-2 1-14 0,1 0-2 0,3 0-1 16,-2 2-1-16,-1 3-2 15,-3 1 1-15,0 1-15 0,-4 3-13 0,4 1-30 16,-6 0-44-16,4-1-62 0,-2 1-41 16,5 1-132-16,-1-1-243 0,0 0-445 15,0 1-201-15</inkml:trace>
  <inkml:trace contextRef="#ctx0" brushRef="#br0" timeOffset="-112074.08">7293 10140 1511 0,'0'0'639'0,"0"0"-279"16,0 0 74-16,0 0 1 0,0 0-112 0,-35 78-46 0,24-61-69 0,5 1-72 0,2-2-46 16,-6-4-18-16,10 1-17 0,0-5-55 0,0-2-21 15,0-1-57-15,4-3-49 0,2-2-25 16,4 0-68-16,1 0-130 0,3-7-227 15,-1 4-505-15,7-8-194 0</inkml:trace>
  <inkml:trace contextRef="#ctx0" brushRef="#br0" timeOffset="-111829.18">7553 10155 681 0,'0'0'1083'0,"0"0"-804"15,0 0-61-15,0 0 153 0,0 0-107 16,0 0-75-16,-87 55 16 0,77-44-24 0,-2-2-32 16,3 0-10-16,3-1-3 15,4-3-33-15,2 0-50 0,0 0-30 0,0-2-23 16,2 1-3-16,4-2-9 0,3 2-18 16,3-3-57-16,-2 1-64 0,5-2-93 15,-1 0-163-15,5 0-288 0,0 0-575 16,5 0 122-16</inkml:trace>
  <inkml:trace contextRef="#ctx0" brushRef="#br0" timeOffset="-111497.12">7793 10253 206 0,'0'0'584'0,"0"0"-271"0,0 0-76 16,0 0-61-16,85-42-75 0,-62 30-13 0,-1 0 29 15,1 0-17-15,-4 0-6 16,-5 4 13-16,-2-1-6 0,-5 2-27 0,-3 0 17 16,-4 3 58-16,0-3-20 0,-4 1-59 15,-3 1-34-15,-1 3-33 0,-4 1 13 16,-3 1 3-16,-1 0-15 0,-5 7 9 16,0 5 19-16,1 2 83 0,1 4 77 15,5-1 41-15,-3 2 18 0,11-1-24 16,0-2-47-16,4-2-52 0,2-1-35 15,0-2-19-15,2-1-12 0,8-3-15 16,3-3-44-16,3-2-3 0,1-2-59 16,5 0-37-16,3-5-50 0,2-3-62 0,6 1-148 15,0-2-93-15,4 1-113 16,-10 0-793-16,13-3 121 0</inkml:trace>
  <inkml:trace contextRef="#ctx0" brushRef="#br0" timeOffset="-111172.08">7316 9778 1783 0,'0'0'1166'0,"0"0"-786"0,0 0-100 0,0 0 44 0,0 0-157 0,0 0-114 0,0 0-52 16,0 0-1-16,0 0-59 0,0 0-105 15,0 0-170-15,84 32-361 0,-63-34-1003 0</inkml:trace>
  <inkml:trace contextRef="#ctx0" brushRef="#br0" timeOffset="-110405.92">8926 9857 647 0,'0'0'1628'0,"0"0"-929"0,0 0-417 0,0 0 124 0,0 0-44 0,0 0-83 0,0 0-81 0,0 0-40 0,0 0-82 0,-13 36-48 16,3 1-3-16,4 8-13 0,0 0-10 15,-1 2-2-15,3-6-3 0,2-3-16 16,-2-5-14-16,4-6-7 0,0-5-56 15,0-7-89-15,0-3-58 0,4-5-93 16,-2-3-199-16,-2-3-209 0,0-1-467 16,0 0 13-16</inkml:trace>
  <inkml:trace contextRef="#ctx0" brushRef="#br0" timeOffset="-110211.3">8814 10144 353 0,'0'0'1102'0,"0"0"-669"0,0 0-83 16,0 0 35-16,0 0-86 0,0 0-110 0,0 0-58 16,0 0-10-16,0 0 161 0,0 0-92 15,0 0-71-15,89-8-56 0,-56 0-29 16,0 1-34-16,-4-1-2 0,2 3-17 16,-4-2-6-16,0 2-12 0,-2-1-89 15,-5 3-161-15,1-2-47 0,4 1-176 16,0-1-205-16,-11 4-49 0,13-4-313 0</inkml:trace>
  <inkml:trace contextRef="#ctx0" brushRef="#br0" timeOffset="-110026.58">9234 10151 131 0,'0'0'1202'0,"0"0"-724"0,0 0-63 15,0 0-11-15,0 0-98 0,0 0-92 16,0 0-73-16,0 0-52 0,0 0-22 15,0 0-10-15,0 0-9 0,4 67-48 0,8-67-16 16,1 0-64-16,1 0-15 16,1-1-55-16,1-5-74 0,1 0-162 0,1-2-196 15,-3 3-166-15,8-9-382 0</inkml:trace>
  <inkml:trace contextRef="#ctx0" brushRef="#br0" timeOffset="-109324.11">9583 10101 1139 0,'0'0'416'16,"0"0"-120"-16,0 0 51 0,0 0-46 0,0 0-34 16,0 0-29-16,0 0-59 0,0 0-6 15,0 0 20-15,0 0-15 0,-6 60-68 16,6-60-44-16,0 0-7 0,0 0-2 16,2 0-29-16,4-3-26 0,5 1-1 15,-7-4-1-15,6 0-12 0,-2 1 9 16,-1-1-16-16,3 1 3 0,-6 3 4 0,2-2-4 15,0 1 0-15,1 1 13 0,3 0 0 16,-4 2-10-16,2 0 10 0,-1 0 0 16,1 0 0-16,-4 2 3 0,2 6 22 15,0-1 25-15,-1 4 6 0,-5 2 5 16,4-2-27-16,-2 1-28 0,2-2-1 16,-2-2-2-16,-2 0-13 0,6-2 10 15,-2-2-12-15,2-2-13 0,1-2-36 16,1 0-43-16,0 0-6 0,5-1 63 15,3-5 6-15,1-2 9 0,1-1 3 16,3-2-37-16,2 3 5 0,-3-3 17 16,-1 5 31-16,-2 0 15 0,-5 1 1 0,4 3 12 15,-7 1-10-15,-1 1 24 0,-2 0 2 16,0 0 23-16,-1 3 31 0,1 0-6 16,-2 3-19-16,6 0-10 0,-2 0-18 15,5 1-14-15,5-3 39 0,-3-1-1 16,4 2-19-16,-5-4-18 0,3 4 0 0,-7-3-14 15,2 1-1-15,-1-1-1 0,1 2 0 16,-2-2 1-16,1-1 0 0,3-1 1 16,5 0-1-16,1 0-1 0,1-4-3 15,6-4-13-15,-4 1 1 0,-1-2 12 16,-3-1-13-16,2-1-9 0,-9-2-16 16,5 0 7-16,-7-1 2 0,-4-2 1 15,7-2 2-15,-9-1-18 0,2-2 0 16,-4 0 9-16,-2 4 6 0,0 1 16 0,-8 5 16 15,-5 7-25-15,-5 4 22 0,-1 0 3 16,-4 7 25-16,1 4 4 0,1 4 15 16,7 3-3-16,1 0 25 0,5 1 22 15,4 1 13-15,4-2-13 0,8 0-19 16,9-3-7-16,3 1-2 0,5-4-4 16,2-4-56-16,0-3-13 0,4-4-58 0,-2-1-76 15,-2-4-124-15,-3-5-169 0,-7 2-579 16,-7-12-623-16</inkml:trace>
  <inkml:trace contextRef="#ctx0" brushRef="#br0" timeOffset="-109135.86">9403 9693 3609 0,'0'0'663'0,"0"0"-471"0,0 0 76 0,0 0-80 0,0 0-127 0,0 0-55 0,0 0-6 16,110-1-61-16,-77 1-68 0,0 0-62 16,-6 0-118-16,2 0-303 0,-13 1-881 15,-11 1-615-15</inkml:trace>
  <inkml:trace contextRef="#ctx0" brushRef="#br0" timeOffset="-100862.48">11801 9010 1407 0,'0'0'721'0,"0"0"-278"0,0 0-179 0,0 0-4 0,0 0 11 0,0 0-20 0,0 0-24 0,0 0-26 0,0 0 18 16,0 0-51-16,29 83-38 0,-29-54-10 15,0 6-9-15,0-2-50 0,0 2-36 16,0-4-24-16,-4-2-1 0,2-4-25 16,-4-2-18-16,2-4-24 0,2-2-63 0,-3-3-64 15,-1-4-74-15,4 0-156 0,-2-7-158 16,0 1-167-16,0-4-347 0,-5 0-44 0</inkml:trace>
  <inkml:trace contextRef="#ctx0" brushRef="#br0" timeOffset="-100563.08">11847 9008 1201 0,'0'0'404'0,"0"0"-128"16,0 0 3-16,0 0 32 0,0 0 2 16,0 0-28-16,0 0-109 0,0 0-96 15,0 0-13-15,0 0 22 0,37-43 9 16,-16 38 0-16,-1-1-25 0,7 4-20 15,-4 2-2-15,0 0-4 0,-1 0 3 0,-5 5-12 16,-1 2-4-16,-7 1 17 0,-3 4-4 16,-6-2 9-16,-2 3 41 0,-15 0-4 15,1 3-37-15,-13-2-35 0,2 0-17 16,0 1-4-16,2-4-2 0,2-5-16 16,7 2-19-16,4-6-35 0,7 2-55 15,-1-4-59-15,2 0-68 0,4 0-91 16,0 0-122-16,0 0-103 0,0 0-461 15,0 0-155-15</inkml:trace>
  <inkml:trace contextRef="#ctx0" brushRef="#br0" timeOffset="-100238.86">11977 9288 761 0,'0'0'1063'0,"0"0"-791"15,0 0-174-15,0 0 41 0,0 0 90 16,0 0-61-16,78-5-52 0,-51-3-39 16,-8-1-42-16,2 0-12 0,-5-1-7 15,-1 0 9-15,-7-1 11 0,4 2 5 16,-8 0 7-16,-2 0 16 0,-2-1 29 16,0 1 5-16,0 0-28 0,0 2-28 0,-6 5 18 15,-2 0 13-15,-4 2-32 0,-3 4-41 16,3 6-51-16,-7 3 0 0,7 0-2 15,-1 4 37-15,-1 1 16 0,6-1 22 16,3-3 10-16,-1 0 21 0,6 0 14 16,0-3 9-16,11-1-32 0,1-4-44 15,9-1-28-15,-1 0-47 0,5-3-23 16,-2 1-67-16,6-2-58 0,-2-1-120 16,6 0-86-16,0 0 115 0,-8 0-430 15,16-6-385-15</inkml:trace>
  <inkml:trace contextRef="#ctx0" brushRef="#br0" timeOffset="-99900.8">12523 9256 360 0,'0'0'694'0,"0"0"-290"16,0 0-96-16,0 0-2 0,0 0-80 15,0 0-51-15,0 0-27 0,-89 38-22 16,76-27 19-16,7 0 34 0,-2-1 0 16,0-2-29-16,3 1-1 0,3-2-19 15,2-1-54-15,0-2-22 0,7-1-26 16,1-1-28-16,4-2 0 0,1 0-28 15,3-1 9-15,1-3 3 0,-1-4-9 16,3 1-4-16,-3 0 1 0,-5 2 12 16,1-2 13-16,1 3-16 0,-3 3 0 15,-6 0 19-15,2 1 3 0,0 0 22 0,1 0 13 16,-3 1 3-16,-4 4 13 0,2 2 9 16,2-1 19-16,-2 4 27 0,2-3 8 15,-2 0 11-15,0-1-8 0,2-1-39 16,-1-3-35-16,-3 3-36 0,6-4-10 0,-2 0-41 15,-2-1-24-15,4 0-37 0,-2-1-16 16,2-5-54-16,-1 2-80 0,5-5-64 16,-2-2-147-16,9-2-155 0,-3-4-203 15,-1 3-303-15,9-10 664 0</inkml:trace>
  <inkml:trace contextRef="#ctx0" brushRef="#br0" timeOffset="-99498.83">12847 9104 392 0,'0'0'740'16,"0"0"-307"-16,0 0-144 0,0 0-52 0,0 0-46 15,0 0 94-15,0 0 24 0,0 0-78 16,0 78-62-16,-8-53 9 0,2-1 6 16,-1 3-17-16,5-3-13 0,-2-3 10 15,4-4-36-15,0-4-60 0,0-2-37 16,6-5-15-16,-1-1-16 0,1-3-2 16,0-2-17-16,-2 0 1 0,6-1-10 15,-1-5-10-15,7-6 10 0,-5 0-3 16,5-1-19-16,3-2-21 0,-3 1-15 0,1 1 17 15,-1 2 19-15,-3 0 21 0,3 4 10 16,-5 0 1-16,1 2 17 0,-2 1-2 16,-3 4 1-16,-3-1-13 0,-4 1-4 15,0 0-7-15,0 0-8 0,0 1-4 16,0 3 25-16,-9 3 13 0,1 0 13 16,-2 4 12-16,-3-1 4 0,3 1-1 15,-2 2-6-15,1 0 3 0,1 0 19 16,4-2 47-16,2 1 22 0,4-1-9 15,0-3-29-15,4-1-6 0,2-1-14 0,4-1-27 16,3-1-28-16,3-4-28 0,1 0-21 16,1 0-13-16,3-4-13 0,-2-2-83 15,1-2-150-15,-1-1-197 0,-7 2-273 16,3-4-632-16</inkml:trace>
  <inkml:trace contextRef="#ctx0" brushRef="#br0" timeOffset="-99203.68">13356 9200 1289 0,'0'0'680'0,"0"0"-233"0,0 0-28 0,0 0 17 0,0 0-65 0,0 0-75 0,0 0-72 0,0 0-63 0,0 0-27 15,0 0-11-15,6 57-24 0,-6-48-41 16,0 1-21-16,0-1-15 0,4 3-12 0,-4-3-10 15,0 1-21-15,2 0-4 0,2 1-3 16,-4-1 1-16,0 0-13 0,0-2-13 16,0 1-18-16,0-2-21 0,0-1-36 15,0-1-46-15,0-3-18 0,0 1-22 0,0-3-4 16,0 0-17-16,0 0-44 0,0 0 13 16,-4-4 43-16,4 1 13 0,-2-2-68 15,2-1-265-15,-4 2-199 0,2-3-5 0</inkml:trace>
  <inkml:trace contextRef="#ctx0" brushRef="#br0" timeOffset="-99014.33">13316 9321 887 0,'0'0'657'0,"0"0"-234"0,0 0 43 15,0 0-31-15,0 0-133 0,79-5-51 16,-52 2-89-16,8-4-83 0,-8 1-41 15,2 0-38-15,-2 1 0 0,2 0-38 16,-3 0 10-16,-5 2-54 0,0-1-14 16,-9 0-66-16,1 2-39 0,-5-2-143 0,-2 2-289 15,-6 0-444-15,0 0 278 0</inkml:trace>
  <inkml:trace contextRef="#ctx0" brushRef="#br0" timeOffset="-98261.37">13624 9294 151 0,'0'0'714'0,"0"0"-219"0,0 0-98 15,0 0-95-15,0 0-50 0,0 0 42 0,0 0-17 16,0 0-55-16,0 0-72 0,0 0-51 16,13 67-45-16,-7-65-23 0,4-1-31 15,-1-1-47-15,-1 0-17 0,4-1 19 16,5-5-44-16,-7 1-113 0,7-3-64 16,-3 2-44-16,1-1-14 0,3-3-88 15,-3 2-28-15,1-2 95 0,-1 1 195 16,-7 4 150-16,4 1 50 0,-7 2 116 15,-3 2 40-15,-2 0 22 0,0 0 19 0,0 0 55 16,4 1-1-16,-4 4 3 0,2 1-49 16,-2 1-30-16,4-1 5 0,-4 1-1 15,0-1-14-15,0-1-7 0,2 1-22 16,2-4-46-16,-4 1-65 0,4-2-41 0,-4-1-18 16,6 0-16-16,1 0 0 15,-1 0-13-15,-2-1-24 0,8-3-6 0,-1-1 2 16,1-2-15-16,1 2-9 0,1-1-9 15,3 1 27-15,1 0-15 0,-8-1 21 16,3 2 19-16,-3 1 1 0,-4 0 21 16,-1 3 22-16,-5 0 0 0,0 0 16 15,0 0 24-15,0 3-24 0,0 0-25 16,0 4-1-16,0-1-12 0,0-1 0 16,0 1 0-16,0-2 14 0,0-1 11 15,4 0-7-15,-2-1-18 0,-2-2-17 16,6 0-28-16,-2 0-18 0,-2 0-21 0,2 0-20 15,2 0-26-15,1-4-47 0,-3 1-33 16,2-1-8-16,4-1 55 0,-1 2 31 16,3-1 100-16,0 2-15 0,1 1 47 15,-1 1 19-15,-1 0 20 0,-5 0 15 0,4 0 33 16,-4 2 13-16,7 1 31 16,-9-1 0-16,8 1-4 0,1 0-34 0,7-3-23 15,9 0 6-15,0 0 44 0,8-3-89 16,3 0-29-16,-1-3 23 0,-4 0-25 15,4-1 2-15,-1-2-2 0,-7 0-2 16,-5 0-1-16,-3 0-12 0,-10 0 15 16,-3 3 18-16,-10-1 11 0,0 2 2 15,0 1-15-15,-10 0-15 0,-3 3-1 16,-3 1-16-16,-3 0-3 0,-2 0-15 16,5 2 21-16,-1 5 11 0,-5-2 2 0,9 3 23 15,3 1 46-15,0 2 35 0,3 1 35 16,7 0-18-16,0-1-18 0,0 2-29 0,7-1-40 15,3-4-34-15,4-1-3 16,1-3-40-16,5-3-31 0,-1-1-7 0,2 0-16 16,-3-2-45-16,3-5-100 15,8-2-96-15,-2-3-177 0,0 1-146 0,-7-1-115 16,13-3-494-16</inkml:trace>
  <inkml:trace contextRef="#ctx0" brushRef="#br0" timeOffset="-98057.87">15053 8979 1783 0,'0'0'444'0,"0"0"-198"0,0 0 105 0,0 0 75 0,0 0-133 0,0 0-97 0,0 0-60 0,0 0-74 15,-83 50-30-15,77-24 5 16,6 1-18-16,0 1 14 0,10 2-8 0,-2 1 49 16,9-3 20-16,-3-1 8 0,1-1 32 15,-1-4-20-15,-7-4-52 0,-1-3-22 16,-6-4-40-16,0-3-21 0,0-1-22 15,-13-3-40-15,-3-2-84 0,-7-2-107 0,-10 0-180 16,6 0-317-16,-31-8-722 0</inkml:trace>
  <inkml:trace contextRef="#ctx0" brushRef="#br0" timeOffset="-97844.39">13664 8840 1892 0,'0'0'1108'16,"0"0"-661"-16,0 0 8 0,0 0 39 16,0 0-99-16,78-30-68 0,-59 28-68 15,-7 2-86-15,-4 0-85 0,-1 0-82 16,-1 0-6-16,-6 2-64 0,0 1-81 16,0 3-83-16,0 2-127 0,0-2-609 15,-6 6-1147-15</inkml:trace>
  <inkml:trace contextRef="#ctx0" brushRef="#br0" timeOffset="-79303.19">16456 9174 1147 0,'0'0'605'0,"0"0"-264"0,0 0-111 0,0 0-10 0,0 0-33 0,0 0 3 0,0 0-33 0,0 0-20 15,0 0 16-15,0 0-13 0,50 7-13 16,-31-5-10-16,3 2-4 0,-1-2-6 16,8-1-22-16,8 1-41 0,2-2-22 15,9 0-22-15,-3-3-14 0,7-1-5 16,2-1-6-16,-2-1-58 0,-7 0-83 15,-2 1-30-15,-7 0-29 0,-8 1-142 16,-11 1-190-16,0 1-195 0,-11 0-476 0</inkml:trace>
  <inkml:trace contextRef="#ctx0" brushRef="#br0" timeOffset="-78978.33">17035 9033 389 0,'0'0'1023'0,"0"0"-782"0,0 0-95 15,0 0 45-15,0 0 91 0,0 0-55 16,0 0-53-16,97 0-13 0,-66 9 3 15,0-1-7-15,4 5-14 0,3-1 4 16,-3 5 8-16,-2 1-3 0,0-1-20 16,-10 0-19-16,-7 1 13 0,-3 0 30 0,-9 1-26 15,-4-1-34-15,-4 2-31 0,-15-1-31 16,-8-1-34-16,-6-2-25 0,-2 1-46 16,-8-3-62-16,1 1-75 0,-1-1-132 15,1-3-230-15,9-2-708 0,-22 8-649 0</inkml:trace>
  <inkml:trace contextRef="#ctx0" brushRef="#br0" timeOffset="-40555.84">2576 10843 1487 0,'0'0'465'0,"0"0"-219"0,0 0-52 0,0 0 116 0,0 0-8 0,0 0-100 0,0 0-81 0,-46 71-16 0,40-46 0 16,4 5-1-16,0 4 41 0,-2 2 3 16,4 1-15-16,-2 1 23 0,-5 3-16 15,1 1-38-15,2-1-40 0,-2-5-41 16,0 0-21-16,4-5-2 0,0-4-13 16,-3-4-7-16,3 0-18 0,-2-9-37 15,4 1-47-15,0-7-42 0,0-2-38 16,0-1-64-16,0-3-56 0,0-2-86 15,0 0-51-15,0-4-99 0,0-6-22 16,0 3-125-16,4-8 133 0</inkml:trace>
  <inkml:trace contextRef="#ctx0" brushRef="#br0" timeOffset="-40385.73">2474 11326 461 0,'0'0'700'0,"0"0"-316"0,0 0-166 0,0 0-23 16,0 0 22-16,0 0-35 0,0 0-43 15,0 0-52-15,0 0-72 0,79-28-15 16,-63 24 0-16,-3-1-16 0,3 2-7 16,1-4-32-16,-1-1-84 0,1 1-65 15,0-4-36-15,1-1-120 0,3-3-77 16,2-3-175-16,-5 4 159 0</inkml:trace>
  <inkml:trace contextRef="#ctx0" brushRef="#br0" timeOffset="-40154.65">2873 11046 83 0,'0'0'642'0,"0"0"-167"0,0 0-104 15,0 0-23-15,0 0 18 0,0 0-59 16,0 0-100-16,0 0-47 0,0 0-15 16,0 0-66-16,0 0-8 0,0 44 28 15,-4-22 63-15,2-1 18 0,-2 3-19 16,-2 2-17-16,4-2-33 0,-2 0-33 0,1-2-22 16,1-2-28-16,2-4-28 0,0-1-13 15,0-2-30-15,5-6-51 0,1-1-38 16,4 0-38-16,-2-3-35 0,-1-1-55 15,1-2-76-15,2 0-108 0,-4 0-86 16,3-1-6-16,-3-2-184 0,8-5 65 0</inkml:trace>
  <inkml:trace contextRef="#ctx0" brushRef="#br0" timeOffset="-39904.64">3097 11247 1315 0,'0'0'699'16,"0"0"-339"-16,0 0-82 0,0 0 30 0,0 0-87 15,0 0-23-15,0 0-36 0,0 0-7 16,0 0 25-16,-15 72-52 0,15-62-58 16,0 2-42-16,0-5-28 0,0 4 0 15,2-5-21-15,4 1-59 0,1-3-55 16,1-1-38-16,-2 1-1 0,6-2-20 15,1-2-74-15,-1 0-112 0,1 0-11 16,3-2-111-16,1-3-25 0,-3-1-43 16,7-2 84-16</inkml:trace>
  <inkml:trace contextRef="#ctx0" brushRef="#br0" timeOffset="-39501.77">3369 11265 177 0,'0'0'316'0,"0"0"82"0,0 0 19 15,0 0-20-15,0 0-60 0,0 0-84 16,0 0-30-16,0 0-20 0,0 0-6 0,0 0-27 15,9-14-39-15,-9 16-10 16,-7 3-10-16,5 2-82 0,-4-2-17 0,0 1-9 16,2-1 6-16,4 0-9 0,0-3-29 15,0-2-9-15,0 0 3 0,0 0 32 16,4 0-13-16,2 0-19 0,0-1 16 16,3-1 17-16,-1-2-11 0,2 1 10 15,3 0-13-15,-3 1 3 0,2 0 10 16,-5 2 2-16,3 0-1 0,-4 0-1 15,-2 4 2-15,2 2 1 0,1 1 13 0,-1 3 6 16,4 1 13-16,-8 2 9 0,7-2 13 16,-5 3 19-16,-2-1-13 0,4 0-15 15,-6 1 31-15,0-1 31 0,0 1-13 16,0-2-44-16,0 1-25 0,0 1 1 16,0-1-14-16,-6 0 1 0,4-1-10 15,-4-3 16-15,-3 2-7 0,3-2-9 16,-4-1-1-16,1-2 2 0,-3 1 0 0,4-4-4 15,-3-1-20-15,-1-2-34 0,-2 0-33 16,1-5-36-16,1-3-29 0,1-2 29 16,-1 1 18-16,2-1-16 0,-3 0-52 15,5 1-154-15,6-1-235 0,-4 2-211 16,6-5-318-16</inkml:trace>
  <inkml:trace contextRef="#ctx0" brushRef="#br0" timeOffset="-39261">3223 10988 1904 0,'0'0'744'0,"0"0"-409"0,0 0-89 0,0 0-32 0,0 0-110 0,0 0-104 0,0 0-12 0,0 0-14 16,0 0-5-16,0 0-4 0,45-5-99 15,-26 5-70-15,1 3-137 0,3 2-302 0,-8-2-434 16,9 4 43-16</inkml:trace>
  <inkml:trace contextRef="#ctx0" brushRef="#br0" timeOffset="-39015.48">3661 11064 928 0,'0'0'573'15,"0"0"-199"-15,0 0 34 0,-4 68 9 0,-2-40-118 16,1 1-69-16,-1-1-13 0,4 1-52 16,-2-4-74-16,4-2-40 0,0 0-26 15,0-7-25-15,0-2-14 0,6-2-23 16,-2-4-46-16,-2-2-65 0,5-3-30 15,-3-1-17-15,-2-2-14 0,0 0-32 16,4 0-40-16,-2-2-4 0,-2-3-49 16,4-2-30-16,-1 1-20 0,1-1-154 15,0-2 88-15</inkml:trace>
  <inkml:trace contextRef="#ctx0" brushRef="#br0" timeOffset="-38603.72">3777 11306 366 0,'0'0'496'16,"0"0"-47"-16,0 0-13 0,0 0-47 15,0 0-55-15,0 0-38 0,0 0-29 16,0 0-81-16,0 0-56 0,82 35-18 16,-65-34-36-16,-1-1-35 0,1 0-16 15,2 0-9-15,-1 0-14 0,1-3-2 0,-1-1-3 16,-3-1-35-16,-1 3 6 0,-1-3-41 16,1 1-12-16,-4-1 18 0,-1 0 0 15,-1-1 13-15,4-1-7 0,-5-1 0 16,3 1 0-16,-4-1 0 0,-2 0-3 0,3 0 0 15,-1 2-4-15,0 1 30 16,-6 0 38-16,4 2 0 0,-4 2 19 0,2-1 7 16,-2 1 6-16,0 0 19 0,0-1 23 15,0-1 26-15,0 0 18 0,0-1-16 16,0-1-38-16,-2 0-23 0,-2 2 1 16,-2-1 15-16,6 3 13 0,-6 0 12 15,-1 1 1-15,5 0 5 0,0 2 0 16,-4 2-41-16,2 2-34 0,2-3 2 15,-2 2 7-15,4 2 19 0,-2-1 6 16,2 2 7-16,0 0 21 0,0-2-16 16,0 2-34-16,0-2-24 0,6 3-1 0,0-2-2 15,0-2-23-15,5-3-37 0,1 2-50 16,4-3-30-16,1-1-19 0,2 0-48 16,5-2-13-16,1-3-303 0,2-4-514 15,-4 2 40-15,12-2 291 0</inkml:trace>
  <inkml:trace contextRef="#ctx0" brushRef="#br0" timeOffset="-38325.96">4523 11083 757 0,'0'0'525'0,"0"0"-197"0,0 0 59 0,0 0 24 0,0 0-62 0,0 0-51 0,0 0-90 16,0 0-64-16,0 0-30 0,0 0 0 15,0 0-44-15,-46 17-29 0,44-5-19 0,-4-1-7 16,6 2-14-16,0 0-1 15,0 0 2-15,2 3 21 0,4-2 2 0,5 2 12 16,-5-2 36-16,2 2 69 0,3-2-64 16,-1-2-44-16,-4-3-32 0,-2-1 0 15,-2-1-2-15,2-2 0 0,-4-4-2 16,0 2-23-16,0-2-9 0,0-1-16 16,-4 0-4-16,-2 0-50 0,0-1-97 0,-4-4-62 15,-3-4-116-15,7-3-184 0,2 5-497 16,-2-10-1-16</inkml:trace>
  <inkml:trace contextRef="#ctx0" brushRef="#br0" timeOffset="-37867.76">4829 10967 1050 0,'0'0'978'0,"0"0"-978"0,0 0-1822 0,0 0 1822 0,0 0 3035 0,10 79-2518 0,-10-44-196 16,-4 3-99-16,2 1-92 0,2-1-46 0,-4-5-55 15,4-4-29-15,-2-4-34 0,-2-3-55 16,2-4-79-16,-9-4-139 0,-1 0-259 16,4-6-695-16,-13 2-505 0</inkml:trace>
  <inkml:trace contextRef="#ctx0" brushRef="#br0" timeOffset="-37714.28">4686 11268 765 0,'0'0'1620'16,"0"0"-1076"-16,0 0-240 0,0 0 103 15,0 0-107-15,0 0-133 0,0 0-80 16,89-40-47-16,-66 32-40 0,6-2-1 16,0 1-123-16,4-1-270 0,-11 2-274 15,18-8-1016-15</inkml:trace>
  <inkml:trace contextRef="#ctx0" brushRef="#br0" timeOffset="-37022.82">5869 10972 1232 0,'0'0'741'0,"0"0"-342"0,0 0-138 0,0 0 83 0,0 0-8 0,-75-2-28 0,50 13-81 15,1 4-92-15,1 4-24 0,0 2 8 0,2 1 33 16,3-1-3-16,7 0-51 0,1-2-36 16,8-2-28-16,2-3-10 0,0-2-5 15,8-5-16-15,1 0-3 0,3-4-19 16,5-3-5-16,3 0 8 0,1-6-2 15,0-9-13-15,7-2-12 0,-5-6-43 16,4-2-38-16,-4-3 9 0,0 0 21 16,-1-1 20-16,-5 0-12 0,-1-1 5 0,-3-1 21 15,-3 1 35-15,0 4 25 0,-3 5 12 16,-5 5 17-16,-2 5 15 0,0 4 28 16,0 5 32-16,0 2 18 0,0 0-23 15,-2 3-9-15,-5 7-25 0,1 4-46 16,0 7-18-16,2 2 11 0,0 5 9 15,4 2 13-15,0 0 0 0,0-2-9 16,2-2-25-16,6-3-10 0,5-4-21 16,3-1-74-16,1-3-53 0,5-3-69 0,1 0-76 15,2-3-229-15,-7-3-448 0,5 1-393 0</inkml:trace>
  <inkml:trace contextRef="#ctx0" brushRef="#br0" timeOffset="-36743.64">6257 11157 268 0,'0'0'1107'0,"0"0"-635"0,0 0-103 16,0 0-87-16,0 0-140 0,0 0-58 15,79-58-7-15,-69 46-13 0,0 1-29 16,-3-1-15-16,-1 1 25 0,-6-1 35 16,0-1 77-16,0 2-46 0,-4 0-15 15,-5 2-1-15,-1 3 51 0,-4 3 18 0,-1 3-60 16,1 5-42-16,-5 8-37 0,7 2-24 15,-3 3 0-15,9 1 0 0,0 2 15 16,2 1 6-16,4 2 7 0,0-2 9 16,6-3-7-16,8-5-31 0,3 2-40 15,4-8-55-15,3-1-61 0,-1-2-5 16,2-4-70-16,2-1-95 0,-5 0-165 16,1-3-247-16,-4-1-75 0,1-5-172 0</inkml:trace>
  <inkml:trace contextRef="#ctx0" brushRef="#br0" timeOffset="-36290.27">6578 11129 151 0,'0'0'443'0,"0"0"40"0,0 0 31 16,0 0-144-16,0 0-65 0,0 0-43 0,0 0-27 15,0 0 45-15,0 0-25 0,-11 68-16 16,11-58-68-16,0-2-86 0,0-3-57 16,0-3-15-16,0 1-11 0,0-3-2 15,6 0 0-15,1 0-35 0,1-3 4 16,4-4 5-16,7-3-8 0,-5 1-14 15,5-2-18-15,0-1 9 0,-5 4 16 16,-2-3 23-16,1 3 18 0,-5-1 0 16,5 2 1-16,-3 2 1 0,-4-1-1 15,4 5 1-15,-3 0 30 0,3 1 22 0,-4 0 15 16,0 2-5-16,-2 5-1 16,3-2 9-16,-7 3 10 0,4 1 31 0,-4-2 53 15,2 4-54-15,2-2-65 0,-2 1-47 16,4-3-2-16,0-1-23 0,3-1-28 15,1-4-12-15,-2 2-7 0,-1-3 16 16,3 0-17-16,0-2-34 0,1-1-16 0,-3-3 10 16,4 1 27-16,-3-3 20 0,3 3 15 15,-2-2 26-15,-1 2 24 0,-1 1 1 16,-2 2 1-16,4-1 18 0,-3 3 28 16,-5 0 36-16,4 0 31 0,-2 1-1 15,0 3 13-15,-4 1-29 0,6 1-24 16,-6-1-26-16,6-3-13 0,1 3-23 15,-3-1-11-15,2-1-12 0,6-2-32 16,-1-1-66-16,5 0-88 0,5 0-73 0,0-4-197 16,-1-2-328-16,-1 3-379 0,2-4 182 0</inkml:trace>
  <inkml:trace contextRef="#ctx0" brushRef="#br0" timeOffset="-35745.41">7272 11086 383 0,'0'0'995'0,"0"0"-588"0,0 0-11 0,0 0 30 0,0 0-75 0,0 0-47 0,-85 80-5 0,77-63-21 0,4 1-54 15,2-4-43-15,2-1-45 0,2-4-74 16,8-3-46-16,1 0-16 0,1-3-31 16,5-3 6-16,-5 0 0 0,5 0-15 15,-5-4-25-15,2-1-19 0,-1-4-16 16,-3 3 5-16,-2-3 10 0,1 0 3 15,3 0 0-15,-6-1 10 0,7 2 12 0,-5-2 22 16,2 4 19-16,-1 1 17 0,-5 1 2 16,-2 1 12-16,2 1 1 0,-4 2 12 15,0 0 20-15,0 0 46 0,0 0 19 16,0 1-3-16,0 3-28 0,2 3-13 16,-2-1-3-16,4 2 11 0,-4-1-5 0,6 0-13 15,-2 2-13-15,3-1-18 0,-1-2-6 16,4 0-17-16,-2 1 1 0,1-2-3 15,3-4-3-15,5 2-56 0,-1-3-9 16,1 0-16-16,5 0-69 0,1-5-150 16,0 0-159-16,-4-2-125 0,1 0-163 15,-7 1 68-15,3 0 23 0,-8 1 206 16,-1 0 261-16,-5-1 192 0,2 3 46 16,-4 0 302-16,0 3 57 0,2-1-34 15,2 1-13-15,-4 0 19 0,0 0-11 0,2 0-68 16,2 0-28-16,-2 0-10 0,2 1-23 15,1 2-18-15,-5 0-23 0,6 3-48 16,0-1-57-16,-2 0-54 0,-2 0-34 16,8-1-3-16,1 0-1 0,-1-2-17 15,5 0-58-15,5-1 10 0,3-1-129 0,4 0-94 16,-2-3-91-16,4 0-225 0,4-4-387 16,-13 2 272-16,16-3 104 0</inkml:trace>
  <inkml:trace contextRef="#ctx0" brushRef="#br0" timeOffset="-35400.32">8037 11131 418 0,'0'0'470'0,"0"0"-70"0,0 0 10 0,0 0-23 0,0 0-99 0,0 0-107 0,0 0 6 0,0 0 67 0,0 0 21 0,0 0 14 16,-64 65-39-16,64-59-71 0,0-3-63 0,0 2-25 16,6-4-26-16,0 2-34 0,0-1-12 15,1-2 0-15,3 0 2 0,0 0-6 16,7 0-15-16,-1-5-28 0,1-2-81 15,2-3-41-15,-3-1-36 0,7-4-28 16,0-3 5-16,-5 0-11 0,3 0 3 16,2-6 5-16,-7-2 116 0,1-2 50 0,-7 0 46 15,-4 1 3-15,0 2 61 0,-6 3 84 16,0 7 73-16,-6 6 25 0,-4 5 2 16,-3 4-40-16,1 1-17 0,0 11-18 15,-3 2-70-15,5 5-19 0,-3 4 9 16,3 6 43-16,0-1 2 0,4 0-30 15,6 1-41-15,0-4-27 0,10-4-40 16,4-3-15-16,1-4-49 0,3-2-53 0,3-5-108 16,6-1-107-16,-8-5-383 0,18-1-1029 0</inkml:trace>
  <inkml:trace contextRef="#ctx0" brushRef="#br0" timeOffset="-34337.26">9455 10969 347 0,'0'0'629'0,"0"0"-180"0,0 0-88 0,0 0-53 0,0 0 0 0,0 0 47 0,0 0 1 0,0 0-69 15,0 0-58-15,0 0-65 0,6-43-7 16,-18 43-6-16,-3 0-73 0,-3 5-34 16,-1 5-29-16,-4 4-11 0,1 1 14 15,1 3 7-15,2 0 6 0,9-1 0 16,0-4-31-16,8-2-9 0,2 0-41 15,0-4 13-15,6 0 24 0,6-3 13 0,3-1 0 16,-1-3 4-16,7 0-1 16,4-8-3-16,2-6-1 0,-1-4-55 0,5-6-50 15,0-1-43-15,-8-3-5 0,2-1 22 16,-4 0 27-16,-5 1-9 0,-3 1 41 16,-5 2 73-16,-6 2 3 0,2 5 51 15,-4 4 9-15,0 3-2 0,-4 7 27 16,2 3 7-16,-4 1 28 0,-3 0-51 15,-1 9-34-15,2 3-10 0,-3 3-3 16,1 6 16-16,4 0 26 0,0 3 4 0,2 0 1 16,4 0-22-16,0-1-7 0,4-2-21 15,2-3-22-15,4-3-20 0,7-2-26 16,-3-3-63-16,1-3-51 0,3-5-51 16,1 1-63-16,0-3-163 0,-7 0-332 15,11-3-611-15</inkml:trace>
  <inkml:trace contextRef="#ctx0" brushRef="#br0" timeOffset="-34008.61">9753 10990 1376 0,'0'0'325'0,"0"0"-104"0,0 0 110 0,0 0-24 0,0 0-62 0,0 0-68 0,80 7-55 16,-59-11-59-16,-2-1-18 0,1-3-13 0,3 0-10 15,-6 0-2-15,-1-4-8 16,-4 2 1-16,-1-2 0 0,-5 0 3 0,0-2-13 16,-2 2 10-16,-4-1 6 0,0 2-19 15,-4 3 1-15,-4 0 2 0,-4 3-3 16,-3 2-10-16,-1 3 9 0,-5 0-21 0,2 8 0 16,-1 1 22-16,1 3 17 0,7 0 40 15,-3 3 16-15,3 0 35 0,5 3 53 16,1 0-22-16,2 0-26 0,4 1-37 15,2 1-32-15,6-4-42 0,11-1-2 16,2-6-33-16,4 1-56 0,1-4-37 16,8-6-53-16,5 0-69 0,-2 0-186 15,-2-9-291-15,-6 1-622 0</inkml:trace>
  <inkml:trace contextRef="#ctx0" brushRef="#br0" timeOffset="-33648.84">10218 11024 542 0,'0'0'450'0,"0"0"-14"16,0 0 172-16,-19 77-100 0,11-49-112 16,2-3-66-16,-5 1-70 0,1-2-32 0,0-3-2 15,1-4-31-15,3-6-86 0,2-2-37 16,-2-4-29-16,6-3-9 0,0-2 7 16,0 0 5-16,0-4 3 0,0-8-49 15,0-3-21-15,0-7-26 0,10-5 10 16,-2-5-6-16,9-4-1 0,-2-3-8 15,3-1-7-15,5-1-10 0,0 5 19 0,-1 4 10 16,5 6 18-16,-4 4 21 16,0 4 1-16,-1 4 3 0,-5 3 16 0,-5 1-17 15,-5 7 1-15,-3 2-1 0,-4 1-1 16,0 3-1-16,0 8 28 0,-13 2 3 16,1 6-15-16,-3-1-15 0,-7 0-1 15,5 0-66-15,-1-4-50 0,1-1-29 16,7-4-60-16,6-4-150 0,4-2-200 15,0-3-39-15,10 0 153 0,0-3 187 16,7-5 62-16,1-4-3 0,5-4-154 0,-2-2-23 16,-3 3 69-16</inkml:trace>
  <inkml:trace contextRef="#ctx0" brushRef="#br0" timeOffset="-33493.15">10697 10703 174 0,'0'0'613'0,"0"0"-138"0,0 0 65 0,0 0-70 16,0 0-101-16,0 0-89 0,0 0-11 15,0 0-40-15,0 0-64 0,46 66-29 16,-46-36 12-16,0 1-3 0,0-1-44 16,0-1-62-16,-2-3-39 0,-2-4-25 15,4-2-12-15,-5-3-39 0,5-4-119 16,0-3-54-16,-6-3-95 0,0-3-350 16,0-1-578-16,-7 0 48 0</inkml:trace>
  <inkml:trace contextRef="#ctx0" brushRef="#br0" timeOffset="-33355.52">10613 10949 1551 0,'0'0'991'0,"0"0"-521"15,0 0-4-15,0 0-119 0,0 0-152 0,103-52-63 16,-72 43-101-16,-2-1-31 0,2 0-46 16,-4 3-118-16,0-1-113 0,-3 2-142 15,-9 2-368-15,4-2-683 0</inkml:trace>
  <inkml:trace contextRef="#ctx0" brushRef="#br0" timeOffset="-32986.86">11204 11099 40 0,'0'0'88'16,"0"0"85"-16,0 0 267 0,0 0 26 15,0 0-92-15,0 0-211 0,0 0-92 0,0 0-71 16,0 0-400-16,0 0-672 0</inkml:trace>
  <inkml:trace contextRef="#ctx0" brushRef="#br0" timeOffset="-24447.62">18302 8697 2611 0,'0'0'415'0,"0"0"-271"0,0 0-7 0,0 0 98 0,0 0 12 0,-105 113 1 0,72-54-79 16,-2 12-63-16,-11 10-19 0,7 8 6 16,0 6 74-16,-1-2-54 0,5-3-113 15,6-7 0-15,9-12-86 0,3-14-53 16,11-7-71-16,4-11-74 0,2-8-179 15,0-7-201-15,2-7-532 0,10-8-180 0</inkml:trace>
  <inkml:trace contextRef="#ctx0" brushRef="#br0" timeOffset="-24040.97">18645 9108 966 0,'0'0'583'0,"0"0"-171"0,0 0-3 16,0 0 4-16,0 0-19 0,0 0-28 0,0 0-100 15,0 0-56-15,0 0-78 0,0 0-35 16,0 0-26-16,-88-15 1 0,65 32-17 15,-2 0-17-15,6 2-7 0,7 0-21 16,4 3-10-16,8-3-22 0,2 0 1 16,10-1 5-16,7 1-2 0,1 2 15 15,7-4 0-15,-4-2-9 0,0-1 10 16,0-1 2-16,-7-3 0 0,1 1 0 16,-7 1-1-16,-4-2 1 0,0-2 1 15,-6-1 2-15,0 3 22 0,-6-3 15 0,-4 0-18 16,-9 2-22-16,-1-2-31 0,-9 0-53 15,2-1-68-15,0-4 5 0,2-2-51 16,2 0-76-16,7-1-181 0,8-4-249 16,3 0-444-16,5-6-95 0</inkml:trace>
  <inkml:trace contextRef="#ctx0" brushRef="#br0" timeOffset="-23703.17">18906 9410 76 0,'0'0'1171'0,"0"0"-985"16,0 0 87-16,0 0 116 0,0 0-143 15,78-27-74-15,-61 19-24 0,2 1-42 16,-1-4-28-16,-3 3-14 0,-3-3-3 16,-4 4 26-16,-1-4 50 0,-7 1 16 15,0 0-19-15,0-1-30 0,0 1-28 0,-7 1-9 16,1 4 2-16,-4 0 16 0,-1 3-7 15,-1 2-58-15,2 2-20 0,-7 4 0 16,-1 6 0-16,3 0 2 0,3 4 14 16,-1 0-13-16,9 1 0 0,-2 0-3 15,6-3-1-15,2 1-24 0,6-3-9 16,5-1-23-16,5-4-28 0,-3-1-54 0,8-5-57 16,-1-1-68-16,1 0-137 0,0 0-129 15,4-7-99-15,-5 2-81 0,7-2-75 0</inkml:trace>
  <inkml:trace contextRef="#ctx0" brushRef="#br0" timeOffset="-23406.3">19272 9306 145 0,'0'0'798'0,"0"0"-427"0,0 0-55 16,0 0 48-16,0 0-21 0,0 0-17 0,-42 75-33 15,42-66-155-15,7 0-100 0,3-3 1 16,-2-1 15-16,9-5-13 0,-7 0-2 15,3 0-20-15,3 0-18 0,-6-7-1 16,1 1-1-16,1-1-12 0,-2 0 11 16,3 0-14-16,-1 3-6 0,-1 1 19 0,-1 1-8 15,2-1 11-15,5 2 48 0,-9 1 28 16,5 0 10-16,-5 0 63 0,4 0 18 16,-4 5-79-16,-1-4-28 0,-1 2-16 15,-2 0 0-15,-2-2-13 0,-2-1-8 16,4 3-23-16,-2-1 0 0,2-2-35 15,3 0-116-15,3 0-92 0,6-7-29 16,1 1-77-16,6-2-117 0,0-2-263 16,-5 3-48-16,15-5-48 0</inkml:trace>
  <inkml:trace contextRef="#ctx0" brushRef="#br0" timeOffset="-23156.41">19842 9163 634 0,'0'0'475'0,"0"0"-61"15,0 0 5-15,0 0-79 0,0 0-97 16,0 0-92-16,0 0-57 0,0 0-33 15,0 0 0-15,0 0 13 0,0 0 9 16,-51 71-25-16,51-56-30 0,0 1 4 16,0-2 23-16,8 0 25 0,-2 0 50 15,4-1-19-15,-1 0-35 0,1-3-22 16,-4 1-26-16,-4-2-9 0,0-2 10 16,-2 2 18-16,0-1-12 0,0-3-10 15,0 2-6-15,-4-3-7 0,-2-2-12 16,-4 3-33-16,1-4-49 0,-3 1-79 15,-7-2-36-15,7 0-36 0,-2 0-58 0,1-3-80 16,7-2-189-16,0-3-31 0,6 1-129 16,4-2 81-16</inkml:trace>
  <inkml:trace contextRef="#ctx0" brushRef="#br0" timeOffset="-22586.73">20132 9222 27 0,'0'0'515'0,"0"0"-189"0,0 0 88 15,0 0-34-15,0 0 30 0,0 0-19 16,0 0-158-16,0 0-85 0,0 0-4 16,-11 67 19-16,5-51-41 0,0 0-55 15,2-3-20-15,4 0-5 0,0-3 18 16,10 1 32-16,0-7 44 0,3 0-29 0,-1-1-25 16,3-3-19-16,-3 0-10 0,5-4-11 15,-5-2-11-15,-2-3-6 0,-3-2-12 16,3-1-13-16,-8 0 0 0,-2 0-35 15,0-3-44-15,0 2-43 0,-6 0-1 16,0 1 0-16,-7 0-1 0,9 1 10 16,-8 0-13-16,1 3-30 0,5 2-35 15,0 0-62-15,4 0-53 0,-2 4-88 16,4-2 76-16,4 3 89 0,4 1 158 16,3-1 71-16,1 1 1 0,-2 0 32 0,1 1 86 15,1 4-1-15,0 2-23 0,3 0-19 16,-1 0 42-16,1 3 35 0,3-1-3 15,-1 0-19-15,4-1 12 0,3 2-23 16,-1-1 26-16,10 1 3 0,-6-1 38 16,2 1-103-16,-6 2-22 0,0-5-3 15,-7 2-11-15,-4-3-15 0,-1-1-16 0,-5-3-14 16,-2-1 1-16,-4 1 10 0,0-2 6 16,0 0 22-16,0 0 10 0,4-2 35 15,-2-1-4-15,-2-2-61 0,7-4-21 16,3 1-2-16,2-2-14 0,-3 0 15 15,3 0 1-15,0 3 2 0,-1 0 24 16,1 2 2-16,0 2-9 0,3 2-17 16,-3 1 11-16,-1 0-12 0,1 1 0 15,-4 3 18-15,1 2 12 0,-3-1-9 0,4 0-3 16,-2-1-19-16,1 1 0 0,3-1 0 16,1 0-38-16,5-1-88 0,3-1-95 15,-1 1-44-15,5-3-142 0,0 0-83 16,0 0-289-16,-15 0 111 0,15-6-69 0</inkml:trace>
  <inkml:trace contextRef="#ctx0" brushRef="#br0" timeOffset="-22269.23">21037 9240 412 0,'0'0'453'0,"0"0"-111"0,0 0 16 0,0 0-43 0,0 0-33 0,0 0-23 0,0 0-33 15,0 0 16-15,-83 53 33 0,77-40-20 16,4-1-96-16,2-4-64 0,0 2-16 15,8-4-16-15,-1-3-13 0,3 2-12 0,-2-5-23 16,5 0-15-16,-5 0-16 16,4-1 0-16,3-5-6 0,-3 0-25 0,5 0-44 15,-7-3 15-15,7 3 12 0,-5 0 23 16,-2-1 19-16,-3 4 20 0,-1 0 1 16,-6 3 1-16,4 0 0 0,-2 0 25 15,2 0 39-15,2 4 43 0,0 3-6 0,3 1-4 16,-1 1-9-16,-2-2 113 0,0-1-67 15,5-1-60-15,-1-3-36 0,7 3-17 16,-1-5-21-16,9 0-25 0,2-1-80 16,2-6-82-16,0-2-83 0,-2-3-96 15,4-2-222-15,-7 0-490 0,-7 1 278 16,6-9-235-16</inkml:trace>
  <inkml:trace contextRef="#ctx0" brushRef="#br0" timeOffset="-22108.65">21579 9042 366 0,'0'0'973'0,"0"0"-576"0,0 0 96 15,0 0 11-15,0 0-10 0,0 0-109 0,0 0-61 16,0 0-44-16,14 80-26 0,-12-48-22 16,9 2-70-16,-3-3-2 0,2-1-41 15,0-1-77-15,3-7-42 0,3-2-79 16,-1-6-114-16,-3-3-191 0,-3-4-555 0,-5-4-1247 16</inkml:trace>
  <inkml:trace contextRef="#ctx0" brushRef="#br0" timeOffset="-7680.41">2317 12085 765 0,'0'0'534'0,"0"0"-218"0,0 0-102 0,0 0 65 0,0 0-16 0,0 0-11 0,0 0-8 0,0 0-19 16,44-66-24-16,-40 63-36 0,-4 1 38 0,0 2 15 15,-4 0-20-15,-11 0-60 0,-3 2-57 16,-3 4-29-16,-6 1-24 0,-4 5 3 16,-2 4-19-16,-2 2-12 0,2 4-4 15,2 2 1-15,6 2-18 0,4-2 5 0,13 1-30 16,8-4-35-16,0-1-3 0,10-1 6 16,13 0 39-16,0-1 27 0,6-1 12 15,6 0 12-15,2-3 27 0,4-1-5 16,-1-1-12-16,-3 0 25 0,-4 0-22 15,-8-1 6-15,-11 0 9 0,-5-1 19 16,-5 0 31-16,-4-1 24 0,-4 0 47 16,-9 2-57-16,-1-1-55 0,-5-2-49 15,-2 1-12-15,1-3-19 0,-5-2-12 16,0-1-24-16,4-2-16 0,3-1-7 16,1 0-27-16,7-5-32 0,4-3-86 15,6-2-111-15,6-4-160 0,6-1-26 0,7-5 1 16,6-2-31-16,-2 0-37 0,-1 5-49 15</inkml:trace>
  <inkml:trace contextRef="#ctx0" brushRef="#br0" timeOffset="-7274.25">2706 12117 697 0,'0'0'609'0,"0"0"-222"15,0 0 57-15,0 0-78 0,0 0-179 16,0 0-84-16,0 0 10 0,-35 81 44 15,24-51-4-15,-1 3-19 0,2 3-16 16,-3 0-13-16,3 0 2 0,-2-4-15 16,7-1-61-16,-1-6-31 0,2-3-3 15,2-7-25-15,2-2-7 0,0-5-22 16,0-3-31-16,0-3-23 0,2-2-20 16,2 0-31-16,-2-1-34 0,4-6 81 0,1-4 41 15,-1-3-10-15,2-3-29 0,2-1-38 16,1-2 25-16,7 2 41 0,-1 0 37 15,-1 2 22-15,1-1 3 0,0 5 21 16,5 0-1-16,1 3 3 0,0 1-1 16,-1 1 1-16,1 2-1 0,-2 4 1 0,-3 0 15 15,-1 1 30-15,0 0-16 0,-5 0 7 16,-4 0-23-16,1 0 19 0,-3 2 23 16,0 2 0-16,-2-1-10 0,2 1-12 15,-4-1-11-15,0-1-6 0,3 0 1 16,-5 1 12-16,0 0 38 0,0 0 49 15,0 2-35-15,-5 1-43 0,-3 2-22 16,2 2-12-16,0-1 15 0,0 3-16 0,3-3 0 16,-1-2 13-16,2 0-3 0,2-1-13 15,0 1-1-15</inkml:trace>
  <inkml:trace contextRef="#ctx0" brushRef="#br0" timeOffset="-5651.09">3066 12341 379 0,'0'0'685'0,"0"0"-275"0,0 0-101 0,0 0-33 0,0 0-95 0,0 0-39 0,0 0 20 0,0 0 28 16,0 0 13-16,0 0-11 0,0 0-32 15,-15-13-23-15,13 13-4 0,-4 0 0 16,0 0-42-16,-5 0-37 0,-1 0-20 15,-3 4-18-15,-3 3 0 0,3 1-3 16,-3 4-11-16,5 1-2 0,-1-2 1 16,1 2-1-16,7-2-1 0,0-2-3 15,4-3-24-15,2 0-3 0,0-2-10 16,0-2 12-16,2 1 17 0,-2 0-1 0,6-2 12 16,-6 1 0-16,4-1 1 0,3-1 1 15,-1 0 1-15,4 0 11 0,3-3-11 16,3-3-2-16,1 0-2 0,-1-4-14 15,-1 3 0-15,-3-4-3 0,0 4-3 16,-3 2-3-16,-3-1 6 0,2 3 16 16,-4 0-13-16,-2 1 3 0,2 0 11 15,-1 1-1-15,-3 1 3 0,0 0 11 0,0 1 8 16,4 4 28-16,-4 4 0 0,2 2 4 16,2-1-7-16,-2 3-6 0,2 0-13 15,-2 0-13-15,2 0-9 0,0-2 0 16,1 0 0-16,-3-3-3 0,2-1-16 15,-2-3 4-15,4-1-4 0,-2-1-6 16,2-1-29-16,1-1-34 0,-3 0-22 0,8 0-80 16,-6-5-116-16,5-3-92 0,-1 2-209 15,7-3-121-15,-5 2-306 0</inkml:trace>
  <inkml:trace contextRef="#ctx0" brushRef="#br0" timeOffset="-5233.15">3419 12212 8 0,'0'0'564'0,"0"0"-59"0,0 0 19 0,0 0-37 0,0 0-92 0,0 0-89 0,0 0-52 0,0 0-27 16,0 0-33-16,0 0-39 0,-21-23-95 0,15 37-34 15,-6 6-8-15,1 4 8 0,-1 3 5 16,6 3 4-16,0 1-7 0,1-1-15 15,5-1 2-15,0 3-13 0,0-4-2 16,0 0-12-16,7-6-1 0,-3-1-6 16,-2-3 1-16,2-4-23 0,-4-4-51 15,2-2-47-15,-2-3-23 0,0-1-26 16,0-3-56-16,0 1-26 0,-2-2-49 16,-2-2-28-16,-2-4 48 0,-1-4-81 15,7-4 93-15,0-3 166 0,-2 0 121 16,2 2 4-16,0 2 41 0,0 3 73 15,0 2 41-15,2 3 4 0,-2 2-4 0,0 0-12 16,0 1-37-16,7 1-42 0,-1-1-13 16,0-2 20-16,4-1 19 0,7 2-19 15,-5-3-41-15,9-1-34 0,-4 2-26 16,1-2-87-16,-1 1-144 0,-1 0-194 0,-1 0-123 16,3 2-104-16</inkml:trace>
  <inkml:trace contextRef="#ctx0" brushRef="#br0" timeOffset="-4819.88">3729 12217 549 0,'0'0'482'0,"0"0"-153"16,0 0 22-16,0 0-42 0,0 0-63 16,0 0-26-16,0 0-65 0,0 0-104 0,0 0-25 15,0 0-23-15,-29 79 10 0,21-52 7 16,2 1-1-16,4-1-3 0,-3-1 3 15,5-4-6-15,0 0-12 0,0-6-1 16,0-2 0-16,0-3-2 0,0-3-11 16,0-3-3-16,0-3-19 0,0 1-23 15,0-3-7-15,0 0-28 0,-2 0-30 16,-2-1 10-16,4-3 22 0,-2-4 20 0,-2 0 55 16,4 0 15-16,0-3 1 0,0-1 42 15,0 1 22-15,0 2-2 0,6 0-1 16,0 1-12-16,1 2-13 0,3 1-11 15,0-1-2-15,1 5 25 0,1-3 4 16,-4 2-7-16,7 2-3 0,-5 0 0 16,-2 0-3-16,3 0-7 0,-3 0-3 15,0 0-26-15,-1 4 0 0,3-2-1 16,0-1 0-16,1 2-2 0,-3 0 0 16,8-2-2-16,-5-1-20 0,1 0-7 0,0 0 10 15,-5 0-1-15,1 0-25 0,-4 0-90 16,-2-1-98-16,-2 1-49 0,0-3-65 15,0 0 12-15,0 2-89 0,0 1-228 16</inkml:trace>
  <inkml:trace contextRef="#ctx0" brushRef="#br0" timeOffset="-1145.22">4076 12385 1209 0,'0'0'667'0,"0"0"-226"0,0 0-92 0,0 0-12 0,0 0 11 0,0 0-27 0,0 0-119 16,0 0-74-16,0 0-36 0,0 0-20 16,0 15-1-16,-4-7 13 0,4 2 3 15,0 4-19-15,0-3-24 0,0 1-23 16,0 1-21-16,0-1-1 0,0 2-1 15,0-4-16-15,0 1-16 0,0-4-56 0,0 0-53 16,0-2-54-16,4-2-33 0,-2-3-98 16,5 0-109-16,3-3-123 0,-4-3 29 15,5-6-139-15,-5 5-131 0,10-9 312 0</inkml:trace>
  <inkml:trace contextRef="#ctx0" brushRef="#br0" timeOffset="-856.83">4076 12385 57 0,'106'44'508'0,"-106"-45"-101"0,0-1-65 16,0 2-75-16,0 0-69 0,4 0-64 15,-2 0-34-15,0 0 43 0,2 6 35 16,-2-2-33-16,2 3 7 0,-2 0 28 0,3 2-38 16,-3-3-43-16,-2 0-38 0,4-2-32 15,2 0-29-15,-4-1-16 0,6-2 16 16,3-1 1-16,-3 0 21 0,2 0-18 16,1 0-1-16,1-4 9 0,-2 3 1 15,-1-4 3-15,1 3 7 0,-2-1 2 0,0 1 13 16,3 1 20-16,-3 1 82 0,0 0-23 15,5 3-32-15,-3 4-6 0,2 2 0 16,-1-2-7-16,1 4-28 0,-6-3-29 16,5-2-15-16,-3-1-16 0,0-4-15 15,-1 1-73-15,-1-2-76 0,0-2-64 16,0-4-33-16,-6-6-147 0,0-3-252 16,0 4-399-16</inkml:trace>
  <inkml:trace contextRef="#ctx0" brushRef="#br0" timeOffset="-685.86">4215 12239 1601 0,'0'0'545'15,"0"0"-244"-15,0 0 28 0,0 0-75 16,0 0-184-16,0 0-70 0,0 0-35 0,0 0 13 16,0 0-4-16,0 0-57 0,60 26-68 15,-31-18-17-15,-2 1-48 0,6 0-115 16,0 0-117-16,2 0-102 0,-6-3-121 15,12 1 272-15</inkml:trace>
  <inkml:trace contextRef="#ctx0" brushRef="#br0" timeOffset="-345.11">4748 12347 389 0,'0'0'385'0,"0"0"-89"0,0 0 20 0,0 0 32 15,0 0-49-15,0 0-73 0,0 0-22 16,0 0 29-16,-52 71-47 0,52-64-90 15,0-2-47-15,7 0 2 0,5 0 13 16,-2-1 32-16,9-1-23 0,0-2-28 16,-1-1-26-16,5 2-16 0,-4-2-3 15,5 3 0-15,-3 3-2 0,0 1-17 0,1 5 6 16,-1 1 12-16,-2 8 1 0,-3 2 1 16,1 6 15-16,-3 1 22 0,-5 3 10 15,-3 0 28-15,-6 1 79 0,0-1 44 16,-6-3-80-16,-9-2-18 0,-4-2 8 15,-1-5 44-15,-5-2-36 0,-4-5-39 16,-2 0-29-16,-2-4-27 0,-4-1-1 16,4-2-19-16,0-6 1 0,10-1-3 15,0-1-10-15,13-9-49 0,6-6-58 16,4-5-41-16,8-3-57 0,8-3-37 16,7 0-153-16,12 1-167 0,-2 4-252 15,-4 7-375-15,17-2 374 0</inkml:trace>
  <inkml:trace contextRef="#ctx0" brushRef="#br0" timeOffset="171.88">5366 12462 666 0,'0'0'645'0,"0"0"-316"15,0 0-43-15,0 0 80 0,0 0-72 16,0 0-65-16,17 67-69 0,-15-56-51 15,-2 1-10-15,0 0 16 0,0-3-10 16,0-2-31-16,0-2-17 0,0-2-19 0,0-1-13 16,4-2-6-16,-4 0-6 0,0 0 2 15,2-6-15-15,4-4-68 0,0-2-11 16,3-3-33-16,3 0 20 0,5-3-4 16,-3 2 16-16,1 0 13 0,5 1 3 15,-1 3 16-15,2 1 16 0,1 3 6 16,-1 1-9-16,0-1-7 0,-3 3 13 0,-3 1 13 15,-3 2 15-15,-2 0 1 16,-5 2 2-16,-1 0 14 0,-2 0 29 0,-2 4 42 16,6 1 3-16,-6 1-29 0,4 3-26 15,-2 2-16-15,2-1 16 0,3 1 23 16,-5 2-1-16,6-2 1 0,4 1-23 16,-1-2 6-16,5-1 10 0,3-4-32 0,-3-1 10 15,5-3 34-15,-7-1-31 0,1 0-29 16,-3-1 9-16,-1-3-8 0,-5 0 21 15,-6-1 19-15,2-1-6 0,2-1 3 16,-4-2-6-16,0 1-16 0,0 0-17 16,0-3 1-16,-6 0 9 0,0 3-9 15,-1-2-3-15,1 3 1 0,-4 0-1 16,6 2-3-16,-7 1-28 0,5 2-45 16,0-2-79-16,0 3-57 0,0-2-41 0,6 0-125 15,0 2-220-15,0-5-224 16,10 2-308-16</inkml:trace>
  <inkml:trace contextRef="#ctx0" brushRef="#br0" timeOffset="358.72">6042 12251 536 0,'0'0'671'0,"0"0"-144"0,0 0-34 0,0 0-99 0,0 0-94 0,0 0-18 0,0 0 11 0,0 0-37 0,0 0-33 16,-4 81-78-16,2-56-83 0,-2 0-34 15,-2 0-24-15,4-3-2 0,-3-1-2 16,3-3-32-16,2-2-39 0,2-2-112 16,5-5-85-16,5-2-106 0,0-2-152 15,1-4-247-15,1-1-548 0</inkml:trace>
  <inkml:trace contextRef="#ctx0" brushRef="#br0" timeOffset="630.78">6222 12494 431 0,'0'0'802'16,"0"0"-295"-16,0 0-59 0,0 0-118 0,0 0-140 16,91-51-90-16,-72 38-23 0,-5 1-12 15,-2 1-4-15,-5 0 12 0,-3 1 33 16,-2 1 31-16,-2 1-26 0,0 1-25 16,0-1-23-16,-2 1-6 0,-4 4-3 15,1 0 0-15,-1 3-20 0,0 0-34 16,-4 0-12-16,-3 7-20 0,1 4 17 15,0 2 15-15,-1 2 1 0,1-1 0 16,6 2 0-16,3-3-1 0,3 0-29 16,3-6-12-16,9 3-66 0,0-5-20 15,9-3 47-15,4-2 20 0,6 0-91 16,4-6-121-16,4-5-47 0,5-4-140 0,1-2-191 16,3-1 15-16,-15 4 74 0,16-10 322 15</inkml:trace>
  <inkml:trace contextRef="#ctx0" brushRef="#br0" timeOffset="838.51">6819 12210 816 0,'0'0'541'16,"0"0"-145"-16,0 0-84 0,0 0-85 16,0 0-27-16,0 0 33 0,-78 50-40 15,72-35-33-15,2 3-16 0,4 0 15 16,0 1 35-16,6 2 8 0,8-1-4 16,5-1-62-16,6 2-33 0,1 0 55 15,6-3 52-15,-4 0-105 0,1-1-49 16,-12-4-16-16,-1-1-16 0,-7-3-9 15,-7-3-11-15,-2 2 26 0,-4-3-5 16,-13 3-25-16,-1-2-62 0,-5-1-101 0,-4 2-109 16,-8-4-99-16,12 0-588 0,-20-1-683 15</inkml:trace>
  <inkml:trace contextRef="#ctx0" brushRef="#br0" timeOffset="2741.23">8035 11974 1980 0,'0'0'489'0,"0"0"-167"0,0 0-187 0,0 0 13 0,0 0 94 0,0 0 6 16,-56 77-23-16,46-46-37 0,-9 5-40 15,7 0-26-15,-1 4-26 0,5 0-25 16,2 0-21-16,6-3-13 0,0 0-6 15,2-3-31-15,8-4 0 0,1 1-25 16,5-7-2-16,3-2-39 0,-3-4-70 0,3-4-54 16,-1-3-24-16,3-5-55 0,0-4-109 15,-3-2-148-15,1 0-456 0,0-2-215 0</inkml:trace>
  <inkml:trace contextRef="#ctx0" brushRef="#br0" timeOffset="3240.52">8273 12306 639 0,'0'0'586'15,"0"0"-306"-15,0 0-156 0,0 0 19 16,0 0 74-16,0 0-6 0,-33 70-55 0,33-56-53 16,0 4-16-16,0-1 33 0,0-1 57 15,0 2-4-15,0-4-7 0,0-1-12 16,0-1-30-16,0-4-39 0,0-3-53 15,0-2-31-15,0-1-1 0,0-2-3 16,0 0 0-16,0 0 2 0,0 0-12 16,4-7-9-16,2-4-4 0,-2-1-5 15,6-3 5-15,-1-3 7 0,1 0 3 16,0 0 14-16,3 1-1 0,3 0 0 0,-3 2-10 16,-3 2-6-16,0 2 0 15,-1 4 17-15,-3 2-1 0,-2 1-10 0,0 3 10 16,0 1-16-16,-2 0 19 0,2 5 18 15,-2 2 13-15,3 1-2 0,-3 3 3 0,2 0 3 16,-2 2 0-16,2-1-7 16,-2 5-6-16,-2-3-3 0,4 0 4 0,0-3-8 15,-4 3 4-15,7-5 7 0,-3 0-7 16,-2-3-19-16,4-3 0 0,-6 2-1 16,6-3-1-16,0 0 1 0,-2-2 1 15,1 0 1-15,5 0-1 0,-4 0-19 16,0-2-23-16,3-2-30 0,1-2-62 15,-2 0-31-15,0-3-5 0,-1 1-10 16,5 2-9-16,-4-3-24 0,-1 2-53 16,-1 0-116-16,0 1-28 0,-2 1 32 15,2 1-176-15,0 0 104 0</inkml:trace>
  <inkml:trace contextRef="#ctx0" brushRef="#br0" timeOffset="3605.16">8605 12425 1 0,'0'0'69'0,"0"0"19"0,0 0 32 0,0 0 66 0,0 0 23 0,0 0-7 0,0 0-13 16,0 0 0-16,0 0 9 0,0 0 30 15,0 0 9-15,21 4 22 0,-17-3-45 16,-2 1-23-16,-2 0 2 0,4 0-16 15,-2 1-14-15,-2 1-6 0,5 1-17 16,-3 0-23-16,2 1-41 0,-2-3-31 16,2 3-17-16,0-2-6 0,2 1 0 0,1-3 7 15,3-2-4-15,-4 0-6 0,7 0 6 16,-5 0-3-16,0-2 6 0,2-4-2 16,-1-1-1-16,-1-3-10 0,2 0-12 0,-4-2 1 15,1 1-3-15,-1-2-1 0,0 3-13 16,-4-1-21-16,0 1-42 0,-2 2-72 15,4 1-68-15,-2 2-74 0,-2 1-133 16,7-1-263-16,-7 4-357 0,12-2 69 0</inkml:trace>
  <inkml:trace contextRef="#ctx0" brushRef="#br0" timeOffset="3809.61">8936 12372 298 0,'0'0'518'16,"0"0"-195"-16,0 0-1 0,0 0 39 0,0 0-56 15,0 0-79-15,0 0-54 0,0 0-5 16,0 0 17-16,17 69-1 0,-17-66-39 16,4 0-61-16,-4-2-32 0,0-1 6 15,0 0 35-15,0 0 41 0,2-2-22 16,-2-7-20-16,6 1-53 0,0-7-19 0,1 1-7 16,1-4-12-16,4-2 0 15,5 2-2-15,-3 2-13 0,1 0-14 0,3 4-34 16,1-1-73-16,6 4-108 0,-3-2-113 15,11 1-161-15,-2 2-221 0,-4 2-35 16,11-3-25-16</inkml:trace>
  <inkml:trace contextRef="#ctx0" brushRef="#br0" timeOffset="4043.8">9403 12185 47 0,'0'0'547'0,"0"0"-162"16,0 0-108-16,0 0 51 0,0 0 75 0,0 0-66 15,-80 36-85-15,65-24-58 0,5 1-34 16,2-2-12-16,4 4-7 0,1-4-17 15,3 3-22-15,0-1-4 0,7 0 16 16,1 0 41-16,6 1-36 0,-1-2-50 16,5 2-15-16,-3-4-10 0,-3-2 9 15,-1-1-18-15,-5 0-32 0,-4-3 15 0,-2 1-5 16,0-1 5-16,-2 1-2 0,-4-1-16 16,-5 0-17-16,3-1-39 0,-2-3-98 15,1 0-81-15,3 0-72 0,0-3-143 16,4-5-178-16,-2 0-576 0,4-6 48 0</inkml:trace>
  <inkml:trace contextRef="#ctx0" brushRef="#br0" timeOffset="4388.61">9387 12368 578 0,'0'0'430'0,"0"0"-98"15,0 0 33-15,0 0-73 0,93-27-13 16,-66 21-24-16,4-5-58 0,-2 1-94 15,0-1-52-15,-3-1-12 0,-3-1 2 16,2 1 11-16,-6 1 5 0,-5-1-18 0,-4 1 15 16,-1 0 13-16,-3 2 42 0,-4 0 21 15,-2 2-28-15,0-1-20 0,0 2-9 16,-6 1-10-16,0 0-13 0,-5 4-9 16,-1 1 3-16,-5 2-28 0,1 10-16 15,-1 2-3-15,1 3 0 0,-1 3-9 16,3-1 10-16,1 1 2 0,5 1 1 15,4-1 18-15,4 0 37 0,4-3 48 0,8-5-29 16,5 0-41-16,6-6-10 0,4-2-24 16,6-4-46-16,0 0-17 0,2-7-113 15,6-5-73-15,-8-2-138 0,0 0-289 16,0-3-353-16,-10 5 49 0,0-6 413 0</inkml:trace>
  <inkml:trace contextRef="#ctx0" brushRef="#br0" timeOffset="4750.13">10050 12161 458 0,'0'0'462'16,"0"0"-185"-16,0 0-26 0,0 0-92 15,0 0-78-15,0 0-9 0,0 0 9 16,0 0 20-16,0 0 80 0,0 0 14 15,0 0-24-15,19-10 20 0,-19 10 69 16,0 0 19-16,0 0-12 0,-6 2-33 16,-7 4-114-16,-1 2-48 0,-1 2-9 15,-1 1-10-15,1 0 2 0,3 0-15 16,4 2-23-16,2-2-17 0,3 1-16 16,3-1 4-16,0-1-1 0,0 2 1 15,9 0 11-15,-1 0 1 0,9-3 22 0,-3 3 12 16,-2-1 3-16,3-2-35 0,-7 0-1 15,2-3-1-15,-7 3 2 0,-3-1 2 16,0-1-4-16,-7 0 0 0,1 1-38 16,-4-2-24-16,-1-2-96 0,5 0-113 15,-2-4-84-15,2 0-197 0,4-8-429 16,2 2 187-16</inkml:trace>
  <inkml:trace contextRef="#ctx0" brushRef="#br0" timeOffset="4937">10253 12016 1399 0,'0'0'624'0,"0"0"-391"15,0 0 132-15,0 0 159 0,85 51-116 0,-63-27-39 16,1 6-71-16,-6 6-152 16,-9 5-47-16,-6 5-31 0,-4 2-12 0,-13 1-26 15,-7-1-14-15,-5-1-16 0,-8-3-42 16,-2-3-190-16,-3-3-253 0,11-12-627 15,-20 8-853-15</inkml:trace>
  <inkml:trace contextRef="#ctx0" brushRef="#br0" timeOffset="13331.28">2396 13055 366 0,'0'0'473'0,"0"0"-180"0,0 0-52 0,0 0 0 0,0 0 25 0,0 0-42 0,0 0-17 0,0 0 10 0,0 0 15 15,0 0 3-15,0-12-18 0,0 12-16 16,0 0-11-16,0 0 0 0,-4 0-24 16,4 7-5-16,-7 5-39 0,1 6-45 15,0 9-30-15,-2 5-25 0,-5 3-19 16,5 3 9-16,-2 3-11 0,4-3-1 16,-3-1-1-16,1-3-1 0,-2-2 1 15,8-5 1-15,-5-5 0 0,3-6-3 16,2-3-19-16,-2-6-6 0,4-2-12 0,0-4-7 15,0-1-6-15,0 0-3 0,0-2 3 16,6-9 13-16,-2-3 20 16,3-5 7-16,1-4-15 0,-2-4-22 0,2-4-26 15,5-1-5-15,3-2 5 0,-1-2 19 16,3 0-6-16,-1-1 6 0,6 2 6 16,-3 2 10-16,1 4 6 0,-4 5 34 0,-7 5 1 15,0 4 2-15,-4 8 49 0,-4 1 19 16,3 5-17-16,-5 1 4 0,0 0 13 15,0 8 2-15,0 6-21 0,-5 8-10 16,-1 6-4-16,0 8 1 0,0 6 3 16,-2 0 22-16,-1 2-16 0,3 1-12 15,-4-3-4-15,4-2-3 0,-1-5-10 16,5-2-18-16,-2-8-13 0,2-5-18 16,2-5-16-16,0-5-26 0,0-2-33 15,0-5-26-15,0 0-20 0,0-3-16 0,0 0-48 16,0-2-75-16,0-2-43 0,-8-4-93 15,-2 0-167-15,1 2-96 0,-5-5-8 0</inkml:trace>
  <inkml:trace contextRef="#ctx0" brushRef="#br0" timeOffset="13488.25">2352 13351 1267 0,'0'0'604'0,"0"0"-244"0,0 0-136 0,0 0-27 0,0 0-62 0,0 0-58 0,0 0-45 0,0 0 16 0,0 0 10 0,0 0 3 0,0 0-39 0,83-1-22 0,-60 1-18 0,0 0-17 0,-3 0-13 0,3-2-122 16,0 2-127-16,-3 0-240 0,-5 0-214 15,10 0-356-15</inkml:trace>
  <inkml:trace contextRef="#ctx0" brushRef="#br0" timeOffset="13683.13">2791 13309 1284 0,'0'0'436'0,"0"0"-218"0,0 0-21 0,0 0 27 16,0 0-24-16,0 0 0 0,-85 55-17 16,72-39-19-16,-1 2-17 0,2 2 5 15,-1 2-5-15,7-1-27 0,-2 2-22 16,-1-1-42-16,5-3-37 0,4-2-19 16,0-3-1-16,4-2-21 0,5-5-28 15,5-2-23-15,3-2-34 0,-1-3-46 16,7 0-9-16,0-8-55 0,-1-2-117 15,1 0-199-15,-4-2-172 0,-5 3-126 16,5-6 179-16</inkml:trace>
  <inkml:trace contextRef="#ctx0" brushRef="#br0" timeOffset="14055.59">2958 13327 337 0,'0'0'336'0,"0"0"-92"16,0 0 4-16,0 0-1 0,0 0-23 15,0 0-9-15,0 0 19 0,0 0-14 16,0 0 22-16,0 0 51 0,0 0-78 0,-16 10-119 16,3 4 13-16,-1 4 53 15,1 2 19-15,1 0-61 0,-3 1-34 0,3 1-24 16,6-3-14-16,0-2-26 0,1-2-22 16,5-2-11-16,5-3-11 0,5-1-6 0,4-3-10 15,7-5-28-15,2-1-22 0,4-1-45 16,0-10-80-16,4 0-225 0,-5-2-292 15,-3 4-252-15,6-6 288 0</inkml:trace>
  <inkml:trace contextRef="#ctx0" brushRef="#br0" timeOffset="14748.73">3144 13452 909 0,'0'0'704'0,"0"0"-305"0,0 0-243 16,0 0-56-16,0 0-3 0,0 0 52 0,0 0-36 15,0 0-39-15,0 0-39 0,79-25-32 16,-61 14-3-16,3-2 0 0,-2-1-2 16,1 0 2-16,-3 0-1 0,-1-1 2 15,-3 1-1-15,-3 3 3 0,-8-1 16 16,2 1 0-16,-4 4 13 0,0 0 1 0,-4 2 15 16,-2 4-13-16,0 1-18 0,-7 0-17 15,-1 7-21-15,1 4 21 0,-3 3 38 16,-3 3 46-16,3 2 85 0,-1 3-60 15,1-1-17-15,5 2-16 0,1-2 23 16,8-2-14-16,2-3-53 0,0-5-32 16,8-1-29-16,7-3-31 0,1-3-22 0,1-3-23 15,8-1-3-15,1-4-14 0,1-5-34 16,2-3 85-16,0-3-144 0,4-1-85 16,0-2-37-16,-4 0 19 0,-6 3 22 15,0 3 59-15,-7 3 162 0,-5 4 58 16,-3 1 17-16,-2 4 58 0,-6 4 92 15,0 4 87-15,0 5-74 0,0 3-4 16,-6 4 10-16,-2 5-4 0,3 1-10 16,-1 4 20-16,0-2 18 0,6 2 22 15,-2-1 12-15,2-3-55 0,-4-4-35 16,2 0-30-16,2-6 1 0,-2-2 5 0,-4-7-16 16,1 0-25-16,3-3-11 0,-2-4 1 15,4 0 3-15,-2-10-52 0,2-1-13 16,0-10-25-16,2-3-12 0,11-7-4 15,1-3 7-15,3 0-4 0,3-1-10 0,-1 1 1 16,4 4-9-16,-5 1-10 16,3 4-10-16,4 1-34 0,-5 3-14 0,3 1 26 15,-2 1 47-15,-3 4 38 0,-1 3-2 16,-5 3 11-16,1 2-18 0,-7 6 9 16,-2 1 10-16,-4 0 3 0,0 8 0 15,-4 3-2-15,-2 3-11 0,-3 0 12 16,-1 1 1-16,2-2-28 0,0-1-49 15,-3-2-80-15,5-3 10 0,6-1-59 16,-2-2-52-16,-2-3-27 0,4-1-85 0,0 0-63 16,6-4 36-16,6-4-7 15,1-3 91-15,1-1 111 0</inkml:trace>
  <inkml:trace contextRef="#ctx0" brushRef="#br0" timeOffset="15283.9">4000 13192 184 0,'0'0'397'0,"0"0"1"0,0 0-66 0,0 0 26 0,0 0 9 0,0 0-53 0,0 0-75 0,0 0-17 0,0 0-16 16,0 0-59-16,0 0-32 0,6 86 0 15,-6-63-4-15,0-1-35 0,0 0-47 16,0-3-29-16,0-3-12 0,4 1-1 16,-4-5 13-16,0 1-1 0,0-5-21 15,-10 2-22-15,4-3-39 0,-1-3-38 16,3-3-19-16,4-1 5 0,0 0-22 0,0-7-4 15,0-3 36-15,9-2 50 0,-1 0 33 16,4-1 7-16,1 2 12 0,1 0 10 16,3 1 12-16,3-1-16 0,1 1 15 15,6-2-15-15,0 1-25 0,2-1 25 0,-2 0-12 16,2 1-10-16,-1 2-12 16,-5 0-24-16,-4 2 13 0,-5 3 29 0,-8 1 33 15,-1 3 23-15,-5 0 80 0,0 0 59 16,-5 3-58-16,-7 4-43 0,2 5 1 15,-7 2-1-15,5 2-3 0,1 0-7 16,-1 1 4-16,2 0 29 0,4-3 54 16,3-3-10-16,-1 1-42 0,4-4-28 15,0-2-29-15,0-2-7 0,7-4 3 16,5 0-2-16,-2 0-1 0,1-8-9 16,1-2-13-16,0-2-1 0,1 3-2 15,-5 0-25-15,2 2 9 0,-8 1 0 0,3 3 16 16,1 0-13-16,-4 2 0 0,2 1 0 15,-2 0 16-15,6 0 2 0,-1 6 20 16,-1-1 4-16,0 4-4 0,4-1-9 16,-4 0-10-16,5 1 8 0,-5 0-11 15,0-3 0-15,-2-1 0 0,-2-2-3 0,5-3-13 16,-3 0-22-16,0 0-83 0,2-1-135 16,7-10-63-16,-1-2-160 0,2-3-219 15,-1 2-279-15,10-11 515 0</inkml:trace>
  <inkml:trace contextRef="#ctx0" brushRef="#br0" timeOffset="15584.55">4647 13152 389 0,'0'0'339'0,"0"0"-91"0,0 0-4 0,0 0-39 0,0 0-46 0,0 0-16 0,-6 78 36 0,6-53-13 0,-7 0-1 0,7-2-16 0,0 0 64 0,0-5-91 15,0-4-80-15,5-4-22 0,-3-2-17 16,4-2 0-16,-2-3 10 0,-2-2 13 15,4-1 12-15,5 0 26 0,-1-6 4 0,0-2-27 16,5-2-25-16,-1 0-16 0,3 1-3 16,1 0-19-16,-1 3-4 0,-1 4-9 15,1 2 19-15,-5 0 14 0,-5 0 2 16,-7 1 1-16,0 5 31 0,0 1 16 16,-13 3-13-16,1 1-9 0,-5-1 3 15,-1-1-7-15,-1 1-19 0,0-2 9 16,5-1-12-16,2-3-16 0,3-1-10 15,3 0-54-15,2-3-90 0,4-3-136 16,4-4-134-16,4-3 12 0,9-3 54 16,-1 0 6-16,-3 2-225 0,14-4 235 0</inkml:trace>
  <inkml:trace contextRef="#ctx0" brushRef="#br0" timeOffset="15788.4">5114 13147 1244 0,'0'0'692'0,"0"0"-406"16,0 0-95-16,0 0 109 0,0 0-46 16,-39 83-94-16,33-58 57 0,1 0 2 15,3-2-92-15,-2-1-76 0,4-7-51 16,0-1-53-16,0-4-74 0,0-3-73 16,0-2-65-16,4-2-136 0,-2-3-149 0,-2 0-213 15,0 0-317-15</inkml:trace>
  <inkml:trace contextRef="#ctx0" brushRef="#br0" timeOffset="16036.59">5267 13382 327 0,'0'0'518'0,"0"0"-107"0,0 0 12 16,0 0-34-16,0 0-126 0,0 0-98 15,0 0-72-15,89-54-64 0,-79 44-28 0,1 0 3 16,-9 0 8-16,2 4 8 0,-4-1 12 15,0 5 16-15,-4-1 7 0,-5 3 38 16,-3 0 29-16,-2 5-67 0,-3 6-45 16,0 1-10-16,1 1 0 0,-1-1 20 0,1 1 53 15,3 2 33-15,5-5 91 0,6 1-42 16,-2 0-47-16,4-1-48 0,0-2-60 16,4-1 0-16,6-3-19 0,3-1-19 15,3-3-104-15,7 0-141 0,2 0-120 16,-4-2-627-16,28-5-201 0</inkml:trace>
  <inkml:trace contextRef="#ctx0" brushRef="#br0" timeOffset="18029.06">6104 13210 161 0,'0'0'2220'0,"0"0"-1733"0,0 0-291 0,0 0-27 0,0 0 35 0,0 0-45 0,0 0-39 16,0 0-25-16,-6 70-10 0,6-49-20 15,0-4-18-15,0-2-21 0,0-2-24 16,6-1-1-16,0-4 1 0,-6-3 1 16,7 0 0-16,-7-2-3 0,0-3-2 0,0 1-11 15,0-1 1-15,4 0-13 0,-2-1-16 16,2-5 0-16,-2-3 19 0,4-3-31 15,2-1-32-15,5-4-13 0,-7 2 25 16,4-1 29-16,-1-1 9 0,-3 7 16 0,-4 1 6 16,4 2 12-16,-6 5-12 0,4 2-12 15,-2 0-7-15,2 5 32 0,-1 6 19 16,1 1 16-16,2 6-3 0,2-2-7 16,0-1 10-16,-1-1 6 0,5-3 10 15,0-2 15-15,3-4 4 0,-3 1 2 16,3-3-12-16,-3-3 3 0,5 0-13 15,-3-3 17-15,1-4 4 0,1-3 54 16,1-1-29-16,-5-1-40 0,3-1-37 16,-5 1-16-16,-2 0-1 0,-2 1-2 15,-1 2 0-15,-3-1-22 0,-2 2-28 0,0 2-52 16,0 1-85-16,0 4-49 16,0 1-83-16,-2 0-194 0,2 0-219 0,-5 1-549 15,5 5 267-15</inkml:trace>
  <inkml:trace contextRef="#ctx0" brushRef="#br0" timeOffset="18390.91">6584 13274 11 0,'0'0'482'0,"0"0"-48"0,0 0-69 15,0 0-27-15,0 0 0 0,0 0-40 16,0 0-20-16,0 0-30 0,0 0-29 16,0 0-82-16,0 0-63 0,-4-6-1 15,-5 12-19-15,3 3-3 0,-4 0-13 16,4 2-6-16,2 0-3 0,-3 0-7 15,3-3 0-15,4-1-20 0,0-1-2 16,0 0-1-16,0-1-21 0,6-1-3 0,1-3 12 16,1-1 13-16,4 0-1 0,1 0 0 15,-1-7 1-15,3 0-19 0,-5-1-4 16,0 1 4-16,-4 1 7 0,1 1 11 16,-3 1-2-16,-2 0 3 0,-2 2 23 15,0 2-12-15,0-2-11 0,0 2-15 0,4 0-8 16,-4 0-9-16,2 0 32 0,2 2 67 15,-2 1 22-15,2 3-13 0,3-1-9 16,-7 1 75-16,2 1-57 0,0-1-79 16,2 1-6-16,-2-1-22 0,4-2-22 15,4 2-79-15,-1-6-96 0,5 0-13 16,3 0 15-16,5 0-63 0,1-6-418 16,-6 1-524-16,12-6 456 0</inkml:trace>
  <inkml:trace contextRef="#ctx0" brushRef="#br0" timeOffset="18598.32">6972 13278 285 0,'0'0'1251'0,"0"0"-894"15,0 0-94-15,0 0 22 0,0 0-40 16,0 0-26-16,0 0 5 0,0 0-23 0,0 0-16 16,-18 74-14-16,22-64-30 0,-2-1-49 15,2-1-42-15,-2-2-25 0,4-1-13 16,-1-1-12-16,1-3-18 0,2-1-51 15,0 0-35-15,3-2-41 0,-3-6-58 16,4-1-74-16,-3-3-143 0,3 0-188 16,-6 4-194-16,4-6-323 0</inkml:trace>
  <inkml:trace contextRef="#ctx0" brushRef="#br0" timeOffset="18864.25">7208 13139 818 0,'0'0'385'0,"0"0"-158"0,0 0 40 15,0 0-17-15,0 0-3 0,0 0-18 0,0 0-6 16,0 0 19-16,0 0 8 0,0 0-30 16,0 0-45-16,0 77-27 0,-2-56 7 15,-2 2-30-15,-2 0-59 0,2 2-37 16,-1-1-29-16,-1-1-1 0,0-2-22 15,0-2 8-15,6-5-35 0,0-2-120 16,0-6-95-16,0-3-44 0,0 0-130 0,0-3-120 16,0-3-64-16,0-4 79 0,0 2-98 15,6-9 226-15</inkml:trace>
  <inkml:trace contextRef="#ctx0" brushRef="#br0" timeOffset="19211.13">7254 13330 151 0,'0'0'248'15,"0"0"75"-15,0 0-63 0,0 0-84 16,0 0-33-16,0 0-19 0,0 0-33 16,0 0-42-16,0 0-10 0,0 0 19 0,78 0 4 15,-68 0-7-15,-1 2-9 0,-1 2 32 16,-2 0 61-16,0 0 33 0,1 2-46 16,-7-4-38-16,4 4-33 0,-4-2-21 15,2-2-34-15,-2 2-2 0,0-4-14 0,4 0-7 16,-2 0-6-16,2 0 7 0,2 0 9 15,-2-2-10-15,7-2 20 0,-5-1 3 16,2-1 0-16,5 0 13 0,-5 2 16 16,4 2 42-16,5-1-7 0,-7 0-18 15,7 3 73-15,-1-1 29 0,3-1-23 16,2 2-13-16,-3 0 0 0,5 0 3 16,-7 0-10-16,1 0-42 0,-7 0-18 15,1 0-44-15,-9 0-1 0,2 0-3 16,-4 0-13-16,0 0-10 0,0 0-79 15,0 0-150-15,0-3-69 0,-4-1-286 16,2 0-562-16</inkml:trace>
  <inkml:trace contextRef="#ctx0" brushRef="#br0" timeOffset="19379.49">7456 13274 2343 0,'0'0'551'0,"0"0"-403"15,0 0-46-15,0 0-51 0,0 0-22 16,0 0-13-16,0 0-16 0,103-21-48 16,-76 14-106-16,0 2-128 0,-2-1-109 15,0 1-218-15,-2 2 62 0,1-1-127 16,-9 1 204-16</inkml:trace>
  <inkml:trace contextRef="#ctx0" brushRef="#br0" timeOffset="19730.59">7787 13216 138 0,'0'0'218'0,"0"0"108"0,0 0-75 0,0 0-85 15,0 0-9-15,0 0 41 0,0 0-19 16,-6 66-20-16,6-54-3 0,0-3 29 16,2 2-16-16,4-3-72 0,4-2-7 15,1 0 1-15,1 0-24 0,0-2-18 16,3 0-8-16,3 0-24 0,3 1 15 0,-2 0-29 16,1 2-1-16,-1 4 0 0,-9 0-2 15,3 5 1-15,-3 0 0 0,-10 6 3 16,0-1 12-16,0 3-15 0,0 1 12 15,-10-2-11-15,-7 2 11 0,-1-3-11 16,-3 2-2-16,-4-5-1 0,4-1 0 16,3-2-1-16,1-6-1 0,5-2 2 15,2-5-28-15,1-1-61 0,3-2-26 16,4-5 42-16,2-7-29 0,0-5 35 16,2-4 39-16,8-1 29 0,1-6 9 15,5 4 53-15,1-3 12 0,6 1-3 0,-1 2-13 16,1 3-19-16,0 4-13 0,2 1 6 15,-1 3 7-15,3 1-4 0,-2 2-9 16,-8 0-25-16,1 3-1 0,-7 2 0 16,-3-1-20-16,-6 5-21 0,-2-1-59 0,0 1-172 15,0 0-337-15,-8-1-710 0</inkml:trace>
  <inkml:trace contextRef="#ctx0" brushRef="#br0" timeOffset="19960.5">6904 13075 3749 0,'0'0'601'0,"0"0"-446"0,0 0 9 0,0 0 36 0,0 0-96 0,0 0-72 15,0 0-32-15,6-72-21 0,5 66-28 0,-5 1-68 16,6 3-86-16,1-1-125 16,-1 0-325-16,-4 1-754 0,5-4-670 0</inkml:trace>
  <inkml:trace contextRef="#ctx0" brushRef="#br0" timeOffset="20597.31">8593 13128 438 0,'0'0'1644'0,"0"0"-1091"0,0 0-359 0,0 0-2 0,0 0 106 0,0 0 51 0,0 0-66 0,0 0-113 16,0 0-80-16,0 80-40 0,-6-48-19 15,0 1-6-15,1-3-23 0,1-1-2 16,-2-4-12-16,4-6-35 0,-2-2-49 15,4-5-87-15,-2-5-78 0,2 2-91 16,-4-5-182-16,2-2-209 0,-2 0-361 16,-7-2 117-16</inkml:trace>
  <inkml:trace contextRef="#ctx0" brushRef="#br0" timeOffset="20863.24">8508 13371 628 0,'0'0'385'0,"0"0"-170"0,0 0 103 16,0 0 33-16,0 0-29 0,85-46-93 15,-58 33-71-15,-2 1-96 0,2-1-49 0,-5 3-13 16,1 1-20-16,-4 2 4 16,-5 4-13-16,-1 0 16 0,-1 3-19 0,-4 0 32 15,-4 0 18-15,-2 1 21 0,-2 4 16 16,5 2 6-16,-5-1-19 0,2 5-17 16,-2 0-8-16,0 1-5 0,0-1 8 15,0 0-1-15,6-1 16 0,-6 0-6 16,0-2-10-16,4-2-17 0,-2 1-2 15,2-3-20-15,-2-2-5 0,4 1-20 16,-4-3 9-16,5 0-35 0,-1 0-67 16,0-4-130-16,4-3-212 0,-1-1-151 15,-1 1-186-15</inkml:trace>
  <inkml:trace contextRef="#ctx0" brushRef="#br0" timeOffset="21540.78">9017 13296 376 0,'0'0'688'0,"0"0"-399"0,0 0-103 16,0 0 129-16,0 0 19 0,0 0-39 16,-25 79-76-16,25-68-68 0,0-3-54 15,0-2-46-15,0-3-51 0,0-1 0 16,0-2 0-16,10 0 6 0,-3 0 36 16,1-5-14-16,0-2-28 0,2-2-16 15,-1 0 15-15,-3-2-12 0,0 2 10 16,4 0 2-16,-5-3-12 0,1 3 11 15,4-2-2-15,-4 0 1 0,0 5 3 16,1 0-2-16,-3 2 1 0,2 1 1 16,-6 3-1-16,0 0 1 0,0 0 19 0,4 0 0 15,-2 3 23-15,-2 4 12 0,0 0-6 16,4 1-19-16,-2-1 3 0,3 0-13 16,-3 0-17-16,4-1-2 0,-2-1-3 15,-2 0 0-15,0-1-10 0,2-3 10 16,-2 0-23-16,-2 1-2 0,0-2 5 0,0 0 1 15,4 0-16-15,-2 0-36 0,5-2-3 16,-3 0-3-16,2-5 28 0,2 1 17 16,-2 1 9-16,3 1 11 0,-3 1 15 15,-2 0 1-15,-2 3-1 0,2 0 0 16,2 0 0-16,1 0 0 0,-3 5 16 16,2 1 0-16,0 2 1 0,-2 1-17 15,5-1 1-15,3 0-1 0,-4-1 2 16,5 0 20-16,-1-2 1 0,3-1 3 0,1-3-10 15,1-1-13-15,1 0-1 0,3-3 11 16,2-4-13-16,-1 0 0 0,1-2-13 16,4-3-6-16,-2 3-13 0,-2-4 6 15,3 1-6-15,-7-1 9 0,2 0-9 16,-5 0 19-16,-3 0 13 0,-3 2 26 0,-10-1 41 16,0 1 27-16,0 2-21 0,-2 0-12 15,-6 3-13-15,-5 4-24 0,-3 2-24 16,-1 1-32-16,1 8 6 0,-5 3 24 15,2 3 2-15,7 4 16 0,-3 1 6 16,7-1 20-16,4 1 12 0,-2-2 10 16,6 0-3-16,0-4-7 0,10-1 16 15,5-3 85-15,5-4-9 0,7-4-61 0,2-2-38 16,0-4-47-16,10-7-11 0,1-1-58 16,-1-5-51-16,6-1-95 0,-1 0-280 15,-11 3-970-15,8-9-40 0</inkml:trace>
  <inkml:trace contextRef="#ctx0" brushRef="#br0" timeOffset="22005.44">8897 12966 3049 0,'0'0'760'0,"0"0"-515"0,0 0-120 0,0 0 0 0,0 0-20 0,0 0-105 0,0 0-65 16,0 0-53-16,0 0-67 0,0 0-158 16,0 0-344-16,56-25-919 0</inkml:trace>
  <inkml:trace contextRef="#ctx0" brushRef="#br0" timeOffset="38011.42">2377 14098 1293 0,'0'0'332'0,"0"0"-141"0,0 0-51 0,0 0 35 0,0 0-16 0,0 0-4 0,0 0 16 16,-43 78 6-16,41-53-35 0,2 4-33 15,0 5 3-15,0 2 57 0,0 3-77 0,0 2-12 16,0-2-17-16,2-2 0 0,2-4-6 16,-2-3-6-16,2-6-23 15,-2-3-26-15,2-6-2 0,-2-3-24 0,3-3-4 16,-1-5 6-16,-4-1 3 0,0-3 0 16,4 0-10-16,-2-7-21 0,-2-4 47 15,4-5 3-15,-2-6-38 0,-2-6 4 16,0-4 8-16,0-4 7 0,0-3 0 15,-2-4 3-15,-2 1 0 0,2-2 0 16,-2 2 4-16,4 0 10 0,0 4-26 16,10 3 6-16,-2 3 21 0,5 5-3 15,1 3-12-15,-1 3 13 0,5 6 3 0,3 2 48 16,2 4-16-16,-1 3-10 0,5 3 26 16,-4 3-26-16,-2 3-21 0,-7 8-1 15,-4 3 29-15,-10 8 28 0,0 1 6 0,-10 4-22 16,-9 1-25-16,-1 2-15 0,-5 0 2 15,-8-2-3-15,4-4 0 0,-2-3-2 16,4-4 2-16,2-6-92 0,3-2 13 16,-1-3-26-16,10 0-22 0,3-5-4 15,6-1-16-15,4 0-168 0,0 0-141 16,10-7-265-16,-1 3-100 0,15-3 176 0</inkml:trace>
  <inkml:trace contextRef="#ctx0" brushRef="#br0" timeOffset="38386.97">2751 14209 1244 0,'0'0'361'0,"0"0"-247"0,0 0 32 0,0 0 52 0,-39 70-33 0,33-51 26 0,0 1-23 0,6-2-20 0,-2-3-6 0,2-1-11 15,0-4-15-15,2-2-36 0,2-4-39 16,2-1-12-16,2-3-28 0,1 0 1 15,-3 0-1-15,0-6 18 0,4-3 4 16,-1-3-7-16,-1 0-1 0,4 0-11 16,-1-2-2-16,-3-2 1 0,-2 4-2 15,2 4-1-15,-4 1 0 0,-2 3 0 16,-2 3 2-16,0 1 20 0,5 0 1 0,-5 0-7 16,2 0 18-16,-2 5 62 0,4 2 147 15,-2 1-95-15,2 2-38 0,-2 1-28 16,2-3-32-16,-2-1-29 0,2 1-20 15,-2-2-1-15,1-2-18 0,3-1-13 16,-6 0-41-16,6-2-80 0,0-1-14 16,0 0 8-16,1-5-58 0,1-3-122 15,4-4-184-15,1-3-171 0,-3 4-26 16,4-12-269-16</inkml:trace>
  <inkml:trace contextRef="#ctx0" brushRef="#br0" timeOffset="38552.47">3092 14068 187 0,'0'0'1054'0,"0"0"-667"15,0 0-111-15,0 0 22 16,0 0 10-16,0 0-25 0,0 0-10 0,5 74-46 16,-5-46-74-16,0 2-33 0,-5 0-12 15,5-1-23-15,-4-1-31 0,4-3-44 16,-4-5-10-16,2-4-22 0,2-5-41 16,0-2-76-16,0-5-55 0,0-3-32 15,0-1-62-15,0 0-99 0,0-2-11 16,0-6-60-16,0-2 39 0,0 0-165 15,0 0 79-15</inkml:trace>
  <inkml:trace contextRef="#ctx0" brushRef="#br0" timeOffset="38780.45">3082 14266 30 0,'0'0'157'0,"0"0"42"0,0 0-7 15,0 0 23-15,0 0 13 0,0 0 10 16,0 0 3-16,81-45-30 0,-73 45-29 16,4 0-23-16,-5 6 0 0,3-1 19 15,-4 0-23-15,0 1-52 0,-2-1-25 0,3 2-1 16,-1-2 26-16,-2 0 47 0,2 1-15 15,-4 2-30-15,2 2-6 0,-2-2-10 16,3 4-13-16,-5 1-22 0,0-2-23 16,0 1-16-16,0-3-15 0,0-2-19 15,2-2-16-15,0-2-22 0,-2 0-44 16,4-2-42-16,-2 1-17 0,4-2-3 16,-6 0-91-16,4-2-185 0,2-3-175 15,1-1-46-15,1-2-123 0</inkml:trace>
  <inkml:trace contextRef="#ctx0" brushRef="#br0" timeOffset="39702.44">3489 14305 177 0,'0'0'307'0,"0"0"2"16,0 0-12-16,0 0-43 0,0 0 29 15,0 0 6-15,0 0-88 0,0 0 9 16,0 0 17-16,0 0-31 0,0 0-6 16,58-3-4-16,-45-5-74 0,1-4-58 15,1-1-22-15,-3 1-19 0,-2-2-11 16,-4 1 0-16,3 4 0 0,-7 1 11 15,-2 0 6-15,0 1 0 0,0 2 13 16,0 0-7-16,-6 0-12 0,-5 1 3 0,1 1 0 16,-2 3-1-16,1 0 0 0,-1 7-15 15,1 2-2-15,-1 4 0 0,2 1-1 0,-1 3 3 16,5-1 0-16,4 1 38 0,2-4 0 16,0 1 6-16,2-2 48 0,9-2-26 15,-3-2-22-15,10-3-3 0,-5 0-13 16,3-5-28-16,-3 0-1 0,3 0-11 15,-5-3-17-15,5-3-15 0,-3-1-6 16,-3-1-48-16,6-2-79 0,-7 1-30 16,3-2-17-16,-4 4 13 0,-1-2 50 15,-1 2 45-15,-2 0 32 0,-4 2 42 16,6 0 22-16,-6 2 19 0,2 0 1 16,2 1 3-16,-2 1 20 0,-2 1 74 15,0 0 83-15,0 3-32 0,2 1-39 0,5 1-6 16,-3 1-1-16,-2 0 10 0,4 0-4 15,0 0 0-15,5 2 54 0,-1-2-39 16,2 1 15-16,1-1-9 0,5-2-79 16,1-2 13-16,-3-2-17 0,1 0-24 15,-5 0-22-15,-3 0-2 0,-1 0-26 16,-2-1-9-16,0-3-32 0,1 2-82 0,-3-6-53 16,2-1-15-16,0-4-41 0,-2-4-105 15,7-1-92-15,-3-2-279 0,2-2 189 16,-4 2 16-16,-2-1 159 0,3 0 151 15,-1-1 166-15,-6 4 55 0,0-2 53 16,0 2 70-16,0 2 151 0,0 6 95 16,0 2-83-16,0 5-28 0,0 0-37 0,0 3 55 15,0 4 94-15,0 5-95 0,0 6-146 16,0 3-17-16,0 7 11 0,0 3-8 16,0 3-22-16,0 0-22 0,0 2-27 15,0-2-16-15,0-1-28 0,0-4-2 16,0-6-43-16,6-3-80 0,-6-6-157 15,4-3-173-15,-4-2-171 0,0-3 79 16,0-2-14-16,0-1 160 0,0-1 220 16,-4-5 181-16,4-2 0 0,-2 0 227 0,-2 1 161 15,4 0-20-15,0-2-58 0,0 1-11 16,4 1 78-16,2-3-30 0,2 1-89 16,1-2-45-16,3-1-24 0,1 2-25 15,-1 1-72-15,0-1-59 0,1 2-33 0,-1 0-19 16,-1 2-22-16,5 0-97 0,-1 0-154 15,3 1-147-15,-3 1-649 0,11-3-110 0</inkml:trace>
  <inkml:trace contextRef="#ctx0" brushRef="#br0" timeOffset="39986.21">4612 13996 1578 0,'0'0'694'0,"0"0"-461"0,0 0-49 0,0 0 144 0,0 0-95 0,0 0-35 0,0 0 27 16,0 0-39-16,0 0-51 0,0 0-21 16,45 77-18-16,-45-55-27 0,0-4-41 15,2-1-25-15,-2-2-3 0,0-3-2 16,0 0-23-16,0 1-37 0,0-3-79 15,-2 3-70-15,2-2-57 0,-4 2-47 16,4-1-88-16,-2-1-55 0,-2 1 21 16,4-3-25-16,0-2 17 0,0-3-106 15,0 1 147-15</inkml:trace>
  <inkml:trace contextRef="#ctx0" brushRef="#br0" timeOffset="40507.14">4612 14247 634 0,'0'0'605'16,"0"0"-143"-16,0 0-78 0,0 0-103 0,0 0-116 16,0 0-36-16,0 0-6 0,0 0-24 15,0 0-38-15,80-46-35 0,-61 33-26 16,2-2-1-16,3 0-1 0,-3 4-21 16,0 0 10-16,-3 0 11 0,5 2-1 15,-6 2 0-15,-5 2-16 0,-2 2-10 16,1 0-13-16,-5 3 19 0,-2 0 20 15,-2 0 3-15,2 6 23 0,-2 5 6 16,-2 1 12-16,0 3 30 0,0 1-4 16,-2 2 4-16,2-2 50 0,-4-3 48 15,4-2-115-15,0-2-54 0,0-1-1 16,4-1-21-16,2-4 6 0,1-1-6 0,3-2 9 16,0 0-22-16,-1-8-19 0,5 0-20 15,-2-2-6-15,1 0 29 0,1-1-22 16,-1 1 37-16,-3-2 23 0,3 4 11 15,-3-2 1-15,2 3 1 0,-6 1 0 16,5 1 0-16,-1 3 0 0,-4 2 19 16,7 0 4-16,-7 0 12 0,6 4 26 0,-3 5-13 15,1 3 32-15,-2-1 3 0,3 4-23 16,-3 5 14-16,0 0-46 0,-2 3 42 16,-2 4-16-16,-4 1 38 0,0-2 78 15,0 0-95-15,-4-1-15 0,-2-5-32 16,-2-1-16-16,-5-3 4 0,1-2-14 15,0-1-2-15,-3-2 0 0,-3 0-22 16,3-5-6-16,1 0-13 0,3-5-6 16,-1-1-12-16,4-4-17 0,1-6-3 15,1-6 10-15,4-2-23 0,-2-2-13 0,4-2-13 16,0-2-32-16,0 5-119 0,6-1-114 16,7 3-294-16,-5 4-143 0,15-11-194 0</inkml:trace>
  <inkml:trace contextRef="#ctx0" brushRef="#br0" timeOffset="40931.38">5310 14096 1001 0,'0'0'1100'0,"0"0"-964"0,0 0-39 0,0 0 158 0,0 0-55 0,23 74-107 0,-23-53-41 0,6-1-30 0,-6 2-3 16,0-3 29-16,0-2 4 0,-6-4-27 15,6-4-24-15,-6-3-1 0,4-2-3 16,0-3-67-16,-4-1-46 0,1 0-25 0,-1-2 5 16,4-3 30-16,-2-1 22 0,-2-3 23 15,6 0 9-15,-2-2 10 0,2-1 19 16,0-3 23-16,0 0 1 0,0-3 15 16,2 0 30-16,-2-1 15 0,6 1 1 15,-6 0-20-15,6 4-13 0,-6 2 13 16,6 0 19-16,1 2 0 0,1-1-25 0,4 1-11 15,-1-1 7-15,3 0 4 0,1 0 6 16,1 0-4-16,1-1 7 0,-1 1 10 16,-3 2 2-16,3 2-2 0,-3-2 2 15,-1 5-6-15,-4 1 7 0,-2 1-7 16,1 2-16-16,-7 0-19 0,0 0 12 16,0 2 39-16,0 5 6 0,-13 5-51 0,5 1-22 15,-4 3-28-15,-1-2-48 0,-3 1-48 16,3 1-13-16,1-2-36 0,-1-3-58 15,7-2-186-15,4-5-332 0,2-3-482 0</inkml:trace>
  <inkml:trace contextRef="#ctx0" brushRef="#br0" timeOffset="41299.54">5627 14082 24 0,'0'0'1937'0,"0"0"-1810"0,0 0-82 0,0 0 36 0,0 0 0 0,0 0-52 0,0 0-28 0,0 0-1 15,0 0 0-15,0 0 0 0,0 0 20 16,72-57 19-16,-72 50-7 0,0 2-13 16,-6-1 1-16,2 3-1 0,-7 1-6 15,5 2-13-15,-6 0-16 0,1 6-20 16,1 5 10-16,-2 2 7 0,-1 1 19 15,5-1 2-15,0 1 60 0,2-1 22 16,1-2 6-16,5-2 61 0,0-1-51 16,0-3-58-16,7-2-13 0,3-1 19 15,4-2-3-15,5-3-45 0,-2-5 0 0,5-7-52 16,1 1-54-16,0-2-61 0,4-4-46 16,0 1-81-16,4-2 31 0,-5 2 205 15,3-2-192-15,-6 3-372 0,-6 5-92 16,-5-1 410-16</inkml:trace>
  <inkml:trace contextRef="#ctx0" brushRef="#br0" timeOffset="41469.07">5914 13891 197 0,'0'0'564'0,"0"0"-226"0,0 0-64 0,0 0-79 16,0 0-94-16,0 0-33 0,0 0-26 15,-45 66 4-15,49-51 32 0,4 2 259 16,6-1-98-16,5 0-87 0,-2 0-26 16,5 2 124-16,3 0 140 0,0 0-143 15,-2 0-95-15,-5-1-14 0,1-1-34 16,-11-1-16-16,-2-1-16 0,-6-1-25 15,0 0-22-15,-8 0-13 0,-6 0-12 16,-5 1-72-16,-2-3-179 0,-8 5-181 0,9-5-329 16,-22 5-801-16</inkml:trace>
  <inkml:trace contextRef="#ctx0" brushRef="#br0" timeOffset="68151.71">24338 5554 1669 0,'0'0'642'0,"0"0"-432"0,0 0 212 0,0 0-332 0,0 0-42 0,-12 72 10 0,10-41 9 0,2 5-13 16,0 1-3-16,0 3-6 0,0 1-17 0,0-2-2 15,0-1 12-15,0-5-6 0,0-7-16 16,0-3 6-16,0-5-20 0,0-7 1 16,0-2 16-16,-4-1-3 0,-3-6-3 15,7-2-1-15,-4 0-12 0,0-2-19 16,2-9-28-16,-4-2 12 0,2-8 9 15,4-1 14-15,0-5 8 0,0-4 1 16,0-5-8-16,4-4 11 0,4-3 3 16,5 1 0-16,1 3-1 0,3 2-1 15,-1 5 2-15,7 5 1 0,-7 4-2 16,7 7-2-16,0 5-2 0,0 7 0 0,-1 4 2 16,-1 1 51-16,2 10 6 0,0 3-15 15,-1 4-17-15,-5 5 3 0,-1 1 1 16,-3 6 3-16,-13 0-1 0,0 0 67 15,-6-2-7-15,-11 1-32 0,-6-5-24 0,-2 0-13 16,-6-4-6-16,3-1-16 0,-3-6-1 16,0-1-31-16,10-6-78 0,2 0-75 15,9-4-59-15,4-1-81 0,6-1-137 16,0 0-182-16,2-3-433 0,8-5 369 0</inkml:trace>
  <inkml:trace contextRef="#ctx0" brushRef="#br0" timeOffset="68494.27">24801 5764 1115 0,'0'0'816'15,"0"0"-547"-15,0 0-58 0,0 0 37 16,0 0-61-16,-82 36-24 0,71-19-31 16,1-2-40-16,4 2-5 0,0-2 2 15,6-1 6-15,0-1-41 0,4-1-32 16,4-5-11-16,2 1-11 0,1-4-35 15,5-3 35-15,-3-1 16 0,3 0-4 16,1-3-12-16,-3-2-1 0,1-2-18 0,-3 1 17 16,-2 0 2-16,-3 1 0 0,-3 2 1 15,2 3 25-15,0-2-4 0,-2 2-10 16,2 0 42-16,1 2 28 0,3 3-3 16,2 4-16-16,1-2-29 0,3 1-9 0,-5-1-9 15,-1 1 6-15,2-2 3 0,-5-3-9 16,1 1-4-16,0-3-10 0,-2-1-2 15,5 0-40-15,-1-4-48 0,2-4-44 16,-1-5-51-16,1-4-90 0,3-1-146 16,-3-1-139-16,2-2-166 0,-5 6 15 15,7-10-47-15</inkml:trace>
  <inkml:trace contextRef="#ctx0" brushRef="#br0" timeOffset="69073.17">25204 5634 324 0,'0'0'554'16,"0"0"-183"-16,0 0-26 0,0 0-62 0,0 65-53 15,0-36-45-15,0 2-17 0,0 1-3 16,0 1 2-16,0-1 0 0,0 0-38 16,0-4-75-16,0-3-19 0,0-3 9 0,0-5-44 15,0-4-29-15,0-4-32 0,2-3 32 16,1-3-60-16,-3-3-36 0,0 0 38 16,0 0-32-16,4-7 28 0,2-3 11 15,2-1 47-15,2-2 14 0,-1-4 6 16,3 0 11-16,1-1 2 0,5 2-1 15,-8-2-2-15,9 2-14 0,0 3-2 16,-1 5-4-16,-1 2-19 0,6 3 0 16,-3 1-10-16,5 2 30 0,-2 0 11 15,2 0 11-15,-5 0 19 0,3 0 11 16,-13 0-5-16,7 0 14 0,-9 0 16 16,-2 0-3-16,-4-4 3 0,3 4 32 15,-5-1 13-15,0-1-19 0,0 0-23 0,-5 2-4 16,1 0 26-16,-2 0 1 0,2 0-33 15,2 0-10-15,-4 5 1 0,2 1 15 16,4 3 38-16,-3-1 64 0,3 3-57 0,0-3-36 16,0 3-22-16,3-5 0 0,1 2-12 15,2-2-7-15,0-2-19 0,0 0 16 16,-2-1-16-16,3-3 10 0,5 0-13 16,-6 0-23-16,5 0-11 0,-3-5 9 15,0 2 9-15,-2-3 13 0,-2 0-1 16,3 0 2-16,-1 1 2 0,-6-1 0 15,2 2 16-15,2 2 19 0,-4 1 0 16,0 1-10-16,0 0 0 0,0 0 16 16,0 0 6-16,4 3-9 0,-4 6 27 0,11-2-10 15,-5 4-2-15,6-2-9 16,-2 3-4-16,3-1-15 0,3-3-9 0,1-1-14 16,2-1-2-16,-5-3-44 15,3-1-46-15,-5-2-34 0,-2 0-51 0,-4 0-43 16,-1-2-135-16,-3-3-154 0,-2-1-88 15,0 1-181-15,0-3-315 0</inkml:trace>
  <inkml:trace contextRef="#ctx0" brushRef="#br0" timeOffset="69508.87">25198 5496 1327 0,'0'0'767'0,"0"0"-394"0,0 0-3 0,0 0 72 0,-6 83-99 0,6-46 16 0,6 2-117 0,0 4-105 16,-4-2-75-16,1-2-47 0,3 0-15 15,0-6-59-15,-2 2-43 0,-2-5-136 16,-2-5-92-16,0 1-73 0,-6 0-194 0,0-8-521 16,-5 6-156-16</inkml:trace>
  <inkml:trace contextRef="#ctx0" brushRef="#br0" timeOffset="69991.85">24156 6217 1548 0,'0'0'568'0,"0"0"-316"0,0 0 129 0,0 0 49 0,79 33-10 0,-29-24-42 0,18 2-80 0,23-5-53 0,18 1-27 0,24-5-67 16,24-1-72-16,18-1-61 16,11 0-18-16,11 0-34 0,-1 0-15 0,-4 0-95 15,-1 0-32-15,-16 2-164 0,-11 0-210 16,-49 2-795-16,11-3-815 0</inkml:trace>
  <inkml:trace contextRef="#ctx0" brushRef="#br0" timeOffset="76789.2">24725 6838 2154 0,'0'0'456'0,"0"0"-299"0,0 0-102 0,0 0 90 0,0 0 72 0,0 0 35 0,6 80-90 16,-8-49-99-16,-8 3-31 0,5 0 0 16,-7 0-1-16,2-3 4 0,1-2-4 0,3-4-12 15,4-5 0-15,2-8-16 16,0-2-3-16,0-4 1 0,0-5 0 0,0-1-1 16,0-1 0-16,0-9-2 0,0-4-55 15,0-3 35-15,0-5-22 0,0-4 6 16,2-4 4-16,4-2-8 0,3-3 20 15,1-1-6-15,2 0 26 0,-1 4 1 16,1 3 1-16,-1 5-1 0,-5 6 2 16,2 4 10-16,-6 5-8 0,2 5 13 15,-2 4 3-15,-2 3 22 0,0 8-12 16,0 4 50-16,7 7-13 0,-1 3-25 16,4 4-7-16,5-2 20 0,3 3 15 0,5 0-9 15,2-2-16-15,2-4-13 0,-1 0-12 16,3-6-4-16,-6-4-2 0,4-4-10 15,-4-3 28-15,-1-3 9 0,1-4-9 16,-6-3-18-16,5-5-11 0,-5-6 17 16,2-3-1-16,-3-4-15 0,-6 0 10 0,3-3-1 15,-7-5 4-15,-2 1-4 0,-4 2-12 16,0 1-1-16,0 2-1 0,0 4-23 16,0 6-25-16,0 3-46 0,0 3-82 15,0 3-61-15,0 4-80 0,0 0-195 16,0 3-282-16,0 10-566 0</inkml:trace>
  <inkml:trace contextRef="#ctx0" brushRef="#br0" timeOffset="77102.26">25362 7010 135 0,'0'0'1019'0,"0"0"-625"0,0 0-53 0,0 0-1 0,0 0-55 0,0 0 21 16,0 0-36-16,0 0-91 0,0 0-52 0,0 0-41 15,0 0-1-15,16 65 52 0,-10-57 20 16,0-1-16-16,-1-1-12 0,3-2-10 16,0-3-17-16,2-1-21 0,-1 0-41 15,7-1-37-15,-1-9 13 0,-1 1-4 16,5-5-11-16,-5-1 18 0,3 1-1 16,-11-2 1-16,-2 3 12 0,0-2 0 15,-4 4-1-15,-4-2-14 0,-4 3-16 16,-7-1-3-16,3 2-25 0,-2 3-9 15,-3 0-28-15,-2 4-6 0,3 1-16 16,-1 1 0-16,7 0-9 0,-2 1-32 16,7 1-55-16,3 3-129 0,2-2-221 15,2 0-224-15,3-1-331 0,7 2 57 0</inkml:trace>
  <inkml:trace contextRef="#ctx0" brushRef="#br0" timeOffset="78007.07">26265 6915 783 0,'0'0'671'0,"0"0"-398"0,0 0 16 0,0 0 74 0,0 0-1 0,0 0-41 0,0 0-81 0,0 0-43 16,0 0-55-16,0 0-28 0,-77-16 18 15,61 31 19-15,-1 4-35 0,1 2-41 0,3 1 9 16,3-1 28-16,4-2 36 0,6-2-43 15,4-4-47-15,4-2-33 0,9-3-7 16,-1-2-18-16,1-2-14 0,6-2-26 16,-1-2-6-16,-1 0-9 0,4-7 27 15,-5-4 6-15,1-2-15 0,-6-5-37 16,1-1-19-16,-6-4-9 0,1-1 70 16,-5-2 4-16,-4-2 7 0,2-3 5 15,-2-1 16-15,-2 1 9 0,4 3-7 0,-4 5 14 16,0 6 3-16,0 6 18 0,0 9 13 15,-4 2-4-15,-2 5-12 0,0 4-6 16,0 8 25-16,-1 7 0 0,3 1 27 16,-2 4-34-16,2 2 25 0,2 0-13 15,2 0-5-15,0-3-10 0,2-3-43 0,8-3-35 16,-1-5-61-16,3-4 38 16,0-1-34-16,3-3-66 0,-3-4-50 0,3-1-49 15,-1-4-99-15,-1 0-87 0,3 0-103 16,-1-5 19-16,-1-1 37 0,5-5 194 15,-5 3-150-15,3-3-11 0,-3 0 190 16,-1 3 225-16,-5-1 42 0,2 1 29 16,-4 3 62-16,-6 2 115 0,2 1 51 0,-2 2 82 15,0 0 35-15,0 2-29 0,-2 4 28 16,-4 2-29-16,6 3-102 0,-4 1-14 16,4 0-33-16,0 0 3 0,4-1-13 15,2-2-11-15,5 0 25 0,1-2-39 16,5-4-69-16,-7 0-44 0,13-2 3 15,-7-1 0-15,7 0 34 0,-6 0-48 16,5-3-36-16,-5-1 0 0,1-1 14 0,1 0-14 16,-5 0-1-16,3 1 0 15,-11-2-1-15,-2 0 2 0,3-2 3 0,-7-1 44 16,0 0-1-16,0-1 10 0,-7-3-35 16,-1 1 1-16,-6 1-16 0,-3-1-6 15,-4 3-22-15,3 3-12 0,-3 3 7 0,3 2-7 16,3 1-41-16,3 0-18 0,-1 0-28 15,7 0-13-15,4 0-55 0,2 0-102 16,0-2-138-16,2 1-111 0,10 0 171 16,1 1 169-16,1-1 80 0,5-1 35 15,4 2 69-15,-1-1 3 0,5 0-23 16,6 0-149-16,2-2-124 0,5-1-23 16,-13 0-245-16</inkml:trace>
  <inkml:trace contextRef="#ctx0" brushRef="#br0" timeOffset="78184.19">27141 6884 1056 0,'0'0'709'0,"0"0"-287"0,0 0-60 16,0 0-104-16,0 0-33 0,0 0-30 0,-84 11-77 0,65 1-45 0,-2 2 10 0,3 3 34 0,7-1 44 0,5 0-26 0,6-1-47 0,2-2-37 0,9-1-51 16,5-2-35-16,3-2-28 0,1-2 44 0,-1-1-43 15,2-4 11-15,-3 0-5 0,3 1-87 16,2-2-21-16,-1 0 59 0,3 0-112 15,2-3-217-15,4-5-216 0,-8 0-518 16</inkml:trace>
  <inkml:trace contextRef="#ctx0" brushRef="#br0" timeOffset="79174.09">27478 6710 1236 0,'0'0'686'15,"0"0"-297"-15,0 0-72 0,0 0-143 0,0 0-17 16,0 0 202-16,0 0-194 0,0 0-51 15,-39 76-35-15,39-44-44 0,8 3-19 16,0 1 3-16,5 1-17 0,3-1 10 16,-5-4-12-16,5-2-2 0,-3-6-26 15,-3-2-4-15,0-8-22 0,-8-2-41 0,3-2 3 16,-5-7-3-16,0 1-20 0,0-4 51 16,0 0-9-16,-5-4-30 0,5-4-80 15,0-5-7-15,5-3 32 0,1 1 61 16,2-4 68-16,0 1 29 0,5-1 11 15,-3 3 21-15,0-1 10 0,1 3 4 16,-3 3-14-16,2 2-6 0,1 2-24 16,-5 2 11-16,6 4-10 0,-6 0 20 15,5-1 2-15,-1 2 8 0,-4 0-1 16,5 0 6-16,-5 0 1 0,0 4 16 0,-6 0 25 16,2 1 10-16,-2 2 38 15,0 4 48-15,0 1-65 0,0 1-34 0,0 1-23 16,4 0 3-16,-2-1 6 0,7-1 4 15,1-1-11-15,9-2 20 0,1 0-4 16,3-1-12-16,2-5-20 0,0 0-18 16,-5-3-6-16,1 0-13 0,-9 0 23 0,5-6-4 15,-7-1-9-15,3-2 9 0,-3-1-19 16,-4-1 15-16,-2 0-2 0,-4-1 0 16,0-1-4-16,-10 3-10 0,-7-1-2 15,-5 2-14-15,-3 2-36 0,-6 1-13 16,2 2-19-16,4 1-9 0,4 2 0 15,11 1-26-15,4-1-29 0,6 1-89 16,4-1-123-16,4-1 36 0,9 0 229 16,-1 2 63-16,1-1 14 0,4 1 16 15,-1 0 3-15,1 0 90 0,8 0 23 0,-6 0-80 16,3 1-18-16,8 4-17 0,1 2 94 16,4 1-40-16,0 0-53 0,1 1 1 15,-5 0 20-15,2-1 28 0,-8 0 65 16,0-2-37-16,-13-2 46 0,-5 0-1 15,-5-3-10-15,-6 0 108 0,2-1 29 0,-2 0 3 16,0 0-40-16,0 0-63 16,0 0-53-16,0 0-30 0,0 0-25 0,0 0-12 15,0 0-13-15,0 0 3 0,0 0 4 16,0-2-15-16,0-6-10 0,0-4-55 16,0-4 3-16,0-2 0 0,0 0-31 15,6 0-19-15,2 0-18 0,3 1-26 16,7 3-41-16,3-1-77 0,4 2-83 15,8 4-86-15,-4-2 25 0,4 3 89 16,-2 0 66-16,0 2 94 0,-8 1 88 16,-7 2 71-16,-6-1 2 0,-3 3 95 0,-1 1 78 15,-6 0-39-15,0 0-39 0,0 0 13 16,0 0 45-16,0 0-33 0,0 0-15 16,0 4 24-16,-6-1 64 0,-1 2-20 15,3 1-44-15,-8 2-5 0,2 1 7 16,-3 2-10-16,9-2-39 0,-2 4-40 0,2-1-18 15,4 4 2-15,4-1 38 0,2 3 15 16,9 3 9-16,3-1 0 0,-1 2 43 16,1 0-25-16,3 3-65 0,2-4-9 15,-7 1 30-15,7-4-42 0,-15-4-21 16,1-3-1-16,-9-6 24 0,0 1-8 16,-7-5-16-16,-1 5-25 0,-11-1-21 0,-10-2-111 15,-4 0-115-15,-4-3-150 0,6 0-590 16,-18 0-712-16</inkml:trace>
  <inkml:trace contextRef="#ctx0" brushRef="#br0" timeOffset="85603.24">25006 7545 1445 0,'0'0'1044'0,"0"0"-786"0,0 0-165 0,0 0 13 0,0 0 19 0,0 0 45 0,0 0 43 16,0 0-114-16,-83-43-74 0,61 43-25 0,-5 4 1 15,2 5 24-15,-4 4-9 16,2 3-3-16,2 0-1 0,0 4 4 0,1 1 0 15,7 0 22-15,1 0 28 0,9 1 88 16,5-3-69-16,2-1-73 0,13 0-10 16,5-2 0-16,9 2 10 0,2-2 8 15,6 0-1-15,-2 1-4 0,2-3-2 0,-1 1-1 16,-8-1-9-16,-7-1 16 0,-2 2-3 16,-9-4 6-16,-8 2 15 0,0-2 72 15,-13 1 27-15,-5-2-65 0,-3 1-37 16,0-4-12-16,1 0-7 0,-9-2-15 15,12-4-2-15,-5 2-23 0,1-2-8 16,2-1-35-16,3 0-41 0,-1 0-52 16,9 0-44-16,-2 0-74 0,10-3-213 15,0-1-260-15,0 1-429 0,10-4 13 0</inkml:trace>
  <inkml:trace contextRef="#ctx0" brushRef="#br0" timeOffset="86539.56">25136 7862 148 0,'0'0'805'0,"0"0"-209"0,0 0-301 16,0 0-87-16,0 0-1 0,0 0-25 15,0 0-27-15,0 0-33 0,0 0-35 16,0 0 3-16,52-65 13 0,-52 53 38 16,0 1-1-16,-6-3-25 0,-1 4-20 15,1-1-19-15,-4 4-6 0,0 3 6 16,1 3 9-16,-1 1 16 0,0 1-17 15,-3 7-18-15,3 5-12 0,-2 1-26 16,1 4-24-16,1-2 8 0,-3 4 4 16,7-2 2-16,4 1 4 0,0-2 3 15,2 1 0-15,0-5-14 0,10-1-11 0,3-1-21 16,8-5-20-16,1-1 25 0,5-3 16 16,4-2 0-16,-4 0-11 0,2-7-5 15,-4 1-43-15,-5-3-36 0,3-1-11 16,-6-2-14-16,-1-1-13 0,-5-1-9 15,-1 0-20-15,-2-4-46 0,3 4-48 0,-5-3-128 16,2 1-40-16,-6 5-53 0,4 1 207 16,-6 3 146-16,4 1 124 0,-4 6 46 15,0 0 120-15,0 0 3 0,-4 9-101 16,4-2 69-16,-6 4 38 0,6 1 3 16,0 3 23-16,0-1-20 0,4 0-7 15,2 1 7-15,1-2-11 0,-1-1-1 16,0 0 10-16,-2-5-33 0,2 2-35 15,1-4-58-15,-1-1-40 0,-6-3-10 16,0-1 13-16,4 0 9 0,-4 0 7 0,2-3-17 16,2-5 7-16,2-1 4 0,-4-4-26 15,5-1-16-15,-1 0-19 0,2 0-12 16,-2-1-16-16,5 1-4 0,-1 3 4 16,0 0 6-16,3 4 3 0,-1 0 6 15,-4 1 26-15,1 2 21 0,3 1 0 16,-2 2 1-16,1-1 45 0,1 2-7 0,-2 0-3 15,-1 5 6-15,-3 0-3 0,0 2-6 16,-4 4-4-16,4-2 0 0,-6 0 7 16,4 2-3-16,-2 0 6 0,3-2-4 15,1 2 13-15,-6 0 7 0,6-3 31 16,-6 3 63-16,4-2-67 0,-4 0-38 16,0-2-8-16,6 0-11 0,-6-2-5 15,5 1-18-15,-3-4-1 0,2 2-15 0,-2-4-13 16,2 2 0-16,2 0 12 0,-6-2 16 15,6 0 0-15,-6 0 2 0,4 0 1 16,-4 0 13-16,7-2 15 0,-7-1-6 16,4-1-4-16,-2-2-20 0,2 3 2 15,-2-2-1-15,2 0 0 0,-2-1 10 16,2 4-10-16,-4-2 0 0,2 0 1 16,-2 1 0-16,5-1-1 0,-5 2 2 0,0-3 11 15,0 1-3-15,0-3 1 0,0 0-11 16,0-1-1-16,2-2-1 0,0-3 0 15,2 1 3-15,-2-1 16 0,4-2-4 16,4 2-12-16,-1 0-2 0,-1-1-1 0,4-1-2 16,-1 4-10-16,1 1-1 0,-2 2-5 15,-3 1-10-15,-1 4-3 0,-2 0 0 16,-2 2 3-16,-2 1 0 0,0 0-6 16,0 0-16-16,0 0-25 0,0 0-32 15,0 5-63-15,0 2-120 0,-6 0-217 16,4-1-312-16,-9 6-759 0</inkml:trace>
  <inkml:trace contextRef="#ctx0" brushRef="#br0" timeOffset="86813.48">25920 7788 1203 0,'0'0'491'0,"0"0"-283"0,0 0-53 0,0 0 17 0,0 0 94 0,0 0-2 0,0 0-42 15,0 0-53-15,0 0 4 0,0 0 8 16,20 69-38-16,-16-55-20 0,-2-2 21 16,-2 3 20-16,0-4-48 0,7-1-26 15,-7-4-18-15,6-1-38 0,-6-3-34 16,4 1-17-16,-4-2-20 0,2 2-10 16,2 1 1-16,-4 0-1 0,2-2-19 15,2 2-60-15,1-3-163 0,1-1-69 16,4 0-129-16,-2-5-203 0,3 0-395 15,-1-7 54-15</inkml:trace>
  <inkml:trace contextRef="#ctx0" brushRef="#br0" timeOffset="87247.16">26217 7824 1585 0,'0'0'429'0,"0"0"-306"0,0 0 1 0,0 0 18 15,0 0 58-15,0 0-3 0,0 0-40 16,0 0-41-16,0 0-21 0,0 0-21 16,11 51-17-16,-11-49-12 0,4-1-23 15,-2 1 1-15,-2 0-21 0,4-2-1 16,-2 1-1-16,2 2 0 0,-2-1-1 16,2-1 0-16,-2-1 0 0,3 1-1 15,-5-1 0-15,0 2 0 0,2-2 0 16,-2 1 1-16,0-1 1 0,0 0 2 0,0 0 0 15,0 0 11-15,0 0-10 0,0 0 10 16,0 0-10-16,0 0 19 0,0 0-3 16,0 0 7-16,0 0-4 0,0 0-6 15,0 0-3-15,0 1-10 0,0 1-1 16,4 3 42-16,-4 0-15 0,0 0-4 16,0-3 13-16,0 2-13 0,0-2-23 0,0-1 11 15,0 0-13-15,0 0-2 0,0 1 2 16,2-2 2-16,-2 0 11 0,0 0-11 15,0 0-1-15,0 0 0 0,0 0 1 16,0 0 0-16,0 0 11 0,0 0-13 16,0 0-1-16,0 0-34 0,0 0-92 15,0 0-168-15,2-4-102 0,-2-3-77 16,4 0-125-16,-2-4 3 0,-2 6-75 16,0-5 140-16,-8 54 508 0</inkml:trace>
  <inkml:trace contextRef="#ctx0" brushRef="#br0" timeOffset="87565.68">26343 7774 572 0,'0'0'443'0,"0"0"-153"0,0 0-1 0,0 0-19 0,0 0-27 0,0 0-29 0,0 0-4 15,0 0 35-15,0 0-7 0,0 0-11 16,0 0-65-16,-8 4-92 0,-8 3-69 15,-1 1 0-15,-2 3 2 0,-1 3 51 16,1 1 25-16,3-1 19 0,1 2 116 16,3-2-89-16,6 3-52 0,6-3-39 15,0 0-21-15,0 0-10 0,10-2 0 16,2-1-3-16,-1-1 0 0,1-2-3 0,7-2-10 16,-5-4 1-16,9-1-4 15,-7-1-24-15,1 0-55 0,-1-2-81 0,1-5-64 16,-3-3-56-16,1-1-117 0,-3-1-294 15,1 3-309-15,1-9-117 0</inkml:trace>
  <inkml:trace contextRef="#ctx0" brushRef="#br0" timeOffset="87896.48">26505 7894 981 0,'0'0'427'16,"0"0"-174"-16,0 0 79 0,0 0 21 15,0 0-75-15,89 8-72 0,-61-15-62 16,-1-5-80-16,2 1-25 0,0-3-4 0,-8 1-16 16,-3-1-16-16,-7 0 0 0,1 1-3 15,-8-3-16-15,-2 2 16 0,-2 0-1 16,-2-1 1-16,-8-3 0 0,4 2 0 16,-9 2 12-16,3 3 17 0,-7 7 25 15,3 4-15-15,-7 1-23 0,2 12-15 16,3 4 2-16,1 4 13 0,1 3 22 0,5 3 38 15,5-2 162-15,0 0-86 0,2-2-45 16,4 0-23-16,6-3 5 0,6-1 36 16,7-4 12-16,4-2-47 0,12-5-34 15,0-3-37-15,8-4-19 0,5-1-28 16,0-6-96-16,3-6-264 0,5-3-269 16,-21 2-734-16,17-13-364 0</inkml:trace>
  <inkml:trace contextRef="#ctx0" brushRef="#br0" timeOffset="88609.32">27844 7475 471 0,'0'0'2089'0,"0"0"-1600"0,0 0-291 0,0 0-70 0,0 0 138 0,0 0 46 15,0 0-83-15,0 0-73 0,0 83-38 16,-6-40-32-16,-4 3-18 0,8-2-9 0,-5-1-28 15,3-5-31-15,2-6-12 16,2-4-12-16,0-6-13 0,0-1-16 0,2-7-77 16,-2-4-81-16,0-3-71 0,0-4-169 15,0-1-246-15,0-2-82 0,0 0-371 16,-6-5 390-16</inkml:trace>
  <inkml:trace contextRef="#ctx0" brushRef="#br0" timeOffset="88871.72">27730 7851 353 0,'0'0'541'16,"0"0"-160"-16,0 0-111 0,0 0-13 0,0 0 55 15,0 0-21-15,0 0-20 0,79-70-39 16,-50 58-20-16,0 3-2 0,2 0-13 16,0 1-23-16,-8 1-41 0,-3 3-48 15,-1-1-32-15,-3 3-25 0,1 1 10 16,-5 1-12-16,5 0-11 0,-7 3-2 16,3 3-1-16,-1 6 7 0,-4-1-6 0,5 2 2 15,-9 0 4-15,2 2-16 16,0-1 13-16,-6 1-1 0,0-2-12 0,0-5 8 15,2 2-11-15,2-4-13 0,-4 0-9 16,3-3 1-16,-1 0-17 0,-2-1-9 16,6-2-45-16,-6 0-61 0,6 0-43 15,0-6-55-15,0-1-135 0,5-3-120 16,-1-2-200-16,7 1-52 0,-5 2 12 16</inkml:trace>
  <inkml:trace contextRef="#ctx0" brushRef="#br0" timeOffset="89522.23">28348 7768 383 0,'0'0'586'15,"0"0"-68"-15,0 0-37 0,0 0-79 16,0 0-64-16,0 0-48 0,0 0-50 16,0 0-65-16,0 0-26 0,0 0-41 15,27 60-55-15,-25-56-8 0,-2-3-14 0,7 1-12 16,-3-2 6-16,-2 0-3 16,8 0-6-16,-4-3-3 0,7-3-11 0,-5-2-2 15,0 0-12-15,-1 2 10 0,3-1 0 16,-4 2-11-16,-2-1-2 0,2 2 2 15,5 0-3-15,1 0-3 0,-2 4-3 16,7 0 19-16,2 0-8 0,-5 0 11 16,5 0 1-16,-7 4 1 0,5 0 0 15,-1 0-1-15,-8 2-1 0,1-1 0 16,-3 1 2-16,0 0 1 0,0 0 13 0,-2 0 6 16,-2 0-3-16,3-1 3 0,-3 2-22 15,0-4-12-15,-2 1 0 0,6-3-7 16,-6 1 16-16,6-2-19 0,-6 0 6 15,6 0-6-15,-2-2-22 0,3 0-29 16,-5-1-9-16,2-3 6 0,-2 3 9 0,0-1 13 16,-2 2 22-16,6-1 6 0,-2 1 14 15,-2 1 11-15,9-1 1 16,-3 2 0-16,7 0 0 0,-3 0 22 0,11 2 16 16,-3 1 0-16,3 2 10 0,0 2 25 15,6 1 6-15,-4-1-12 0,-1 0-1 16,3-1-12-16,-2 0-10 0,-4-4-25 15,-1 1-16-15,1-3 9 0,2 0-12 0,-3-1 0 16,-1-6-3-16,-2-1-9 0,5 0 8 16,-7-3-18-16,-1-1 0 0,3-1-6 15,-7-2-3-15,-4 1-10 0,5-4-20 16,-5 0-24-16,-6 1-14 0,0 0 20 16,0 3 19-16,0 3 34 0,-10 5 26 15,3 5-13-15,-7 1-28 0,-1 4 2 16,-1 6 36-16,-1 5 3 0,1-1 29 15,8 4 48-15,-3 0 43 0,7 0-2 16,4-2-10-16,0 1-17 0,2 0 4 0,6-2-7 16,11-3 12-16,2 0 79 0,14-6-85 15,-2-1-54-15,6-4-19 0,3-1-21 16,1-1-22-16,-10-8-31 0,0 0-130 16,-10-3-82-16,-7-3-118 0,-14 1-350 15,-2 1-507-15,-12-11-217 0</inkml:trace>
  <inkml:trace contextRef="#ctx0" brushRef="#br0" timeOffset="89696.51">28396 7420 47 0,'0'0'3245'0,"0"0"-2741"0,0 0-334 0,0 0-60 0,0 0 3 0,0 0 64 0,0 0-93 0,118 36-84 15,-73-32-67-15,-1 0-103 0,-5 0-100 0,-6 0-312 16,-12-2-657-16,-7-1-575 0</inkml:trace>
  <inkml:trace contextRef="#ctx0" brushRef="#br0" timeOffset="106032.92">28276 1242 1338 0,'0'0'257'0,"0"0"-91"0,0 0 29 0,0 0-56 0,0 0-74 0,0 0-45 0,0 0-17 0,0 0 88 15,0 0 103-15,19 67-14 0,-9-17-25 0,0 14-20 16,-3 15 28-16,-1 15-22 15,-6 13-33-15,0 10 16 0,-11 7-13 16,5 0-6-16,-6 0-30 0,8-6-18 0,-9-3-16 16,7-7-41-16,-4-4-18 0,2-6-16 15,-5-5-48-15,-5-5-13 0,3-10-79 16,-4-8-1-16,1-9-94 0,1-9-23 0,7-9-18 16,4-8-82-16,6-6-229 15,0-12-154-15,10-2 149 0</inkml:trace>
  <inkml:trace contextRef="#ctx0" brushRef="#br0" timeOffset="106353.7">27646 3059 2297 0,'0'0'294'0,"0"0"-190"0,0 0-101 16,0 0-3-16,0 0 112 0,130 26 91 15,-54-26 30-15,22 0-61 0,21-5-19 16,22-6-30-16,16-7-28 0,23-1-48 15,23-4-31-15,16 0-15 0,12 0-1 16,9 4-1-16,2 3-37 0,-2 7 3 16,-11 8-18-16,-14 2-55 0,-25 11-133 15,-20 1-236-15,-24 0-213 0,-44-1-528 0</inkml:trace>
  <inkml:trace contextRef="#ctx0" brushRef="#br0" timeOffset="108037.16">28373 2938 47 0,'0'0'759'0,"0"0"-407"0,0 0-231 0,0 0-63 0,0 0 79 0,0 0 32 0,0 0 0 0,0 0-42 0,0 0-46 16,0 0 22-16,85 16 1 0,-56-19-23 15,2-4-19-15,2-4-27 0,2-1-3 16,-4-2-9-16,0-1-22 0,-2-2 0 15,-2-1 12-15,2-1 3 0,-8 0 26 16,3-1 0-16,-7-1 16 0,6 0 4 16,-1-1-17-16,1 0-26 0,0-1-19 15,-2-3-2-15,8-1-1 0,-7-3-1 16,7 1-12-16,-6 2-10 0,-2-3 26 16,1 3 0-16,-1 0 2 0,-6 3 14 0,1 1-13 15,-6 2 0-15,3 3 23 0,-3 0-4 16,-2 3-18-16,1 2 15 0,-3-3-19 15,4 3-23-15,-2 0-2 0,3-2 9 0,-1 2-4 16,3 0 19-16,-3 0-2 0,0 1 3 16,3-3 0-16,3 1 16 0,-6-2-3 15,1 0 0-15,1 1 3 0,1-4 0 16,-5 1-16-16,0-1-3 0,5-1 0 16,3-1-36-16,-6 0 20 0,7 3-1 15,-5 1 18-15,3 1 2 0,-3 3-16 16,1 3 16-16,-9 1 3 0,2 3 10 15,0-3 3-15,0 4 4 0,5 1 5 0,-5-2 1 16,-2 1-23-16,2 0-1 0,0 3 24 16,5-3 3-16,1 1 19 0,5 3 7 15,-1-1-20-15,1 0-16 0,1 0 1 16,3 2-18-16,-2 0 1 0,-3 0 13 16,1 6 3-16,6 1-16 0,-7 2 13 15,7 3-12-15,0-3-5 0,3 4 1 16,10 1-4-16,-3-1-12 0,0-2 16 0,2 1-2 15,-2-1 0-15,0 0 1 0,-2 1-2 16,-4 1 2-16,-4 0 0 0,-3-1 1 16,-5 0-1-16,-1 0 1 0,-3 1 3 15,1 1 10-15,-2 0-11 0,-4 0 14 16,7 3 6-16,-3 1-19 0,1 1 17 16,1 3 5-16,0 1 1 0,1-3-10 15,-5 3-13-15,4-2 29 0,-1 0-19 16,-3-1 18-16,0 0 1 0,-1 1-16 0,-1-2 10 15,0-1-1-15,4 0 13 0,1 0-3 16,1-3-9-16,5 1-10 0,-1-2-13 16,1-1 19-16,-1 1-21 0,-3 0 12 15,5-1 6-15,-3 2-3 0,1-2-13 16,3-1-1-16,-3 0 14 0,7-2-16 16,-6-1 2-16,7-1 1 0,1-2-1 0,-2-1 0 15,2 2 23-15,0-1-21 16,-5 0 18-16,1 1-21 0,4-2 0 0,-1-1 0 15,5-1 40-15,4-3 35 0,5 0-54 16,3-4-19-16,5-5-1 0,-1 0-2 16,-6-1-6-16,1-1-29 0,-12 3 16 15,-5 0-91-15,-4 1-4 0,-11 2-29 16,-2 3-33-16,-6 2-38 0,0 0-8 16,-2 0-71-16,-8 0-255 0,0 0-484 0,-9 0 240 15</inkml:trace>
  <inkml:trace contextRef="#ctx0" brushRef="#br0" timeOffset="108634.83">29690 1595 1737 0,'0'0'286'0,"0"0"-98"0,0 0 64 0,0 0-29 0,0 0-81 0,0 0-104 0,0 0 55 15,-2 100 64-15,8-26-19 0,0 17-17 0,-4 19-16 16,3 14-39-16,-3 9 93 16,2 7-5-16,4 2-66 0,0 3-10 0,9-5-78 15,-5-7-12-15,-1-10-126 0,1-14-115 16,-2-13 28-16,-3-14-21 0,-7-10-119 16,2-10-106-16,-2-17-266 0,-2 5-608 0</inkml:trace>
  <inkml:trace contextRef="#ctx0" brushRef="#br0" timeOffset="126506.77">25058 8551 1 0,'0'0'101'0,"0"0"-26"0,0 0-13 0,0 0-16 0,0 0-17 0,0 0-26 0,0 0 20 0,0 0 36 0,0 0 65 15,4-5 58-15,-2 5 20 0,-2 0-3 16,0 0-20-16,0 0-32 0,0 0-27 16,0 0-29-16,0 0-16 0,0 0-10 15,0 0-7-15,0 0-9 0,0 0 0 16,0-1 9-16,0 0 0 0,0 0-32 15,0-2 20-15,0 2-4 0,0 1-10 16,0-1 10-16,0 0 4 0,0-1-14 0,0 0-13 16,-2 1-15-16,-2-1-1 0,4-1-2 15,0 2 2-15,-2 0 10 0,-3 0 3 16,5 1 0-16,0 0 1 0,0 0-14 16,0 0 0-16,0 0-2 0,0 0-1 15,0 0-1-15,0 0-15 0,0 0 14 16,0 0 2-16,0 0 0 0,0 0 3 0,0 0 16 15,0 0-2-15,0 0-4 0,0 0-13 16,0 0-13-16,0 0-10 0,0 0-6 16,0 0 6-16,0 0 7 0,0 0 14 15,0 1-14-15,0-1 12 0,0 0 1 16,0 0 2-16,0 0 1 0,0 0 2 16,0 0-1-16,0 0 2 0,0 0-2 15,0 0 0-15,0 0 1 0,0 0 1 16,0 0 10-16,0 0-10 0,0 0-1 0,0 0 0 15,0 0-2-15,0 0-3 0,0 0-10 16,0 0 11-16,0 0-14 0,0 0 3 16,0 0 10-16,0 0-10 0,0 0 10 15,0 0-13-15,0 0 3 0,0 0-4 16,0 0-12-16,0 0-23 0,0 0 10 16,0 0 28-16,0 0 14 0,0 0 33 0,0 0 6 15,0 0 12-15,0 0 4 0,-2 0-19 16,2 0-20-16,0 0 7 0,0 0-7 15,0 0-3-15,0 0 0 0,0 0-11 16,0 0 0-16,0 0-1 0,0 0-1 16,0 0 0-16,0 0-1 0,0 0 0 15,0 0-2-15,0 0-17 0,0 0 4 16,0 0-3-16,0 0-7 0,0 0 3 16,0 0 1-16,0 0-1 0,0 0 4 15,0 0 2-15,0 0 15 0,0 0 2 0,0 0 1 16,0 0 2-16,0 0 9 0,0 0-10 15,0 0-2-15,0 0-2 0,0 0-10 16,0 0-1-16,0-1-7 0,0 1-3 0,0 0-3 16,0 0-19-16,0 0-39 15,0 0-14-15,0 0 4 0,0 0-3 0,0 0-46 16,0 0-82-16,0 0-110 0,0 0-86 16,0 0 21-16,0 1 205 0</inkml:trace>
  <inkml:trace contextRef="#ctx0" brushRef="#br0" timeOffset="127671.82">25025 8512 118 0,'0'0'353'0,"0"0"-142"0,0 0-25 0,0 0 39 0,0 0 6 0,0 0-36 0,0 0-42 16,0 0-36-16,0 0-13 0,0 0 23 15,-13-17 38-15,7 14 0 0,6 3-16 16,0-2-4-16,-2 1-3 0,0-2-17 15,2 2-29-15,0 1-28 0,0 0-17 0,-6-2-19 16,-1 2-32-16,-3 0-16 16,4 0 3-16,-4 0 13 0,-1 2 3 0,-1 2 13 15,4-1-3-15,-1 1 3 0,-3 1-3 16,2 2 6-16,-3 0 13 0,3 4 9 16,-3 0 7-16,3 1 64 0,2 0 5 15,0 1-35-15,1-2-28 0,1 1-10 16,2 1-6-16,4-2-13 0,0 1-3 15,0-3 10-15,6 1-4 0,5-1 10 16,3 0 2-16,0-3 17 0,7 0-18 16,-2-1-18-16,1-2-17 0,5 0-3 15,-4-1-1-15,-3-2 0 0,1 0-13 0,0 0 1 16,-3 0-33-16,-3-2-103 16,3-2-95-16,-5-1-39 0,1 0-57 0,0 0-134 15,-1 0-87-15,-1-1-22 0,-4 1-112 16,-2-1 81-16</inkml:trace>
  <inkml:trace contextRef="#ctx0" brushRef="#br0" timeOffset="128076.67">25227 8593 981 0,'0'0'401'0,"0"0"-203"0,0 0-3 0,0 0 23 0,0 0-37 0,0 0-48 16,0 0-65-16,0 0-23 0,0 0-3 0,0 0 10 15,-29 71 41-15,35-64 49 0,3-1-13 16,5 1-33-16,3-2 10 0,-1-1-4 15,1-4-3-15,5 0-19 0,1 0-23 16,-2 0-3-16,-2-5-16 0,-3-1-12 16,1 0-10-16,-5 0-1 0,-4-1 8 15,1-3 2-15,-3 2-9 0,-6-2 3 16,4-3-7-16,-4 2-10 0,0-1-2 16,0 1 0-16,-4 0-28 0,-2 3-48 15,-3 0-48-15,1 3-16 0,2 0-42 16,0 4-42-16,1 1-89 0,-1 0-204 0,4 1-208 15,2 5-408-15</inkml:trace>
  <inkml:trace contextRef="#ctx0" brushRef="#br0" timeOffset="130606.59">25717 8460 636 0,'0'0'687'0,"0"0"-339"0,0 0-133 0,0 0 73 0,0 0 13 0,0 0-85 0,0 0-138 0,0 0-56 0,0 0-6 15,0 0 3-15,-58 0 23 0,50 5 10 16,0 0-4-16,-3-3 3 0,5 4 4 15,0-2 5-15,0 3 4 0,4-4-16 16,0 2-19-16,2 2-26 0,0-1-3 0,0 3 0 16,0-2-3-16,10 0-10 0,2 3 10 15,5-2-13-15,-1 3 15 0,1-1 0 16,-1 2-21-16,1-2-1 0,-5 2 7 16,-1-1 14-16,-7 1 2 0,-2-1 2 15,-2 0 27-15,0-4 19 0,-2 4-3 0,-4-5-7 16,-1 1-6-16,1-2-4 0,-2-2-12 15,-2 2-15-15,-1 1-1 0,-5-3-1 16,-3 1-12-16,-4-1-53 0,1-1-91 16,-5-2-25-16,4 0-24 0,4 0-19 15,5-2-138-15,4-3-94 0,3 0-164 16,7-1-178-16</inkml:trace>
  <inkml:trace contextRef="#ctx0" brushRef="#br0" timeOffset="131527.55">24741 8685 92 0,'0'0'251'0,"0"0"-231"0,0 0 13 0,0 0 61 0,100 0 56 0,-74 0-20 0,1 0-71 0,-4 0-49 0,-2 0-10 0,-3 0-12 0,-7 0 12 15,-1 0 1-15,-4 0 54 0,7 0 112 16,-7 0 60-16,8 0 5 0,5-2-11 16,8 0-26-16,6-5-46 0,8-1-62 15,5 0-12-15,16-2-36 0,0-1-4 0,4-2-9 16,10 0 3-16,1-1-6 15,-9 2 32-15,-4 2 22 0,-16 2 20 0,-9 4-52 16,-16 2-32-16,-17 2 3 0,-6 0 116 16,-6 0 243-16,-19 0-244 0,-8 3-105 15,-17 7-23-15,-6-3 13 0,-8 6-16 16,-6-1 0-16,-9 3 15 0,7-1 0 16,2-1 5-16,4 2-1 0,14-6-4 15,7 1 20-15,18-4 13 0,14-2-48 16,9-1 0-16,6 2-102 0,19-3 77 15,6 0 25-15,12 1 38 0,6-3 38 16,7 0-28-16,4-5-7 0,-6-2-3 0,7-1-16 16,-7 0 19-16,-2 0 63 0,-5 2 34 15,-14 2-72-15,-8 1-66 0,-5 3 0 16,-10-1-25-16,1 1-28 0,-7 0-148 16,0 0-138-16,0 0-115 0,0 0-700 0,0 0-411 15</inkml:trace>
  <inkml:trace contextRef="#ctx0" brushRef="#br0" timeOffset="132058.76">26414 8476 2066 0,'0'0'469'0,"0"0"-365"0,0 0-1 0,0 0 83 0,0 0 58 0,-7 78-101 0,20-56-76 0,-5 1-38 16,0-1-16-16,3-3-13 0,-5-1 2 15,0-1-1-15,-6-4 0 0,0-2 2 16,0-6 0-16,0-1 10 0,0-1-11 16,0-3 14-16,0 0 3 0,0 0 3 15,0 0 13-15,0-7 32 0,0 0 12 16,0-6-67-16,0-2-12 0,0-5-2 16,0-2 1-16,0-2-2 0,6-3 1 15,-6-3 0-15,4 3 0 0,3-4 0 0,5 1-1 16,-2 1-16-16,5 4 4 0,-1 2 11 15,5 1-21-15,2 8 3 0,3 2-7 16,1 1-5-16,-2 6 30 0,0 4-18 0,-1 1 20 16,-5 4-1-16,-7 3 3 0,1 5 0 15,-9 1 54-15,-2 3 22 0,-13 2-3 16,-3 0-29-16,-7 0-25 0,-6 2-7 16,-4-2-10-16,0 0-1 0,0-2-1 15,-2-3 0-15,8-1-25 0,4-5-19 16,7-2-73-16,9-3-83 0,7 0-93 15,0-2-215-15,7 0-185 0,-1 0 91 16,14-5-193-16</inkml:trace>
  <inkml:trace contextRef="#ctx0" brushRef="#br0" timeOffset="132730.41">26959 8507 1079 0,'0'0'374'0,"0"0"-149"0,0 0 83 0,0 0 36 0,0 0-202 0,0 0-97 0,0 0-13 0,-89 24-6 0,67-10 19 0,5 3 33 16,1 0 73-16,7-2 9 0</inkml:trace>
  <inkml:trace contextRef="#ctx0" brushRef="#br0" timeOffset="134272.58">26978 8563 4 0,'0'0'395'0,"0"0"-24"0,0 0-42 0,0 0 46 0,0 0-73 0,0 0-62 0,0 0-35 0,0 0-47 0,-74 0-9 0,51 11 22 0,6-1-4 16,-8 4-19-16,5 1-1 0,-3 1 16 15,7 0-17-15,-1-3-25 0,9 0-39 16,-1 0-13-16,9-2-12 0,0 1 9 16,0-1-3-16,0-3-7 0,11 1-15 15,1-2-5-15,7-3-21 0,1-1-2 16,3-2-13-16,-6-1-15 0,5 0-4 15,-1-4-10-15,-2 0-5 0,-3-5 12 16,-3 1 9-16,3-2 10 0,1-2-16 0,-1-1 1 16,-5 0 5-16,1 2 12 0,-6 1 1 15,5 1 0-15,-9 1 3 0,2 2 16 16,-4 0-3-16,0 4 2 0,0 1 1 16,0-1 0-16,0 2-18 0,0 0-1 0,0 0-1 15,0 5-12-15,-6 1-5 0,6 1 16 16,0 1-17-16,0 1 17 0,0-1 2 15,0 2 0-15,2-2 2 0,4-1 10 16,0 2-10-16,2-5-2 0,-1 0-3 16,3 0-12-16,-4-2-23 0,4-2-85 15,-3 0-89-15,5-3-45 0,-2-5-88 16,1-1-103-16,1-2-183 0,-6 0-72 16,7-7-328-16</inkml:trace>
  <inkml:trace contextRef="#ctx0" brushRef="#br0" timeOffset="134446.27">27220 8407 581 0,'0'0'453'16,"0"0"-59"-16,0 0-33 0,0 0-108 0,0 0-32 16,0 0-82-16,0 0-84 0,0 0 22 15,0 0 65-15,4 76 103 0,2-49-34 16,-6 2-19-16,6-1-20 0,-1 1-43 16,1-4-49-16,0-1-49 0,0-4-31 15,-2-2-1-15,2-4-15 0,1-3-3 16,-3-2-15-16,-4-5-58 0,4-1-140 15,-4-2-88-15,0-1-149 0,0 0-241 16,0 0-406-16,-8-8 389 0</inkml:trace>
  <inkml:trace contextRef="#ctx0" brushRef="#br0" timeOffset="135729.95">27238 8617 628 0,'0'0'440'15,"0"0"-251"-15,0 0-49 0,0 0 68 16,0 0 10-16,0 0-46 0,0 0-46 15,0 0-35-15,85-5-17 0,-70 4-9 16,-3 0-16-16,3-1 2 0,-3-2-12 16,4 3-23-16,-1-2-14 0,-1 2-2 15,7-1-1-15,-4-1-15 0,1 1-13 0,-3-2-26 16,-3 0-39-16,1 1-29 0,-7 1 36 16,-2-1 51-16,2 3 20 0,-6-1 16 15,4 1 2-15,-4 0 11 0,0 0 7 16,0 0 22-16,0 4 23 0,0 2-4 15,-4 2-32-15,2 2-13 0,-2 0 1 16,0 1 8-16,4 0 24 0,-6 1 16 16,6-1 2-16,-5 1-12 0,5-1-13 0,0-4-22 15,0 0-20-15,5-2-2 0,1-2 2 16,-2 1 2-16,6-3 11 0,-2-1-10 16,9 0 13-16,-7 0-16 0,9-2-2 15,2-3-11-15,8-3 0 0,-7-2-19 16,5 1-10-16,-4-1-74 0,0-1 57 0,-7 1-22 15,1 0 46-15,-5-1 9 0,-2 4 26 16,-3 2 11-16,-5-1 15 0,2 6 16 16,-4-1 3-16,0 1-3 0,0 0 23 15,0 0-10-15,0 0-30 0,-4 1-2 16,2 3 6-16,2-1 19 0,0 2 14 16,0-1-11-16,0 2 30 0,2 1 57 15,4-1-49-15,2 2-41 0,-2-2-6 16,5 1-7-16,1-1-19 0,-2 0-16 15,3-1-2-15,-1 0-11 0,3-3 11 16,-3 1-20-16,5-3 9 0,-7 0 0 0,2-4 0 16,-1-3-9-16,-3 0-65 0,-2-4-18 15,-4 0 37-15,2-1 36 0,-4-1 19 16,0-1 13-16,-4 0 1 0,-6 1 15 16,4 2 4-16,-5 2-4 0,-1 1-4 15,8 1 1-15,-6 3 0 0,1-1-10 0,-1 0 10 16,0 3-11-16,-3 0 2 0,-3 2-2 15,1 0-1-15,-3 4 1 0,-1 3 14 16,-2 0-14-16,3 3 11 0,3-4-10 16,3 1 36-16,4-1 31 0,3-1-35 15,3 0-35-15,2 2 0 0,0-1 0 16,2 0 39-16,5 2 21 0,-1 0-9 16,4 1-12-16,3-3-7 0,-3 4-7 15,6-4 0-15,1 0 1 0,-5-2-13 16,5 0-13-16,-5-3 0 0,-1-1 1 15,5 0-1-15,-3 0 2 0,-3 0-1 0,0 0 0 16,3-1 0-16,-3-1-1 0,-4-1 0 16,7 1-1-16,-7 1 0 0,0 1 0 15,-2-3 1-15,0 3 1 0,0-1 2 16,-2 1 10-16,5-2-11 0,-3-1 0 16,2 2 0-16,0-3-1 0,0 1 1 15,-4 2-1-15,1-1 3 0,-3 2 8 0,4 0 1 16,-4-2-10-16,0 2 10 0,2 0-12 15,-2-1 1-15,0 1 10 0,6-3-12 16,-6 2-1-16,6 0 1 0,-6-1 0 16,6 1 0-16,-2 0 1 0,3-2 2 15,-1 3 13-15,2-1-13 0,0 0 16 0,-1 1-18 16,3 0 0-16,-4 0 0 0,-4 0-1 16,4 0 0-16,-3 0 0 0,3 1 2 15,-2 0 11-15,2 1-10 0,0 0 13 16,0-1-4-16,-1-1 1 0,1 0-12 15,0 0 1-15,0 0 1 0,7-1-3 16,-5-3-12-16,4 1-33 0,-6-1-43 16,7-1-8-16,-3-2-124 0,1 2 51 0,-1-3-27 15,-2 0-69-15,2 1-48 0,-5-4 11 16,1 3 0-16,0-4 48 0,-2-1 82 16,-2-1 6-16,2 0 9 0,3 0 69 15,-7 1 69-15,0 1 19 0,2 2 31 16,2 2 83-16,-4 4 62 0,0-1 46 0,0 4 83 15,0 0 20-15,0 1-10 0,0 0-89 16,0 0-90-16,0 0-43 0,0 0-9 16,0 0 19-16,0 0 22 0,0 1-13 15,0 3-10-15,4 2 73 0,2 2-28 16,0 2-62-16,0 0-37 0,5 2-17 16,-5-1-9-16,2 4 7 0,1-1-4 15,-3-1-23-15,0 1-1 0,0 0-1 16,0-1-2-16,-4-1-17 0,5-2 0 15,-7-1-35-15,6-3-72 0,-6-1-4 16,6 0-42-16,-6-3-100 0,4 0-149 0,-4-2-172 16,0 2-54-16,0-2 9 0,-4 0 35 15</inkml:trace>
  <inkml:trace contextRef="#ctx0" brushRef="#br0" timeOffset="136119.84">28233 8544 1080 0,'0'0'660'0,"0"0"-241"0,0 0 82 0,0 0-16 0,0 0-93 0,0 0-108 0,95-5-92 0,-79-1-94 0,7 1-67 16,-2-2-31-16,-3 0-11 0,-1 1-20 15,2-5-70-15,-3 4-169 0,-8-4-155 16,-6 2-291-16,5-1-601 0,-14-1 46 0</inkml:trace>
  <inkml:trace contextRef="#ctx0" brushRef="#br0" timeOffset="136324.68">27602 8342 2977 0,'0'0'673'0,"0"0"-387"0,0 0 0 15,0 0-44-15,0 0-32 0,0 0-63 16,0 0-64-16,0 0-47 0,95 1-36 15,-82-2-25-15,-3-1-73 0,-4 2-126 16,-4 0-136-16,0 0-434 0,-2 0-992 0</inkml:trace>
  <inkml:trace contextRef="#ctx0" brushRef="#br0" timeOffset="138502.59">29368 8504 1171 0,'0'0'722'0,"0"0"-427"0,0 0-49 0,0 0 119 0,0 0-57 0,0 0-97 0,0 0-97 0,0 0-60 16,0 0-35-16,-77-12-18 0,58 24 2 15,3 5-1-15,-1 1 21 0,7 1 11 16,-2 3 4-16,5-3 13 0,3-2 22 16,4-3-7-16,0-1-44 0,0-3-22 15,11 0-16-15,-3-7 0 0,0 2 13 16,9-5 0-16,1 0 1 0,-1-1 0 15,2-8-11-15,-1 0-9 0,1-3-9 16,-7 1-1-16,-2-1 1 0,3 1 8 16,-3-1 11-16,-4 0-1 0,-1 2 10 0,-1 0-10 15,-2 2 11-15,2 2 2 16,-2 2 3-16,-2 4 23 0,0 0-14 0,0 0-11 16,0 0-1-16,0 0 2 0,0 6 30 15,0 5 19-15,0 0 5 0,0 4-11 0,0 1-17 16,0 1-12-16,0-2-14 15,4 1-2-15,2-3-13 0,3-3-3 0,-1-2-6 16,8-1 3-16,-3-3-3 0,-3-2-25 16,7-2-7-16,-5 0-88 0,0 0-113 15,3-7-94-15,-7 1-156 0,5-4-170 16,-1 2-15-16,-4-2-46 0</inkml:trace>
  <inkml:trace contextRef="#ctx0" brushRef="#br0" timeOffset="139155.78">29628 8584 366 0,'0'0'424'15,"0"0"-163"-15,0 0 6 0,0 0 61 16,0 0-52-16,0 0-58 0,0 0-50 16,0 0-35-16,29 70-27 0,-25-60 17 15,-2-4 2-15,2-1-15 0,-4-3-1 0,0 2-16 16,2-4-20-16,-2 0-6 16,5 0 0-16,-5 0 0 0,0-6 0 0,6-3-27 15,-4-3-40-15,6 0-13 0,-2-3-2 16,0 1-14-16,5 0-9 0,-3 3-26 15,0-1-38-15,3 5-13 0,-5 0 3 16,6 3 9-16,-8 2 7 0,3 0-1 16,-1 2-3-16,4-1 3 0,-4 1 13 15,1 0 10-15,-3 0 0 0,2 0 22 16,4 0 13-16,-4 1 12 0,3 2 27 16,-1 2 0-16,-4 2 26 0,2 0 13 15,-4 2 19-15,5 3 10 0,-3 1 10 0,-2-1-1 16,2 1-9-16,-4 0-10 0,6-3 10 15,-6 2-10-15,0-3-17 0,6-1-24 16,-6-2-17-16,0-2 3 0,2 0-1 16,0-3 1-16,-2 0 0 0,0 0 1 15,0-1 25-15,0 0 6 0,0 0-3 16,0 0-3-16,0 0-7 0,0 0 4 0,0 0 6 16,0 0 13-16,0-3-18 0,0-3-26 15,0 3-2-15,0-2-11 0,-2 0 10 16,2-2-1-16,0-2-17 0,0 1 1 15,2-2-7-15,5-1-6 0,3-2 0 16,2 0-9-16,-1 0-4 0,1 2 6 16,5-1-6-16,-1 4 3 0,1-1 3 15,-1 5 14-15,3-1 5 0,-1 0 20 16,1 3 0-16,-4-1 3 0,-1 1-1 0,-2 2 0 16,-5 0-2-16,3 0-2 0,-2 5-14 15,-6 2 16-15,4 1 14 0,-6 2 15 16,5-1 3-16,-3 4 3 0,-2-2 10 15,0 4 3-15,0-4 39 0,0 2 0 16,0 0-10-16,-2-1-33 0,2-1-24 16,-5 1-20-16,5-4 0 0,0 1-4 0,0 0-12 15,0-3-9-15,0-3-4 0,5 0-19 16,-3-2-39-16,-2-1-51 0,4 0-19 16,-2 0 11-16,2-2-15 0,-2-3-118 15,2-1-227-15,2-3-97 0,-1 5-91 16</inkml:trace>
  <inkml:trace contextRef="#ctx0" brushRef="#br0" timeOffset="139430.34">30331 8612 340 0,'0'0'450'0,"0"0"-290"0,0 0 123 0,0 0 94 0,0 0-65 0,0 0-62 15,0 0-59-15,43 67-36 0,-34-56 0 0,-3 0-20 16,4-1-25-16,-4-3-50 0,0-1-15 15,-3-4-9-15,-1 1-14 0,2-1-3 16,-4-2 1-16,2 0 11 0,-2 0 30 16,6-6 83-16,-2-1 11 0,2-5-82 15,1-2-44-15,-1-2-27 0,-2-2 0 16,2-1-1-16,0-1-1 0,0-2-2 16,-1 0-27-16,1 4-47 0,-6 0-82 15,0 3-79-15,0 3-42 0,0 1-185 16,-11 4-544-16,3-4-228 0</inkml:trace>
  <inkml:trace contextRef="#ctx0" brushRef="#br0" timeOffset="139569.73">30341 8472 2070 0,'0'0'256'0,"0"0"-256"0,0 0-45 0,0 0 45 16,0 0 67-16,0 0-67 0,104 25-162 15,-82-19-231-15,5-2-36 0,2-1-36 16,-12 1-125-16,5-1 281 0</inkml:trace>
  <inkml:trace contextRef="#ctx0" brushRef="#br0" timeOffset="139852.19">30653 8561 37 0,'0'0'98'0,"0"0"81"0,0 0 167 0,0 0 6 15,-4 76-53-15,4-62-9 0,0-1-53 16,0-2-36-16,4-3-23 0,-2-2-42 15,0 0-52-15,5-4-22 0,-7 0-1 16,6-2-3-16,-2 0 0 0,-2-2 13 16,2-5-19-16,2 0-17 0,1-1-19 0,-3-1-3 15,-4 1-10-15,6 2 23 0,-6 1 9 16,4 0 13-16,-2 2 26 0,-2 2 25 16,0 1-51-16,6 0-45 0,-2 0 29 15,3 0 42-15,-1 4 66 0,2 1-13 16,0 0-48-16,-1 0-32 0,-1 1-6 15,-2-3-28-15,2 2-12 0,-4-1-1 16,2-2-1-16,0 3-21 0,7-4-48 16,1-1-60-16,5 0 35 0,-1-4-230 0,7-6-251 15,-11-1-536-15,15-7-162 0</inkml:trace>
  <inkml:trace contextRef="#ctx0" brushRef="#br0" timeOffset="140025.83">31036 8383 265 0,'0'0'1717'0,"0"0"-1364"0,0 0-156 16,0 0 67-16,0 0 67 0,0 0-19 0,-9 84-26 16,9-56-41-16,3 2-22 15,3 1-18-15,0-3-38 0,-2-1-65 0,2-5-72 16,3-3-30-16,-1-5-53 16,-2-3-110-16,4 0-89 0,-1-6-203 0,-5-3-308 15,0-2-827-15</inkml:trace>
  <inkml:trace contextRef="#ctx0" brushRef="#br0" timeOffset="141040.57">31602 8432 112 0,'0'0'1926'0,"0"0"-1599"0,0 0-236 0,0 0 131 0,0 0 77 0,0 0-27 0,15 81-65 16,-5-62-54-16,0-2-43 0,3-3-18 15,-3-2-17-15,-2-6-28 0,-2 1-12 16,-3-2-34-16,3-5-1 0,-6 1 1 16,0-1 21-16,0 0 3 0,0 0-10 15,0-7-15-15,6-4-128 0,4-3-14 16,-4-4 0-16,5 1 0 0,1 0 21 16,-1 1 28-16,1 0 10 0,-2 3 10 15,7 2-4-15,-1 2 3 0,3 1 0 0,2 2-9 16,1 0 9-16,1 3-4 0,6-1 14 15,-6 4 12-15,4-1 17 0,-3 1 22 16,1 0 13-16,-6 0 0 0,-5 0 0 16,-5 1 0-16,-3 0-3 0,-2-1 3 0,-4 1 10 15,0 1 16-15,0-2 23 0,-4 0 31 16,2 3-38-16,-4 3-10 0,-1-1 4 16,-1 2-4-16,2 3 26 0,-4 0 16 15,3-1 15-15,5 4 24 0,-2-2-8 16,2 1-19-16,-2 0-9 0,4-1-20 15,0-2-3-15,0 0-3 0,0-1-26 16,6-2-24-16,0 1-1 0,1-3-1 16,3-2-2-16,0-2-16 0,3 0-3 15,-3 0-36-15,4-5-50 0,-1-2-38 16,-5 0 2-16,5-1 28 0,-3-1 27 0,-6 0 24 16,2-1 30-16,0 2 35 0,1-1 0 15,-1 2 13-15,-2 2 3 0,-2 3 6 16,2 0 4-16,-4 0 3 0,4 2-7 15,0 0 20-15,-2 0 42 0,5 4 21 16,-3 1 1-16,-2 1-1 0,4 1-13 0,0 0-16 16,0 2-15-16,1-1-23 0,1-1-19 15,-2-2-19-15,11-3-2 0,-7 1-10 16,7-3-45-16,1 0-105 0,-1-5-138 16,7-6-47-16,-3-1-247 0,-2 1-620 15,1-9 405-15</inkml:trace>
  <inkml:trace contextRef="#ctx0" brushRef="#br0" timeOffset="141212.2">32526 8238 957 0,'0'0'323'0,"0"0"-79"0,0 0 113 0,0 0-39 0,0 0-108 0,-21 77-77 0,21-49-49 0,0 3-39 0,0 1-16 0,0-1-7 0,0 0-22 0,0-2 0 0,0-1-2 0,0-4-30 0,0-4-42 16,0-4-71-16,0-2-40 15,0-3-67-15,0-5-96 0,0-3-65 0,5-3-102 16,-5 0-23-16</inkml:trace>
  <inkml:trace contextRef="#ctx0" brushRef="#br0" timeOffset="141507.04">32526 8537 8 0,'0'0'463'0,"0"0"-144"0,0 0-71 16,0 0-60-16,0 0-54 0,0 0-36 15,0 0-11-15,85-29-12 0,-62 28 6 16,-1-3-9-16,7-3-20 0,4 1-13 15,3-1-1-15,-3-2-38 0,0 0 0 16,-4-2 1-16,-7 0 18 0,-3 0 7 16,-5-1-3-16,-3-2-10 0,-5 3 10 15,0-2 29-15,-6 1 45 0,0 1 23 16,-6 6-26-16,-6 3 12 0,-5 2 17 16,0 0-23-16,1 7-45 0,-1 5 2 15,-1 0 14-15,3 1 58 0,3 1 107 0,-5-2-32 16,11 3-14-16,-2 1-22 15,6-2 4-15,2 2 1 0,0 1-14 0,2 0-19 16,6-2-38-16,5-2-28 0,9-1-10 16,-5-5-42-16,1-1-22 0,3-4 0 15,-4 0-18-15,-3-2-50 0,-6 0-115 0,3-4-56 16,-5-2-68-16,0 0-183 0,-2 1-495 16,7-5-326-16</inkml:trace>
  <inkml:trace contextRef="#ctx0" brushRef="#br0" timeOffset="161091.12">26436 9164 86 0,'0'0'1292'0,"0"0"-970"0,0 0-94 0,0 0 12 0,0 0-36 0,0 0-33 0,0 0 0 0,0 0-1 0,0 0 0 0,-2 3-10 16,21-6-7-16,4-1-16 0,8 1-7 16,6-3-29-16,4-1-38 0,3-1-22 0,-3-1-19 15,0 1-22-15,3 2-12 16,-7-2-6-16,-4 3-4 0,-10 1 3 15,-1 0-13-15,-5 0-59 0,-7 2-119 0,-1 2-54 16,-5 0-127-16,-4 0-265 0,0 0-353 16,-6 7 182-16</inkml:trace>
  <inkml:trace contextRef="#ctx0" brushRef="#br0" timeOffset="161297.86">26711 9200 1077 0,'0'0'1054'15,"0"0"-737"-15,0 0-204 0,0 0-22 16,0 0 60-16,0 0 167 0,0 0-85 16,0 0-103-16,13 79-60 0,-13-55-7 15,0-1-12-15,0 2-13 0,4-4-38 16,-2-1-1-16,-2-2-22 0,4-6-40 16,-4 2-64-16,2-4-44 0,-2-2-56 0,4-2-107 15,-4-1-222-15,0-3-181 0,0-2-258 16,2 0 523-16</inkml:trace>
  <inkml:trace contextRef="#ctx0" brushRef="#br0" timeOffset="161674.86">26897 9360 692 0,'0'0'297'16,"0"0"-125"-16,0 0 82 0,0 0 52 15,0 0 41-15,0 0-45 0,0 0-105 16,0 0-104-16,0 0-48 0,15 69-22 15,-13-58-21-15,2-4-2 0,4-1-13 16,-1 1 12-16,3-4-2 0,2-1-23 16,-1-2 7-16,-1 0 3 0,-2 0 12 15,3 0 4-15,-7-5 0 0,6 3 20 16,-4-3-18-16,2 2-2 0,3 0 0 0,-3 2-1 16,0 1 0-16,3 0 1 0,1 4 19 15,-2 6 26-15,3 2 23 0,-7 5-4 16,4 4 32-16,-8 0 1 0,3 5 21 15,-5 0 35-15,-7-1-13 0,-3 2-29 16,-2-2 53-16,-1-2 10 0,-7-1-14 0,1-3-50 16,-4-3-36-16,3-2-27 15,-3-4-25-15,0-2-19 0,7-2-2 0,3-6-1 16,3 0-44-16,4 0-58 0,6-11-103 16,0-3-43-16,0-4-8 0,10-6-162 15,9 1-229-15,-3 4-380 0,7-10 8 0</inkml:trace>
  <inkml:trace contextRef="#ctx0" brushRef="#br0" timeOffset="162221.94">27381 9453 1123 0,'0'0'502'0,"0"0"-158"0,0 0-23 15,0 0-14-15,0 0-14 0,-10 72-62 16,8-54-46-16,-2-1-58 0,4-2-38 0,0-1-29 15,4-1-19-15,-2-2-25 0,4-3-16 16,-2-1 1-16,-2-2-1 0,2-3 0 16,-4 0 0-16,0-1 13 0,0-1-13 15,-6 0 0-15,-4 0-57 0,-5 0-13 16,1 0 16-16,-3-1 29 0,7-1 12 16,0 1 12-16,3 1-1 0,1-1-1 15,6 1 0-15,-2 0-13 0,2 0 3 16,0-1-2-16,0-2 15 0,-4 0 29 15,4-1 9-15,0 1 16 0,0-3-22 16,0 0-20-16,0 0-9 0,0-2 13 16,0 0-14-16,6 2-2 0,0-5-1 0,1 1-11 15,3-1-7-15,0-4-7 0,1 4 4 16,-3-3 3-16,8 1-16 0,-5-3-38 16,5 1-10-16,1-1 6 0,1 2 14 15,-1-1 15-15,-3 2 3 0,1 2 13 0,-3 3 3 16,-3 1 6-16,3 3 10 0,-6 1 11 15,5 1-1-15,-5 2-9 0,-2 0 12 16,2 0 0-16,0 0 3 0,5 0 0 16,-5 2 16-16,0 1 7 0,-6-2 2 15,2 4-2-15,-2-3 25 0,0 3 45 16,0 1 3-16,0 3-22 0,-6-2-26 16,-2 1-29-16,-3 0-3 0,-1-1-16 15,2 0 13-15,-7 2-14 0,5-1-2 16,-3-2-1-16,3 0-2 0,-1 0-35 15,5-3-58-15,0 0-60 0,2-1-46 0,-1 0-45 16,3 0-76-16,-2-2-33 0,6 0-79 16,0-2-213-16,0-5-102 0</inkml:trace>
  <inkml:trace contextRef="#ctx0" brushRef="#br0" timeOffset="162573.7">27664 9444 268 0,'0'0'421'0,"0"0"-63"0,0 0 27 0,0 0 24 0,0 0-97 0,0 0-102 16,0 0-68-16,0 0-45 0,83-2-45 15,-64-4-30-15,-9-2-9 0,2 1-11 16,-1-3-1-16,-1 2 2 0,-4-2 9 15,-6 2 1-15,4-2 0 0,-4 0-10 16,0 1 13-16,0 2 4 0,-6 0 18 16,-2 3 17-16,-5 2 0 0,1 2-23 15,-2 0-30-15,-3 3 20 0,3 7 59 0,-1 1 21 16,3 1 7-16,1 3 37 0,11 1 44 16,0-1-13-16,0 0-35 0,7 1-33 15,5-2-4-15,2-5-9 0,5 0-27 16,2-3-69-16,8-3-16 0,-2 0-21 15,1-3-41-15,1 0-104 0,0-3-152 0,2-4-204 16,-10 2-568-16,6-8-311 0</inkml:trace>
  <inkml:trace contextRef="#ctx0" brushRef="#br0" timeOffset="163666.92">28233 9203 1305 0,'0'0'478'0,"0"0"-215"0,0 0-20 0,0 0-4 0,0 0-55 0,0 0-43 0,0 0-25 0,0 0-46 15,0 0 20-15,0 0 47 0,25-5 26 0,-28 14-11 16,-3 1 13-16,0 3-87 16,0 4-37-16,-4-2-9 0,3 1-1 0,3-2-12 15,-6 0-4-15,2 0 17 0,-3-1 9 16,5 3 19-16,-4-4-10 0,4-1-22 16,-5 0-28-16,9-2-1 0,-2-1-15 15,4 2-5-15,0-6-1 0,6 4-9 16,7-2-36-16,-1-1-18 0,2 1-31 15,-1 0 9-15,-1-2 12 0,-3 2 9 16,3 2 10-16,-2 0-23 0,-8-1-22 16,2 0-26-16,-1-2-13 0,-3-1-23 0,0-2-79 15,0 1-110-15,0-2 74 0,-3-1 145 16,-3 0 55-16,0 0-12 0,-4 0-27 16,4 0 59-16,-1-1 65 0,3-2 12 15,-2 1-35-15,0-2-23 0,2 3-42 16,2-5-39-16,2 1-130 0,0 3-138 15,60 26 204-15</inkml:trace>
  <inkml:trace contextRef="#ctx0" brushRef="#br0" timeOffset="164305.39">28733 9410 1111 0,'0'0'531'15,"0"0"-278"-15,0 0 46 0,0 0-28 0,0 0-83 16,0 0-66-16,0 0-29 0,0 0-9 16,-39 73 6-16,47-62 6 0,6-4 3 15,3-1-10-15,0-3-22 0,-1-2-23 16,3-1-25-16,-3 0-3 0,1-4-15 16,-7-3 0-16,2 0-1 0,1-3 0 0,-3 2 0 15,-10-2-3-15,0 2-22 16,0-2-1-16,0 3-9 0,-6 0-22 0,-6 2-19 15,1-1-20-15,3 6 6 0,0-1 36 16,2 1 6-16,1 0 15 0,5 0-15 16,0 0-13-16,0 0-26 0,7 0 8 15,5-2 79-15,2 0 39 0,9-1-7 0,-2-1-19 16,2-1-13-16,6-3 1 0,-7-1 0 16,9-3-1-16,0 0-3 0,-2-2-26 15,-2 0 25-15,-2-2 3 0,0-1-12 16,-5-1 11-16,-1 3 2 0,-7 0 2 15,1 0 21-15,-11 5 16 0,0 2 31 16,-2 3 20-16,0 2 7 0,-4 3 8 16,-2 0-9-16,-5 10-96 0,3 3-12 15,-2 3-4-15,6 7 14 0,-3 2 1 16,7 5 1-16,0 2 3 0,7 2 20 16,1 2-7-16,4 0-16 0,3-2 13 0,-1-4-13 15,3-1-3-15,-5-6-16 0,-8-5-13 16,0-4-25-16,-4-2-20 0,0-4-55 15,-4-2 71-15,0-4 39 0,-2 0 20 16,0-2 2-16,-5 0 16 0,5-3 0 16,0-4-16-16,2-5 0 0,-2 0 0 0,-1-2 48 15,7-1 61-15,-4 0 10 0,4 2-30 16,0 0-19-16,11 1-31 0,-1 0-25 16,2 1-14-16,5 2-3 0,-1-1-13 15,7 2-9-15,-6 2-33 0,5 0-28 16,-5 2-103-16,6 4-110 0,-3-2-293 15,-5 2-227-15,10 0-367 0</inkml:trace>
  <inkml:trace contextRef="#ctx0" brushRef="#br0" timeOffset="164798.7">29845 9421 1041 0,'0'0'198'0,"0"0"-168"0,0 0 25 0,0 0 36 0,0 0 75 0,0 0 55 0,0 0-36 0,0 0 13 0,-8 73 45 15,8-54-30-15,0 6-26 0,0-2-17 16,0 0-33-16,0 1-28 0,4-1 44 16,0-3-35-16,-2-1-68 0,2-3-15 15,-2-2-6-15,-2-4-27 0,0-3 10 16,0-3 1-16,0-3 3 0,0-1 16 15,0 0 24-15,0-5 111 0,0-6-76 16,0-2-91-16,0-6-38 0,0-3-6 16,0-2 4-16,4-2 5 0,3-5-3 0,1-3-6 15,4-3 6-15,3 0 7 0,1 0 6 16,-5 1 9-16,7 6 3 0,3 3-9 16,-2 4-41-16,1 6-20 0,5 4 23 15,2 7 9-15,2 2-3 0,4 4 9 16,0 1 23-16,-4 7 9 0,2 3 13 0,-6 2 0 15,-9 4 2-15,1-1 21 0,-11-1 31 16,-6 3 60-16,0-2 10 0,-10-1-45 16,-5-1-38-16,-5 0-15 0,-3-3-11 15,2-3-13-15,-2 0 1 0,1 0-3 16,7-4-29-16,7-2-31 0,2-2-63 16,6 0-75-16,0 0-35 0,8-4-217 15,4-3-90-15,3-2 30 0,6 0-53 0,-9 0-105 16,15-4 316-16</inkml:trace>
  <inkml:trace contextRef="#ctx0" brushRef="#br0" timeOffset="165084.83">30374 9328 288 0,'0'0'737'0,"0"0"-373"0,0 0-133 0,0 0 45 16,0 0 13-16,0 0-20 16,0 0-60-16,-25 66-38 0,19-54-20 0,0-1 12 15,4-2 19-15,-2-4-1 0,4 0-57 16,0-1-61-16,0-2-15 0,0 1 2 15,0-2 7-15,6 0 6 0,0-1-20 16,11 0-27-16,-9 0-16 0,7 0 0 16,-5 0-16-16,2 0 1 0,-6-2 12 15,-1 2-13-15,1-1 13 0,-6-1-16 16,6 2 17-16,-6 0-14 0,4 0 15 16,-2 0 1-16,2 2 2 0,3 0 11 15,-5-1-1-15,2 1-10 0,0 0 1 0,0 0 0 16,-2-2 0-16,4 0-3 0,-6 0-12 15,4 0-73-15,-2 0-142 0,3 0-37 16,1-4-49-16,0-3-115 0,2-2-193 16,5-2-42-16,-1-1-77 0,3-5 199 0</inkml:trace>
  <inkml:trace contextRef="#ctx0" brushRef="#br0" timeOffset="165284.84">30653 9188 399 0,'0'0'564'0,"0"0"-255"0,0 0-19 16,0 0 61-16,0 0-63 0,0 0-123 15,0 0-32-15,0 0-33 0,0 0 22 16,0 0 94-16,11 90 34 0,-11-61-56 16,0 1-35-16,0-2-55 0,0 0-47 15,0-4-57-15,0-2-3 0,0-6-16 0,6 0-54 16,-6-5-79-16,4-3-71 0,-2-3-52 16,-2-1-173-16,0-3-235 0,0-1-7 15,0 0-53-15</inkml:trace>
  <inkml:trace contextRef="#ctx0" brushRef="#br0" timeOffset="165837.12">30608 9375 1103 0,'0'0'1137'0,"0"0"-710"0,0 0 13 0,0 0-29 0,0 0-177 0,0 0-89 0,0 0-76 0,0 0-44 0,95-12-25 15,-66 10-1-15,-6 2-15 0,1 0-15 16,-5 0-105-16,0 0-164 0,-3 0-117 16,-5 0-227-16,1 0-500 0,-8 0 4 0</inkml:trace>
  <inkml:trace contextRef="#ctx0" brushRef="#br0" timeOffset="166040.24">30939 9403 943 0,'0'0'671'0,"0"0"-437"0,0 0 38 16,0 0 210-16,0 0-122 0,0 0-87 15,0 0-89-15,-5 68-85 0,5-57-39 16,5-3-9-16,-1 2-38 0,-2-3-13 0,4-2-47 16,0-1-51-16,0-2-39 0,5-2-13 15,-5 0-68-15,-2 0-177 0,2-5-353 16,0-1-396-16,1-5 439 0</inkml:trace>
  <inkml:trace contextRef="#ctx0" brushRef="#br0" timeOffset="166404.61">31205 9469 334 0,'0'0'1152'0,"0"0"-973"15,0 0-49-15,0 0 107 0,0 0-11 16,0 0-99-16,91-40-72 0,-76 33-54 15,1-1-1-15,3-1-16 0,-11 1 13 16,0-1 3-16,-4 0 13 0,-1-1 3 16,-3 1 1-16,-3 1-17 0,-3 1 1 15,-4 4 2-15,0 0 26 0,-7 3 0 0,5 0 58 16,3 3-29-16,1 2-22 0,-2 3-7 16,4 1 25-16,-3 2 56 0,5 0 92 15,2 0-14-15,2 0-22 0,0-1 8 16,6 0 12-16,3-1-32 0,7 0-68 0,-6-2-52 15,7 0-33-15,-5-7-1 0,3 3-12 16,-1-3 8-16,-3 0-11 0,1 0-8 16,-8-3-24-16,9-4-6 0,-7 0-13 15,4 0-48-15,-4-4-37 0,-2 0-17 16,1-2-8-16,-5-3-28 0,0 0-79 16,-7 1-114-16,-5-3-108 0,-7 3 1 15,3-1 64-15,-13 3-26 0,6 3 137 16</inkml:trace>
  <inkml:trace contextRef="#ctx0" brushRef="#br0" timeOffset="166742.2">30957 9260 441 0,'0'0'531'0,"0"0"-260"15,0 0-21-15,0 0 75 0,0 0 32 16,0 0-117-16,79 40-79 0,-54-33-41 0,-1-1-5 16,3 0-12-16,0-1-45 0,4-1-45 15,-2-1-13-15,4-1-71 0,4-2-167 16,-4 0-111-16,-2 0-121 0,-2 0-66 15,-2 0 70-15,2-2 150 0,-6-3 204 16,-7 1 112-16,-5 3 189 0,1-1 88 16,-6 2-10-16,-1 0-55 0,1 0-40 15,-6 0-12-15,6 2 31 0,-6 2 20 16,6 2 3-16,-4-1-30 0,0 2-13 16,4 0-7-16,-1 0 13 0,-3 1 24 15,4 1 13-15,0-1-24 0,-2-2-41 0,2 0-30 16,3-1-28-16,-3-1-15 0,2-2-16 15,5-2-10-15,-1 0-22 0,2 0-25 16,3 0-3-16,-3-5-33 0,5-1-20 16,-2 0-30-16,-1-1-33 0,3-4-16 15,-3 2-124-15,1-2-46 0,-7-5-166 16,9-2-289-16,-9 4-226 0,5-14-10 0</inkml:trace>
  <inkml:trace contextRef="#ctx0" brushRef="#br0" timeOffset="166914.77">31823 9061 73 0,'0'0'1194'0,"0"0"-921"16,0 0-110-16,0 0 132 0,0 0 13 16,-29 67-46-16,29-38 18 0,0 4-27 0,7 3-26 15,5 2-17-15,7-2-68 0,-1-3-54 16,1-5-88-16,-3-2-51 0,1-7-66 16,-11-3-61-16,0-5-35 0,-4-4-191 15,-2-3-116-15,-2-3-112 0,-10-1 131 16,2 0-171-16,-7-6 192 0</inkml:trace>
  <inkml:trace contextRef="#ctx0" brushRef="#br0" timeOffset="167023.76">31805 9339 487 0,'0'0'505'0,"0"0"55"0,0 0 15 0,0 0-84 15,0 0-105-15,0 0-143 0,0 0-115 16,0 0-33-16,0 0-25 0,80-42-42 16,-61 42-28-16,-5 0-12 0,5-2-80 15,-7 0-240-15,-3-1-317 0,-3-2-894 0</inkml:trace>
  <inkml:trace contextRef="#ctx0" brushRef="#br0" timeOffset="-208035.94">25022 10360 30 0,'0'0'66'0,"0"0"31"0,0 0 5 0,0 0 5 0,0 0 27 0,0 0 19 0,0 0-23 15,0 0-32-15,0 0-36 0,0 0-23 0,19-16-16 16,-19 16-23-16,0 0-1 16,0 0-16-16,0 0-5 0,0 0-1 0,0-1 20 15,0 1 3-15,4 0 39 0,-4 0 39 16,0 0-13-16,0 0-10 0,0 0 1 15,0 0-7-15,0 0-20 0,0 0-10 16,0 0-15-16,0 0-1 0,0 0 23 0,0 0 29 16,0-1 14-16,0 1 12 0,0 0 3 15,0-2-2-15,4 2-24 0,-2 0-32 16,-2 0-26-16,0 0-2 0,7 0-18 16,-7 0 1-16,0-1 19 0,4 0 0 15,-4 1 2-15,0 0 0 0,0 0 0 16,0 0-1-16,0 0-1 0,0 0-2 15,0 0-14-15,0 0-13 0,2 0 3 16,-2 0 26-16,0 0 13 0,4 0-10 16,-4 0 0-16,2 0 17 0,-2 0-4 15,4 0-3-15,-4 0-10 0,0 0 20 0,0 0 3 16,0 0-6-16,0 0-1 0,0 0 1 16,0 0 5-16,0 0 11 0,0 0 6 15,0 0 7-15,0 0 0 0,0 0-17 0,0 0 4 16,0-1-1-16,0 0-6 15,0 0 7-15,0-3-17 0,0 1 14 0,-4 0-17 16,-2 1 3-16,0-2-6 0,-7 0 7 16,3 2-4-16,-7 1 10 0,3 0 13 15,-1 1-4-15,-1 0-6 0,1 2-10 16,1 6 4-16,-3 1-4 0,7 3 7 16,-2 1-6-16,8 0 9 0,-3 1-4 15,7 0-9-15,0-2 4 0,13 2-1 16,3-1 20-16,1-1-4 0,1 3 0 15,1-2 1-15,0-2 18 0,1 2 23 0,-1 0 42 16,-5 0-56-16,-1-2 40 0,-5 2-49 16,-2 1 3-16,-6-1-3 0,0-1 12 15,-2 0 20-15,-4-4-17 0,-4 3 1 16,1-2 5-16,-3 0-6 0,0-2-22 16,-7 1-22-16,4-2-21 0,1 1-2 15,0-2-2-15,-5-1-3 0,2 1-16 0,7-4-6 16,-2-1-19-16,1 0-35 0,5 0-44 15,0 0-57-15,6-2-68 0,-2-4-81 16,2-4-171-16,0 2-135 0,2-3-6 16,4 2-105-16,7-5 304 0</inkml:trace>
  <inkml:trace contextRef="#ctx0" brushRef="#br0" timeOffset="-207368.93">25248 10401 272 0,'0'0'674'0,"0"0"-319"0,0 0-39 0,0 0 45 0,0 0-54 0,0 0-106 0,0 0-66 0,0 0 43 0,0 0 59 0,0 71-51 0,-2-43-21 0,0 2-37 0,2 3-33 0,-4 1-19 0,1-2-20 0,3 0-24 0,-4-3-7 0,2-2-24 0,2-4-1 0,-4-5-11 0,4 0-15 0,0-5-11 0,0-3-1 0,-2-2-22 0,-2-4-16 0,4-3 3 0,-6-1 15 0,6 0-5 0,-2-1-23 0,-2-6-61 0,4-3-36 0,0-3 29 0,4-3-7 0,4-2-7 0,8 0-58 0,-5 0-27 0,7 0 58 0,-1 4-186 0,-1 0 193 0,-3 3 188 0,8 0 88 0,-5 1-88 0,7 1-79 0,0 0 47 0,-1 1 20 0,7 2 11 0,-6 2 2 0,-4 0 0 0,-5 4 32 16,-4 0 58-16,-1 0 3 0,-5 0 10 0,-4 4 17 16,0 1 60-16,0 3-15 0,-11 3-36 15,5 4-10-15,-2-1-13 0,0 1-1 16,2 1-31-16,-5 0-24 0,9-2-15 16,-2-2-1-16,4 0-15 0,-2-5-20 15,-2 0-3-15,4-3-9 0,0-2 9 16,0 1 3-16,0-3 20 0,4 0 2 15,-2 0 7-15,4-5 13 0,5-1-29 16,-5-1 0-16,-2-1 0 0,2-1-11 16,0 3 0-16,5-3-2 0,-5 1-2 15,0 0-1-15,2 3-17 0,1-2 19 0,-5 2-2 16,4 3 0-16,-2-2 0 0,-2 4-13 16,0 0 16-16,1 0 41 0,-3 0 40 15,-2 3 73-15,6 1 28 0,-6 1-67 16,6 5-26-16,-6-4-12 0,4 1-11 15,-4-3-18-15,2-1-20 0,2 1-9 16,-4-1-16-16,0 0-3 0,0-3-1 0,0 0-34 16,0 0-56-16,0 0-78 0,0 0-70 15,0 0-114-15,0-3-261 0,0-5-696 0</inkml:trace>
  <inkml:trace contextRef="#ctx0" brushRef="#br0" timeOffset="-206473.06">25835 10365 1141 0,'0'0'368'0,"0"0"-47"0,0 0-42 0,0 0 6 0,0 0-33 0,0 0-23 0,0 0-88 16,0 0-77-16,0 0-32 0,0 0 35 15,0 0 10-15,-19 43 28 0,9-11-10 16,0 8-34-16,1-1-20 0,-1 2-19 15,6 0-3-15,4-4-16 0,-6 0-1 16,6-2 0-16,0-1-2 0,-4-4 0 16,1-4 20-16,-1-1-20 0,4-6-2 15,-6-2-13-15,6-4-1 0,-6-3-22 0,0-2-22 16,2-3-7-16,-9-1 0 0,3-3 0 16,4-1 13-16,-3 0 9 0,1-2 13 15,4-6-16-15,-2-1-16 0,4-3 22 16,-2-4-22-16,4-2 41 0,0-1 23 15,0-1 19-15,0-2-6 0,0 4 16 16,4 2 0-16,-4 3-27 0,2 5 1 16,2 0-3-16,-2 3-15 0,2 1-7 0,2 0-11 15,3 1-2-15,-1-1 6 16,8 3-12-16,-5 0-17 0,7 0-42 0,-1-2-55 16,-1 3-65-16,7 0-65 0,-8-1-163 15,-1 0-53-15,3-4-11 0,-7 4 101 0</inkml:trace>
  <inkml:trace contextRef="#ctx0" brushRef="#br0" timeOffset="-205916.14">26071 10525 131 0,'0'0'441'0,"0"0"-93"16,0 0-12-16,0 0 41 0,0 0-45 16,0 0-73-16,0 0-81 0,0 0-68 15,0 0-30-15,0 0-15 0,0 0-7 16,12 33 3-16,-12-7-3 0,-2 3-3 15,-2 2-23-15,-2 0 3 0,3 2 4 16,-3-1-7-16,0-3-17 0,0-2-15 0,-2 0-4 16,3-6-12-16,-1 0-6 0,4-6-1 15,-2-3-60-15,4-4-116 0,-4-4 5 16,4-1-7-16,0-3 59 0,0 0 64 16,0 0-19-16,0-6-202 0,-4-3-20 15,4-4 65-15,0 0 59 0,0-4 35 16,0 0 108-16,4 1 52 0,4 1 124 0,0 3 36 15,3-1-66-15,1 2-72 0,5 3-21 16,-1-2-1-16,-5 2 13 0,7 1 3 16,-7 1 79-16,-1 2 84 0,2 0 61 15,-1 3-51-15,-5 1 6 0,4 0-30 16,-4 0-13-16,1 4-32 0,3 1-17 16,-2-2-6-16,2 5-7 0,1 1 3 15,-5-2 13-15,11 2-16 0,-7-2-16 0,2 0-30 16,5-1 7-16,-3-2-6 0,1-1 3 15,1-2-7-15,-5 1-2 0,1-2-4 16,0 0-7-16,1 0 1 0,-1-5-7 16,7 1 0-16,-5-3-6 0,5 3-13 15,-3-3-1-15,7 4 0 0,-6-1 2 16,1-1 15-16,1 5-17 0,-5-2-2 0,-1 1-1 16,3 0 0-16,-5 1 1 0,1-2-1 15,5 2-2-15,-7-1 0 0,7-1-22 16,-3-1-51-16,0-1-112 0,-3 0-116 15,-5-1-143-15,0 0-344 0,-6-1-589 0</inkml:trace>
  <inkml:trace contextRef="#ctx0" brushRef="#br0" timeOffset="-205503.1">26403 10601 677 0,'0'0'1116'0,"0"0"-875"0,0 0-147 0,0 0 13 0,0 0-10 0,110 0-36 0,-69 6-35 0,5-1-24 0,-1 1-2 0,1-1-3 0,-3 0-13 16,-2 0-42-16,-1-1-7 0,-7 0-48 0,-11-1-46 15,-7-1 26-15,-7 2 94 0,-4-3 26 16,3 0 10-16,-7 1-13 0,0-1 13 16,0 0 3-16,-7 3 45 0,3-1-25 15,-2 4-18-15,0 1 0 0,4 0 15 16,-2-2 18-16,4 2 27 0,0 0 25 0,6-1-5 15,4 1-18-15,-2 1 11 0,5 0-1 16,1 4-16-16,9 4-9 0,0 1 86 16,4 4-28-16,4 2-40 0,2 6-22 15,0 2 10-15,6 4 13 0,-6 3 9 16,0-1 22-16,-4-2-7 0,-12-6-34 16,-11-3-17-16,-6-7 1 0,0-4-7 15,-12-5 9-15,-5-6-2 0,-6 1 5 16,-4-6 7-16,-8 0 0 0,-4-4-3 15,0-4-4-15,-1-5-12 0,7-2-1 16,4-2 35-16,9-2 73 0,11-2-44 16,5-1-98-16,4-1-13 0,0 1-66 0,13 0-47 15,3 2-62-15,1 2-98 0,1 2-244 16,1 5-281-16,10-3-849 0</inkml:trace>
  <inkml:trace contextRef="#ctx0" brushRef="#br0" timeOffset="-204944.69">28100 10408 2089 0,'0'0'430'0,"0"0"-259"0,0 0 83 0,0 0 31 0,-82-29-84 0,55 29-33 0,-2 0-41 0,0 7-58 16,2 3 0-16,4 2 10 0,1 2 21 16,11 1-27-16,5-1-45 0,0 3-25 15,6 1 0-15,2-1 19 0,8 3-10 0,7-2 1 16,1 1-11-16,3 0 0 0,6-2 1 15,2-1-1-15,-6 0-2 0,-1-2-1 16,-5-2 0-16,-1-4-1 0,-9 0 2 16,-1-3 25-16,-6 0 40 0,-10 1 63 15,-3-1-54-15,-8-3-37 0,-3 4-25 16,1-5-12-16,-2 2-3 0,0-1-52 0,7-2-48 16,3 0-61-16,3 0-47 0,4 0-78 15,3 0-206-15,5 0-235 0,0-2-496 16,0-5-3-16</inkml:trace>
  <inkml:trace contextRef="#ctx0" brushRef="#br0" timeOffset="-204050.78">28373 10596 304 0,'0'0'603'0,"0"0"-202"0,0 0-43 15,0 0-72-15,0 0-63 0,0 0-22 16,0 0-10-16,-82 12-24 0,67-1-32 0,5-1-9 16,-1 3 11-16,5 0 17 0,2 1-30 15,4-3-13-15,0 1-7 0,10 1-21 16,1-4-30-16,1-1-12 0,5-4-12 16,-3-1-4-16,5-3-13 0,-3 0-11 15,1 0-1-15,-1-3-22 0,3-1-19 16,4-5-22-16,-7 0-3 0,7-3-26 15,-6 0-41-15,5-1-64 0,1-3-127 16,-2-2-78-16,-3-2 10 0,1-4-49 16,-5-4 41-16,-1-3 192 0,3-1 208 0,-7-2 146 15,-1 3 147-15,-4 6 42 0,-2 3-37 16,2 8-68-16,-4 4-33 0,0 6 9 16,0 4-13-16,0 0-90 0,0 6-55 15,-6 8-7-15,2 4 10 0,-2 5 74 16,-1 5 62-16,3 4-67 0,4 1-31 15,0 1-11-15,0-2 17 0,0-3-7 16,4-2-34-16,7-4-38 0,-3-4-16 0,2-3-16 16,1-3-1-16,-5-4 5 0,4-4-26 15,-4-1-25-15,7-4-22 0,-9 0 0 16,2 0 19-16,7-6-3 0,-1-3-1 16,3-2-6-16,-3 1 12 0,0-2 33 15,1 2 31-15,-5 1 0 0,2 3 2 16,-3 2 14-16,-1 2 12 0,0 2-6 0,-4 0-18 15,0 0 34-15,4 2 44 0,5 3 0 16,1 1-12-16,-2 2-13 0,3 1-4 16,3 3-12-16,1-1 6 0,6 0-12 15,-1-2-20-15,1 0-13 0,0-2 11 16,0-1-12-16,-3-1-1 0,-1-3 0 16,-3-1-1-16,7-1 0 0,-6 0-24 15,-1 0-32-15,1-3-18 0,-1-4-20 0,-1 2-6 16,-7-4 3-16,2 4 0 0,-4-2 6 15,-3 1 12-15,1 0 10 0,2-1-1 16,0 0 7-16,-2 0 35 0,2 1 26 16,1-1 0-16,-1 0 2 0,0 1 1 0,0 0 2 15,0-1 1-15,-4 4 10 0,5-3 0 16,-3 4 32-16,-2-1 22 0,-2 2 22 16,0 1 13-16,0-1-6 0,0 1-7 15,0-2-7-15,0 2-9 0,0-1-17 16,0 0-24-16,-6-2-4 0,-1 0-9 15,-3 1-19-15,-6-1 0 0,-1 3-3 16,-2 0 3-16,1 0 0 0,-1 0 1 16,7 4 18-16,2 3-7 0,-1 0-10 15,3 3 0-15,2 0 23 0,2 0 0 16,-3 3-3-16,7-1-7 0,0 3-2 16,5-3-1-16,3 1-12 0,4-2-26 0,3-2-24 15,3 1-22-15,3-3-45 0,-2-1-63 16,1-1-49-16,9-2-110 0,-6 0-192 15,0-3-111-15,10 0-512 0</inkml:trace>
  <inkml:trace contextRef="#ctx0" brushRef="#br0" timeOffset="-203334.92">29560 10642 396 0,'0'0'488'0,"0"0"-168"0,0 0-5 0,0 0-35 0,0 0-20 0,0 0-17 0,0 0-20 0,0 0-43 0,-79 66 7 15,71-56-1-15,6 0-23 0,2 1-64 16,0-4-39-16,0 0-22 0,4-2-22 16,8 1 0-16,-1-3-3 0,7-2-13 15,-7-1-19-15,5 0-16 0,-3 0 3 16,1-5 0-16,-1 0 13 0,-1-3-3 15,2-1-26-15,-1-1-16 0,3 0-13 16,-3-3-9-16,3-3-7 0,-3-1-16 0,-3-2-7 16,0-1 32-16,3-4 33 0,-7-1 30 15,-2-2 21-15,6 1 29 0,-3-1 16 16,-1 1 17-16,6 2-24 0,-8-2-9 16,9 3-16-16,-3 1 6 0,-2 4 1 15,1 3 15-15,-9 4 36 0,6 6 22 16,-6 4 25-16,0 1 7 0,0 0-26 15,0 4-30-15,-6 10-5 0,2 4 12 16,-7 3 13-16,3 5 31 0,-2 2-26 16,3 4-22-16,3-1-28 0,0 0-16 15,2 1-6-15,2-3-9 0,0 2-13 16,2-6-1-16,4-2-2 0,3 0-14 0,-3-6-8 16,4-3-16-16,3-3-6 0,-9-4 3 15,6-2-3-15,-2-5-10 0,3 2 4 0,-3-2 2 16,0-2 4-16,5-6-10 0,-3-1-7 15,-2-1-2-15,0 0 8 0,5-1 20 16,-7 1 36-16,4 1-1 0,-3-2-13 16,-3 3 14-16,2-2 0 0,0 6 2 15,0 1 3-15,-6 2 0 0,0 1-3 16,0 0-16-16,0 0 16 0,0 3 62 16,0 3 17-16,4 4-3 0,-1-2 0 15,1 4-6-15,2 0 6 0,-2-2 12 16,2 1-16-16,7-4 0 0,3 0-6 15,1-1-8-15,1-5 4 0,3 2-9 0,-2-3-25 16,1 0-25-16,-1 0-3 0,-1-4 0 16,-3-2-2-16,1-2-26 0,-5-1-3 15,-5-3-32-15,0 2-41 0,-6-1-53 16,0-4-57-16,0 2-123 0,0-2-153 16,0-1-120-16,4-2-398 0,2 6 242 15,3-10 324-15</inkml:trace>
  <inkml:trace contextRef="#ctx0" brushRef="#br0" timeOffset="-203162.15">30271 10458 493 0,'0'0'388'0,"0"0"-62"0,0 0 64 0,0 0-42 0,0 0-63 0,0 0-61 0,0 0-11 0,0 0-11 0,0 0 49 0,0 0 29 0,0 0-64 0,16 38-42 0,-16-15-27 0,0 4-17 0,0 0-33 0,0 1-35 0,0 1-46 0,0-2-16 0,5-3-25 16,-5 0-31-16,6-6-89 0,0-1-53 15,0-4-83-15,-2-2-191 0,3-4-191 16,-7-2-565-16</inkml:trace>
  <inkml:trace contextRef="#ctx0" brushRef="#br0" timeOffset="-202849.2">30453 10713 203 0,'0'0'1072'16,"0"0"-717"-16,0 0-27 0,0 0-20 15,76-28-114-15,-53 18-74 0,-2 2-56 16,-3-3-22-16,5 1 3 0,-6-2-10 16,-5-1 33-16,-2 0 9 0,-6 1-10 0,3-3-15 15,-7 4 2-15,0 1 29 0,-7 2 29 16,-3 3-51-16,-6 4-61 0,-1 1-26 16,-2 1 4-16,1 6 6 0,3 4 13 15,-1 0 0-15,3 2-1 0,3 0 4 16,0 4 25-16,4-2 20 0,6 1-7 15,0 1-10-15,4-3-1 0,8 1-27 16,5-3-26-16,5-3-15 0,-5-3-3 0,12-1-27 16,-2-4-25-16,2-1-28 15,4 0-43-15,6-6-107 0,2-2-56 0,-8-2-205 16,3-4-103-16,-12 2-10 0,9-11 221 16</inkml:trace>
  <inkml:trace contextRef="#ctx0" brushRef="#br0" timeOffset="-202644.53">31058 10457 122 0,'0'0'521'0,"0"0"-149"0,0 0-43 0,0 0 6 15,5-71-40-15,-10 68-68 0,-1 3-104 16,-6 3-87-16,-1 7-1 0,1 2 37 16,0 5 76-16,5 4 55 0,-1 1 28 15,2 6-30-15,4 1-35 0,2 4-23 16,2 2 31-16,6 2-23 0,9 2-38 16,-1 0-2-16,3-1 97 0,2-2-93 15,-3-2-38-15,-1-7-24 0,-7-3-25 0,-4-6-27 16,-2-2-1-16,-4-7-2 0,0-1-20 15,-12-5-18-15,-9-1-31 0,-3-2-109 16,-7 0-121-16,-3-2-213 0,6-3-640 16,-18-4-774-16</inkml:trace>
  <inkml:trace contextRef="#ctx0" brushRef="#br0" timeOffset="-199770.9">23437 8350 1722 0,'0'0'422'0,"0"0"-283"0,0 0-64 0,0 0-30 0,0 0 110 0,0 0 38 0,0 0 64 0,0 0-58 16,0 0-49-16,0 0-23 0,33 36 25 16,-16-29 0-16,-1 0-27 0,7 0-40 15,0 3-28-15,6-5-41 0,-3 1-16 16,3-1-20-16,4-2-20 0,-2 1-33 15,0-2-18-15,-2 1-50 0,-2-1-62 16,4-2-71-16,-4 0-200 0,-4 0-215 16,-7-1-396-16,1-5 104 0</inkml:trace>
  <inkml:trace contextRef="#ctx0" brushRef="#br0" timeOffset="-199488.9">23846 8281 213 0,'0'0'698'0,"0"0"-236"15,0 0-72-15,0 0-56 0,0 0-16 16,0 0 91-16,0 0-94 0,0 0-86 0,-12 66-48 15,20-42-22-15,9 4-14 16,-1 1 5-16,9 2-33 0,0 2-23 0,-2-1 18 16,1 2-32-16,-3 0-36 0,-2-2 11 15,-3-3-49-15,-8-3-6 0,-5-5-37 16,-3-6-77-16,-11-4-176 0,-7-2-177 16,1-5-668-16,-18-1-670 0</inkml:trace>
  <inkml:trace contextRef="#ctx0" brushRef="#br0" timeOffset="-195398.98">21628 7702 1243 0,'0'0'423'0,"0"0"-102"0,0 0-91 0,0 0 20 0,0 0 20 0,0 0-25 0,0 0-72 15,0 0-33-15,0 0 13 16,0 0 31-16,75 43-17 0,-65-14 15 0,2 3-68 16,-5 6-42-16,-1 0-47 0,4 0-25 15,-6-2 0-15,0-2-13 0,-1-2-21 16,1-3-28-16,-2-6-52 0,2-4-18 15,-4-2-23-15,0-3-63 0,0-5-146 0,0-2-144 16,0-1-168-16,-4-5-303 16,-5-1 167-16</inkml:trace>
  <inkml:trace contextRef="#ctx0" brushRef="#br0" timeOffset="-195074.65">21653 8021 295 0,'0'0'697'0,"0"0"-261"0,0 0-153 15,0 0-98-15,0 0-35 0,0 0 2 16,0 0 39-16,0 0-4 0,95-46-48 16,-68 34-49-16,2 0-16 0,0 0-23 0,-2 2-19 15,0-2-29-15,-7 2-3 0,1 1-1 16,-4 1-1-16,-7 0-23 0,0 3-1 16,-2 0 7-16,-8 3-4 0,5-3-12 15,-5 4-23-15,0 0-6 0,0 0-1 0,0 1 1 16,0 0 22-16,0 0 22 15,-5 2 1-15,5 5 19 0,-6 0 12 0,0 5 78 16,6 4 46-16,-6-2 2 0,6 2-23 16,0 2-41-16,0-3-16 0,0 0-4 15,6-2-16-15,0-2-16 0,0 0-22 16,5-4-42-16,-3 0-28 0,0-5-23 16,5-2-35-16,-7 0-52 0,6-2-95 15,-3-6-110-15,1-3-229 0,-4 0-177 16,7-7 145-16</inkml:trace>
  <inkml:trace contextRef="#ctx0" brushRef="#br0" timeOffset="-194613.74">22124 7876 363 0,'0'0'342'15,"0"0"-32"-15,0 0-43 0,0 0 42 16,0 0 6-16,0 0-59 0,0 0-45 0,0 0-63 16,13 77-28-16,-13-63-11 0,4-1 65 15,-2 0-20-15,2-3-65 0,-2-4-50 16,2 0-26-16,0-5-12 0,3 0 0 15,-3-1-1-15,-2-1-1 0,8-6-2 16,-2 0-16-16,3-5-6 0,-1-1-14 16,0-3 11-16,3 2 12 0,-3-2 0 15,3 4-20-15,-7-1 20 0,4 1 16 16,0 0 1-16,-3 5 2 0,-1-3 13 16,-2 5 0-16,-2 3-13 0,2 1-1 15,2 1-1-15,-4 0 25 0,3 1 12 16,-1 6 4-16,2 3-1 0,0-2 10 0,0 3-3 15,1-2 32-15,3 0-4 0,-8-1-44 16,4-3-32-16,-4 1 0 0,4-5-19 16,-1-1-4-16,-3 0-8 0,2 0-17 15,-2-2 7-15,2-3-7 0,2-1 9 0,0-4 17 16,-4 2 3-16,7-3 0 0,-3 1-16 16,4 0 12-16,-1-1 1 0,-1 3 19 15,4 2 3-15,-6 3 28 0,1 1 1 16,3 2-3-16,-8 0 18 0,4 5 8 15,0 1-8-15,3 1 23 0,-3-1 12 16,4 2-12-16,1-2-19 0,1 1-29 16,-2-2-18-16,3 0-1 0,-5-2-26 0,0-2-12 15,5-1-47-15,-3 0-52 0,0-5-87 16,-4-3-155-16,5-1-215 0,-5 2-442 16,-6-5-6-16</inkml:trace>
  <inkml:trace contextRef="#ctx0" brushRef="#br0" timeOffset="-194316.04">22699 7833 210 0,'0'0'720'0,"0"0"-427"0,0 0 20 0,0 0 8 0,0 0-116 0,95-29-30 0,-72 17-42 0,-5-1-78 16,3-2-33-16,2 1-22 0,-9-2-22 15,-1 2-4-15,-5 1 26 0,-4-1 1 0,-2 1 31 16,-2 2 13-16,-2 1 13 0,-4 3-16 15,-4 2-6-15,-5 2-23 0,-3 3-10 16,-1 3 61-16,-2 7 39 0,3 5 4 16,1 3 21-16,1 6-6 0,7 0-39 15,7 1 25-15,2-6-44 0,0-1 104 16,2-4-48-16,7-2-88 0,7-3 2 16,1 0-15-16,1-6 3 0,9-3-7 15,-2 0-15-15,2-5-22 0,-2-4-47 16,-1-3-115-16,-1-5-239 0,6-1-130 15,-6 0-183-15,-7 0-388 0,11-11 417 0</inkml:trace>
  <inkml:trace contextRef="#ctx0" brushRef="#br0" timeOffset="-194024.28">23245 7393 1831 0,'0'0'467'0,"0"0"-350"0,0 0-43 16,0 0 49-16,0 0 6 0,-77 38 25 15,65-23-51-15,4 3-46 0,3 0-8 16,3 0 21-16,2-1 26 0,7-1-10 16,5-2-29-16,9-1-28 0,-1-1 15 15,7-2-15-15,0 2-7 0,2 0-6 16,0-1-14-16,-2 1 1 0,2 0-1 16,-6 0 11-16,-5 1-12 0,-3-2 24 15,-9 0 16-15,-6-2 19 0,0 1 51 0,-8-1-8 16,-13 2-49-16,-6-4-35 0,-12 2-18 15,-1-2-1-15,-11-3-107 0,1-2-85 16,-2-2-17-16,7-2-91 0,-3-6-188 16,11 0-521-16,-12-11-412 0</inkml:trace>
  <inkml:trace contextRef="#ctx0" brushRef="#br0" timeOffset="-193853.07">22182 7298 3187 0,'0'0'461'15,"0"0"-423"-15,0 0-38 0,0 0-137 0,0 0-50 16,0 0-68-16,0 0-292 0,91-40-770 16</inkml:trace>
  <inkml:trace contextRef="#ctx0" brushRef="#br0" timeOffset="-185597.01">20857 7750 11 0,'0'0'1190'0,"0"0"-897"16,0 0-123-16,0 0-21 0,0 0 91 0,0 0 23 0,0 0-21 0,0 0-26 0,77-71-46 0,-63 59-35 15,-1 2 2-15,3-1-6 0,-8-1 6 0,1-1-1 16,1-1 3-16,-4 0-22 16,0-3-45-16,-4-1-22 0,1-4-6 0,-3 0-5 15,-3-6-11-15,-5-1-27 16,-2-3-1-16,-9 0-2 0,3-3-14 0,-11 1-9 16,-2 1 5-16,-10 3-8 0,-13 2 15 15,-4-1-12-15,-12 4 23 0,-11 2-48 16,-5 5-22-16,-5 4 59 0,-8 3 13 0,-9 1-1 15,-3 4-11-15,-7 4-14 0,-10 2-5 16,-4 5 31-16,-3 12 1 0,-3 2 12 16,1 12-11-16,1 4 13 0,0 3-13 15,10 7 14-15,0 3-15 0,6 3 0 16,6 3 1-16,9 4 42 0,14-1-28 16,8 2-3-16,15 1-13 0,10-1 1 15,7-4 1-15,10 1 17 0,5-5-16 16,3-4 0-16,11-2-1 0,-5-3 14 0,8 0 9 15,1-7-25-15,3-3-2 16,3-7-17-16,0-3 0 0,4-4 16 0,-1-5 2 16,7-3-1-16,-2-4-17 0,2-5-19 15,0 0-6-15,0-1 13 0,0 0 2 16,0 0-12-16,0-5-25 0,2-2-61 16,9-6-162-16,-3-2-121 0,6-3-181 15,-3 3-94-15,3-4-353 0</inkml:trace>
  <inkml:trace contextRef="#ctx0" brushRef="#br0" timeOffset="-185068.64">17740 7907 1445 0,'0'0'308'0,"0"0"-161"0,0 0-27 0,0 0-39 0,0 0-7 0,0 0 82 0,0 0 160 0,0 0-78 15,0 0-55-15,39 90-13 0,-28-61-14 16,-5 4-48-16,0 1-35 0,-6 2-4 16,2 0-18-16,2 0-4 0,-4-1 35 0,0-2 53 15,2-3-78-15,0-2-29 0,-2-3-11 16,7-3-14-16,-3-3 9 0,-2-2 1 15,4-3-11-15,-2-2 0 0,-2-1 17 0,4-4-18 16,-1-1 0-16,-1-3 1 0,8-2 20 16,-2-1 18-16,7-4 16 0,8-6 97 15,8-7-45-15,6-5-46 0,7-6-28 16,11-4-19-16,10-8-12 0,5-1-3 16,11-3-3-16,-3 3-40 0,-1 3-34 15,-3 8-69-15,-16 6-128 0,-10 6-130 16,-17 8-396-16,-17 3-967 0</inkml:trace>
  <inkml:trace contextRef="#ctx0" brushRef="#br0" timeOffset="-173603.05">28086 4284 1311 0,'0'0'0'0,"0"0"-127"0,0 0-39 0,0 0 166 0,87-9 52 0,-44 5-23 0,11-1-2 0,10-4 15 15,4 4-3-15,9-4 10 0,7 2-20 16,3 1 7-16,6-3 13 0,4 2 0 16,5 2 3-16,5-1-10 0,3-1-13 15,3 4-29-15,7-3 0 0,4 1-13 16,3-2 10-16,5-1-17 0,10 2 19 15,3-2-15-15,4 1 13 0,0 0-14 0,-9 2 15 16,7 1 2-16,-8 2 22 0,-3-1-2 16,0 2-7-16,-7 0-12 0,-1-1-1 15,-4-1-12-15,-4 1-27 0,-2-2-30 16,-5-1-19-16,-1 1-3 0,-5-1 23 16,1 1 26-16,-9-1 12 0,-2 1 28 15,-2-1-1-15,-4-1 3 0,-6-4 2 0,-6 3 11 16,-3-2-13-16,-6 0 0 0,-14 1-72 15,0-1-12-15,-15 1-40 0,-3 2 29 16,-16 0 27-16,1-4 33 0,-9 4 35 16,-5-1 23-16,-5-1 13 0,-4-1 6 15,0 1-3-15,0-1 26 0,-4 1-28 0,4 0-37 16,0-2-19-16,0 0-14 16,0 0 4-16,0-3-20 0,0 0 23 0,0-1 6 15,0 0 7-15,0-2 13 0,0-1 26 16,0 1 10-16,0-1 16 0,4-4-16 15,-2 0-22-15,2-3-14 0,2 0 0 16,0-3 38-16,-1 0-38 0,1-3 0 16,6-1-39-16,-6-1 37 0,5-3 2 15,-7-1 23-15,2-3-20 0,0 0 17 16,0-3-4-16,1 0 0 0,-3-1-12 0,2-3 12 16,0 1 3-16,-2-2-16 0,9 0-3 15,-3-4-16-15,2-1 14 0,-7-2 2 16,7-3 1-16,-2 2 1 0,-3-1 25 15,1-1 31-15,0 1 14 0,-2-2 3 16,7 3-10-16,-3 0-36 0,0 0-16 0,3-1-13 16,3-2-3-16,-5 2-36 0,1-2-13 15,-2-1 6-15,-1 2 14 0,-1-4 12 16,-2 3 2-16,0-5 17 0,5 0-1 16,-5 2-27-16,2-2 29 0,0 1-2 15,5 1 2-15,-1 2 0 0,3 3 0 16,-3-1 1-16,5 4 12 0,-7-1 13 15,6 4 20-15,-3 0-1 0,-3 1-12 16,3 0-31-16,-1 2-1 0,-2 2-1 16,-1 0-1-16,-3 2-15 0,-4 0 16 15,2 1 0-15,-2 2 2 0,-2 0 14 16,0 0-16-16,-2 4 0 0,-2 0 0 0,-2 3 0 16,4 4-2-16,-7 3 2 0,3-1 0 15,0 5-1-15,-6 3-1 0,-1 2 0 16,-1 3-1-16,-3 1 3 0,3 2 27 15,-1 0 5-15,3 2-3 0,1 2-12 0,1 0-4 16,0 2-13-16,-3 0 0 0,3 1-13 16,-2 0-26-16,-5 0-20 0,7 2 7 15,-13-1-7-15,2 2 17 0,-3 0-10 16,1 1 9-16,-10-2-5 0,4 1 44 16,-4 0-8-16,0 1 12 0,-2-1 17 15,-5-2-16-15,-3 1 48 0,-3 0-14 16,-5 0-2-16,-3-1-32 0,-6-1 22 15,-4 0 0-15,-6 0 26 0,-9 1 6 0,1-1-23 16,-7-1-30-16,-8 2-2 16,-6 0-17-16,-3 0 17 0,-3 0-1 0,-7-1-2 15,-1 0 0-15,-1 1-1 0,2-3 1 16,-1 3-13-16,1-2 13 0,-2 2 0 16,3-2-23-16,-1-1 0 0,-2 1 24 15,3-1-1-15,-3-1 1 0,2 0 2 0,5 0 2 16,-1 0 14-16,7 1-16 0,-6 0 1 15,7 0 3-15,-3 3 15 0,4-1-16 16,0 1 14-16,-1-1-17 0,5 3 0 16,4-5-4-16,4 5-9 0,7-2 0 15,-5-1 12-15,7 1 0 0,-3 2 0 16,2-3 1-16,5 2 0 0,2-1 20 16,5 1-17-16,-1-3-3 0,8 3-16 15,-4-2-36-15,8 1-43 0,-6 0 33 16,7-1-10-16,-7 1 7 0,8 0 23 0,0 1 42 15,-2 0 10-15,9 1 35 0,-1-1 14 16,-1 1-26-16,3 0-11 0,1 1-22 16,-1 0-1-16,1 0-48 0,-3 0-16 15,3 0 33-15,-1 1 19 0,5 3 13 16,4-2 32-16,4 2 56 0,2 0-42 0,8 0 12 16,-6 0-18-16,12-2 5 0,-5 3-6 15,5 1-38-15,0-2-1 0,-3 0-2 16,-1 2-14-16,0-2 0 0,-7 0-14 15,1 0 1-15,-2 0-17 0,-4 2-12 16,-2-1 28-16,1 2 27 0,-1 0 3 16,2 0 0-16,6-1 46 0,5-1 48 15,5-1 46-15,1 1-13 0,3-1-36 16,7-1-32-16,2-1-23 0,4 4-33 16,0-1-3-16,0 1-3 0,0 1 3 15,2 1 1-15,6 3 2 0,-2 2 10 16,1 2-13-16,3 3 0 0,-4 3 1 0,-4 4 25 15,0 5-3-15,-2 1 13 0,0 5-4 16,0 4-2-16,-2 5-1 0,0 1-16 16,2 3 6-16,0 1-15 0,0 3 12 0,0 0-3 15,0 4 23-15,0 2 19 16,2 1-3-16,0 6-10 0,4 1 10 0,1 3-13 16,-1 5-17-16,0 3-5 0,0 4-15 15,-2 3 0-15,-2 4-2 0,3 3 0 16,-5 3-26-16,0 2 7 0,0-2 19 15,-7 0 17-15,1 2 15 0,-4-2 23 16,4 2 17-16,-1 1 41 0,-3 0-3 16,4 3-10-16,0 1-16 0,2-3-22 15,4-2-37-15,0-4-25 0,0-3-16 0,0-6-126 16,10-5-87-16,-4-5-131 0,-4-21-248 16,-2 16-370-16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6-02-26T10:11:50.7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13504 8478 1725 0,'0'0'338'0,"0"0"-140"0,0 0-79 0,-20 66-31 16,14-35 28-16,1 4-113 0,-3 7 145 0,0 6 36 0,-9 6-107 15,5 7 16-15,0 5 57 0,-3 2-4 16,3 1 4-16,-1-6-5 0,5-4-41 15,0-5-41-15,2-5-37 0,-5-5-23 0,5-5-3 16,2-2-2-16,-2-6-14 0,0-4-9 16,1-9-51-16,5-6-34 0,0-5-17 15,0-2-19-15,0-5-55 0,0 0-59 16,0-3-49-16,0-6-24 0,5-6-7 0,-3-7-50 16,2-5-144-16,2 3-101 0</inkml:trace>
  <inkml:trace contextRef="#ctx0" brushRef="#br0" timeOffset="546.69">13389 8631 40 0,'0'0'91'0,"0"0"37"0,0 0 64 15,0 0 13-15,0 0-19 0,0 0-10 16,0 0 13-16,39-67-26 0,-35 66-4 0,-2 0 36 16,-2 1 16-16,0 0 36 0,0 0-30 15,-2 0-43-15,-4 7-19 0,-4 0-94 16,-1 7-10-16,-1 2 11 0,-5 4 21 16,3 1-16-16,1 3-3 0,1 2-3 15,2-1-13-15,-1 2-16 0,3-4-10 16,2-3-9-16,0-2 0 0,4-7 0 15,2-4 2-15,-4-3-15 0,4-3-14 0,0-1-31 16,0 0-3-16,0-1 10 0,6-9 22 16,2-2 16-16,2-6 16 0,3-6-16 15,1-1 0-15,1 0-13 0,1-3-19 16,1 2 0-16,-1-3 0 0,1-2 10 16,1 2-7-16,-1-2 3 0,-1-1 13 15,1-1 12-15,-3 3-34 0,-1 3-7 16,-5 5 7-16,3 9 9 0,-7 3 7 0,2 8 19 15,0 1 0-15,0 1 61 0,5 2 42 16,-5 6-4-16,2 5-3 0,0 4 3 16,3 5 3-16,-3 2 37 0,2 6 32 15,-6 1-19-15,7 4 1 0,-5-3-8 16,0 0-26-16,7-4-8 0,-9-2-36 16,2-5-44-16,4-3-31 0,-4-6-14 0,3-2-38 15,-1-3-35-15,-2-4-44 0,7-2-29 16,-7-1-57-16,4-3-134 0,0-5-330 15,-3-1-577-15,3-10-278 0</inkml:trace>
  <inkml:trace contextRef="#ctx0" brushRef="#br0" timeOffset="1626.17">15144 8822 1312 0,'0'0'313'0,"0"0"-177"0,0 0-16 0,0 0 52 0,0 0-10 0,0 0-42 16,0 0-13-16,0 0-23 0,0 0 3 0,-31 77-10 16,25-55-9-16,3 2-17 0,-1 2-6 15,-2-2 4-15,6-3-11 0,0-4-15 16,0 0-11-16,0-7 1 0,6-2 6 16,5-2 1-16,-5-1-20 0,0-2 0 15,4-3-13-15,-3 0-3 0,5 0-13 0,2-3 3 16,-1-4 10-16,-1-2 3 15,3-4-3-15,-3 0-3 0,5-3 6 0,-5 1-6 16,-2-1 0-16,1 2-1 0,-5 2 20 16,0 1 4-16,0 3 8 0,-6 3-12 15,2 2 0-15,0 1-2 0,-2 2 2 16,5 0 23-16,-3 2 44 0,2 3 10 16,2 1-13-16,0 4-6 0,0-2 9 15,1 2 58-15,-3-2-20 0,2 1-23 16,0-4-2-16,0-1 15 0,1 0 21 15,3-3-12-15,-6-1-22 0,6 0-26 0,-1 0-11 16,-3-4-20-16,4-1-22 0,-2-3-3 16,1 0-14-16,-3-4-11 0,0-1-24 15,4-1-26-15,-3 1-44 0,-3-1-42 16,2 1-39-16,4-1-93 0,-3 4-134 16,1 0-226-16,-2 3-81 0,8 2-388 0</inkml:trace>
  <inkml:trace contextRef="#ctx0" brushRef="#br0" timeOffset="2053.4">15739 8858 451 0,'0'0'688'0,"0"0"-438"0,0 0-110 0,0 0 39 0,0 0-23 0,0 0-23 15,0 0-16-15,0 0-7 0,0 0-3 16,-54 79 6-16,54-67 13 0,-4 3-10 15,4-3-13-15,0 0-10 0,0-3-16 16,0 0-45-16,4-4-32 0,3-2-2 16,-3-1-36-16,0-2 9 0,2 0-10 15,2 0 1-15,-2-5-1 0,7-5 0 16,-5-2-2-16,5-1 2 0,-3 1 13 16,-4 0 23-16,-2 2 2 0,0 2 1 0,-2 3 3 15,-2 0 13-15,0 3 7 0,5 1-20 16,-5 1 26-16,0 0 39 0,0 0 6 15,0 0 3-15,0 4-10 0,0 1-16 0,2 3-9 16,-2-1-1-16,0 1 20 0,0 0 48 16,6 1 40-16,-6-3-60 0,0 2-13 15,4-3-13-15,-2 1-22 0,2-1-41 16,2-3-2-16,-4-1-23 0,3-1-26 16,-1 0-25-16,2 0-47 0,0 0-68 15,0-5-52-15,5 0-79 0,-5-4-149 16,4 2-58-16,3-1-60 0,-3 3-47 15,6-6 187-15</inkml:trace>
  <inkml:trace contextRef="#ctx0" brushRef="#br0" timeOffset="2234.67">16047 8872 131 0,'0'0'574'0,"0"0"-180"16,0 0-101-16,0 0-65 0,0 0-30 15,0 0 52-15,0 0-13 0,0 0-37 0,0 0-29 16,4 72-7-16,-4-58-9 0,0 0-5 15,0 1-41-15,0-2-52 0,2-2-28 16,2-1 9-16,-4 0-38 0,2-5-32 16,1-2-105-16,1 1-90 0,-2-4 28 15,4 0-46-15,-2 0-186 0,-2-7-88 16,4 2-175-16,5-8-7 0</inkml:trace>
  <inkml:trace contextRef="#ctx0" brushRef="#br0" timeOffset="2730.18">16334 8647 787 0,'0'0'332'0,"0"0"-176"0,0 0-55 16,0 0 10-16,0 0 9 0,0 0 0 0,0 78-3 15,0-53 4-15,0-1 8 0,0 3 27 16,-2 0 9-16,-2 2-20 0,2-4 29 15,-2 0-35-15,4-1-59 0,0-2-35 16,-6-4-23-16,6-1-20 0,0-3-1 16,-2-1-1-16,-2-2-11 0,4 1-2 15,0-1 12-15,0-4-25 0,0 0-35 16,0-2-6-16,0-1 9 0,0-2 16 16,0-1 6-16,0 2-2 0,0-2-1 15,0-1-16-15,0 0-9 0,0 0-4 0,0 0 0 16,0-1-32-16,-7-5 16 15,7 1 2-15,-2-2-21 0,0-3-50 0,-4-2 23 16,0-1 23-16,2-1 6 0,-2 1 23 16,-1 0 0-16,7 3-59 0,-2 0-19 15,2 1 16-15,0 2 91 0,0 2 49 16,2 1 17-16,2 1 68 0,-1 1 71 0,3-2 50 16,4 3 34-16,0-4 30 0,3 4 45 15,5-6-18-15,3 2-87 0,2 0-52 16,0-3-36-16,3-1-13 0,-3 0-35 15,0 2-39-15,-7-3-35 0,1 3-13 16,-1-1-19-16,-3-1-74 0,-5 1-73 16,0-2-86-16,-8 2-213 0,5 2-127 15,-5-6-433-15</inkml:trace>
  <inkml:trace contextRef="#ctx0" brushRef="#br0" timeOffset="2895.63">16119 8554 1980 0,'0'0'576'0,"0"0"-251"0,0 0 37 0,0 0 0 0,0 0-160 0,0 0-117 0,0 0-85 16,0 0-25-16,0 0-25 0,0 0 22 16,7-6-4-16,13 6-113 0,-1 0-116 15,8 2-186-15,2 2-289 0,-9-1-444 16</inkml:trace>
  <inkml:trace contextRef="#ctx0" brushRef="#br0" timeOffset="3170.05">16957 8622 1532 0,'0'0'290'0,"0"0"-216"0,0 0 85 0,0 0 178 16,22 65-82-16,-22-38 64 0,0 6-57 16,-4 5-99-16,-2-1-46 0,-6 3-12 15,1-3-29-15,1-1-32 0,4-5-28 16,0-3-16-16,-1-6-2 0,3-5-39 16,4-3-57-16,0-5-86 0,0-5-113 15,0-1-140-15,0-3-300 0,0 0-387 16,2-7 348-16</inkml:trace>
  <inkml:trace contextRef="#ctx0" brushRef="#br0" timeOffset="4146.85">16975 8949 275 0,'0'0'1236'0,"0"0"-876"0,0 0-123 16,0 0 19-16,0 0-62 0,0 0-46 15,0 0-38-15,95-37-62 0,-72 28-47 0,2 0-1 16,-5 0-16-16,1 0-39 15,2 2-51-15,-7 1-29 0,3 1-11 0,-2 1 27 16,-3 1 18-16,-2 2 62 0,-3 1 36 16,1 0-97-16,-8 7-63 0,0 3 69 15,-2 2 91-15,0 3 3 0,0 3 3 16,0 1 104-16,0-1-26 0,4-1-42 0,-2-1 23 16,-2-4 116-16,7-3-77 0,-3-2-69 15,-2-3-6-15,2-2 16 0,2 0-16 16,0-2-10-16,-2 0 3 0,7-5-19 15,-3-3-26-15,9-3-45 0,-7-1-36 16,2-3-9-16,5 1 6 0,-7 1 19 16,3 0 39-16,-1 2 40 0,-2-1 12 15,1 3 2-15,-5 3-2 0,0 4 1 16,-2 2 45-16,2 0 48 0,1 1 55 16,-7 5-3-16,4 3-43 0,-4 1-29 0,6 4-6 15,-6-1 51-15,6 0-3 0,-2 0-58 16,3-2-7-16,-1-1 65 0,0-3 5 15,-2 0-82-15,2-5-20 0,0 1-3 16,1-3-16-16,-1 0-2 0,4 0-34 16,-6-4-18-16,9-3-13 0,-7 1-16 0,4-1-1 15,1-3 27-15,-5 3 24 0,6-1 8 16,-1 0 10-16,-3 2 15 0,0-2 2 16,-2 3-2-16,0 0-2 0,1 4-14 15,-1 1 16-15,-2 0 0 0,2 0 25 16,-6 3 24-16,4 3 12 0,3 1 6 15,-1 1-3-15,0 0 29 0,4 0-13 16,1-1-52-16,1-1-28 0,0 0 3 16,3-2 41-16,4-2 7 0,-3-1-49 15,1-1-2-15,1 0-24 0,1 0-18 16,-1-2 4-16,-1-4-86 0,2-1-43 0,-3-1 10 16,-1 1 66-16,-3-1 30 0,0-1-74 15,-1 1-17-15,-5-3 58 0,4 0 62 16,-4 1 6-16,7 1-16 0,-9-3 6 15,2 5 21-15,0 1 15 0,-6 0 0 0,4 5-1 16,-4 1-17-16,3 0 18 0,-3 2 69 16,0 8 24-16,0-2 5 0,4 4-18 15,-2-3-12-15,4 1 29 0,2-1 38 16,-2-2-41-16,7-2-30 0,3-4 3 16,1-1-3-16,-1 0 20 0,1-2-56 15,2-6-8-15,1 0-19 0,3-2-1 16,0 1-13-16,-1-2-3 0,1-1 15 15,0 0-21-15,-7-1-17 0,1 3-6 16,0-3 4-16,-5 1 21 0,-6 1-98 16,4-1 27-16,-10-1 24 0,0 1 25 0,0-1 3 15,0-2 10-15,-10 2 29 0,4 6 12 16,-6 1 7-16,3 1 23 0,-3 5 0 16,-1 3-42-16,1 6-9 0,2 6-8 15,-3 0 15-15,1 3 2 0,4 1 38 0,-3-2 49 16,3 1 25-16,8 0 1 15,0-2 11-15,0-5-12 0,2-1-16 0,11 0 2 16,-1-4 4-16,2-1-26 0,3-4-48 16,-1-1-28-16,3 0-34 0,-4-4-49 15,-3 1-114-15,-2-4-20 0,3-1-23 16,-9 2-98-16,-4-2-167 0,6-2-48 16,-6 3-134-16,0-6-53 0</inkml:trace>
  <inkml:trace contextRef="#ctx0" brushRef="#br0" timeOffset="4321.57">17384 8490 2448 0,'0'0'413'0,"0"0"-310"0,0 0-100 0,0 0 0 0,0 0-3 0,102-1-10 0,-44-2-22 0,8 0-51 15,8 2-169-15,-1-2-168 0,-18 2-226 16,24 1-491-16</inkml:trace>
  <inkml:trace contextRef="#ctx0" brushRef="#br0" timeOffset="4605.76">18540 8481 1570 0,'0'0'254'0,"0"0"-137"0,0 0 103 15,0 0 65-15,-62 75-59 0,50-52-43 16,3-2-57-16,3 1-49 0,4-2-33 16,2-4-21-16,2 1-4 0,6-3-17 15,-1 0 40-15,9 0 57 0,1-2 25 16,1 1-35-16,5-1-23 0,0 3-6 0,2 1-9 16,-1 0-29-16,-1 0 22 0,0 4-9 15,-2-1 19-15,-1 0 12 0,-5-1-7 16,-3-1-31-16,-2-3-24 0,-8 0 11 15,-2-3-15-15,-6 1-3 0,-6-3-31 16,-1-3-48-16,3-3-69 0,-2-3-70 16,-1 0-117-16,-1-4-282 0,3 0-520 0,-7-7-275 15</inkml:trace>
  <inkml:trace contextRef="#ctx0" brushRef="#br0" timeOffset="4968.02">19311 8188 1411 0,'0'0'1030'0,"0"0"-779"0,0 0-51 0,0 0 101 0,0 0 14 0,10 74-2 0,-3-38-58 0,3 6-15 16,2 5-38-16,-3 2-42 0,-1 4-31 15,2-2-40-15,-2-2-37 0,-1-4-24 16,-1-5-28-16,-4-6-68 0,-2-4-30 0,0-1-46 15,0-6-63-15,-2 1-63 16,-6 0-161-16,-3-4-195 0,3-1-404 0,-2-3-82 16</inkml:trace>
  <inkml:trace contextRef="#ctx0" brushRef="#br0" timeOffset="5530.36">19315 8842 620 0,'0'0'828'0,"0"0"-464"0,0 0-14 0,0 0-4 0,0 0-91 0,0 0-33 0,0 0-52 0,0 0-75 16,0 0-5-16,0 0 88 0,0 0 59 15,17 47-55-15,-15-26-46 0,8 3-17 16,-4 2 2-16,3-1 6 0,-1 3-9 16,-2-3-10-16,0 0-16 0,5-2-12 0,-7-5-34 15,2-1-22-15,-2-3-22 0,2-4 0 16,-4-1-2-16,5-3-15 0,3-3-9 15,-6-3-10-15,8 0-9 0,1-3 21 16,3-10 22-16,5-2-12 0,2-7-6 16,6-3 5-16,0-4-2 0,-2-3 12 0,4-2 0 15,-5 2-9-15,-1-1-1 16,0 2-5-16,-8 4-1 0,-1 3-12 0,-4 6-21 16,-1 4-19-16,-5 6-22 0,-6 1-59 15,4 3-83-15,-4-1-140 0,0 3-201 16,0-2-490-16,-10 1-282 0</inkml:trace>
  <inkml:trace contextRef="#ctx0" brushRef="#br0" timeOffset="12573.88">20679 8250 239 0,'0'0'724'0,"0"0"-454"0,0 0-156 0,0 0 16 0,0 0-6 0,0 0-17 0,0 0-3 0,0 0-23 15,0 0-19-15,0 0 12 0,0-2 30 16,0 2 32-16,0 0-3 0,0 0-14 16,0 0-22-16,0 0-23 0,0 0-9 15,0 0-1-15,0 0-9 0,0 0-17 16,0 0-18-16,0 0-8 0,0 0-12 15,5 1 1-15,-3 1 30 0,2 3-2 16,0 1-3-16,0 1-4 0,-2 0 7 16,4 2 0-16,1-2-13 0,-3 3 0 15,2-3-13-15,-4 1 13 0,2 1 0 16,2-1-13-16,-6-2 13 0,4 4 10 0,-4-2 3 16,7 2 3-16,-1-2-16 0,-2 2 3 15,-2-1 0-15,2-3 0 0,2 1 3 16,-6 0-19-16,7 0-1 0,-7-1 11 0,4 1-11 15,0-2 17-15,-2 1-6 0,2-2 3 16,-2 0 0-16,4 2-13 0,-2-1 13 16,-1-2-13-16,1 1 16 0,2 0-17 15,-2-1 1-15,-4 1 10 0,6 2-12 16,0-3-1-16,-6 0 1 0,7-1-1 16,-7 4 1-16,6-2 2 0,-6-1-3 15,6 1 0-15,-2 2 2 0,-2-5 1 16,0 3-2-16,2-2 0 0,-2 2 1 0,-2-3 1 15,7 4 10-15,-7-3-11 0,0 2 1 16,4-2 0-16,-2 2 10 0,-2-2-10 16,4 4 10-16,-2-2 3 0,2-1-14 15,2 2 1-15,-6 0 0 0,5-3-1 16,-1 3 1-16,-2-1-2 0,2 1 2 16,-2-1-2-16,4 1 1 0,-2 0-1 15,-2 2 0-15,2-2 0 0,3 0 1 0,-1-1 1 16,-4 0 10-16,0 1-11 0,4-2 20 15,0 0 0-15,5 2-9 0,-5-2 6 16,0 2 53-16,-2-2-25 0,2-1-34 16,1 3-11-16,-1-3 1 0,-6-1-2 15,6 3 2-15,-2-2-3 0,2 2 1 16,-1 1 1-16,1-2 1 0,0 2 9 0,4 1-10 16,3-1 14-16,-9-1 3 0,8 0-7 15,-1 2-9-15,1-1 10 0,-2-2-10 16,1 1 0-16,-3 2 0 0,2-1-3 15,1 0 0-15,-5-2-1 0,4 1 1 16,-2 0 0-16,3-1 0 0,-7 1 0 16,2-1 1-16,4 1 1 0,-1-2-2 15,1 1 2-15,-6 0-1 0,9 1-1 16,-3-1 1-16,-2 0 1 0,0-2-1 16,3 3-1-16,-3-2 0 0,-2 1-1 15,5-1-12-15,-5 2 13 0,-2-1-1 0,2 1-1 16,4-2-1-16,-3 3 1 0,-1-1 0 15,2-1 2-15,0 2-1 0,-1 0 0 16,3-2 1-16,-4 2 0 0,4-2 0 0,-3 0 1 16,3 1-1-16,-2-1 0 0,3 1 0 15,-7-1 1-15,6 0 0 16,-2 1 0-16,-1 0 0 0,3 0 1 0,0 0-1 16,-4-2-1-16,7 2 2 0,-3-1 1 15,-2-2-3-15,1 2 0 0,1-1-1 16,-2 1-1-16,3-1 1 0,-1-1-1 15,-4 2 1-15,0 0 0 0,5-2 0 16,-5 2 1-16,-2-2 0 0,2 0 0 16,0 3 0-16,1-3 0 0,3 1 1 15,-2 1-1-15,0-1 2 0,5-1-1 16,-7 1 0-16,6 1-1 0,-3-2 3 16,3 2-1-16,5-2-2 0,-7 2 0 0,2-1 0 15,1 0 0-15,1 0 1 0,-1 1-1 16,-3-2 0-16,2 0-2 0,-7 2 0 0,5-2-1 15,-2 2 0-15,-2-2 1 0,5 2 1 16,-5-3 0-16,-2 4-2 0,8-2 0 16,-5-1 2-16,3 3 1 0,0-3 1 15,3 2 1-15,-3-2-2 0,2 0-2 16,-3 1 2-16,-1-1-2 0,-2 1 2 16,0-1 0-16,5 0-1 0,-7-1 0 15,2 1 1-15,0 1 0 0,5-1 0 16,-5 0 0-16,0-1 0 0,2 1 0 15,1 1 0-15,-3-1 0 0,0-1 0 16,4 1-1-16,-1 0 1 0,-3-1 0 0,2 2 0 16,-2 1-1-16,5-2 0 0,-5 0 0 15,2-1-2-15,0 1 1 0,3-1 0 16,-3 2 0-16,0-1 1 0,3-1-1 16,-3 1 1-16,2-1 1 0,-2 0 0 15,1 1 0-15,3-1 0 0,-2 0 0 0,3 2 0 16,-5-2 0-16,0 1 0 0,-1-1-1 15,3 2-1-15,-4-2 1 0,-2 1 1 16,2-1 0-16,5 0 0 0,1 1 1 16,-4-1 2-16,5 0 9 0,-1 0 1 15,1 0-13-15,1 0-1 0,-1 0-12 16,1 0 13-16,0 0 3 0,-3 1 16 16,1-1-16-16,-1 2-1 0,1-2 1 15,-6 0 13-15,4 0-14 0,-3 0 11 16,1 1-10-16,0-1 0 0,3 0 9 15,-3 0-10-15,4 0 0 0,1 1-1 0,-5-1-1 16,6 0 0-16,-3 0-3 16,-3 0 1-16,2 1 0 0,-1-1-1 0,-1 1 1 15,-2 1 0-15,4-2 1 0,-1 1 0 16,-3-1 1-16,2 1-1 0,-2 2 0 16,0-1-1-16,1-2 1 0,3 1-1 0,-4 0-2 15,5 2 1-15,-5-2 1 0,0 0 0 16,4-1 2-16,-1 1 1 0,-1-1 0 15,2 3 0-15,-2-3 1 0,3 0 2 16,-7 0-1-16,2 1-2 0,0-1 2 16,1 0-1-16,-7 0-1 0,6 0 0 15,-6 1 1-15,4-1 11 0,-2 0-13 16,2 0 0-16,-4 0-1 0,2 0 0 16,2 1-1-16,0 1 1 0,3 0 1 15,-1-1 3-15,0 0 12 0,4 0 7 0,-3 1 7 16,-3-1-7-16,2-1 0 0,0 1 3 15,0-1 6-15,-2 0 28 0,3 1-9 16,-1-1-25-16,-2 3-13 0,0-3-9 16,2 0 0-16,-4 0 0 0,5 0 9 0,-1 0 1 15,-2 0-1-15,2 0-10 16,-6 0 1-16,2 0 10 0,0 0-11 0,-2 0 0 16,0 0 0-16,0 0-2 0,4 0 1 15,-2 0 2-15,-2 0 9 0,0 0-10 16,7 0 11-16,-7 0-1 0,6 0-10 15,-6 0 1-15,0 0 13 0,4 0-15 16,-2 0 0-16,2 0 0 0,-2 0-1 16,2 0 1-16,3 0 2 0,-3 0 9 0,2 0 1 15,-2 0 2-15,-2 0-13 0,2 0 29 16,-2 0-3-16,5 0-13 0,-1 0-13 16,-2 0-2-16,0 0 0 0,2 0-2 15,-2 0-1-15,-2 0-9 0,-2 0-7 16,0 0-61-16,5 0-84 0,-5 0-42 15,0-4-156-15,0 2-264 0,-5-2-674 16,-15-4-494-16</inkml:trace>
  <inkml:trace contextRef="#ctx0" brushRef="#br0" timeOffset="13764.36">21732 8422 464 0,'0'0'323'0,"0"0"-63"0,0 0-9 0,0 0-65 0,0 0-17 0,0 0 6 0,0 0-29 15,0 0 3-15,0 0 39 0,-7 14 13 16,5-8 8-16,-2 2-16 0,-2 5-13 0,2 5-27 15,-9 8-28-15,1 7-36 0,-2 12-23 16,-5 10-6-16,0 12-6 0,-1 11 19 16,-3 6 53-16,2 0-19 0,1 1-73 15,-1-6-34-15,4-4-103 0,1-9 5 16,-1-5-95-16,9-10-35 0,0-4-69 16,-5-7-66-16,9-7-132 0,-2-5 12 15,4-11-132-15,2 3-386 0</inkml:trace>
  <inkml:trace contextRef="#ctx0" brushRef="#br0" timeOffset="22452.9">24843 8756 1262 0,'0'0'270'0,"0"0"-123"0,0 0 38 0,0 0 74 0,0 0-19 0,0 0-27 16,0 0-32-16,0 0-46 0,0 0-10 16,0 0 9-16,-44-11-15 0,34 15-21 15,-2 3-24-15,-1 5-39 0,-3 3-13 16,-1 3-6-16,5 3-1 0,1-1-2 0,1-1 6 16,10-3 0-16,0-1-19 0,0-4 0 15,6-2 22-15,9 0 0 0,-3-5-22 16,7 1 3-16,-1-5-2 0,1 0 1 15,-3 0 0-15,3-6 1 0,-2-1 10 16,-7-3 2-16,0 0 8 0,-4-2-11 16,1-1 4-16,-5 1 3 0,2-3 0 0,-4 1-17 15,0-2 14-15,0 2-14 0,-11 0 20 16,5 1-19-16,0 4 0 0,-2 0-1 16,0 2-2-16,-9 3-1 0,5 1-40 15,1 3-19-15,-5 0-41 0,10 0-3 16,-7 1 15-16,11 5-42 0,0 1-32 15,2 2-42-15,0 1-65 0,8 2-31 16,5 0-78-16,-1 0 31 0,5-1-127 16,1 0-62-16,-3-4 110 0</inkml:trace>
  <inkml:trace contextRef="#ctx0" brushRef="#br0" timeOffset="22848.89">25006 8846 262 0,'0'0'368'0,"0"0"30"0,0 0-50 15,0 0-88-15,0 0 20 0,0 0 5 16,0 0-68-16,0 0-26 0,0 0-17 15,52 66-1-15,-46-43-25 0,-2 6-8 0,-4 0-38 16,0-1-29-16,0 3-9 0,0-2-17 16,-4 0-12-16,2-7-16 0,-2-1 3 15,-3-5-6-15,5-2 3 0,-2-2-16 16,0-2 29-16,4-7-29 0,0 1 10 16,0-4-10-16,0 0-1 0,0-2 18 15,0-7-20-15,0-3-35 0,4-6 4 16,2-7 9-16,7-3-1 0,-3-5-5 15,7-5-10-15,-5-2 16 0,7 3 3 16,-5 0 17-16,3 3 2 0,-1 4 2 0,-3 6 1 16,3 4 13-16,-1 3-4 0,-1 4-8 15,3 3 15-15,-7 4-16 0,2 5 9 16,-5 1-9-16,3 1 41 0,-8 10 45 16,2-1-14-16,-4 4 32 0,0 1-13 15,0 1-44-15,0 1-24 0,-12-3-13 0,6-1 3 16,-7-1-2-16,3-1-14 0,-1-4-25 15,-5-1-60-15,8-2-50 0,-1-3-26 16,3-1-39-16,0 0-54 0,0 0-66 16,2-3-47-16,2-2-48 0,2-1-110 15,0-3-104-15,0 1 7 0,2 2 270 16</inkml:trace>
  <inkml:trace contextRef="#ctx0" brushRef="#br0" timeOffset="23093.14">25455 8701 1311 0,'0'0'377'0,"0"0"-169"0,0 0-23 0,0 0-16 0,0 0 54 0,0 0-7 0,0 0-58 16,20 71-7-16,-16-48 25 0,-2 3-13 0,-2-1-33 15,0 3-32-15,0-4-15 0,-6-3-30 16,4-1-53-16,-2-5 0 0,4-2-28 15,-2-3-26-15,-2-2-73 0,4-4-76 16,0 0-18-16,0-3-36 0,0-1-97 16,0 0-77-16,0-2-121 0,-2-6-38 15,2 0 30-15,0-1 236 0</inkml:trace>
  <inkml:trace contextRef="#ctx0" brushRef="#br0" timeOffset="23336.37">25473 8888 233 0,'0'0'319'0,"0"0"7"0,0 0-39 0,0 0-24 16,0 0-6-16,0 0-26 0,0 0-27 15,81-21 16-15,-65 21-68 0,-5 0-19 16,-1 0-11-16,-4 2-16 0,0 1 0 16,1 1 6-16,-3 2-12 0,2 0-21 15,0 0-2-15,0 3-7 0,0-1 10 16,-1-2 8-16,1 4-18 0,0 0-4 0,-2 0-9 16,-4-3-22-16,6 3-10 0,-6-3-23 15,5 1-2-15,-3-2-11 0,-2 1-24 16,4-2-25-16,2 0-60 0,0 0 41 15,0-2-96-15,-2 0-87 0,3-3-21 16,3 0-71-16,2 0-71 0,-1-6-107 16,-5 2-221-16,6-5 157 0</inkml:trace>
  <inkml:trace contextRef="#ctx0" brushRef="#br0" timeOffset="23865.66">25907 8893 167 0,'0'0'809'0,"0"0"-471"15,0 0-90-15,0 0-18 0,0 0 27 16,0 0-17-16,0 0-43 0,0 0-23 0,-6 65-26 16,6-56 6-16,4 0-16 0,-4-2-51 15,2-2-62-15,-2-3-22 0,0 1 13 16,0-2 10-16,6-1-26 0,-6 0-3 16,0 0-1-16,5 0-18 0,1-4 0 15,0-2 20-15,2-3-18 0,0-2-15 16,5-1-32-16,3-1 9 0,-5 1 14 0,-1 0 18 15,-2 0 0-15,5 2 10 0,-5 4 13 16,-2 0-16-16,0 4-1 0,-1 2 20 16,-3 0 7-16,2 2 76 0,2 5 1 15,-6 2 5-15,6 1-15 0,-4 0-1 16,0 4-9-16,5-1-7 0,-7 1 26 16,6-1 3-16,-6-1 5 0,6-2-62 15,-2-2-28-15,2-2-1 0,0 0-3 16,-1-4 1-16,1 1-17 0,4-3-19 15,-4 0 6-15,7-3 13 0,-3-4-3 0,2 1-10 16,5-3-3-16,-3 0-22 0,1 1-7 16,1-1 7-16,-1 2 16 0,-3-1 25 15,1 3 16-15,-9 0 2 0,2 3 20 16,0 1 1-16,-6 0 5 0,4 1 39 16,-1 0 38-16,-3 0-16 0,6 2 9 0,-2 2-10 15,2 3 10-15,-2 0 30 16,2 1-48-16,1 1-52 0,-1-1-16 0,-2-2-12 15,2 0-19-15,4-1-2 0,-3-2-21 16,5 0-62-16,5-2-28 0,-1-1-35 16,1 0-122-16,-1 0-245 0,-3-4-167 15,3 2-427-15</inkml:trace>
  <inkml:trace contextRef="#ctx0" brushRef="#br0" timeOffset="24330.66">26531 8953 334 0,'0'0'775'0,"0"0"-452"0,0 0-15 0,0 0-2 0,0 0-50 0,0 0 18 0,0 0-22 15,-33 66-50-15,33-58-58 0,0 1-61 16,2-3-29-16,5-5-32 0,-1 1-2 0,2-2-5 16,2 0 1-16,3-1-16 0,-5-4-1 15,0-1-24-15,3 2 6 0,1-1 16 16,-6 0-10-16,-1 0 10 0,5 1-10 15,-4 1 11-15,0 1 2 0,0 0 15 16,1 2 20-16,-7 0 22 0,4 0 10 16,0 0 18-16,-2 4 73 0,4-1-28 15,-2 1-52-15,-2 1-21 0,3-2-17 16,1 0-18-16,-6 3-20 0,6-4-2 0,-2 2-15 16,6-3-10-16,-1-1-19 15,7 0 3-15,-5-2-66 0,5-5-79 0,3-2-8 16,-5 0-45-16,5-5-97 0,-3-1-28 15,7-3 21-15,-6-3-17 0,5 0-1 16,-5-3-10-16,-1-3 81 0,-1 0 238 16,-1 0 52-16,-3 2 215 0,1 5 101 15,-10 8 51-15,2 5 42 0,-4 3-72 16,2 4-46-16,-2 0-21 0,0 0-10 0,0 7-59 16,0 8-20-16,0 4 11 0,0 6-34 15,0 5-16-15,0 4 1 0,0-1-21 16,0 0-29-16,0-2-41 0,0-4-52 15,0 1-9-15,0-5 6 0,2-3-47 16,5-2-49-16,-3-6-69 0,-2-2-84 16,2-2-107-16,-4-3-133 0,0-4-506 15,0-1-441-15</inkml:trace>
  <inkml:trace contextRef="#ctx0" brushRef="#br0" timeOffset="24957.75">25802 8663 2576 0,'0'0'684'0,"0"0"-217"0,0 0-90 0,0 0-134 0,0 0-97 0,0 0-66 0,0 0-80 0,0 0-18 16,0 0-22-16,0 0-19 0,0 0-53 15,-2-5-71-15,8 5-66 0,4 0-110 16,3 0-434-16,-7 0-348 0,4 8-330 0,-53-11 1323 16</inkml:trace>
  <inkml:trace contextRef="#ctx0" brushRef="#br0" timeOffset="108348.48">16485 10992 409 0,'0'0'1136'0,"0"0"-863"0,0 0-165 0,0 0-18 0,0 0 128 0,0 0 31 0,0 0-40 0,79-17-77 15,-46 10-45-15,4-4-23 0,-2 0-22 16,7 2-13-16,-9 0-26 0,2 2-1 15,-2 1-2-15,-6 1-11 0,-4 1-24 16,-7 1-29-16,-4 2-29 0,-5 1-49 0,-7 0-32 16,0 0-10-16,-2 0-127 15,-11 1-186-15,3 3-206 0,-11 1-8 0</inkml:trace>
  <inkml:trace contextRef="#ctx0" brushRef="#br0" timeOffset="108719.89">16551 10988 692 0,'0'0'482'0,"0"0"-449"0,0 0-33 16,0 0 0-16,0 0 439 0,0 0-130 0,0 0-228 16,0 0-58-16,0 0 32 15,-14 70 29-15,6-45 65 0,-5 3-17 0,-1 0-41 16,1 0-20-16,-3 2-7 0,6-4 46 15,-7 2-14-15,11-5-19 0,-7-1-26 16,9-3-19-16,4-4-6 0,-4-2 0 16,4-2 2-16,0-4 4 0,0 0-29 0,4-2 54 15,0 0-31-15,7-1-7 0,-5-1 0 16,2 1-6-16,3-2 3 0,-3 1 3 16,4-1 12-16,1-2 20 0,3 0 48 15,3 0-23-15,1 0-26 0,5 0-12 16,2-2-19-16,-2-1-19 0,-4-1 0 15,-1 2-12-15,3-1-4 0,-4 0-25 16,-9 2-124-16,0-1-55 0,-1-1-90 16,-3 2-28-16,-2-2-11 0,-2 3-111 0,-2-2-25 15,0-1 10-15,0 0-86 16</inkml:trace>
  <inkml:trace contextRef="#ctx0" brushRef="#br0" timeOffset="109852.32">16463 11276 415 0,'0'0'711'16,"0"0"-454"-16,0 0-82 0,0 0 89 16,0 0 41-16,0 0-98 0,0 0-58 15,93-6-33-15,-67 5-42 0,5-3-26 16,3 0-19-16,-1-1-28 0,0 1-1 0,-6-1 0 15,-1 1-19-15,1 3 3 0,-8 0-10 16,-1-2-29-16,-3 0-38 0,-3 2-43 16,3 0-6-16,-3-3-7 0,1 3-13 15,-3-2 19-15,0 0 32 0,1 2 17 16,-5 0 9-16,-4 1 17 0,2 0 32 16,-4 0 36-16,0 3 10 0,0 7 39 15,-10 0-7-15,4 3 20 0,-5 2 62 0,-1 2-14 16,1-1-13-16,3 2 1 0,-2-4 22 15,6-2 6-15,4 1 0 0,-6-2-35 16,6-4-46-16,0 1-29 0,0-4-3 16,6 1-11-16,-2-5-1 0,2 0-1 15,6 0-1-15,5-4 0 0,4-6 1 0,-1-4-19 16,5-3-43-16,-2-3-2 0,2 1 6 16,-5 0 9-16,3 2 30 0,-6 3 16 15,1 3-10-15,-5 1 11 0,-5 4 1 16,-2 4-2-16,0 0-10 0,-6 2 13 15,0 3 3-15,0 6 59 0,0 6-17 16,-2 6-16-16,-8 5 10 0,6 4 19 16,-9 4 16-16,3 2 14 0,-2 3-18 15,1-1 21-15,-1 1 44 0,2-3-10 16,3-4-33-16,1-2-18 0,2-6-29 0,4-3-1 16,0-6-25-16,0-4-16 15,0-4-3-15,0-3-20 0,0-1 8 0,4-3-7 16,2-1-7-16,1-8 26 0,9-6 2 15,1-4-2-15,1-6-1 0,3-5-47 16,8-3-19-16,-6 2-16 0,3 0 16 16,-1 0 9-16,-4 2 0 0,2 5-6 15,-7 1-7-15,1 2-10 0,-5 3 7 0,-2 3 19 16,-3 3 26-16,-1 0 13 0,-2 4 14 16,-2 0 0-16,2 3 2 0,-2 2 13 15,-2 1 9-15,0 2 11 0,0 0 44 16,0 2 49-16,0 3-72 0,0 6-2 15,0 0-17-15,0 3-9 0,0 2 41 16,0-1 29-16,0 2-25 0,0-2-26 16,0-2 6-16,4-3 9 0,3-1-15 0,-3-2-13 15,6-1-7-15,-2-3-12 0,3-2-11 16,-1-1-2-16,2 0-2 0,-1-8-17 16,3-1-26-16,1-3-31 0,1-1-23 15,-3-3-23-15,3-1-6 0,-5 3 9 16,1 2 19-16,-2 0 42 0,-4 2 36 15,1 3 19-15,-3 4 0 0,-2 0 1 0,-2 2 1 16,4 1-1-16,-4 0 2 0,0 0 38 16,2 0 10-16,2 1 32 0,-2 4 30 15,0 0-20-15,5 0 3 0,-3 2 9 16,2-1-6-16,-4 1-17 0,4-1 1 16,4 2-1-16,-5-3-25 0,1 1-19 15,0-2-10-15,0-1-3 0,0-1-11 16,1 0-11-16,3-2-32 0,0 0-9 15,1-7-29-15,1-1-34 0,-2-2-46 16,3 0-35-16,-1-2-21 0,1-1 0 0,-5 2 16 16,4-1 2-16,-6 3 36 0,1 1 61 15,-3 4 85-15,-2 0 6 0,0 3 29 16,-2 1 36-16,0 0 32 0,0 0 46 16,0 3-34-16,0 2-25 0,0 1-13 15,0 3 23-15,0-2 15 0,0 1 10 0,0-3-42 16,0 1-45-16,0-2-17 0,0 0-15 15,0-1-16-15,0-1-10 0,0-2-51 16,0 0-51-16,0 0-33 0,0 0-62 16,0 0-243-16,0 0-292 0,0-1-321 0</inkml:trace>
  <inkml:trace contextRef="#ctx0" brushRef="#br0" timeOffset="110298.35">17961 11301 11 0,'0'0'450'0,"0"0"-92"0,0 0 134 0,0 0-98 0,31 84-134 0,-23-60-8 0,3 3-38 0,-7 1-36 15,2 0-53-15,0 0-48 0,-2-1-35 16,-4 1-10-16,3-2 17 0,-3-1 8 15,0-2 30-15,0-4-10 0,0-5-49 16,0-5-27-16,-3-3 2 0,3-2-2 16,0-1 11-16,-4-3 8 0,4 0-4 15,0-1-16-15,-6-8-109 0,6 0 22 16,0-7 46-16,0-4-4 0,0-4-3 16,0-5-23-16,0-5 3 0,6-6 4 15,1-6 19-15,9-4 22 0,-6 2 4 16,7 3 0-16,0 4-1 0,1 7-2 0,1 7-1 15,-1 6 4-15,-3 2 16 0,-1 1-14 16,3 7 14-16,-5-1 1 0,-1 9 2 16,-1 0 36-16,-2 3 44 0,9 0-28 15,-9 6-20-15,0 4 4 0,3 3 9 0,-5 0 9 16,-6 4 4-16,0 1-3 0,-6 2-10 16,-11-3-13-16,0 1-16 0,-5 0 3 15,-5-1 2-15,4-4-21 0,-6-2-19 16,0-4-100-16,7-3-135 0,-5-3-133 15,14-1-318-15,-10-5-522 0</inkml:trace>
  <inkml:trace contextRef="#ctx0" brushRef="#br0" timeOffset="110436.97">17858 11076 246 0,'0'0'358'0,"0"0"-234"16,0 0 39-16,0 0-10 0,0 0-127 0,0 0-26 15,85-25-124-15,-63 21-153 16,-11 3-49-16,11-3-13 0</inkml:trace>
  <inkml:trace contextRef="#ctx0" brushRef="#br0" timeOffset="110641.44">18296 10988 295 0,'0'0'550'0,"0"0"-120"0,0 0-23 0,0 0-24 15,0 0-75-15,0 0-8 0,0 0-11 16,64 70-52-16,-54-43-29 0,-7 2-24 16,1 4-55-16,-4-2-63 0,0-1-31 15,-4 0-22-15,1-3-13 0,-7-3-19 16,8-1-32-16,-2 0-50 0,-2-3 10 16,0-2-46-16,-1-4-67 0,5-2-116 15,0-2-205-15,-4-4-260 0,6 0-401 0</inkml:trace>
  <inkml:trace contextRef="#ctx0" brushRef="#br0" timeOffset="111202.41">18360 11307 682 0,'0'0'336'0,"0"0"-85"0,0 0-7 16,0 0-59-16,0 0-16 0,95-70 19 16,-78 62-51-16,-5 4-24 0,1 1 42 15,-5 3-42-15,-2 0-29 0,0 0 22 16,-2 9 7-16,-2 3-11 0,-2 2-18 15,5 3-7-15,-5 3-17 0,6 1-12 16,-4 0-6-16,2 0-39 0,0-2 16 16,0 1 13-16,-2-2-3 0,5-6-10 15,-1-1 12-15,-2-4-31 0,2-2-25 16,0-5-19-16,-4 0-17 0,0 0-6 16,5-6 6-16,3-5 20 0,-2-2-49 15,3-1-9-15,-3-1 9 0,0 1 29 0,2-1 28 16,-1 3 1-16,-1 2 30 0,-2 1 2 15,-2 2 0-15,-2 2 13 0,-2 2-13 16,5 2 0-16,-5 1 19 0,2 0 23 16,-2 0 10-16,0 4 9 0,4 1 0 0,-2 1 3 15,2 2-3-15,2 1-7 0,-2 0 71 16,7-3-78-16,-3 4-24 0,2-5 2 16,3-2-25-16,-3 0 0 0,2-3-48 15,5 0-44-15,-7 0-36 0,3-6-7 16,3 1-29-16,-12-2-29 0,9-2 48 15,-7 2 41-15,-2 2 56 0,-2 1 37 16,-2 0 11-16,0-1 26 0,4 4 6 16,-4 0 17-16,0 1-7 0,0 0-3 15,0 0 28-15,0 2 34 0,0 4-15 16,0 4 5-16,2 1 18 0,2 3 25 0,-4 0 36 16,5-2-30-16,5 1-70 0,-2-2-48 15,9-4 13-15,-3 0-35 0,5-3 1 16,-3-4-2-16,3 0-20 0,2 0-42 15,-5-2-17-15,-3-3-86 0,-3-2-26 16,2-4-27-16,-1 2-80 0,-5-2-93 0,2-2-131 16,-2 4-154-16,-4-6-1 0</inkml:trace>
  <inkml:trace contextRef="#ctx0" brushRef="#br0" timeOffset="111845.86">19080 11367 970 0,'0'0'599'0,"0"0"-355"0,0 0 87 0,0 0-27 0,0 0-142 0,82-13-43 0,-63 5 6 0,4 1-41 16,-7-2-42-16,5 1-14 0,-7-2-8 15,3-1-17-15,-9 2 10 0,0 0-13 16,-4-1-25-16,3 1-4 0,-7 0 10 16,0 1 16-16,0 0 2 0,-11 2 0 15,-1 1-15-15,-3 3-10 0,-3 2 10 16,1 2 13-16,-1 5 0 0,-1 5 3 0,5 2 14 15,-3 1 15-15,7 3 23 0,-1 0 31 16,5-1 13-16,0 0 67 0,6-3-74 16,0 0-42-16,6-1-27 0,5-4 14 15,-1 0 4-15,6-2 4 0,3-4-41 16,-5 0-1-16,5-3-2 0,-2 0-2 16,5 0-18-16,-5-4-19 0,6-2-22 15,-7-1 31-15,3 2-22 0,-3-1 12 16,-5-1 11-16,1 3 27 0,-6 1 4 15,-2 3 0-15,3-3 0 0,-7 3 0 16,0 0 16-16,0 0 3 0,0 0 7 16,2 0 18-16,0 0 14 0,-2 1-1 0,6 1-29 15,0 1-15-15,0 0-11 0,-2-2 0 16,9-1 17-16,-9 0 19 0,8 0-16 16,5-5 7-16,-1-1-10 0,1-2-19 15,2-1-45-15,-5 0-78 0,1-4-11 16,-1-1-76-16,5-1-69 0,-3-6-42 15,1-1-6-15,-1-5-120 0,1-5-44 0,1-4 168 16,-1-4 261-16,-7 1 62 0,7 0 157 16,-5 8 45-16,-8 2 16 0,3 10 42 15,-7 6-59-15,0 8-45 0,0 3-7 16,0 2 6-16,-7 7 9 0,3 6-73 16,-8 6-46-16,1 7-26 0,5 6 0 15,0 4 49-15,6 3-20 0,0 5-16 0,4 1 20 16,9-3 44-16,-1 0-32 0,2-3-64 15,-5-4-48-15,1-7-77 0,-8-2-65 16,-2-5-100-16,-2-7-150 0,-8-3-93 16,4-6-196-16,-5-3 83 0</inkml:trace>
  <inkml:trace contextRef="#ctx0" brushRef="#br0" timeOffset="111988.85">19698 11311 89 0,'0'0'776'0,"0"0"-382"0,0 0-150 0,0 0-3 0,41-70-17 0,-31 63-23 0,1 2-46 0,5 4-9 15,3-2 28-15,-3 1-16 0,3 1-55 16,-1 1-49-16,-3-1-40 0,1 0-14 16,-5-2-86-16,-1 1-111 0,-4-3-152 0,1 2-465 15,-7-6-668-15</inkml:trace>
  <inkml:trace contextRef="#ctx0" brushRef="#br0" timeOffset="123093.61">20574 11281 1641 0,'0'0'263'0,"0"0"-188"0,0 0-33 0,0 0-7 0,0 0 85 0,0 0-16 0,0 0-46 15,0 0-12-15,-39 68-8 0,35-49 24 16,0-2 6-16,4 1-7 0,0-6-9 15,-5-1 9-15,5-1-7 0,0-3-18 16,0-6-23-16,0 3-13 0,0-3 0 0,0-1 1 16,0 0 47-16,0 0-3 0,5-3-10 15,-1-4-19-15,6-6 3 0,-2-4-19 16,9-1-2-16,-3 0-17 0,1 3-3 16,-3-1 18-16,-4 4 1 0,3 4 1 15,-5 1 2-15,-4 2 1 0,2 2 2 16,-4 2 1-16,2 1-2 0,-2 0 0 15,0 0 1-15,4 0-1 0,-4 0-2 16,7 6 0-16,1 4 74 0,0 1 3 16,-2 3 12-16,5-1 4 0,-3 3-39 0,0-3-22 15,-2-1-10-15,1-1-22 0,-1-2-2 16,0-4-1-16,0 1-19 0,0-3-1 16,1-2 11-16,1 0-59 0,-2-1 4 15,4 0-35-15,1-6 12 0,1-2-15 16,-2-1-47-16,3-2-51 0,-3-2-10 15,3 1-4-15,-7 2-17 0,4 2 39 0,-6 2 49 16,2 3 26-16,-6 0 32 0,0 3 39 16,0 0 33-16,0 0 16 0,0 6 42 15,0 0 66-15,0 6-24 0,-6-1 27 16,6 2 22-16,-2-1 16 0,2-2 20 16,0-2-26-16,0 2-1 0,6-3-13 15,3-4 26-15,1 0 3 0,7-3-13 16,1 0-33-16,5-5-26 0,-2-6-44 15,1 0-4-15,-3-2-9 0,-3 0 6 16,-1 0 10-16,-7 1-7 0,-4 0-3 0,2 0-6 16,-6 2-13-16,0 2-4 0,-6 1-9 15,0 2 10-15,-6 0-13 0,-7 5-41 16,5 0-45-16,-5 6-7 0,0-1-2 16,7 2-21-16,2 0-57 0,3-3-33 15,3-3-49-15,4-1-160 0,4 0-114 0,9 0 66 16,-3-5 128-16,9-2 58 0,1-4 22 15,-1-1 135-15,8-2 120 0,0-3 104 16,-2-1 30-16,2 1-98 0,1-4-36 16,-5 3 1-16,-2-1 1 0,-3 3 44 15,-1 3 94-15,-7 3 59 0,3 3 52 16,-9 3 22-16,-2 3 4 0,-2 1-17 16,0 0-16-16,0 9-21 0,0 3-22 15,0 3-62-15,0 6-13 0,-2 4-10 16,-2-1-30-16,2 2-31 0,-2-1-13 0,4 1-10 15,0-2-30-15,0-3-2 16,0-3-29-16,0-4-9 0,0-2-11 0,6-2-95 16,-6-5-66-16,0 1-65 0,0-5-91 15,0 1-93-15,0 0-189 0,-6-2-75 0</inkml:trace>
  <inkml:trace contextRef="#ctx0" brushRef="#br0" timeOffset="123252.5">21236 11355 337 0,'0'0'446'0,"0"0"-175"0,0 0 6 0,0 0 2 0,0 0 1 0,0 0-4 0,0 0-89 16,0 0-80-16,0 0-65 0,0 0-41 16,82-50-1-16,-69 44-19 0,-1 1-23 15,-2 2-117-15,3-1-145 0,-7 0-142 16,8 1-296-16</inkml:trace>
  <inkml:trace contextRef="#ctx0" brushRef="#br0" timeOffset="130626.61">22040 11262 1381 0,'0'0'283'0,"0"0"-166"0,0 0-56 0,0 0 59 0,0 0 46 0,0 0 9 0,0 0-65 15,0 0-75-15,0 0-22 0,0 0 0 16,-11 49 10-16,7-36 9 0,4 0 20 16,0-3 25-16,0-2 13 0,0 1-16 15,0-4-32-15,4-1-23 0,-4 1 1 16,7-4 12-16,-5 2-13 0,0-2-16 16,4-1-3-16,0 0 0 0,-2 0-22 15,2 0 2-15,3-4-12 0,-1-1-9 0,-2 0 8 16,0 0 14-16,1-2 3 0,-3-1-3 15,2 2-4-15,-4 2 21 0,2 1 0 16,-4 0 2-16,2 3 0 0,-2 0 0 16,2 0-13-16,-2 0-10 0,0 0 4 0,0 3 19 15,6 3 3-15,-1 1 20 16,1 3-7-16,0-2 16 0,6-1 13 0,-8 0 7 16,9-3 15-16,-3 0-9 0,3-2 0 15,-3-2-4-15,2 0 52 0,-1 0-17 16,1-2-12-16,-2-5-14 0,3-2-9 15,-1 0-9-15,3-4-14 0,-3-1 1 16,-2 0-19-16,1-2-11 0,-5 2-1 16,0-3-1-16,0 5-2 0,-6-3-1 15,5 5-23-15,-5 2-12 0,0 2-35 0,0 3-38 16,0 2-62-16,-5 1-64 0,3 0-101 16,-4 1-205-16,2 5-266 0,-2 3-283 0</inkml:trace>
  <inkml:trace contextRef="#ctx0" brushRef="#br0" timeOffset="130968.56">22496 11278 916 0,'0'0'355'0,"0"0"-173"0,0 0 0 0,0 0 95 0,0 0-28 0,0 0-100 0,0 0-65 0,0 0-19 16,0 0-4-16,0 0 1 0,0 0-1 0,17 64-6 15,-9-60 9-15,1-2-6 0,-3-2-19 16,4 0 2-16,-4 0 1 0,7 0-7 16,-9-2-6-16,2-3 3 0,0-3-9 15,0 0-1-15,1 0-6 0,-3-3-3 16,-2 2-10-16,2 0 0 0,-4 1 1 16,0-1 12-16,0 3-4 0,-6-1-11 15,0 1-1-15,-1 1-3 0,-3 1-22 0,4 2-36 16,2 0-19-16,-3 2-36 15,3 0-25-15,-2 0-43 0,4 4-68 0,2 0-124 16,0 0-102-16,0 0-37 0,6-1 56 16,7 0 103-16</inkml:trace>
  <inkml:trace contextRef="#ctx0" brushRef="#br0" timeOffset="131970.87">22614 11265 21 0,'0'0'195'0,"0"0"-25"0,0 0-17 0,0 0 13 16,0 0-19-16,0 0 16 0,0 0 0 15,79 32 42-15,-73-26 0 0,0-2 3 16,-2 1-1-16,-2 2-31 0,3-2-37 15,1 0 3-15,-6-1-10 0,2 0-22 16,0 0-20-16,-2-2-22 0,0 1-1 16,0-1-3-16,0-2 7 0,0 3-10 15,0-3-26-15,0 0-22 0,0 0-12 0,0 0 11 16,0 0 14-16,0 0-26 16,0 0 0-16,4 0-32 0,-2 0 3 0,2-2 20 15,-2-1 9-15,5-4 0 0,-1-2-12 16,4 1-26-16,-4-4-43 0,-2-1 1 15,3-1-10-15,-1-1 0 0,4-2 0 16,-4 0-23-16,3 0-13 0,-1 2-23 16,-2 0 7-16,4 3-7 0,-1 2 6 0,-1-1 19 15,-2 3 43-15,0-1 13 0,5 3-17 16,-5 1 7-16,2-2 39 0,0 2 38 16,-1 2-2-16,-1-1-10 0,4 0 12 15,-4 2-29-15,-4 0-9 0,3 2 7 16,-3-2 32-16,0 1 18 0,-2 1 51 15,0 0 41-15,0 0 4 0,0 0 6 16,0 0 14-16,0 0-8 0,0 0-28 16,0 0-21-16,0 1 8 0,4 3-21 15,-2-2-31-15,-2 2-11 0,0-3 8 0,0 3 15 16,0-2 23-16,0 1 22 0,0-3 4 16,0 1-10-16,0-1-14 0,0 1-15 15,0-1-13-15,0 0 0 0,0 0-7 16,0 0-10-16,0 0 4 0,0 4 7 15,0-1 8-15,0 2-21 0,-2 3-21 16,-2 2 0-16,0 3 0 0,4 0-2 16,-7 4-3-16,7 1-13 0,-6 1 13 0,6 0-10 15,-4 1 11-15,4-2 2 0,0-3-1 16,0 1 2-16,0-4-1 0,0-2 2 16,0-2 20-16,0-1-2 0,0-3-4 15,0-2-14-15,0-1 0 0,0 2-2 16,0-3-1-16,0 0-15 0,0 0-3 15,0 0 15-15,0 0-7 0,0 0 11 16,0 0 13-16,0 0-1 0,0 0 7 0,0 0-3 16,0-3-12-16,4 1-2 15,-4-2-2-15,0 2 0 0,2-3-1 0,2 3-12 16,-4-3 10-16,2 0-13 0,3-1 3 16,-1 0 10-16,2 1 0 0,0-2-1 15,-2 1 1-15,2-2-13 0,1 1 15 0,-1-1-1 16,2-2-1-16,-2 2-13 0,1 0-7 15,-1 2 7-15,0 1 3 0,0 0-3 16,-2 1 13-16,2 1-10 0,1-1 11 16,-1 2-1-16,-2 0 2 0,-2 1-2 15,-2-2 1-15,4 3 1 0,-4 0 1 16,0 0 0-16,0 0 1 0,2 0 0 16,-2 0-1-16,0 0 0 0,0 0 0 15,0 0 0-15,0 0-1 0,0 0 1 16,0 0-1-16,0 3-2 0,0 1 3 15,-6 2 1-15,4 2 2 0,-2 1 0 0,-2 0-2 16,4-1 1-16,-3-1 0 0,3 2 0 16,-2-2 0-16,4 0 0 0,-2 0-1 15,2 1 15-15,0 0 6 0,0-1 17 16,2 1 2-16,2-2-12 0,3 0 6 0,-1 0-6 16,0-1-16-16,2-1-13 0,1-1-1 15,-3-2-12-15,0 0-10 0,0-1-9 16,-2 0-6-16,2 0-29 0,1 0-42 15,-7-4-52-15,4 0-39 0,0 1-71 16,-2-4-138-16,4-1-163 0,0 4-105 16,1-7 100-16</inkml:trace>
  <inkml:trace contextRef="#ctx0" brushRef="#br0" timeOffset="132236.98">23156 11287 210 0,'0'0'221'0,"0"0"56"0,0 0 20 0,0 0-33 0,0 0-10 0,0 0-50 0,0 0-38 16,0 0-17-16,0 0-12 0,0 0-14 15,4 60 6-15,-4-53-22 0,6-2-30 16,-6 0-6-16,0-5-13 0,2 3 3 0,-2-3 7 16,4 0-11-16,-4 0-18 0,5 0-10 15,1 0 3-15,0-3-3 0,0-1-13 16,0-1-3-16,5 1-10 0,-3 0-1 16,0 0-1-16,3 1 0 0,1 0 2 15,5 1 45-15,-5 0-6 0,4-1-17 16,1 3 20-16,0 0 41 0,-1 0 35 15,-4 0-61-15,5 0-34 0,-7 0-26 16,3-1 0-16,-7 0-13 0,0 1-16 16,-2-3-76-16,-4 1-76 0,0-2-59 0,0 0-50 15,-6-4-191-15,-4 2-505 0,-5-3-131 0</inkml:trace>
  <inkml:trace contextRef="#ctx0" brushRef="#br0" timeOffset="132782.74">23214 11183 1285 0,'0'0'744'0,"0"0"-436"0,0 0 9 0,0 0-25 16,0 0-125-16,0 0-42 0,0 0 28 15,0 0-67-15,0 0-39 0,0 0-47 16,99 8-13-16,-76-8-31 0,-1 1-29 16,3-1-32-16,0 0-29 0,4 0-1 15,-2-6 45-15,8 3-48 0,0-5-113 0,2 1-86 16,-1 1 10-16,-3-1 86 0,0 1 10 15,-9 1 30-15,-3 4 100 0,-11 1 65 16,-3 0 36-16,-7 1 77 0,0 5 154 16,-7 5-6-16,-3-1-66 0,4 3 10 15,-4 1 3-15,3-1-39 0,1 2-10 16,6 0-4-16,0-3 23 0,0 3 16 16,0-5-13-16,2 1-39 0,9-2-17 15,-7-1-15-15,6-2-36 0,-2 1-6 16,3-2-10-16,-1 0 7 0,2 1-13 15,1 1-3-15,5-1-10 0,-3 4 13 16,3-1-13-16,-3 0-3 0,2 4-13 0,-5 1-6 16,-2 0 16-16,-4 1-10 0,-6 1-9 15,0-2 3-15,0 0-4 0,-6-1 23 0,-4 0-3 16,-7-1-10-16,-1-3 12 0,-5 1 0 16,0-1-1-16,3-4-1 0,-1-3 3 15,2 0 1-15,5-2 2 0,6-4-3 16,-3-2 13-16,5-7-11 0,6-4 11 15,0-2 3-15,0-5 3 0,4-1 13 16,4-3 0-16,5 3-4 0,1-1 7 16,3 3-12-16,4 1-20 0,1 2-2 15,1 4-1-15,0 1-2 0,0 3-14 16,-7 3-6-16,1 4-7 0,-5 2-67 16,-6 2-60-16,-2-2-62 0,-4 3-110 15,0-1-287-15,0 1-544 0</inkml:trace>
  <inkml:trace contextRef="#ctx0" brushRef="#br0" timeOffset="149138.9">16405 11920 1443 0,'0'0'462'0,"0"0"-196"0,0 0-98 0,0 0 71 0,0 0-7 0,0 0-45 0,0 0-18 16,0 0-3-16,0 0-13 0,0 0 18 16,0-1-16-16,0 15-74 0,0 7-43 15,0 3-16-15,0 3 0 0,0 3-20 16,0-1-1-16,0-2-1 0,0 0-3562 16,-4-2 3562-16,4-4 33 0,0-6 2727 15,-3-3-2473-15,3-4-272 0,-4-2-12 16,4-4-6-16,0 1-33 0,0-3-8 0,0 0-26 15,4-3 3-15,3-6 51 0,1-4-16 16,4-5 64-16,1-5-16 0,-1-4-16 16,1-5-18-16,1-3 18 0,-6-1 2 15,9 1 11-15,-13 3 6 0,6 4-16 0,-4 5 70 16,-3 3-50-16,1 6 2 0,-4 4 153 16,0 4-109-16,2 1-34 0,-2 3-3 15,0 2 18-15,0 0-6 0,4 4-6 16,-2 7 18-16,2 7-18 0,2 6-10 15,-2 3-9-15,3 3 6 0,-1 0 7 16,0 2 0-16,0-1 5 0,0-2-18 16,-1-4-19-16,-1-2-13 0,2-3-12 15,-2-3-12-15,-2-5-8 0,2-1-24 0,-2-5-75 16,-2-2-58-16,0-1-39 16,0-3-63-16,0 0-55 0,0 0-77 0,-6 0-207 15,0-5-356-15,-9-1 351 0</inkml:trace>
  <inkml:trace contextRef="#ctx0" brushRef="#br0" timeOffset="149768.53">16458 12107 653 0,'0'0'306'0,"0"0"-133"0,0 0 159 0,0 0-59 0,0 0-62 0,0 0-81 0,98-36-23 0,-78 29-16 0,5 1 6 15,-4 1 13-15,-1 2-26 0,-3-1-17 16,-3 2-15-16,1 2-10 0,1-1-4 15,-5-1 1-15,1 2-10 0,1 0-26 16,-3 0 10-16,-2 3-10 0,0 4 29 16,-3 6 23-16,-3-2 9 0,2 3 29 15,-2 1-48-15,-2-1-20 0,0 0-21 16,0-2-2-16,0-2 0 0,0-2 1 0,4 0 13 16,-4-5-16-16,0 2-18 0,0-4-8 15,0-1 7-15,0 0 6 0,0 0 13 16,6 0 12-16,-6-2 14 0,4-4 9 0,7-4-6 15,-3 0-17-15,2-4-12 0,1 3-2 16,1-1-14-16,-2 2 4 0,3 0-1 16,-3 5 10-16,2 1-20 0,-5 1 20 15,3 3 0-15,-4 0-12 0,-2 0 15 16,3 3 29-16,-1 5 12 0,-6-1-3 16,6 5 7-16,-2-2-3 0,2 2 34 15,0-3-32-15,-1-1-44 0,1 0 0 16,0-2-15-16,0-2 2 0,0-2-6 15,5-1-4-15,-7-1 20 0,2 0-9 16,0 0 11-16,0-5-3 0,-1-1 2 16,3-3-10-16,-2-2-4 0,2 0-10 0,3-1 7 15,-3 1 6-15,2-2 13 0,-4 5-13 16,-1 2 10-16,1 1 0 0,0 1-10 16,-6 2 10-16,4 2-10 0,-2 0 13 15,-2 0 0-15,4 0 42 0,-2 6 34 0,3 1-3 16,1 4-12-16,-4 0-20 0,0 3 16 15,2 3-3-15,-2 0 3 0,4-2-19 16,-2 1-27-16,3-3-11 0,-1-2-22 16,0-3 7-16,-2-2 2 0,2 0-25 15,1-3-19-15,-7-1-3 0,4-2-32 16,-2 0-26-16,-2 0-74 0,4-5 3 16,2-3 29-16,2-1-89 0,1-4-174 0,3 1-113 15,-2-1-102-15,1 5 87 0,1-3 163 0</inkml:trace>
  <inkml:trace contextRef="#ctx0" brushRef="#br0" timeOffset="150058.7">17289 12159 340 0,'0'0'479'0,"0"0"-133"0,0 0-18 0,0 0-74 0,0 0-53 0,0 0-52 0,0 0-12 0,0 0-1 0,0 0 35 16,0 0 103-16,0 0-136 0,69 66-77 15,-59-61 6-15,2-2 39 0,-1 0-30 16,-1-3-37-16,0 0-1 0,-1 0-3 15,3-6 0-15,0-1-3 0,-3-1-7 16,1-1 4-16,-2-3-1 0,3 2-6 0,-7-3-6 16,-4 1 0-16,6 1 0 0,-6-2 0 15,0 3-1-15,0 0-11 0,-6 2 8 16,2 1-9-16,-7 5-3 0,3-2-15 16,-2 4-49-16,1 0-66 0,1 3-39 15,2 0-58-15,0 1-55 0,2 0-167 16,4 0-184-16,0-2-161 0,4 0 2 0</inkml:trace>
  <inkml:trace contextRef="#ctx0" brushRef="#br0" timeOffset="150658.1">17659 12159 151 0,'0'0'505'0,"0"0"-254"0,0 0 13 15,0 0 42-15,0 0-52 0,0 0-17 0,0 0-36 16,0 0-23-16,0 0 80 0,0 0-87 15,29 65-78-15,-22-62 10 0,3-3-36 16,-2 0 17-16,2 0 21 0,1-6 13 16,-1 0-29-16,-2 0-22 0,7-4-13 15,-3 0-10-15,-1 0 0 0,-3-2-9 16,2 4-9-16,-6-2-14 0,1 2-11 16,-3 1 0-16,-2 1-1 0,0-1-1 15,4 2-40-15,-4 0-66 0,0 1-39 16,0 1-14-16,0 2-47 0,0 1-105 15,2 0-176-15,-2 0-66 0,4 0-55 16,-2 0 179-16,4 2 176 0,5 0 117 16,-1-1 19-16,0-1 27 0,3 2 91 0,-3-2 52 15,2 0 167-15,-5 1 182 0,3 0-43 16,-4 2-107-16,-2 0 48 0,0 2 29 16,-2 2-14-16,5 0-71 0,-7 4-43 15,6-4-33-15,-2 3-39 0,2-2-3 0,0 1-3 16,-2-3-24-16,7-1 11 0,-3-1-78 15,-2-4-31-15,5 0-19 0,-5 0-9 16,-2 0-17-16,6-7-41 0,-4 0-3 16,3-4-13-16,3 1-30 0,-4-3-31 15,9-1-108-15,-5-3-97 0,5-2-57 16,2-1-128-16,-1-2 5 0,1-3 151 16,-3 0 299-16,-3 0 98 0,-3 3 10 15,-4 4 332-15,0 6 16 0,-4 5 49 16,1 4-39-16,-3 3-27 0,0 0-85 0,0 4-49 15,0 5-26-15,0 9-65 0,0 2 9 16,0 3-80-16,0 5-6 0,0 3 18 16,0 3-28-16,0 2-27 0,0 2 43 15,0-2-29-15,0-3-16 0,0-6-3 16,0-4-100-16,0-6-92 0,0-5-34 0,0-5-227 16,0-1-125-16,-5-4-162 0,-1 0-16 15</inkml:trace>
  <inkml:trace contextRef="#ctx0" brushRef="#br0" timeOffset="150784.82">18215 12212 1073 0,'0'0'440'0,"0"0"-99"0,0 0 58 0,0 0-69 0,0 0-102 0,0 0-51 0,77-45-71 0,-61 37-61 0,1 1-30 16,0-2-15-16,-5 1-135 0,-6-2-225 15,4 3-293-15,-10-1-630 0</inkml:trace>
  <inkml:trace contextRef="#ctx0" brushRef="#br0" timeOffset="151495.01">17475 12094 464 0,'0'0'495'0,"0"0"7"0,0 0-151 0,0 0-108 0,0 0-16 0,0 0-1 0,0 0-19 0,0 0-37 0,0 0-6 15,0 0 18-15,-76 0 13 0,68 0-27 16,-3 0-13-16,5 0-26 0,0 0-32 15,-2 0-14-15,-5 7-24 0,1 4-6 16,-1 2-25-16,3 5-16 0,-2 0-9 16,1 0-3-16,9 0-25 0,2-4-38 15,0-1-110-15,9-4-136 0,7-3-94 16,-6-2-304-16,15-4-686 0</inkml:trace>
  <inkml:trace contextRef="#ctx0" brushRef="#br0" timeOffset="163219.54">18887 12100 487 0,'0'0'404'15,"0"0"-147"-15,0 0 69 0,0 0 12 0,0 0-62 0,0 0-43 0,0 0-39 0,0 0-20 0,0 0-3 0,6-9 12 16,-10 9-27-16,-2 3-37 0,0 1-34 16,-2 2-31-16,-1 2-6 0,-7 3-19 0,3 2-4 15,3 2-24-15,-8 1 12 0,5 1-13 16,-1 0-1-16,1-1-15 0,7 0 3 15,2-2-6-15,4-2 6 0,0-4-12 16,0 0-7-16,6-3-15 0,4-3 5 16,5-2 17-16,-1 0 25 0,3-3 11 15,-1-6-8-15,7-1-1 0,-6-4-1 16,1-2-2-16,3-2-21 0,-4-3-3 0,-5 2 22 16,-2 0-29-16,-4 2 3 0,1 2-6 15,-7 2 3-15,0 3 13 0,0 1 19 16,-2 3 0-16,-3 3 2 0,-1 0 11 15,4 3-3-15,0 0-10 0,-2 2-12 16,2 4-11-16,2 0 4 0,0 2 6 16,0 0 11-16,0-1 2 0,6-3 23 15,4 0 15-15,1-1 3 0,1-3-5 0,3 0-1 16,3-3-10-16,-1-4 7 0,1-4-29 16,7-2 10-16,-4-2-11 0,6-3 9 15,-4 0-11-15,-1-3-38 0,1-1 38 16,-6-1 3-16,5 3-1 0,-7-2 0 15,-1-1 0-15,-1-1 1 0,-5 3 10 16,2-2-13-16,-4 0 0 0,-3 7-3 16,-3 5 3-16,0 5 19 0,0 6 60 0,-7 6-44 15,-5 8-35-15,2 11-60 0,-3 7 9 16,3 7 7-16,-3 4 9 0,5 7 9 16,2 2 0-16,0 2 24 0,6 0-14 15,0-3 16-15,0-5 4 0,0-4 8 16,0-7-12-16,0-5-11 0,0-6-21 15,0-6-23-15,-6-6 14 0,6-5 6 16,-7-1-17-16,7-6-15 0,0 0-33 0,-2-6-32 16,-2-2-42-16,4-5 26 15,0-3 47-15,-4-6 37 0,4 1 18 0,-4-3 27 16,2 0 19-16,2 0 2 0,0 3 24 16,0 3 16-16,0 4-16 0,0 2 6 0,6 6 1 15,-6 1 6-15,4 4 28 0,6 1 43 16,-1 0 29-16,1 0 6 0,7 0 35 15,-1 0 18-15,3 0 0 0,-3 1-30 16,1-1-51-16,-1 0-114 0,1-2-3 16,-1-3-57-16,-3-2-25 0,3-3-80 15,1 0-161-15,-5 2-249 0,5-9-766 0</inkml:trace>
  <inkml:trace contextRef="#ctx0" brushRef="#br0" timeOffset="177697.45">19973 11925 30 0,'0'0'258'0,"0"0"-75"0,0 0-50 0,0 0 82 0,0 0 26 0,0 0 36 0,0 0 32 0,0 0-55 0,0 0 12 16,0 0-143-16,24-14-52 0,-17 13 252 16,-5 0-15-16,0 1-148 0,-2 0-67 15,0 0-10-15,0 0 16 0,0 0-1 16,4-2-28-16,-2 1-53 0,4-2-17 15,6-1 0-15,3-1 0 0,1 2-16 16,3-3-6-16,-4 3-7 0,-3 0 1 16,0 2 9-16,-3 1-7 0,-3 0 1 15,-4 0 6-15,2 0-7 0,-2 0-12 0,-2 0-22 16,0 1-23-16,0 2 3 0,0-1 9 16,0 1 10-16,0-1 29 0,4 1 10 15,-4-1-1-15,2 0-31 0,-2-1-75 16,0 0-138-16,0 0-38 0,0 1-65 0,0 0-16 15,-2 2-64-15,-4-1-133 16,-6 3 196-16,26-38 387 0</inkml:trace>
  <inkml:trace contextRef="#ctx0" brushRef="#br0" timeOffset="178028.51">19890 12010 83 0,'0'0'622'0,"0"0"-273"16,0 0-131-16,0 0-62 0,0 0 46 15,0 0 81-15,0 0-1 0,0 0-40 16,0 0-45-16,0 0-29 0,29 72-36 16,-25-56-43-16,2 3-21 0,0 0-14 15,-2 0-6-15,-1 4-29 0,-3-4-17 16,4 3 0-16,-4-2 2 0,0 0-1 16,0-2 0-16,0-3-2 0,0-2-1 15,0-3-1-15,2-3-2 0,-2-2 1 16,0-3 1-16,0-1 1 0,0-1 1 0,4 0 2 15,-2 0 26-15,4 0-4 16,2-2 13-16,5-3 4 0,3-1 15 0,1 0-28 16,1 0-29-16,1 1-4 0,-4 1 1 15,5 0-22-15,-1 0 22 0,1 1-13 0,3 0 0 16,-6-1 0-16,6 1 3 0,-5 1-28 16,-1-2-84-16,-1 1-80 0,-5 1-61 15,-1-1-102-15,-4-1-135 0,-4 3-73 16,-2 0-114-16,0-3 204 0</inkml:trace>
  <inkml:trace contextRef="#ctx0" brushRef="#br0" timeOffset="178960.49">19948 12185 637 0,'0'0'254'0,"0"0"-75"0,0 0 137 16,0 0-79-16,95-13-77 0,-66 8-27 15,8-1-49-15,-2-1-25 0,-2 4-14 16,0-1-26-16,-4 1-16 0,0 2-3 0,-8-1-4 16,2 2-12-16,-7-1 16 0,1 0-1 15,-3-2-1-15,-2 2 0 0,-3 0-21 16,1-1 7-16,-4 0 15 0,0 0-1 16,-6 2-1-16,0 0 2 0,0 0 1 15,0 0 13-15,0 0 7 0,0 4 2 16,-4 4-2-16,-2 1-18 0,0 3 18 15,0 0 12-15,4 3 42 0,-2-4 43 16,-1 2 44-16,5-2-41 0,0-1-59 16,0 0-38-16,0-2-20 0,0-2 10 15,2-1-10-15,5-2 10 0,-1-2 9 16,2-1 7-16,2 0-6 0,1-2 3 0,1-6-14 16,-1-1-9-16,1-1-1 0,-2 0 0 15,3-2-1-15,-3 3-1 0,-2 0 0 16,1 0 0-16,-3 3-1 0,0-3 1 15,0 5-1-15,5-1 0 0,-7 0-1 16,2 1-1-16,0 3-9 0,-2 0 9 0,-2 1 2 16,-2 2 1-16,4 9 93 0,-2 3 55 15,-2 5 5-15,0 5-70 0,0 4-16 16,0 0-7-16,0 2-15 0,0 0 5 16,0-1-2-16,0-3-10 0,5 2 3 15,-5-4-13-15,6-5-25 0,-6-2-3 16,6-5-19-16,-6-3 0 0,2-5-23 15,0-2-5-15,4-2-19 0,1-7 66 16,5-6 15-16,0-5 1 0,3-6-16 16,1-5-11-16,1 0-8 0,1-3 3 15,1-1-3-15,-4 2-7 0,7 5-12 0,-7 2 3 16,-3 4 7-16,3 4 25 0,-7 3 3 16,2 4 1-16,-4 3-1 0,-3 2 2 15,1 1-2-15,-4 3 1 0,0 0 2 16,2 0 0-16,2 0-2 0,-4 3 34 0,2 4 0 15,0-1-10-15,4 3-6 16,0 0-6-16,1-1-11 0,-1 1 0 0,0 0 17 16,2-3-18-16,-2-1-1 0,1-1-2 15,-1-2 2-15,4-2 2 0,1 0 21 16,1 0 2-16,-2-1-6 0,3-3-6 16,-3-2-12-16,2-2-1 0,5-1-13 15,-7 0 11-15,3 0-1 0,-7 0 0 16,4 0-1-16,1 2 1 0,-5 0 1 15,0 2-11-15,0 1 11 0,-2 3-13 16,-2 1-4-16,2 0 15 0,3 0 3 16,-3 0 1-16,2 4 16 0,0 2 13 0,0 1 21 15,-1-1 10-15,1 1-15 0,0 1-14 16,0 0-12-16,-2 0 0 0,0-4-17 16,3 1-2-16,-1-2-1 0,0-2-2 15,6-1-10-15,-3 0-6 0,-1-3-25 0,4-5-48 16,-1 1-63-16,-1-1-23 0,0 0-75 15,-3 1-90-15,1-1-100 0,0 1-76 16,-2 0 31-16,1 1-14 0,-1 1 0 16</inkml:trace>
  <inkml:trace contextRef="#ctx0" brushRef="#br0" timeOffset="179078.97">21275 12148 360 0,'0'0'453'0,"0"0"-114"0,0 0-20 0,0 0-1 0,0 0-16 0,0 0-82 0,0 0-48 0,0 0-50 16,10 68-44-16,-8-57-36 0,2-2-39 15,3-1 9-15,-5-1-12 0,2-1-16 16,-2-2-42-16,0-1-204 0,4-3-146 16,-6 0-294-16,10 0-397 0</inkml:trace>
  <inkml:trace contextRef="#ctx0" brushRef="#br0" timeOffset="179475.61">21484 12237 1191 0,'0'0'556'0,"0"0"-449"16,0 0 36-16,0 0 139 0,0 0 2 16,24 84 38-16,-15-64-193 0,1 1-52 0,-2 0-48 15,-2 0 22-15,-1-2-23 0,-5-2 8 16,0-3-11-16,0-3-6 0,0-3 7 16,0-2-1-16,0-2 7 0,0-4-7 15,0 0 7-15,-5-3-32 0,3-5-51 16,-2-3-31-16,4-6 18 0,0-4 0 15,0-2 13-15,0-6 19 0,0-3 12 16,4-4-5-16,3-5-1 0,-3-1-6 16,6 0 6-16,-2-1 23 0,9 6 1 15,-7 3-30-15,3 9 0 0,5 5 19 16,-3 6 11-16,-3 3-21 0,0 4 23 0,1 5 15 16,-1 2 11-16,1 0 19 0,-7 6 35 15,4 6 16-15,-6 1 13 0,-4 6 0 0,0-1-4 16,-6 4 3-16,-8-3-67 0,-5 3-16 15,-2-3-25-15,-3-1 0 0,-1-4-70 16,0-3-47-16,8-6-68 0,-1-4-106 16,3-1-248-16,3-11-158 0,2 4-51 15,-1-15 5-15</inkml:trace>
  <inkml:trace contextRef="#ctx0" brushRef="#br0" timeOffset="179693.17">21659 11822 1677 0,'0'0'593'0,"0"0"-460"0,0 0-59 0,0 0 36 0,0 0-4 0,0 0 39 0,0 0-90 0,0 0-54 16,0 0-1-16,0 0-2 0,0 0-40 15,64 72-67-15,-51-64-27 0,1 0-2 0,1-2-60 16,-3-1-184-16,3-1-171 0,-3-3-151 15,11 1 111-15</inkml:trace>
  <inkml:trace contextRef="#ctx0" brushRef="#br0" timeOffset="180312.38">21934 11994 21 0,'0'0'714'16,"0"0"-405"-16,0 0 36 0,-20 65 114 16,7-41-54-16,7 3-66 0,0-2-74 15,0-1-79-15,-1 0-125 0,7-4-42 0,-2 1 0 16,0-3-19-16,2-4 0 0,0-3-1 15,-6-3-1-15,6 0-2 0,0-4-11 16,0 0 2-16,0-3-16 0,0-1-32 16,0 0-106-16,0-2-29 0,6-8 44 15,5-1 65-15,-1-2-10 0,2-4-55 16,5 1-40-16,-5-2 56 0,5-2 61 0,-1 1 13 16,-3 0 4-16,1 0 6 15,5 3 13-15,-9 2 10 0,3 3 9 0,-5 4 18 16,-2 3 2-16,-4 1 3 0,2 2 39 15,-2 1 33-15,2 0 55 0,-2 4 59 16,3 3 51-16,-5 4-40 0,2 2-48 16,-2 3 0-16,0 2 12 0,0 1-29 15,0-1 57-15,0-2-48 0,0 0-78 16,4-5-8-16,-2 0-43 0,0-5-11 16,4-2 27-16,0-2-28 0,1-2-3 15,-1 0-4-15,4-2 2 0,0-8 2 16,3-2-1-16,3-2-2 0,-1-2-13 0,-3 1 3 15,7 1-6-15,-9 0-16 0,7 1-9 16,-5 2 22-16,-2 2 3 0,-3 3 3 16,-1 3-7-16,0 1 7 0,-2 2-3 15,-4 0 19-15,2 0 0 0,-2 4 35 0,4 3 7 16,-4 1 9-16,4 2 19 0,3-1 6 16,-1 3-19-16,0-3 79 0,-2 0-92 15,2-2-25-15,3-1-16 0,-1-1-3 16,-2-3 0-16,0 3 8 0,1-4-8 15,-1-1-1-15,0 0-2 0,-4 0-9 16,4-3 8-16,0-1-11 0,1-1 2 16,-1-1 12-16,0 0 0 0,4 3-2 15,-5-2 0-15,1 2-16 0,4 2 16 16,2 1-7-16,-5 0 10 0,3 0 1 16,-4 1 2-16,5 4 29 0,1 0 18 0,-2 2 42 15,3-2 87-15,3 1-44 0,-1 0-102 16,-1-1-33-16,3-3-1 0,-7 1-37 15,0-3-64-15,3 0-166 0,-5-1-55 16,0-5-213-16,-4 1-497 0,-2 0-118 16</inkml:trace>
  <inkml:trace contextRef="#ctx0" brushRef="#br0" timeOffset="181061.26">22676 12180 79 0,'0'0'1919'0,"0"0"-1592"0,0 0-217 0,0 0 10 16,0 0-10-16,0 0 5 0,0 0 1 0,81-40-55 16,-67 30-32-16,-1-1-7 0,3 2 4 0,-7-1-7 15,-1 1 1-15,-2 0 5 0,-2 0 7 16,-2 1 0-16,-2 2-13 0,0 2 13 16,0 2 26-16,-6 2 31 0,-6 0-25 15,1 2-49-15,-1 7-15 0,-5 2 0 16,1 1 13-16,-1 4 28 0,5 2 23 15,2-2 21-15,-1 2 70 0,5-1-32 0,4-1-51 16,2-2-28-16,0-2-15 0,6-5-7 16,2 0 0-16,7-2-19 0,4-4-3 15,3-1 0-15,-1 0-3 0,2-4-19 16,6-5-26-16,-7 2-27 0,5-5 21 16,-2 0-9-16,0 1-56 0,0-2 81 15,-9 0-48-15,1 1-15 0,-1 1 31 0,-3 2-16 16,-7 0 42-16,4 4 40 0,-4 2 3 15,-6 2-19-15,2 1 20 0,1 1 38 16,-3 7 1-16,0 2-1 0,0 2 0 16,0 1-6-16,6-1-7 0,6-1-12 15,5-2 3-15,-1-1 88 0,7-5-56 16,0-2-36-16,-1-1-2 0,1-1-10 16,4-6-25-16,-8-4 6 0,1-1-137 0,-1-5 36 15,-3-1-56-15,-5-2-10 16,1-3-3-16,-1 0 57 0,-5-4 19 0,-2-1 20 15,2-3 28-15,0-1 29 0,-6 1 33 16,4 4 3-16,-4 4 26 0,0 10 16 16,0 7 19-16,0 6 36 0,-4 0-55 15,-8 11-42-15,2 8 0 0,-3 6 3 0,3 5 78 16,-1 4 15-16,7 2-22 0,4 0 42 16,4-1-33-16,7-2-51 0,1 0 90 15,7-4-62-15,-1-1 36 0,1-6-72 16,-5-4-24-16,-5-5-29 0,-3-5-98 15,-6-2-49-15,-2-1 39 0,-8-3 2 16,1-2 6-16,1 0 87 0,-4-7 42 16,5-2 52-16,3-3 5 0,4-4-15 15,0-1 19-15,0 2 33 0,0-1 27 16,6 6 7-16,5 1-16 0,-5 3-10 16,-2 0-7-16,9 1 13 0,3 1 24 0,1 0-18 15,5-2-45-15,1 1-35 0,0 0-31 16,-3 0-3-16,1-1-1 0,-2 3-27 15,-1-2-60-15,-7-1-205 0,1 1-211 16,-2-1-774-16,-1-3-383 0</inkml:trace>
  <inkml:trace contextRef="#ctx0" brushRef="#br0" timeOffset="196316.35">25835 11462 66 0,'0'0'450'0,"0"0"-205"0,0 0-43 0,0 0 19 0,0 0-3 0,0 0 10 0,0 0-20 0,0 0-62 0,0 0-52 16,-29-47-10-16,19 46-9 0,3-3-23 15,-5 3 3-15,2 1-4 0,-1 0-2 16,-3 1-4-16,-1 3 7 0,3 3 9 15,-5-2 0-15,7 5-12 0,-2-2-14 16,1 3-3-16,1 0 0 0,0 1-9 16,3-3 0-16,1 2-4 0,6 0-17 15,0 0 1-15,4-1 16 0,9 2-15 16,-3 2 21-16,9 0 1 0,1-1-10 16,9 2-13-16,-6-1 10 0,2 2-12 0,-4-1 2 15,-1-2 10-15,-1 2-10 0,-9-1 17 16,-2-1 2-16,-3 1 13 0,-5 0 61 15,0-1 19-15,0-2-45 0,-11 3-25 16,3-3-7-16,-2-1-13 0,-3-1-2 16,-1 1-4-16,1-3-4 0,1-1-2 15,2-1-10-15,-1-1 0 0,-1-1-3 16,2-2 0-16,3-1-2 0,-3 0-20 16,2-2-3-16,2-4-13 0,-1 2-26 0,5 1-31 15,-4-2-43-15,2 0-51 0,2 0-97 16,2-1-95-16,0-1-203 0,6 2-112 15,0-2-21-15</inkml:trace>
  <inkml:trace contextRef="#ctx0" brushRef="#br0" timeOffset="198000.26">26064 11457 1237 0,'0'0'296'0,"0"0"-139"0,0 0 63 0,0 0 20 0,0 0-19 0,0 0-18 0,0 0-112 0,0 0-53 0,0 0 59 16,0 0 12-16,13 86-22 0,-13-47-23 16,4 2-32-16,-2 0-16 0,-2-1-14 15,4-3-1-15,-2-3 2 0,2-4-3 16,-4-3-13-16,0-6 1 0,2-3-14 0,-2-2-3 15,0-6-19-15,0-1-55 0,0-3-41 16,0-3-27-16,0-1-13 0,-2-2-33 16,2 0-56-16,-6-1 0 0,2-4-78 15,2-5-24-15,-2 0 17 0,2-3 81 16,-2-1 137-16,-3-2 78 0,7 2 31 16,-2 0 31-16,2 1 65 0,0 3 59 0,0 0 78 15,2 3-19-15,5 0-69 0,-1 1-6 16,6 0-7-16,1 0-4 0,1 1 11 15,5 1-7-15,1-1 32 0,3 1-3 16,0 0-39-16,4 1-35 0,-5-1-17 16,-1 3-23-16,-2-2-14 0,-5 2 27 0,1-2 10 15,-5 2 7-15,-4-1 25 16,0 2 17-16,-4-1-20 0,0 1-19 0,-2 0-14 16,0 0 4-16,0 0 3 0,0 0 0 15,0 0-6-15,-4 1-36 0,-2 5-3 16,0 1 3-16,-4 1 12 0,3 2 4 15,1 2 13-15,2-1 3 0,0 2 10 16,2-1 20-16,2-2-11 0,0 0-12 16,0-3-13-16,0 0-13 0,6-5-13 15,2 1 0-15,1-3 1 0,1 0 12 16,2-4 3-16,-3-3-16 0,-1 1 0 0,2-5-13 16,3 4 0-16,-7-4-3 0,-2 4 16 15,2-2 0-15,-6 2 23 0,4 1-4 16,-4 3 7-16,0-1 6 0,0 3 32 15,0 1 39-15,0 0 10 0,0 0-33 16,0 0-38-16,2 5-39 0,-2 1 26 16,4 2 28-16,-1-1 29 0,7 3 39 0,-4-2-20 15,-2 0-39-15,7-1-18 0,-3-1-7 16,2-3-19-16,-2 1-20 0,1-3-2 16,3-1-13-16,-2 0-9 0,1 0-3 15,1 0-4-15,1-3-31 0,1-2-48 16,3-5-6-16,1 2-72 0,-1-4-80 15,-1-2-30-15,1-2 27 0,-1-2 23 16,3-1-65-16,-9-2 63 0,3-3 95 16,-3 0 111-16,-4-1 42 0,-4 0 42 15,0 1 24-15,-2 0 31 0,0 2 43 16,0 2 48-16,0 4 1 0,-2 4-14 0,0 4-10 16,2 7-62-16,0 1 4 0,-4 8-49 15,2 6-35-15,2 7 6 0,-4 6 9 16,4 6-9-16,0 4 7 0,0 4-11 15,4 0-12-15,2 0 13 0,5-3-3 0,1-1-20 16,0-6 0-16,3 0 132 0,-5-4-84 16,-2-3 16-16,3-4-52 0,-11-4-15 15,6-2 0-15,-6-5-12 0,0-2-53 16,0-4-8-16,0-2 28 0,0-1 26 16,-6 0 6-16,6-6 11 0,-6-5-2 15,-1-1 4-15,3-4 3 0,-2 0 22 16,4-2 7-16,-2-2-3 0,2 1 16 15,0-2 67-15,2 2 3 0,-4 0-115 16,4 3-13-16,-3 3 1 0,3 5-8 0,0 2-8 16,0 1-17-16,7 1-16 0,-3 1-35 15,2 0-20-15,4-2-22 0,3 1-81 16,-3-2 2-16,2-1 13 0,5 1-7 16,-3-2 55-16,5 0 81 0,-2-2-64 0,1 0-167 15,3-4-40-15,-2 2 138 0,-1-3 48 16,1-2-22-16,-1 0-1 0,-3-3 92 15,-3 1 91-15,1 1 23 0,-7 0 146 16,2 3 177-16,-6 1-37 0,4 3-6 16,-6 3 6-16,0-1 10 0,0 3-69 15,0 4-49-15,0 1-7 0,-6 1-39 16,4 0-39-16,-4 7-13 0,0 6-7 16,-3 5-6-16,3 8-13 0,2 3-10 15,-2 7 0-15,6 4 3 0,0-1-12 16,6 0-1-16,0-3-16 0,11-4-41 0,-7-2-32 15,3 0 20-15,3-3 24 16,-6-2-21-16,3-7 9 0,-9-3-64 0,2-7-92 16,-6 0-55-16,0-6 5 0,0-2-7 15,0 0-16-15,-4-2-46 0,2-8-73 16,-2-1 56-16,-2-3 122 0,-1-4 147 0,1 0 23 16,-2-4 69-16,0 0 64 0,4-1 79 15,-3 1 38-15,7 8 26 0,-2 1 86 16,2 4-291-16,0 1 109 0,0 4-48 15,2 1-87-15,5 0 13 0,3 3 12 16,0 0 1-16,7 0-4 0,1 0-16 16,-1 3-19-16,-1-2-32 0,1-1-84 15,6 0-41-15,-7 0 6 0,9 0-9 16,-4 0-123-16,1 2 2 0,-5 0-341 16,2-1-626-16</inkml:trace>
  <inkml:trace contextRef="#ctx0" brushRef="#br0" timeOffset="198921.39">27774 11749 1740 0,'0'0'542'0,"0"0"-442"0,0 0 30 16,18 76 157-16,-9-39-104 0,-3 6 66 0,-4 3-58 0,4 2-111 0,-2 0-77 16,-2-1-3-16,-2-5 0 0,0-5-3 0,0-1 0 15,0-7-10-15,-2-7 13 0,-2-5-3 16,-2-7 0-16,4-4 0 0,0-6-1 16,-2 0-27-16,2-11-55 0,2-7-35 15,0-8-20-15,0-9-116 0,0-4-287 16,0-8 544-16,0-6 207 0,6-6-155 15,-6-3-23-15,8 1 16 0,0 1-6 16,3 6 18-16,1 7 17 0,3 5-41 0,-1 10-32 16,5 4 79-16,-1 7-45 0,3 3-15 15,0 7-4-15,-1 3 9 0,3 4-5 16,0 4 5-16,-5 2-9 0,3 5 19 16,-9 5 10-16,-1 4-13 0,-5 2-13 0,-6 2-19 15,-6 3-9-15,-11 0-23 0,3 2-16 16,-7-2 3-16,0 0-26 0,-8-3 23 15,9-3 26-15,-1-3-1 0,3-2 1 16,5-6-49-16,7-2-32 0,0-4-35 16,6 0-98-16,0-7-79 0,0-4-42 15,6-1 9-15,6-4 3 0,5-2-33 16,-7 3 36-16,7 0 156 0,-3 5 127 16,1 1 59-16,1 4 0 0,1 1 0 15,-1 1 0-15,3 2 0 0,-5 1 1 16,5 0 198-16,-9 1 39 0,7 6-16 0,-3-1 29 15,-5 2 6-15,3 0-33 0,-2 3 7 16,3 2 7-16,-9 1-40 0,2-2-53 16,0 4-54-16,0-3-29 0,-1 0-27 15,-5-1 1-15,0-1-23 0,0-5-11 16,0-1 14-16,0-3-13 0,0 0 26 16,-5-2 0-16,-1 0-29 0,-2 0-24 0,0-2-25 15,2-5 17-15,1-1-4 0,3-2 4 16,2-2 9-16,0 0 4 0,7 0-1 15,-1 1 4-15,-2 1-6 0,6 2 2 16,-2 5 4-16,3 0 14 0,-3 3 1 16,0 0 1-16,5 0 18 0,3 0-5 15,-5 1 19-15,1 4 17 0,5 0-7 16,-7 2-6-16,2 2-7 0,5-2-10 0,-1-1-3 16,1 0-3-16,4 0 10 0,-1-4 38 15,5 0-42-15,0-2 20 0,-4 0 26 16,-3-2-14-16,-1-3-3 0,-5 1 4 15,-2-2-1-15,1 0 7 0,-5-3 0 0,0 0-23 16,0 0-16-16,-6-5-19 16,0 3 0-16,0-2 0 0,0 2 0 0,-12 0 0 15,2 3-3-15,-9 2-26 0,0 1-32 16,-1 3-22-16,-1 1-4 0,-2 1-3 16,9 0-16-16,-1 1-49 0,5 2-43 15,10 1-45-15,0-2-91 0,0 0-89 16,6 1 64-16,11-3 99 0,-3 0 74 15,5 0-36-15,-3-1 10 0</inkml:trace>
  <inkml:trace contextRef="#ctx0" brushRef="#br0" timeOffset="199394.8">28801 11486 881 0,'0'0'456'0,"0"0"-163"0,0 0 25 0,0 0-65 0,0 0-17 0,0 0-110 0,0 0-126 16,0 0-6-16,0 0 3 0,-45 79-17 15,39-46 20-15,-1 5 16 0,3 0 23 16,0 2 23-16,2 1 2 0,2-2 42 16,0-4-38-16,0-3-65 0,0-5-3 15,6-4-15-15,-6-5-27 16,0-5-48-16,0-2-45 0,0-5 31 0,0-4 33 16,0-2 71-16,0 0 23 0,0 0-23 15,0-7-23-15,4-5-38 0,-4-2 28 16,7-2 21-16,-1-3 10 0,4-2 0 15,2 2 0-15,-1-1 0 0,-1 2 1 16,-2 1 1-16,3 4 0 0,-1 3-2 16,-4 3-14-16,5 3 3 0,-5 2 9 15,0 1 2-15,0 1 2 0,-2 0 15 0,3 0 50 16,-1 5 22-16,0 1-6 0,4 1-10 16,-4 0-10-16,-1 1-6 0,1 1-7 0,0 0-3 15,0 0 1-15,5 0-11 16,-5 0 0-16,0 0-3 0,-4-3-6 0,0 2-10 15,4-1-14-15,-2-4 1 0,-2 3 10 16,5-2-12-16,-1-2 1 0,4-2 2 16,-6 1-4-16,9-1-21 0,-3 0-20 15,3-2 5-15,-3-3-28 0,2-3-78 16,5-1-6-16,-9 0-26 0,0-2-14 16,3-1-188-16,1-1-141 0,-10 2-184 15,6-7 88-15</inkml:trace>
  <inkml:trace contextRef="#ctx0" brushRef="#br0" timeOffset="199613.11">29318 11391 1034 0,'0'0'576'0,"0"0"-358"0,0 0 16 0,0 0 25 0,0 0-91 0,0 0-87 0,0 0-39 0,0 0-10 15,-39 90 10-15,32-50 38 0,5 4 65 16,0 3 44-16,2 1-45 0,0-1-35 15,0-4 5-15,4-4-40 0,7-5-74 16,-3-4-25-16,2-5-20 0,3-6-171 16,-9-4-104-16,6-4-118 0,-3-4-304 15,-5-4-341-15,4-3 411 0</inkml:trace>
  <inkml:trace contextRef="#ctx0" brushRef="#br0" timeOffset="199941.41">29386 11786 940 0,'0'0'465'0,"0"0"-344"16,0 0-14-16,0 0 82 0,0 0-8 16,0 0 20-16,0 0-68 0,0 0-58 15,0 0-17-15,85 21-13 0,-62-21-10 16,1-3 7-16,3-3-6 0,0-1 77 0,-2-4-84 16,-4 0-29-16,-1 0 0 0,-7-3-16 15,3 2-13-15,-9-3-20 0,-1-2 7 16,-4 0 13-16,-2-1 13 0,0 2 16 15,0 4 15-15,-2 5 5 0,-4 5 18 16,-5 2 17-16,-1 2-55 0,-1 8-1 0,-3 5 1 16,-1 3 29-16,3 0 51 0,1 5 14 15,5-4 60-15,4-1 18 0,2 2-51 16,2-4-35-16,8 0-19 0,9-2 22 16,6-3 87-16,-1-4-144 0,1-3-32 15,4-2-136-15,-4-2-60 0,-1-5-40 16,1-3 41-16,-13-5-294 0,3-3-142 15,-7 4-390-15,-6-11 212 0</inkml:trace>
  <inkml:trace contextRef="#ctx0" brushRef="#br0" timeOffset="200096.52">28983 11349 3336 0,'0'0'607'0,"0"0"-350"0,0 0 152 15,0 0-135-15,0 0-170 0,0 0-104 16,0 0-7-16,0 0 5 0,0 0-21 16,0 0-50-16,0 0-105 0,64-19-63 15,-45 18-177-15,-9 0-607 0,-4 1-390 0</inkml:trace>
  <inkml:trace contextRef="#ctx0" brushRef="#br0" timeOffset="210324.4">26093 10293 1042 0,'0'0'371'0,"0"0"-163"0,0 0-55 0,0 0 78 0,0 0 54 0,0 0-30 0,0 0-52 0,0 0-10 16,0 0-42-16,-16 69-47 0,16-41-104 16,0 3 0-16,0-1 258 0,-2 2-159 15,-9 1-42-15,7-3-32 0,-2-1 0 16,-4-3 7-16,3-3-7 0,1-4-6 15,0-2-19-15,4-4-10 0,0-6-16 16,2 0-12-16,0-6-3 0,0-1-3 16,0 0 3-16,0-2-16 0,0-8-20 15,0-3 77-15,4-3-1 0,2-5-18 0,0-4-22 16,-1 0-7-16,-3-3 7 0,4 1 5 16,-2-2 11-16,2-1 6 0,-2-1 3 15,9 1 3-15,-7 1 10 0,10 1-16 16,-5 4 19-16,5 1-1 0,-1 5-11 15,-1 2 12-15,3 4 2 0,-3 3 0 16,1 2 14-16,1 6 35 0,1 0 13 16,1 1-13-16,1 0 16 0,-4 3-13 0,1 5-6 15,-6 1-1-15,-3 3 7 0,-7 2 32 16,0 3-20-16,-7 2-25 0,-9 4-13 16,-7 1-24-16,0 1-2 0,-4-2 1 15,-1 0-2-15,1-2-1 0,2-3-1 16,4-3-1-16,3 1-14 0,7-4 0 0,-1-2-6 15,6-1-9-15,2 0-10 0,-3 0 14 16,7-1 27-16,0 1 16 0,0 0 6 16,7 0 10-16,3 0-1 0,2-3-2 15,-1 4-17-15,7-3 10 0,3 0-6 16,2 0 3-16,-3-2-18 0,-1 1-1 16,2 1-13-16,-7-1 10 0,3-1-9 15,-7 2-14-15,2-3-49 0,-1-1-52 16,1 0-60-16,-8-3-68 0,2 0-159 15,5 0-246-15,-5-1-32 0,0-3 21 0,2-3-23 16</inkml:trace>
  <inkml:trace contextRef="#ctx0" brushRef="#br0" timeOffset="210700.09">26436 10591 392 0,'0'0'792'0,"0"0"-301"16,0 0-140-16,0 0-24 0,0 0-62 0,0 0-72 0,0 0-77 0,0 0-81 0,0 0-32 15,0 0-3-15,-55 50 19 0,44-36 13 16,5-1 16-16,0-2 19 0,6-2 39 16,0 0-30-16,0-3-47 0,0-1-29 15,0-3 13-15,6-2 9 0,4 0-22 16,3 0-2-16,-3-6 0 0,7-6-27 16,-5 1-22-16,3-1-13 0,-7-1-28 15,2 1 21-15,-4 2 26 0,-2 2 20 0,-4 2 9 16,0 1 16-16,0 0 12 0,0 2 11 15,0 1-21-15,0 2 11 0,0 0-11 16,0 0 11-16,0 0 38 0,0 3 42 16,0 5-26-16,0 1-29 0,0 3 7 15,0-2 21-15,0 0-8 0,7 0-20 16,-3-3-13-16,2-1-22 0,0 0 10 0,7-2-13 16,-9-3-2-16,8-1-30 0,5 0-63 15,-3 0-10-15,1-5 9 0,3-2-35 16,-3 1-100-16,3-5-149 0,-3 4-103 15,-3-2-24-15,1 0 22 0,-3 0-13 16,-6 2 93-16</inkml:trace>
  <inkml:trace contextRef="#ctx0" brushRef="#br0" timeOffset="211339.49">26695 10605 218 0,'0'0'408'0,"0"0"-1"0,0 0 49 16,0 0-202-16,0 0-34 0,0 0 4 16,0 0-4-16,0 0 6 0,0 0-20 15,0 0-19-15,-6 69-21 0,6-64-51 16,0-3-48-16,0 2-23 0,2-2-2 15,2-2 8-15,2 0-12 0,4 0-15 16,1 0-4-16,1-6-16 0,0 1-1 0,3-1-2 16,-1-2-13-16,3 3 13 0,-1 0 1 15,1 2 0-15,-3-2 12 0,-1 4-10 16,-5 0 0-16,2 1 19 0,-5 0 16 16,-1 0 7-16,-2 0 5 0,4 2 45 15,-2 3 46-15,-2-2-49 0,2 2-36 16,-2 0-28-16,3 1-26 0,-3-1-2 15,2 0-3-15,-2-2-35 0,0 2-33 16,4-1-37-16,0-2-52 0,1-2-52 16,5 0-10-16,0 0-69 0,3-1 25 15,1-4-47-15,-1-2-36 0,-1 0 21 0,5-3-53 16,-5-1 14-16,5 2 73 16,-5-3 63-16,-1 1 136 0,-1-1 95 0,-1 1 53 15,-7 0 129-15,0 4 66 0,-2 0 68 16,-2 3 35-16,0 3-58 0,0 1-8 0,0 0-29 15,0 0-37-15,0 3-6 0,0 3-37 16,-6 3-121-16,4 3-4 0,0 0 22 16,-5 4 71-16,3-3 5 0,2 0-35 15,2-3-16-15,0-1-25 0,0-3-32 16,6-1 0-16,1-4-16 0,3 3-13 16,-4-4-10-16,6 0 2 0,-1-6 14 15,5-4-17-15,1-3-1 0,-1-2-3 16,1-5-31-16,0 0-10 0,1-2-48 15,-1-3-12-15,-3 1 16 0,-6-2 34 0,5-2 9 16,-7 1 7-16,-2 0 25 0,-2 4 13 16,-2 6 32-16,0 7 22 0,0 3 22 15,-2 6 32-15,-4 1-39 0,-4 4-28 16,1 6-16-16,-1 4-23 0,4 5 11 16,-2 3 6-16,-1 3 3 0,5 4 16 15,2 0-4-15,-2 1 4 0,4-3-4 0,0 0-34 16,6-6-1-16,4-3-49 0,1-2-38 15,5-6-50-15,-3-1-30 0,1-3 32 16,1-5-193-16,-5 3-195 0,2-4-16 16,-7 0-178-16,5-4-286 0</inkml:trace>
  <inkml:trace contextRef="#ctx0" brushRef="#br0" timeOffset="211627.48">27420 10637 735 0,'0'0'433'0,"0"0"-150"0,0 0 29 0,0 0-52 0,0 0-59 0,0 0-10 0,0 0-17 15,0 0 23-15,33 66-14 0,-20-65-68 0,1-1-48 16,1 0-22-16,-3-1-10 16,1-3 4-16,-5 1-11 0,2-3-2 0,-4 1-13 15,3-4-1-15,-3 2-10 0,-2-2 11 16,0 0-11-16,-4 1 0 0,0 1 1 15,0 0-3-15,0 2-13 0,-4 0-32 16,-8 1-41-16,1 4-48 0,-5 0-14 16,3 0 10-16,-3 0 16 0,5 0 25 15,-5 0-29-15,10 3-32 0,-1-2-20 0,7 0-49 16,0-1-177-16,0 1-58 0,7-1 58 16,-1 0 65-16,6 0 82 0</inkml:trace>
  <inkml:trace contextRef="#ctx0" brushRef="#br0" timeOffset="212118.37">27604 10620 60 0,'0'0'176'0,"0"0"52"16,0 0 72-16,0 0-7 0,0 0 16 0,85 0 26 16,-77 3-10-16,-1 0 15 0,-1 5-59 15,4 0-33-15,-8 1-46 0,2 1-61 16,-4-2-33-16,0 2-16 0,0-2-28 16,0-3-17-16,0 2-9 0,0-5-38 15,0 1 0-15,0-3-3 0,0 0 3 16,0 0 13-16,2 0-13 0,0-1-29 0,3-5 14 15,1 0 11-15,0-4-15 16,0 4-25-16,0 0-23 0,5-2 1 0,-5 2-8 16,0 0 33-16,0-1 9 0,5 3 32 15,-11 2 0-15,6-1-1 0,-6 3-22 16,4 0 23-16,2 0 10 0,0 5 44 16,-1 1 20-16,1 1-8 0,0 2-2 15,0 0 3-15,0-2-42 0,-2 2 19 16,1-4-18-16,-3-2-25 0,2 1-1 15,-2-2-2-15,-2-2-16 0,0 0 18 16,4 0 1-16,2 0-1 0,0-7-2 16,1 0-17-16,3-3-26 0,0 0-44 0,3 1 0 15,-3-1 16-15,2 1 25 0,1 2 19 16,-3 2 29-16,-6 0 0 0,-4 4 0 16,6 1 0-16,-6 0 0 0,0 0 3 15,5 0 67-15,-3 1 25 0,2 4 10 0,-2 1-35 16,2 1-16-16,-2 1-22 0,2 1-4 15,-4-2-9-15,0 1-19 0,0-2 0 16,0-1-38-16,2 0-51 0,2-3-41 16,-4 0-61-16,5-2-142 0,-1 0-121 15,-2 0-22-15,8-4-175 0,-8-1-39 16,8-2 66-16</inkml:trace>
  <inkml:trace contextRef="#ctx0" brushRef="#br0" timeOffset="212415.6">28094 10624 161 0,'0'0'603'0,"0"0"-206"0,0 0-84 0,0 0-14 0,0 0-65 0,0 0-27 0,0 0-32 16,0 0-4-16,0 0 10 0,0 0 12 15,0 0-43-15,6 43-60 0,-3-43-17 16,1 0-2-16,2 0-21 0,0-4-21 16,0 1-29-16,5-3 0 0,-1-2-38 0,-2 0-42 15,9 0-3-15,-7 2-13 0,7-3 58 16,-5 4-65-16,-2 0 33 0,3 2 21 15,-7 3 33-15,4 0 14 0,-8 0 2 16,2 0 18-16,-4 6 53 0,3 1 25 16,-3-1-19-16,0 3-13 0,0-1-9 15,0 1-14-15,0-1-9 0,0-2-13 16,0-2-17-16,0 0-2 0,0-1-22 16,0-2-10-16,6 0 6 0,0-1-127 15,0 0 12-15,7 0-94 0,-5-2-162 0,0-5-73 16,4 4-38-16,1-2-248 0</inkml:trace>
  <inkml:trace contextRef="#ctx0" brushRef="#br0" timeOffset="212728.11">28406 10646 1175 0,'0'0'521'0,"0"0"-225"16,0 0 31-16,0 0-101 0,0 0-100 15,0 0-20-15,0 0-29 0,0 0-28 16,0 0-11-16,85-49-12 0,-75 41-24 15,-3 0 20-15,3 2-2 0,-8-2 5 16,4 3 17-16,-2-2 3 0,-4 1 38 16,0 0 19-16,-4-1-45 0,-2 2-35 15,0 3 1-15,0 1-1 0,-5 1-3 16,5 0-17-16,-6 7 11 0,1 4 16 0,5 1-7 16,2 3 13-16,-2 0 34 0,2-1 64 15,2 0-67-15,2-1-43 0,0-4-23 16,6-1-19-16,8-2-9 0,1-2 6 15,5-4-38-15,9 0-13 0,0-1-34 16,4-8-27-16,0 0-124 0,3-3-182 16,-3-1-168-16,-4-1-142 0,-9 4 26 0,3-7 104 15</inkml:trace>
  <inkml:trace contextRef="#ctx0" brushRef="#br0" timeOffset="212766.28">28834 10393 383 0</inkml:trace>
  <inkml:trace contextRef="#ctx0" brushRef="#br0" timeOffset="214546.61">29022 10429 965 0,'0'0'361'0,"0"0"-45"0,0 0 90 0,0 0 41 0,0 0-80 0,0 0-27 0,0 0-22 0,0 0-134 16,0 0-84-16,0 0-27 0,0 0-4 15,-70 11 15-15,54-5 21 0,-7 3-31 16,6 0-33-16,1 2-25 0,-1-3-13 16,1 3-1-16,7 0-2 0,-1 0-13 15,8 1-2-15,0-1-1 0,2-1-9 16,0 1-19-16,4-1 10 0,2-1 6 15,5 0 6-15,1-1-1 0,-2-2 1 0,3 3 10 16,3-1-4-16,-5-2-6 0,1-1-6 16,5 1-10-16,-9-3 10 0,0 2 12 15,-4 0-9-15,-2-3-38 0,-2 2 7 16,0-1 8-16,-6 1 48 0,2 2 1 16,-6-1 2-16,-3 0 1 0,1-2-4 15,-3 3-36-15,3-2-40 0,0-3-26 16,5 0-57-16,3-1-100 0,0 0-162 15,4-1-122-15,0-3-214 0,4-5-335 0</inkml:trace>
  <inkml:trace contextRef="#ctx0" brushRef="#br0" timeOffset="-214667.46">29177 10487 738 0,'0'0'703'0,"0"0"-400"0,0 0 12 0,0 0 57 16,0 0-43-16,0 0-34 0,0 0-100 15,0 0-118-15,0 0-61 0,0 0-3 16,0 0 15-16,-62 44 23 0,48-31 6 16,2-2-19-16,5 0-9 0,1 1-7 15,0-2 10-15,4-1-4 0,2 2-2 16,0 0 5-16,2-2 17 0,4 1 21 16,0-2 3-16,1 1-31 0,-3-2-38 15,2 0 0-15,0-1-3 0,-2 0 0 16,0 1 0-16,-2 1 0 0,3-3-1 0,-5 2 0 15,0 0-27-15,0 0-32 0,0-1-34 16,-5 1-112-16,-1-1-147 0,-4 0-374 16,0 0-492-16,-3-1 25 0</inkml:trace>
  <inkml:trace contextRef="#ctx0" brushRef="#br0" timeOffset="-196030.97">29905 10536 308 0,'0'0'655'0,"0"0"-274"0,0 0-105 0,0 0-6 0,0 0-17 0,0 0-20 0,0 0-26 0,0 0-62 0,0 0-42 16,0 0-10-16,-19-7-6 0,11 7-30 15,0 6-18-15,-9 2-1 0,5 1 0 16,2 2-9-16,-1 5-13 0,-1-1 10 15,4 1-1-15,1 0-6 0,5 0-15 16,2-3-2-16,0-5-1 0,7 2-1 16,-3-4 0-16,8-4 13 0,7-2 15 15,-5 0-15-15,9 0-10 0,-7-6 0 16,7-2-3-16,-6-4-2 0,-1-4-36 16,-3 2-16-16,-5-1-17 0,-2 1 1 15,-4-1 19-15,-2 1 6 0,0 2 3 0,0 4 7 16,0 0 13-16,0 2 18 0,-2 2 3 15,-2 0 1-15,0 4 0 0,4 0 0 16,-6 0-48-16,-1 3 26 0,3 3 6 16,-2 3 14-16,6 1-1 0,0 0 2 15,0 0 1-15,4-3 16 0,5 0 23 0,5-3 22 16,3-4-3-16,1 0-23 0,3 0-13 16,4-8-6-16,-5-2-12 0,3-5-2 15,2 0 0-15,-5-3-2 0,-1 3 0 16,-4-1 0-16,-3 3 0 0,-2 1 0 15,-1 4 1-15,-5 1 0 0,-2 3 12 16,0 3 9-16,-2 1 1 0,0 0-14 16,-4 9-9-16,-9 2-32 0,3 12 10 15,4 2 9-15,0 6 11 0,1 6 2 16,1 3-1-16,4 3 1 0,0-1-2 16,0 1-2-16,4-2 1 0,-2-5 0 0,1-6-10 15,3-7 10-15,0-4-13 0,-2-6 3 16,-2-2 11-16,-2-4 2 0,0-3 0 15,0-2 1-15,0-2 12 0,0 0-13 0,0-2-32 16,0-7-45-16,0-4 48 16,0-2 10-16,0-5 17 0,0 1 1 0,0 1 1 15,0-1 22-15,0 0 33 0,0 3 2 16,0-1-28-16,6 2-16 0,-2 2-11 16,3 2 1-16,-3 4 10 0,2 2-10 15,0 1-3-15,0 1-2 0,1 0-1 16,-1 2 1-16,4 1-11 0,1-2 13 15,-1 2-3-15,2-3-84 0,-1 2-170 16,5-2-101-16,-1 1-128 0,-1-1-103 16,-4-1-138-16,9-1 170 0</inkml:trace>
  <inkml:trace contextRef="#ctx0" brushRef="#br0" timeOffset="-195368.43">30788 10516 314 0,'0'0'668'0,"0"0"-280"0,0 0-109 0,0 0 14 0,0 0-31 0,0 0-80 0,0 0-56 0,0 0-33 0,0 0-12 16,0 0-1-16,-66 75 11 0,59-58-2 15,-1 1 1-15,4-1 6 0,-2-4 3 16,6 0-19-16,0-4-43 0,0-6-37 15,6 3-1-15,0-3 1 0,0-3 2 16,7 0 11-16,-1-4-12 0,3-4-1 16,1-2-13-16,1-3-15 0,-1-1-26 15,-3-1-33-15,-3 1 23 0,-4 2 39 16,-2 1 22-16,3 1 0 0,-5 1 1 0,2 4 2 16,-4 0 2-16,0 2 14 0,0 1 0 15,0 2-14-15,0 0 20 0,0 0 19 16,2 5-15-16,2 2 6 0,-4 4-13 15,2 2-16-15,0-2 16 0,4 3 13 0,-6-1 0 16,6 0-3-16,1-4-13 16,3 1-16-16,-4-2-2 0,2-3-2 0,1-1-8 15,7-3-52-15,-5-1-61 0,1-1-60 16,5-5-108-16,-5-4-172 0,-2 2-132 16,3-3 54-16,3 1-86 0,-12 3 208 15</inkml:trace>
  <inkml:trace contextRef="#ctx0" brushRef="#br0" timeOffset="-194938.41">31092 10601 206 0,'0'0'330'0,"0"0"-8"0,0 0-41 15,0 0 5-15,0 0 130 0,6 73-85 16,-6-62-179-16,4-4-48 0,-4 0-7 16,0-5-36-16,0 1-16 0,4-3 7 15,-4 0 25-15,2 0 45 0,-2 0 10 16,0-5-46-16,0-3-74 0,6-3-12 15,-6 0-13-15,6-2-3 0,5-1-6 0,-5-2-10 16,4 2-10-16,3-1-3 0,-3 2-3 16,3 2 0-16,-9 1-4 0,8 2-2 15,-6 6-14-15,7 0 7 0,-5 2 6 16,4 0-10-16,-1 0-9 0,-3 0-7 16,0 2-3-16,3 3 29 0,-3-1 23 15,-4 1 19-15,2 1 13 0,0 0 0 16,-4 2 2-16,0-1 17 0,3 0 17 15,-3 2 3-15,-2 0-4 0,6-2-12 16,-2 3-20-16,-2-3 0 0,4 0 33 0,-2 0-20 16,3-2-13-16,-1 2 30 0,-6-3-14 15,2-2-16-15,0 2 0 0,-2-3-3 16,0 0-4-16,0-1-28 0,0 0-42 16,4 0-37-16,-4 0-34 0,0 0-112 15,2 0-55-15,-2-1 19 0,0 0 59 0,0-2-95 16,0 1-14-16,0 1 128 0</inkml:trace>
  <inkml:trace contextRef="#ctx0" brushRef="#br0" timeOffset="-194365.42">31346 10678 187 0,'0'0'254'0,"0"0"-9"0,0 0-34 15,0 0-35-15,0 0-39 0,0 0-20 0,0 0-29 0,0 0-13 0,0 0-7 16,0 0 17-16,0 7 32 0,0-6 16 0,0-1-23 15,0 0-12-15,0 0-1 0,0 0-13 16,0 0-26-16,0 0-19 0,0 0-19 16,0 0-19-16,0 0-1 0,0 0-1 15,0 0-2-15,0 0 0 0,0 0-32 16,0-5-11-16,0 3 30 0,0-3-13 16,0 0-29-16,0-2 9 0,0 1 37 0,0 0 12 15,-4-1 17-15,4 1 2 0,-2-3 7 16,2 1 16-16,0 0 29 0,0-2-3 15,0 1-10-15,0-1 7 0,0 0-7 16,6-1-26-16,-2 2-29 0,0 0 0 16,-2 2-3-16,4 3-3 0,-2 0 0 15,-1 3-19-15,1 1-4 0,-2 0 6 16,2 0 8-16,2 0 10 0,-2 0 1 16,9 1 1-16,-1 0 1 0,0-1 2 15,3 0-2-15,-3 0 2 0,3 0 0 0,-3 0-1 16,-6 0-2-16,5 0 0 0,-11 0-1 15,6 0 1-15,-6 1 0 0,0 1 13 16,0-1 10-16,0 0 6 0,0 0-16 16,0-1-13-16,0 3-2 0,0-3-2 15,0 2 2-15,0-2 2 0,0 1 0 0,0 0 3 16,0-1 10-16,0 1-9 0,0 1 12 16,0 0 35-16,0 2-6 0,0-1 0 15,0 4 0-15,0 1 4 0,0 1-1 16,0 1 3-16,0 2-6 0,2 0-23 15,2 1-22-15,0 2 0 0,2 0-1 16,1-1 0-16,3 2 0 0,-2-3 0 16,1-2 0-16,3 0-2 0,-2-4-36 0,3 0-25 15,-5-3-87-15,-2-2-36 0,0-2-142 16,-4 0-203-16,3-1-96 0,-5-4-40 16,2-4 234-16</inkml:trace>
  <inkml:trace contextRef="#ctx0" brushRef="#br0" timeOffset="-194037.07">31666 10601 343 0,'0'0'584'0,"0"0"-285"0,0 0 17 0,0 0 68 0,0 0-76 0,0 0-75 0,0 0-53 0,0 0-48 0,0 0-22 16,0 0-21-16,0 0-31 0,60 61-23 0,-54-55-12 15,-4-1-10-15,9 0-11 0,-9-2 1 16,2 2-1-16,0-3-2 0,-4 1-1 16,6-2 1-16,-2 3-1 0,-1-4 1 15,1 1 1-15,-2-1 2 0,-2 0-1 16,0 0 0-16,4-1 0 0,2-5 17 16,-4-4 10-16,4-1-27 0,1-2 1 15,1-4-1-15,2-1 1 0,-4-1-3 16,5 2-2-16,-5 5-27 0,0-1-3 15,0 4-83-15,0 1-74 0,-1 1-53 0,3 1-240 16,0 4-178-16,-2-1-141 0,1 3 173 0</inkml:trace>
  <inkml:trace contextRef="#ctx0" brushRef="#br0" timeOffset="-193709.42">32003 10567 435 0,'0'0'612'16,"0"0"-302"-16,0 0-24 0,0 0 3 16,0 0-68-16,0 0-34 0,0 0 14 15,0 0-34-15,0 0-44 0,0 0-17 16,0 0-10-16,-6 59-6 0,12-59-10 16,7 0-7-16,-1 0-25 0,2-5-23 15,-1 0-24-15,3 0-1 0,-7 1-2 0,-1 2-10 16,2 2 8-16,-4 0-12 15,7 1 14-15,-9 4 2 0,8-1 1 0,-5 1 28 16,3 0 6-16,0-2 0 0,-4 2-16 16,7-1-6-16,-7-3-1 0,4 0 14 0,-5-1 25 15,-1 0-4-15,-2 0-9 0,4 0-13 16,-6 0-25-16,6-2-26 0,-2-2-116 16,-2-4-56-16,2-1-61 0,3 0-94 15,-1-2-213-15,2-2-172 0,0 3-242 16</inkml:trace>
  <inkml:trace contextRef="#ctx0" brushRef="#br0" timeOffset="-193522.48">32402 10287 555 0,'0'0'509'0,"0"0"-151"16,0 0 61-16,0 0 3 0,0 0-160 0,0 0-104 16,-4 64-17-16,4-36 20 0,0 3 60 15,0-1-30-15,0-1-4 0,0-2 0 16,0-5-55-16,4-3-73 0,2-3-59 15,1-6-21-15,-1-3-45 0,4-4-48 0,-4-1-94 16,5-2-47-16,-1 0-65 0,4-8-46 16,1 1-204-16,3-6-40 0,-1-1 62 15,0-2-19-15,5-2 280 0</inkml:trace>
  <inkml:trace contextRef="#ctx0" brushRef="#br0" timeOffset="-193317.82">32634 10373 115 0,'0'0'417'15,"0"0"-22"-15,0 0-76 0,0 0 39 16,0 0 64-16,0 0-101 0,0 0-153 15,0 0-55-15,0 0-23 0,-19 0-6 16,15 14 9-16,4 2-3 0,0-1-20 16,0 4-2-16,10 1 5 0,3 1 42 15,3-1 82-15,7 3-70 0,0-1-35 0,-1-2 21 16,-1 1-41-16,-2-4-43 0,-11 0-26 16,-6-4 22-16,-2-1-6 0,-2-1-19 15,-13-3-13-15,-3 2-25 0,-7-3-87 0,-2-1-112 16,-4-3-126-16,2-1-202 0,4-2-604 15,-16-2-188-15</inkml:trace>
  <inkml:trace contextRef="#ctx0" brushRef="#br0" timeOffset="-193065.82">31480 10128 2757 0,'0'0'990'0,"0"0"-698"16,0 0-135-16,0 0 23 15,0 0-77-15,0 0-103 0,0 0-62 0,0 0-63 16,0 0-58-16,0 0-205 0,0 0-353 15,39 0-903-15</inkml:trace>
  <inkml:trace contextRef="#ctx0" brushRef="#br0" timeOffset="-128465.04">3560 13482 1510 0,'0'0'377'0,"0"0"-267"0,0 0-42 0,0 0 101 0,0 0 44 0,0 0-19 0,-11 90-36 0,11-59-17 16,-6 6-3-16,6 0-33 0,-2 1-25 16,-4 1-22-16,4-3-1 0,-2-1 16 15,-3-3 3-15,5-2-25 0,-4-6-13 0,2-2-10 16,-2-7-9-16,0-1-6 15,6-7-10-15,-2-1 10 0,2-5-11 0,0-1-1 16,0 0-1-16,0-5-3 0,0-6 3 16,2-5 38-16,4-6-19 0,-2-7-19 15,-2-3-12-15,4-4-7 0,-2-1-3 0,-2-3-3 16,5 4-1-16,-1-1 11 0,6 1-1 16,-4 2 14-16,5 3-27 0,-3 5 10 15,1 3 18-15,-1 6-1 0,-2 2-1 16,2 4 3-16,-1 1 1 0,-7 6 2 15,4 0 16-15,-6 2-6 0,0 2 34 16,4 0 7-16,-4 2-16 0,0 4-10 16,0 6 4-16,0 3-10 0,-4 6-10 15,-2 2 1-15,4 4-10 0,-7 0 16 16,3 1-3-16,-4 1 0 0,-2-1-4 0,3 1 19 16,-3-2 57-16,-1-2 1 0,7-1-24 15,-2-4-6-15,2-4-2 0,4 1-8 16,-2-3-18-16,4 0-9 0,0-2-10 15,0 0 7-15,0-2-16 0,6 0-1 0,0-2-4 16,2 1 2-16,5-3-19 0,-1 1 4 16,3-1-1-16,-3-1-8 0,0 1-7 15,3-3-35-15,-3 0-24 0,5-1-83 16,-1-2-60-16,1 0-58 0,3 0-85 16,-1-3-177-16,4-6-78 0,-7 4-150 15,1-4-223-15</inkml:trace>
  <inkml:trace contextRef="#ctx0" brushRef="#br0" timeOffset="-127933.58">3830 13879 262 0,'0'0'1099'0,"0"0"-946"0,0 0-85 0,0 0 143 0,0 0-12 0,0 0-37 0,0 0-23 16,0 0-45-16,85-18-42 15,-68 9-17-15,-1 0 4 0,-5-1 12 0,-3 1 4 16,2 0 26-16,-8 0-1 0,2 1 10 16,-4 0 10-16,0 1 6 0,-6 0-10 15,-4 1-16-15,-3 2-17 0,3 3 36 16,-6 1 57-16,3 5-93 0,-3 5-61 16,-1 1-2-16,5 5 0 0,1 2-13 0,1 0 1 15,4 3-1-15,6-3 0 0,0 0-6 16,0-4-3-16,6-2-16 0,6-5-6 15,3-3 9-15,8-2-23 0,-1-2-21 16,5-6-14-16,2-5-19 0,0-5-13 16,4-3-55-16,0-2-107 0,-2-2-78 15,2 0-28-15,-6 0-95 0,0-1 42 16,-2 5 126-16,-4 0 144 0,-9 2 56 16,-6 0 120-16,0 6 64 0,-6 0 148 15,0 1 136-15,0 5 73 0,-8 3-73 0,4 1-124 16,-8 1-29-16,3 0-62 15,-3 3-20-15,4 2-48 0,-3 5-20 0,5 0-9 16,4 1-20-16,2 2-16 0,0 3-2 0,2-1 2 16,10 0 13-16,1 2 9 15,1 2 72-15,5-1 77 0,-3-4-65 0,1 5-51 16,-5-4 38-16,-1-1 93 0,-5-1-58 16,-4-1-36-16,-2-2-19 0,0 1-19 15,-2-4-19-15,-4-1-19 0,-5 0-16 16,-1-1-32-16,0-3-92 0,-3-1-61 15,3-1-42-15,-1-2-49 0,3-4-80 16,4-6-179-16,2 2-229 0,4-11-28 0</inkml:trace>
  <inkml:trace contextRef="#ctx0" brushRef="#br0" timeOffset="-127128.5">4529 13589 669 0,'0'0'639'0,"0"0"-314"0,0 0-71 0,0 0 21 0,0 0-51 0,-6 73-34 0,4-50-25 0,-2 4-27 0,-5 2 10 15,3 2 21-15,0 0-12 0,0 2-21 16,0-5-22-16,-1-1-28 0,1-4-55 16,4-5-21-16,0-4-10 0,2-5-25 15,0-2-10-15,0-4-22 0,0 0-19 16,0-3 6-16,0 1 16 0,0-1 19 15,2 0-19-15,-2-3-51 0,0-3 37 16,8-3 52-16,-1-5-6 0,-1-2-7 0,4-3-12 16,-2-1-1-16,1 2 23 15,3 0-1-15,0 2-8 0,3 4 15 16,-3 0-6-16,5 3 2 0,-3 1-2 0,-1 2 17 16,-1 0-1-16,-2 2 3 0,3 2 0 15,-3 1 12-15,-2 1 10 0,3 0 36 16,-7 0-4-16,6 1 7 0,-4 1-9 15,1 5-8-15,-1 1 4 0,0 2-19 0,-2 1 6 16,2 5 7-16,-6-1-14 0,7 2-6 16,-7-1 13-16,0-1 7 0,0-3-14 15,0 1-24-15,0-3 11 0,0-1 1 16,0-1 13-16,0-3-4 0,0-2-12 16,0 0-13-16,0-3-1 0,0 1 0 15,0-1 1-15,0 0-3 0,0-1-45 16,4-4-9-16,-2-1 38 0,4-4 0 15,-2 2 0-15,2-3-13 0,-1 0 30 0,-1 1-1 16,-2-4-1-16,4 2-12 0,4 0 4 16,-1-1-7-16,-1 3-4 0,8 0 1 15,-3 0 9-15,-1 3-16 0,-2 1 4 16,1 1 3-16,-3 3 20 0,-2 1 2 16,0 1 2-16,-3 0 0 0,3 0 17 15,-2 0 6-15,-2 2 7 0,4 4-6 16,0 0-23-16,-2 1 0 0,5 3-1 0,-3 0 1 15,2 1-3-15,-2 2 0 0,1 2 2 16,-1-1 20-16,0-1-9 0,0 0-12 16,-4-3-1-16,4 1 1 0,1-1 12 15,-3-3-13-15,-2-1-3 0,4-1-9 16,-2-3-11-16,0-1 20 0,3-1-15 16,3 0 18-16,-4-2 3 0,2-6 1 15,3-1 21-15,-3-2 7 0,0-3-4 16,3 0 7-16,-5-2-3 0,2-1-3 0,-2 0-16 15,-4 2-2-15,5 2-11 0,-7 3-13 16,4-1-22-16,-2 4-41 0,4-1-29 16,0-1-71-16,0 0-55 0,3 0-84 15,1 2-122-15,-2 1-99 0,3 4-134 16,-1 0-38-16</inkml:trace>
  <inkml:trace contextRef="#ctx0" brushRef="#br0" timeOffset="-126422.75">5306 13772 874 0,'0'0'452'0,"0"0"-175"0,0 0 38 0,0 0-13 0,0 0-95 0,0 0-59 0,0 0-54 0,0 0-39 16,0 0 15-16,0 0 17 0,-58 53 22 15,50-32 26-15,-4-1 82 0,6 2-23 16,-1-2-17-16,5-4-42 0,-2-1-81 16,4-4-35-16,4-2-7 0,2-3-12 15,1-3-32-15,1-3-37 0,6 0-35 0,-1-6 2 16,3-5 8-16,1-4-27 0,6-3-58 16,-3-3-86-16,1-2 20 0,-2-1-84 15,-1-1 15-15,-1 1 61 0,-5-1 146 16,1 1 107-16,-3-1 10 0,-6-1 64 15,2 5 50-15,-2 0 74 0,-2 6-27 0,-2 5-38 16,0 6-4-16,0 4-26 0,0 3 29 16,0 10-19-16,-6 5-110 0,0 7-3 15,-2 4 0-15,2 5 71 0,-1-1-20 16,5 1 16-16,2-3 0 0,0-5-9 16,0-2 25-16,0-3 25 0,0-8-44 15,-4-2-46-15,4-4-17 0,0-1-1 16,0-2 2-16,-2-3 0 0,2-1-2 15,0 0-21-15,0 0-78 0,0-6-22 0,0-3 9 16,2-2 55-16,8 0 21 0,-3-4 17 16,3 0-10-16,2-1-9 0,1 0 12 15,-1 2-6-15,-4 3 10 0,5 4 6 16,-7 2 3-16,4 3-3 0,-5 2 16 16,1 0 1-16,0 0 24 0,0 5 14 0,-6 1 6 15,4 0 3-15,-2 2-3 0,2-1 0 16,-1 2 9-16,1-1 13 0,2 0-3 15,-4-2 32-15,0-1-23 0,4 0-38 16,0-1 16-16,-1-1-4 0,1 0-3 16,0-2-6-16,2-1 10 0,1 1-1 15,-3-1 3-15,4 0-2 0,-2 0-2 16,1 0-45-16,3-1 54 0,-2-3-30 16,3-1-25-16,-3 0-3 0,2-4-41 15,5 1-12-15,-7-4-13 0,3 2-4 16,-1-1-25-16,-2 0-25 0,-5 1-122 15,1 0-75-15,-6-1-63 0,0 4-213 0,-2 0-227 16,-11 1-264-16</inkml:trace>
  <inkml:trace contextRef="#ctx0" brushRef="#br0" timeOffset="-125972.75">5581 13759 1295 0,'0'0'273'0,"0"0"-78"0,0 0 81 0,0 0-39 0,0 0 2 0,0 0-17 0,0 0-99 0,97-19-65 0,-59 9-33 15,-3-2-23-15,4 2-2 0,0 2-2 16,-6 3-36-16,-4 4-14 0,-2 1 49 16,-8 1-19-16,-3 4-46 0,1-1 39 15,-7 1 13-15,3-1 16 0,-3 1 2 16,-2 0 21-16,-4 2-1 0,-4 0-9 16,0 2 10-16,-4 0-4 0,-4 5 0 15,2-1-17-15,-5 1 0 0,9-1-2 0,-2 3 0 16,4-2 13-16,0 4-12 0,0 0 3 15,13 2 76-15,3 3 3 0,7 0-47 16,2 2-24-16,2 3 20 0,6 0-6 16,-2 2-3-16,0 2-20 0,-5-2 23 15,-5-4-26-15,-6 0-2 0,-5-5-20 0,-8-5-7 16,-2 0-16-16,-8-3-9 16,-9-2 44-16,3-2 10 0,-5-2 19 0,-2-3 7 15,3-3-26-15,-3-1-12 0,3-1-4 16,-1-5 16-16,9-4 45 0,-1-3 44 15,3-3 4-15,4-5 3 0,4-3-14 16,0-4 7-16,12-2 16 0,1 1-23 16,7 4-19-16,-3 4-38 0,6 2 4 15,-1 5-4-15,1-2-9 0,8 1-5 16,0-1-11-16,-2 0-2 0,-2-1-14 0,-2 0-66 16,-5 0-167-16,-3 2-118 15,-7 3-317-15,-3-4-829 0</inkml:trace>
  <inkml:trace contextRef="#ctx0" brushRef="#br0" timeOffset="-125037.47">7096 13553 1157 0,'0'0'430'0,"0"0"-161"0,0 0 59 0,0 0-40 0,0 0-11 0,0 0-4 0,0 0-23 0,0 0-34 15,0 0-45-15,0 0-41 0,-84-19-55 16,65 30-12-16,3 3 0 0,-1 0-7 15,7 2-8-15,-1 0-23 0,5 2-22 0,6-1 13 16,0 1-1-16,10 0-2 0,1-1 5 16,12-1 11-16,-1 1-11 0,3-2-15 15,2 2 10-15,0-3-13 0,-4 2 0 16,-3-2-1-16,-5 0 1 0,-9-1 0 16,0 0 3-16,-6-2 16 0,0 1 12 15,-6-1-3-15,-7 0-25 0,-3-1-3 0,-3 1 0 16,1-4-13-16,-3 1-24 0,5-3-35 15,1-3-40-15,7 1-42 0,4-3-67 16,4-1-61-16,0-7-100 0,10-2 64 16,7-4-18-16,5-2-92 0,1 1-14 15,6-1-82-15,-2 2 49 0,-4 2 132 0,1 4 193 16,-3-2 150-16,2 4 56 16,-7 1 130-16,1 2 25 0,-5-2 31 0,-1 3 87 15,-5-1-7-15,0 3-39 0,-2 0-23 16,-2 0-27-16,-2 0-35 0,0 4 38 15,0 2-30-15,4 0-55 0,-4 2-32 16,2 4-17-16,3 1-19 0,-1-1-19 16,6-2 3-16,-2 0-1 0,5-1-8 15,1-4-17-15,3-1-13 0,-5-2 1 16,5-2-10-16,-5 0-7 0,5 0-12 0,-7-2 0 16,0-2 2-16,-4 2 2 15,-3 0 18-15,3 1 0 0,-6 1 3 0,0-1-6 16,0 1 0-16,0 0-6 0,4 0 2 15,-4 0 1-15,4 5 34 0,0 3 7 16,2 2-10-16,1 2-28 0,-1 1-16 0,0 1 16 16,0 2 0-16,-2 1 6 0,0 1 13 15,-2-1-16-15,-2-2 9 0,0 0 7 16,0-2-7-16,0-5 3 0,-6 2-6 16,2-4-9-16,-2-1 0 0,-4-1-4 15,3-2-12-15,1-2 10 0,0 0-13 16,-4-2-41-16,-3-5-68 0,-3-4-95 15,5-3 82-15,-5-4-61 0,3-1-103 16,-1-3-120-16,2-1-118 0,3 1-138 16,3 5-138-16,2-7-192 0</inkml:trace>
  <inkml:trace contextRef="#ctx0" brushRef="#br0" timeOffset="-124692.58">7795 13621 940 0,'0'0'576'0,"0"0"-166"0,0 0 17 0,0 0-30 0,0 0-124 0,0 0-4 0,0 0-15 16,0 0-42-16,0 0-67 0,0 0-82 15,0 0-41-15,-2 44-21 0,-8-26-1 16,4 0 0-16,3-1-4 0,3-1-11 16,0-2-7-16,0-1 6 0,3 1 13 15,3-1 3-15,0-1 1 0,4 1 1 16,-4-1-2-16,3 0 0 0,-1 2-15 15,-4-1 14-15,2-2 1 0,1 0 1 16,-7 1 17-16,0-1-5 0,0-2 37 16,0 1-28-16,-5-4-10 0,-1 1-12 0,0-3-17 15,-2-1-11-15,-5 1 9 0,1-3-25 16,0 3 3-16,1-4 6 0,1 0-40 16,4-7-29-16,-1-1-23 0,1-1-10 0,4 0-9 15,-2 0-49-15,-2 0-91 0,6 0-120 16,0 0-194-16,0 3-184 0,0-6-21 15</inkml:trace>
  <inkml:trace contextRef="#ctx0" brushRef="#br0" timeOffset="-124469.67">8087 13613 1084 0,'0'0'446'0,"0"0"-69"0,0 0 19 15,0 0-106-15,0 0-19 0,0 0 30 16,0 0-39-16,0 0-75 0,0 0-42 16,10 82-38-16,-10-52-38 0,0 0-22 15,-2 4-15-15,-2 0-1 0,0-4-31 16,4-3-25-16,-5-4-28 0,3-2-101 0,-2-5-150 16,2-5-100-16,2-3-259 0,-4-2-645 15</inkml:trace>
  <inkml:trace contextRef="#ctx0" brushRef="#br0" timeOffset="-124159.45">8167 13900 529 0,'0'0'496'0,"0"0"-155"0,0 0 11 0,83-21-60 16,-56 12-110-16,-5 0-76 0,3 0-67 15,-4 0-26-15,-4-1-11 0,-5-2 2 16,-2 4 8-16,1-3-10 0,-9 0 14 15,-2 2 10-15,0-2 38 0,0 2 69 16,-7 1 31-16,-1 2-32 0,0 4-7 16,-4 2-4-16,1 2-66 0,-1 5-55 0,-3 6-23 15,3 2 20-15,-1 2-9 0,3 2 12 16,4 1 29-16,0-1 48 0,2-1-17 16,4-2-21-16,0-5-23 0,10 0-16 15,4-4-15-15,1-4-43 0,3-3-44 16,3 0-32-16,-2-1-46 0,1-6-51 15,-1 1-37-15,2-2-66 0,1-1-85 16,1 0-65-16,0-2 93 0,-7-2 55 16,-3 3-39-16</inkml:trace>
  <inkml:trace contextRef="#ctx0" brushRef="#br0" timeOffset="-123751.73">8597 13801 265 0,'0'0'294'0,"0"0"-4"0,0 0 29 16,0 0 0-16,0 0-17 0,0 0-55 15,0 0-30-15,0 0 64 0,0 0-71 16,0 0-40-16,0 0 29 0,41 63-20 0,-30-62-14 15,-3 0-22-15,0-1-48 16,3 0-54-16,-3-2-16 0,4-2-25 0,-3-3-11 16,3 0-18-16,-2-1-15 15,3-1 6-15,1 1-6 0,-1 0-7 0,-1-2 13 16,-2 3-13-16,3 0 20 0,-7 3 18 16,0 2 10-16,2-1-13 0,-1 3 13 15,-1 0 3-15,0 0 28 0,-2 5 36 16,2 0-17-16,1 2-9 0,-1-1-6 0,-2 0 25 15,0 0-13-15,2-1-28 0,-4-1 3 16,2-3 9-16,3 1-15 0,-5-2-12 16,4 0-1-16,0 0-28 0,2 0-1 15,3-3-12-15,-3-2-28 0,6-1-4 16,-1-2-19-16,3 1-23 0,-1-1-6 16,-1 2 60-16,-1-1 10 0,-1 3 39 15,-4 1 12-15,5 1 23 0,-7-1 69 16,4 3 17-16,-5 0 21 0,-1 1 0 0,2 3-9 15,0-1 2-15,0 4 21 16,0 0 17-16,5-3-49 0,-5 6-19 0,4-5 31 16,3-2-43-16,-3 2-81 0,2-5-25 15,5 0-68-15,0-6-106 0,1-1-149 0,-1-3-614 16,-1-1-883-16</inkml:trace>
  <inkml:trace contextRef="#ctx0" brushRef="#br0" timeOffset="-111232.45">11553 13507 1231 0,'0'0'394'0,"0"0"-235"0,0 0-62 0,0 0 36 0,0 0 29 0,0 0 7 0,0 0-8 0,-16-67-25 0,9 62-27 15,-3 0-6-15,2 5 0 0,-5 0-29 16,-1 0 19-16,-3 5-36 0,1 3-22 15,-3 3-9-15,1 5-4 0,-1-1-18 16,5 2 15-16,-1 0-7 0,5 1-8 16,8-2-4-16,2 2-1 0,0-2-12 15,8 2 13-15,8 0-1 0,7-1 1 16,2-4 19-16,2 3 0 0,4-2-6 0,-2 3-11 16,0-4 11-16,-6 4 9 0,-3-1 19 15,-7-1-9-15,-3 1 51 0,-4-2 72 16,-6 1-73-16,0-2-26 0,-6-2-12 15,-4 1-6-15,-5-2 3 0,-3 1-13 16,-3-4-3-16,0 1 2 0,-4-3-27 0,1 0-3 16,1-2 0-16,0-1-19 0,7-2 3 15,3 0-12-15,3 0-13 0,8-5-53 16,2-4-87-16,2-1-66 0,10-4-121 16,5-2-144-16,3 0-169 0,-5 2-300 15,12-6 290-15</inkml:trace>
  <inkml:trace contextRef="#ctx0" brushRef="#br0" timeOffset="-109763.68">11805 13433 806 0,'0'0'560'0,"0"0"-72"16,0 0-128-16,0 0-107 0,0 0-34 16,0 0 35-16,0 0-7 0,0 0-53 15,2 87-64-15,-8-50-47 0,6 6-23 0,-2 3-13 16,-2 2 4-16,4-1 2 0,0 0 4 15,-4-5-23-15,4-3-34 0,0-6-19 16,0-5-6-16,-4-6-32 0,4-8-41 16,0-4-70-16,0-4-45 0,0-5-39 15,0-1-60-15,0 0 0 0,0-7 33 16,4-3 101-16,0-3 42 0,2-3 103 16,0-3 31-16,7-2 2 0,1-2 1 15,-1 1 1-15,5 0-1 0,-3 1 2 16,1 2 10-16,1 2 4 0,-5 2 25 15,7 3 52-15,-5 1 3 0,5 3-35 16,-3 3-23-16,1 2 16 0,2 3 26 0,-5 0-4 16,3 3 11-16,-5 1 34 0,-4 0-67 15,1 3-19-15,-5 0 22 0,-2 0 6 16,-2 0 16-16,0 0 7 0,0 1-10 16,0-1 3-16,-6 1-3 0,-1-1-20 0,1 0-12 15,2-1-13-15,-2 1-10 0,0-1 3 16,1 0 4-16,-1-1-7 0,6-3-22 15,0-2-15-15,0 0-32 0,0 0 18 16,11-1 26-16,-3-7 2 0,0 2 1 16,5-5-3-16,-1-1-13 0,2-1 0 15,-1 0 3-15,-1-2 0 0,-1 4 0 16,-3 1 10-16,-2 2-9 0,0 1 9 16,-4 4 1-16,2 0-1 0,-2 3 0 15,-2-1 2-15,0 1 1 0,0 0 35 16,0 0 22-16,0 3-19 0,-6 1-6 0,0 0-3 15,-4 2-1-15,-1 0 7 0,3-1 13 16,2 1 63-16,-4-1 9 0,3-1-48 16,3 0-25-16,0 2-9 0,2-1 3 0,2-2-1 15,0 4 2-15,0-2-20 16,2 0-21-16,4 1 0 0,1-1 0 16,-1 0-1-16,0-2 0 0,-4 3 0 0,4-1 1 15,-2 1 1-15,3 2 11 0,-1 0-13 16,-6 1-1-16,4-3-2 0,2 2-1 15,0-3-11-15,-2 0 13 0,-2 0 0 16,3-1 0-16,1 0 2 0,-4 1 0 16,2 0 2-16,0 2-1 0,-4-1 1 15,6 1-2-15,1-2-1 0,-3-2-1 16,2-1-11-16,-4-1-16 0,8-1 7 16,-6 0 6-16,3-2 1 0,-1-2-7 0,0-1 3 15,-2-2-12-15,-2 2-14 0,2-1-11 16,-2-1 9-16,3 2 15 0,-5-1 16 15,0 0 4-15,2-1-4 0,-2-1 0 16,2 0-9-16,-2 0-1 0,0 0-5 16,0-2-7-16,6 4 18 0,-6 1 20 15,0-2 12-15,0 4 4 0,0-1 0 0,0 2 0 16,0-1-3-16,0 2-10 0,0 0-1 16,0 1-2-16,0-4-1 0,0 4-12 15,0 0 10-15,0 0 0 0,0 0 3 16,0-1 11-16,0 0 5 0,-2 1 3 15,-2 0-16-15,2-1 10 0,0 1-10 16,-5-3-1-16,7 2-2 0,-4-3-2 16,4 0-20-16,-2 0 0 0,2 0 19 15,-4-2 3-15,4-1 0 0,-2 4 16 16,-2-3-14-16,2 0 13 0,-2 0-13 0,-3-1 1 16,3 2 9-16,-2 1-10 0,2-1 14 15,2 1-13-15,-2 2 0 0,2-1-1 16,-2 3 1-16,1 0 19 0,-1 0-6 15,-2 5-16-15,-4 1 0 0,-1 1 0 16,-1 1 3-16,2 2 9 0,-3-2-8 16,1 3 8-16,-5 1 1 0,7 0-1 0,0 0 14 15,-3-1 5-15,7 1 1 0,4-3 2 16,0 3-9-16,-2 1-22 0,4-1-1 16,0-1-2-16,0 0-2 0,0-2 0 15,6-2-13-15,0-3-10 0,3-1 21 16,1-3 4-16,2 0 0 0,3 0 16 15,-3-1 0-15,7-5-4 0,-3 0 1 16,1-2-12-16,-3-2 1 0,1 1-2 0,-3-3-1 16,-4 3 1-16,-1 0 0 0,-1 2 2 15,0-2 0-15,-6 0 1 0,4 1-1 16,-2 0 0-16,-2 0-1 0,4 1-1 16,-4-1-1-16,2 1-1 0,3 0 0 15,-3 0 0-15,-2 1 2 0,0 1 3 16,0-1 16-16,0 5 0 0,-2-1-3 15,-5 2-1-15,3 0-2 0,2 0-10 0,-2 0 10 16,2 0-12-16,-2 1 1 0,4 1 0 16,-2 1 16-16,2 3 7 0,0-1 10 15,0 1-1-15,0 1-3 0,2-1-3 16,2 0 10-16,2 2 5 0,0-1-12 0,5 0-18 16,-5 1-12-16,4-1 2 0,-4-1-1 15,3 0 0-15,-1-1 0 0,-2-1-1 16,-2 0-1-16,-2 0 0 0,3-1-1 15,-3-2-1-15,-2 1-17 0,0 1-6 16,4-2-24-16,-2 2-35 0,2-2-52 16,-2 0-24-16,2-1-10 0,2 0-89 15,-4 0-86-15,0-4-243 0,5-3-177 16,-1-1-29-16,0 2 146 0,-2-6 413 0</inkml:trace>
  <inkml:trace contextRef="#ctx0" brushRef="#br0" timeOffset="-109032.7">12612 13488 1014 0,'0'0'361'0,"0"0"-159"0,0 0 58 0,0 0 25 0,0 0 46 0,0 0-54 0,0 0-42 0,0 0-181 15,0 0-9-15,0 0 6 0,-40 57 29 16,30-28 0-16,-7 2-19 0,9 5-23 15,-2 3 0-15,6 3 10 0,4 1 40 16,0-2 64-16,0-4-85 0,2-2-36 16,6-7-31-16,-2-4-15 0,0-6-22 15,1-3-4-15,-3-5 6 0,2-3-3 16,-4-3-3-16,0-1-7 0,-2-1-22 16,6-2-12-16,-6 0 21 0,6-6 61 0,-6-2 14 15,5-4-11-15,-3-1-3 0,-2-3-33 16,0-2-18-16,0 0 7 0,0 0-1 15,-7-1 16-15,1 3 13 0,0 0 15 16,6 5-15-16,-4 1-13 0,4 3-25 0,0 1-23 16,2-1-23-16,4-1 10 0,2 1 6 15,3 0-16-15,3-1 20 0,5-2 28 16,-1 2-19-16,3-2 19 0,0 2-48 16,-1-2 29-16,3-1 45 0,0 0 3 15,2-2 23-15,0-2-20 0,-3-3-22 16,1-3-6-16,-2 1-24 0,-3-3 15 15,-1 3 57-15,-1-1 29 0,-1 1-3 16,-7 3 16-16,2 3 36 0,-3 2 45 0,-7 4 13 16,2-2-19-16,-2 6 18 15,0 0 20-15,-2 2-10 0,-2 2 12 0,-3 3 0 16,1 10-114-16,-2 7-43 0,0 7-14 16,1 9 14-16,-3 4 29 0,8 7 3 15,-2 2 9-15,4 4-15 0,0-1 12 16,6-4 64-16,4-6 18 0,3-9-120 15,-9-7 0-15,8-6-54 0,-8-9-3 0,3-3-13 16,-5-4-6-16,-2-2 25 0,0-2 16 16,0 0-36-16,0-2-15 0,-6-3-13 15,-1-4 31-15,1-2 23 0,-2-2 42 16,2-1 3-16,-1-1 14 0,1-1 2 16,4 1 26-16,-2 1 0 0,4 3 6 15,0 5-13-15,0 1-33 0,4 2-2 16,2 0 3-16,7 2 36 0,-3 0 18 15,7 0-2-15,-1-2-55 0,7 1-10 16,0-5-22-16,6 0-90 0,0-5-244 0,-9 3-601 16,15-12-515-16</inkml:trace>
  <inkml:trace contextRef="#ctx0" brushRef="#br0" timeOffset="-95623.7">13827 13336 392 0,'0'0'1701'0,"0"0"-1354"0,0 0-105 0,0 0-107 0,0 0 13 0,0 0-23 0,0 0-4 16,-39 73-16-16,39-44-19 0,0 3-9 15,0 3-20-15,0 2-10 0,6 1 13 16,-6 4 26-16,6-2 8 0,-6-2-37 0,4-4-29 15,-4-3-17-15,2-6-11 16,2-1-25-16,-4-6-10 0,2-3-31 0,-2-2-41 16,0-3-30-16,5-2-37 0,-5 0-94 15,0-3-137-15,0 0-144 0,-5-1-445 16,-3-1-32-16</inkml:trace>
  <inkml:trace contextRef="#ctx0" brushRef="#br0" timeOffset="-94765.45">13748 13753 659 0,'0'0'488'0,"0"0"-331"15,0 0-128-15,0 0 137 0,0 0 52 16,0 0-17-16,0 0-49 0,0 0-70 16,85-63-14-16,-62 53-33 0,0 3-15 0,-1 2-18 15,-1-1 1-15,-6 3 0 16,-1 3 52-16,-2 0 0 0,-5 0 62 0,-1 2 25 15,0 2-17-15,-2 3-9 0,0 1-26 16,2 3-42-16,1 2-26 0,3 4-2 16,-4-1-1-16,0 5-3 0,-1-2-15 0,-1 2-1 15,-2 0 1-15,4-3-1 0,-6 0 0 16,4-3 0-16,-4-1 0 0,2-2 0 16,-2-5 0-16,4 0 1 0,-4-2 15 15,0-2 6-15,0-3 7 0,0 0-16 16,0 0-12-16,0 0-1 0,0-8-2 15,0-2-30-15,0-4 6 0,0-4 14 16,2-2-1-16,5-2 10 0,-1 2-1 16,2-1-8-16,2 4-11 0,3-3 4 15,-3 7-7-15,9 0 1 0,-3 2 5 16,1 0 18-16,-1 4 1 0,1-1 1 0,-5 3 2 16,1 1-2-16,-1 3 0 0,-4-1 1 15,3 2 28-15,-5 0 13 0,6 3-10 16,-8 1-19-16,9-1-13 0,-3 3 0 15,-2-2-3-15,1-2-10 0,1 3 0 16,-2-5 12-16,-4 1-2 0,3 2 0 0,-5 0 1 16,-2-2 2-16,0-1 0 0,0 0 0 15,4 0 1-15,-4 0 2 0,0 0 29 16,0 0 12-16,0 0 4 0,0 0 7 16,0 0-1-16,-4-1-16 0,2-5 7 15,-5 5 6-15,3-4 3 0,-2 4 0 16,0 0 22-16,0 1 25 0,2 0-35 15,-3 0-31-15,1 2-17 0,-4 4 1 16,4 4-17-16,-5-2 14 0,5 3-14 16,-4 2 1-16,4-1 13 0,-1 4-3 0,1 0-1 15,4-1 4-15,0 2-3 0,2-3-13 16,0 0-4-16,0-3-27 0,4 0 6 16,6-4-7-16,-1-1 7 0,1-2 6 15,0-2-3-15,3-2 7 0,-1 0-20 0,3-4 22 16,-3-4-2-16,0-2-4 15,5-1-4-15,-9-1 13 0,1 1 10 0,-3 0 0 16,4-1 3-16,-4 3 10 0,-2-1-1 16,1 3-9-16,-3 0 1 0,2 4 11 15,-2 1-11-15,-2 2-1 0,0 0 16 16,0 0 15-16,0 0 39 0,0 1 15 16,0 6-22-16,0-1 75 0,0 5-44 15,0 0-32-15,0 1-15 0,4-1-19 16,-4 1-15-16,2-2-14 0,2-1-1 0,2 0-1 15,1 0-13-15,-3-2-5 0,2-2-10 16,4-1-13-16,-1-3-46 0,1-1-19 16,-2 0-33-16,0-1-11 0,3-7-81 15,-3 0-77-15,4-1-128 0,-3 0-180 0,-3 3-190 16,0-3-270-16</inkml:trace>
  <inkml:trace contextRef="#ctx0" brushRef="#br0" timeOffset="-94419.85">14610 13769 1270 0,'0'0'472'0,"0"0"-206"0,0 0-7 0,0 0-23 0,0 0-62 0,0 0-26 0,0 0-38 0,0 0-37 0,0 65-8 16,7-59-8-16,-3 0-22 0,-2-2-34 16,4-2-1-16,2-2-32 0,-2 0-25 15,7 0 6-15,-3-4-20 0,1-1-12 0,-1-2-33 16,-2-2 13-16,2 1 9 0,-3-2 10 15,-1 4 3-15,2-1 26 0,0 1 55 16,-1 0 28-16,-1 1-27 0,4-1 12 16,-6 4 49-16,3 0 61 0,-1 1 22 15,0 1-4-15,0 0 16 0,0 1-16 16,1 3 19-16,-1 2 15 0,2 0-39 0,-2 0-35 16,0 3-3-16,5-3 22 0,-7-1-17 15,6 0-30-15,-2-2-29 0,3-2-13 16,1-1-19-16,-4 0-12 0,1 0-1 15,1-2-30-15,2-3-25 0,-3-2-52 16,-1-1-42-16,2-1-30 0,-3 0-108 16,-1-3-285-16,-6 2-499 0,0-4-304 0</inkml:trace>
  <inkml:trace contextRef="#ctx0" brushRef="#br0" timeOffset="-93951.62">14705 13623 8 0,'0'0'2353'0,"0"0"-1901"15,0 0-266-15,0 0 156 0,0 0-170 0,0 0-150 16,0 0-3-16,0 0 38 0,0 0-38 16,0 0-19-16,96 10-19 0,-61-10-38 15,-6 0-39-15,2 0-31 0,-2 0-61 16,-5 0-11-16,3 0-48 0,0 1-44 16,4 2-10-16,-4 0 230 0,0 1-30 15,-2 2-26-15,-5-3 92 0,-3 6 35 16,-5-2 113-16,-1 4 118 0,-5-1 15 15,0 1 9-15,0 1-23 0,-2 1-49 16,-2-2-52-16,3 3-13 0,-5-4 6 0,2 0-15 16,0-1-24-16,-2-2-6 0,0-3 6 15,0 2-6-15,4-2-19 0,-2-3-19 16,-2-1-10-16,6 0-6 0,-2 0-3 16,2-2 17-16,3-7-2 0,3 3 1 15,3-4-21-15,-3 0-17 0,2 0-2 0,3 2-10 16,-5 2-1-16,3 2 10 0,-1 2-12 15,3-3 11-15,-3 5 1 16,1 0-9-16,-1 0 10 0,5 0-11 0,-9 0 1 16,3 0 10-16,-3 5-1 0,-4-3 2 15,0 4 1-15,1-2 0 0,-1 1 0 16,-2-2 0-16,0 3-1 0,2-2-15 0,5-4 0 16,-3 0-3-16,6 0-56 0,-1-1 3 15,-1-6-10-15,3-2-16 0,3 1-76 16,1-2-119-16,1 2-185 0,3 1-143 15,-2 1 7-15,14-3-644 0</inkml:trace>
  <inkml:trace contextRef="#ctx0" brushRef="#br0" timeOffset="-93523.83">16062 13650 2089 0,'0'0'627'0,"0"0"-389"0,0 0 60 0,0 0-57 0,0 0-76 0,0 0-26 0,0 0-45 15,-79 15-40-15,69-4-14 0,-1 0-18 16,5 2-18-16,0 2-4 0,4-3-16 0,2-2-6 16,0 1-16-16,8-5-2 0,5-1-45 15,1-3 15-15,5 1 29 0,-1-2 13 16,1 3 9-16,1 0 17 0,-1 5-1 16,0 0 1-16,-3 9 2 0,1 2 0 15,-1 2 0-15,1 2 2 0,-5-1-2 16,-6 2-2-16,-4-1 2 0,-4 1 0 15,-10 1 4-15,-11 1-2 0,-4-2 10 16,-2 2 1-16,1-3 6 0,-6-3 25 16,6-3 16-16,3-5 9 0,4-5-12 15,4-5-10-15,13-3 0 0,-2-7 7 0,6-8-16 16,6-7-37-16,5-7 0 16,7-7 2-16,9-5 22 0,4-1 3 0,2 0-9 15,0 5-19-15,5 4 0 0,-3 3-1 16,-2 2-2-16,4 2 0 0,-6 2-15 15,-2-1 2-15,-2 3-9 0,-4 4-48 16,-7 3-68-16,1 2-32 0,-9 6-67 16,0 1-124-16,-8 5-234 0,4 1-511 15,-4 0-165-15</inkml:trace>
  <inkml:trace contextRef="#ctx0" brushRef="#br0" timeOffset="-87214.66">18544 13675 255 0,'0'0'1361'0,"0"0"-1043"0,0 0-175 0,0 0-55 0,0 0 18 0,0 0 53 0,0 0 31 0,0 0-32 15,0 0-23-15,-39-45-13 0,29 45-13 16,-7 5-55-16,-2 4-9 0,5 0 6 16,-5 6 16-16,3-3 38 0,-1 3 44 0,5 2-57 15,4 0-32-15,5-3-35 0,3-2-25 16,0 3-18-16,7-3 15 0,9-3 1 16,7 3 2-16,-2 1-2 0,8-2 2 15,0 1 1-15,-1 0 0 0,-1 0 14 16,-4-1-11-16,-6 1 18 0,-5 0 22 0,-2 1 3 15,-8-1-3-15,-2-1 31 0,-6 1 73 16,-6 1-70-16,-5 0-44 0,-5-2-9 16,-1 1-10-16,-6-2 1 0,6-2-14 15,-4-2-2-15,5-2-2 0,1-2-14 16,2-2-2-16,7 0-20 0,1 0-18 16,1-4-28-16,4-1-55 0,6 0-71 15,0-4-87-15,4 2-131 0,8-2-135 16,5 0-62-16,-5 3-438 0,15-6 264 0</inkml:trace>
  <inkml:trace contextRef="#ctx0" brushRef="#br0" timeOffset="-85809.23">18910 13770 1399 0,'0'0'455'0,"0"0"-205"15,0 0-39-15,0 0-14 0,0 0-10 16,0 0 44-16,-79 33-48 0,69-15-61 16,-2 6-4-16,1 0 34 0,-1 3-13 15,8 1-22-15,-2-1 6 0,2 0 2 16,4-4-30-16,4-3-38 0,6-5-57 16,7-4-14-16,1-6-8 0,5-3-6 15,-2-2-42-15,7-4 30 0,1-6-42 16,-2-5-28-16,-2-3-45 0,2-3-22 0,-4-1-37 15,-7-1-51-15,1-2-24 16,-7 1-5-16,3-2 51 0,-3-1 65 0,-4 2 67 16,0-1 50-16,0 0 61 0,-6 4 19 15,5 1 36-15,-5 6 23 0,0 5 32 0,0 3 36 16,0 3 26-16,0 4 18 16,0 2 26-16,-2 7-33 0,-1 5-54 0,3 5-21 15,0 2-25-15,0 7-19 0,0 2-7 16,0 1 0-16,0-2-6 0,5 0 0 15,1-2 0-15,4-3 6 0,-2-4 2 16,3-2-11-16,-1-4-33 0,2-5-15 16,5-3-18-16,-7-1 5 0,3-5-6 15,3 0-3-15,-7 0-22 0,-1-5 15 16,4-1 4-16,1-3-7 0,-5 1 13 16,4-2 13-16,1 1 6 0,-3 0 25 0,0-1-22 15,-3 4-2-15,3 4 1 0,-4 0 1 16,0 2 16-16,-2 0 0 0,3 2-16 15,3 2 16-15,-2 6 0 0,3-2 13 16,-1 4 40-16,6 0-41 0,1-2-15 16,2-2 13-16,3-2-29 0,-5-2-2 15,6-3 1-15,-1-1-16 0,-1 0 16 0,-2 0-12 16,-3-5-19-16,-5-1 7 0,-5 0 13 16,4-1-4-16,-4-1 16 0,0-1 11 15,1 0 0-15,-3-1-11 0,0-3-28 16,-2 1-1-16,-2-1-2 0,4 0 2 15,-4-2 4-15,0 2 22 0,0-1-19 16,0 3 21-16,0 2 1 0,-4 5 37 0,-2 1 11 16,2 3-32-16,-3 0-16 0,-5 6-26 15,2 1 4-15,-3 4 20 0,-1 0 2 16,1 3 13-16,7 1-10 0,0 1 19 16,2 1 3-16,4-1 10 0,0 1 3 15,0 0-4-15,10-3-11 0,1-2-23 16,1-3-37-16,5-3 2 0,1-3 16 15,3-3-19-15,2 0-31 0,-1 0-10 16,7-9 44-16,-2-1-102 0,2-3-3 0,-2 1-100 16,-4-2-17-16,-1 1-17 0,3 0-20 15,-6 1 31-15,-1 2 23 0,-1 0 16 16,-5-1 54-16,1 4 76 0,-1-1 71 16,-6 2 23-16,-4 2 39 0,3 1 46 0,-5 3 65 15,0 0 61-15,-5 3-78 0,-1 5-35 16,2 2-30-16,-6 2 3 0,4 1 17 15,3-1 19-15,3 1 22 0,0-1 29 16,0-4-6-16,3 1-75 0,3-4-6 16,4-3-10-16,-2-2-19 0,1 0-16 15,3-6 9-15,5-5 3 0,-7-2 14 16,0 0-49-16,3-3 0 0,-7-2-3 16,-2 0 2-16,0 0 14 0,-2-1-13 15,4-2 0-15,-2-1-2 0,3-1-1 16,-1-6 2-16,2 0 0 0,0-4 1 0,3-3-3 15,-5 1 3-15,0 3 16 0,0 2-3 16,-6 4 23-16,0 6 2 0,0 4 7 16,0 6 13-16,0 4 6 0,0 4 31 15,0 2-6-15,0 7-38 0,-4 6-35 16,2 5 0-16,2 5-16 0,0 5 13 16,0 1-1-16,0 5-2 0,0-1-11 0,0 2-1 15,0-1 1-15,2-3-2 0,2 1 0 16,0-5 0-16,3-1-34 0,-1-6-17 15,4-4-9-15,3-4-32 0,-3-2-26 16,2-4 1-16,-1-4-18 0,3 0-63 16,-1-2 11-16,-1 0-116 0,0-2-66 15,-1-1 12-15,1-2 204 0,1-2 114 16,-5 1-62-16,4-3-32 0,1 1 87 16,1 0 46-16,3 2 2 0,-5-1 24 15,2 6-22-15,-5 1 84 0,1 0-20 0,-4 4 26 16,0 4 46-16,-3 0 3 0,1 2-7 15,0 0 14-15,2-1 80 0,0-3-75 16,0-2-55-16,1-1-19 0,3-3 21 16,-8 0 46-16,4 0-3 0,-4 0-24 15,4 0 7-15,-6-3 6 0,7-1-26 0,-7 1-29 16,4-2-29-16,-2-1-21 0,2-1-29 16,2-1-12-16,-2-1-26 0,3-3-12 15,3-1-23-15,-2-2-32 0,5-2-48 16,-5-2 0-16,4-2-88 0,5 2-123 15,-9-2-34-15,0 3-115 0,5 0-7 16,-3 0-5-16,-4 5 131 0</inkml:trace>
  <inkml:trace contextRef="#ctx0" brushRef="#br0" timeOffset="-85627">20655 13564 92 0,'0'0'326'0,"0"0"88"0,0 0 49 0,0 0 31 0,0 0-130 0,0 0-50 0,0 0-40 0,0 0-107 0,0 0-13 0,0 0-4 16,-4 89-41-16,4-57-36 0,0 2-32 15,4 2 7-15,2 4-7 0,0-8-9 16,4 1-32-16,3-6-29 0,-3-4-44 0,3-4-13 16,3-4-83-16,1-4-74 0,-1-3-92 15,-3-5-82-15,3-1-203 0,-10-2-493 16,11-3 642-16</inkml:trace>
  <inkml:trace contextRef="#ctx0" brushRef="#br0" timeOffset="-85422.65">20853 13909 224 0,'0'0'365'0,"0"0"-49"16,0 0-42-16,0 0-24 0,0 0-9 15,0 0-4-15,0 0-32 0,0 0-8 16,0 0 20-16,0 0 18 0,0 0-26 16,56-12-42-16,-44 16-24 0,5 1-6 15,-1 0 28-15,9-1 37 0,0-1 12 16,4 0-125-16,-2-2-36 0,-2-1-51 0,2 0 20 16,-5 0-20-16,-5 0-4 0,-1 0-31 15,-3 0 5-15,-9-3-6 0,6-1-5 16,-8-1-26-16,4 0-67 0,-6-4-61 0,0-1-70 15,-2-1-175-15,-4 1-265 0,-12-3-728 16</inkml:trace>
  <inkml:trace contextRef="#ctx0" brushRef="#br0" timeOffset="-85060.76">20868 13818 1567 0,'0'0'207'15,"0"0"-206"-15,0 0 125 0,0 0-13 16,80 1-32-16,-41-4-55 0,5-2-25 0,1 1 0 15,1-1 1-15,-1 1 13 0,1 2-14 16,-1 1 92-16,-5-3-16 0,-5 2-41 16,-2-3-20-16,-8 1-15 0,-7 0 0 15,-1 1 45-15,-11 3-30 0,0 0 29 16,-6 0 36-16,0 0 77 0,0 0-4 16,0 7-74-16,0-2-60 0,0 5-20 15,0-2 2-15,0 4 17 0,0 0-16 0,6 3 16 16,5 1-19-16,3 4 32 0,5-1 77 15,1 3 10-15,7 3-49 0,6 0-51 16,-2 4 9-16,2 2-9 0,-2 1-19 16,-8 0-1-16,-4 0-40 0,-11 0 26 15,-4-1 14-15,-4-1-17 0,-14-3 2 16,-9-3 16-16,0-2 11 0,-6-4 5 0,-4-5-4 16,6-4-10-16,5-4-2 0,3-5 15 15,7-4-15-15,3-8-3 0,9-6-19 16,0-6 3-16,4-7 19 0,15-5 17 15,2-5 2-15,8-4-3 0,0 0-13 16,-3 1 16-16</inkml:trace>
  <inkml:trace contextRef="#ctx0" brushRef="#br0" timeOffset="-82989.73">3402 10025 47 0,'0'0'358'0,"0"0"-48"0,0 0-98 16,0 0-101-16,0 0-111 0,34-73-66 0,-32 66-308 16,-2-3-86-16</inkml:trace>
  <inkml:trace contextRef="#ctx0" brushRef="#br0" timeOffset="-60325.87">24427 13650 1046 0,'0'0'752'0,"0"0"-431"0,0 0-165 0,0 0-118 0,0 0-15 0,0 0 22 0,0 0 397 0,0 0-268 0,0 0-136 0,6-18-38 16,-6 23-16-16,0 5 16 0,0 5 25 15,-4 5 48-15,2 5-6 0,2 3 17 16,0 3-2-16,0 3-24 0,0 2-27 15,0-3-8-15,0 0-11 0,2-3-12 16,-2-3-2-16,0-3-14 0,0-5 0 16,4-2-3-16,-4-6-9 0,0-1-7 15,0-3-48-15,0-4-42 0,0-1-12 16,0-1-14-16,0-1-49 0,0 0-22 0,0 0-18 16,0-1-71-16,0-7 57 0,0-2 46 15,0-6-26-15,0-6-46 0,0-2-46 16,0-4-13-16,0-3 169 0,0 0 92 15,0 2 78-15,2 1 11 0,1 3 51 16,-3-2 13-16,0 6 39 0,0-1 49 0,0 1 65 16,0 3 36-16,-3 2-7 15,1 0 1-15,-2 2-41 0,2 1 1 0,2 0-72 16,0-1-49-16,0 1-32 0,0 0 10 16,2-1 19-16,4 1-4 0,3 2 7 15,1 2 0-15,2 1 9 0,-1 3-32 16,5 4-29-16,3 1-22 0,4 1-17 15,-1 9-6-15,-1 3-2 0,-2 4 1 16,-5 2 1-16,-1 1 39 0,-7 1 12 16,0 0-3-16,-6 0-13 0,0-2 1 15,0-2-8-15,-12-1-5 0,-5 0-11 0,3-1 3 16,-5-4-15-16,-4 2-3 0,0-5-13 16,3-1-32-16,1-5-19 0,7-2-39 15,4 0-35-15,1 0-27 0,1-1-22 16,6-4-30-16,0-1-134 0,4 1-59 15,9 1-43-15,-9-1-147 0,19 1 222 0</inkml:trace>
  <inkml:trace contextRef="#ctx0" brushRef="#br0" timeOffset="-59475.75">24839 13785 425 0,'0'0'665'0,"0"0"-402"0,0 0-145 0,0 0 51 0,0 0 0 0,0 0 25 0,0 0-38 0,0 0-94 0,-79 53-49 16,73-41 0-16,0-1 6 0,6 0 4 16,0-1-1-16,0 0 1 0,0-2 0 15,2-2-7-15,4-1 6 0,-2-1 8 16,0-1-1-16,6-3-16 0,-3 0-11 16,1 0 1-16,4 0 10 0,1-7-10 15,1-1-3-15,-1-2-1 0,-1 0-15 0,-4 1-13 16,-2 1 29-16,5 0 0 15,-11 3 19-15,2 2 20 0,0 0 0 0,-2 2 9 16,0 0 4-16,0 1 60 0,0 0 24 16,0 0-47-16,0 0-31 0,0 0-16 15,4 1-4-15,-2 4 23 0,-2 1 38 16,6 2-4-16,1 1-31 0,-7-1-26 16,6 0-38-16,0-2 0 0,0-2-25 15,2-1-1-15,-1 0 1 0,3-3-23 16,-2 0-12-16,3 0-33 0,-1-5-35 0,0-3-26 15,3-2-42-15,-5-3-59 0,0 0-62 16,5-2 18-16,-3-2 46 0,-4 0 6 16,-2-1-20-16,2-1 91 0,5-1 102 15,-9-1 74-15,2 0 46 0,-2-1 25 16,2 3 82-16,-2 1 20 0,-2 2-4 0,0 5-13 16,0 2 30-16,0 4 2 0,0 4 13 15,0 1-46-15,0 0-41 0,4 5-18 16,-4 7-54-16,0 4-9 0,2 7 5 15,1 4 14-15,-3 1-7 0,6 4-26 16,-6 0-15-16,6-1-1 0,-6-2 10 16,4-3-11-16,-2-3-2 0,-2-5-16 15,4-5-10-15,-2-4-6 0,-2-2-4 16,0-4-22-16,4 0-45 0,-4-2-26 16,0-1-20-16,0 0-13 0,0-4 29 0,0-4 61 15,3 0 53-15,1-3-1 0,-2-2-22 16,2 2 40-16,0-1 2 0,0 1 3 15,2 0 10-15,1 1-9 0,1 1-1 16,2 1-3-16,0-1-13 0,1 4-7 16,1 0 20-16,-1 2 0 0,-1 1 26 15,-2 2 0-15,-2 0 30 0,5 0-1 0,-9 0-3 16,4 0-10-16,-4 2 16 0,4 3 23 16,-2 1-3-16,-2 0-23 0,3 3-16 15,-3 0-4-15,2-1 17 0,2 1 10 16,-6-1 15-16,6-1 7 0,-6 0-13 15,2-1-7-15,0-1-9 0,-2 0-17 16,4-1-22-16,-2-1-16 0,5 0-28 16,-3-2-1-16,2-1 6 0,0 0-19 0,0 0-22 15,3 0-49-15,-1-3-52 0,-2-2-45 16,5 1-82-16,-1-1 6 0,2-1-150 16,-1 2-196-16,5-4 150 0</inkml:trace>
  <inkml:trace contextRef="#ctx0" brushRef="#br0" timeOffset="-59136.82">25492 13876 454 0,'0'0'333'0,"0"0"-174"0,0 0 69 0,0 0-65 0,0 0-3 0,0 0-14 0,0 0-26 0,0 0-29 16,0 0-10-16,0 0-6 0,82-1-10 15,-75-5-17-15,5-2-5 0,-2-1 18 0,-1-1-9 16,-1-3-13-16,4 0-7 0,-1-1-16 15,1 0-16-15,-2-1-1 0,-3 1-1 16,-1 1 0-16,-2 1 2 0,-4 1 16 16,0 1 20-16,-4 4-7 0,-2-1-13 15,-1 5 7-15,-3-1-20 0,-2 3 10 16,1 2-10-16,3 5-1 0,-2 7 0 16,6-2 0-16,-7 6-2 0,5 2 1 15,6-1 12-15,0-3 16 0,0-1 13 16,0-3 4-16,10-3 47 0,-3-1-22 0,3-3-17 15,2-2-25-15,1-3-9 0,1 0-20 16,-1 0-1-16,-3-4-15 0,2-1-26 16,-1-2-77-16,-1 1-46 0,-2 0 10 15,-2 0 0-15,1 3-49 0,-5-2-62 16,-2-1-73-16,4 2-165 0,-4-2-155 0</inkml:trace>
  <inkml:trace contextRef="#ctx0" brushRef="#br0" timeOffset="-58556.96">25384 13721 1396 0,'0'0'387'0,"0"0"-257"0,0 0-23 16,0 0-91-16,0 0 23 0,0 0 32 0,0 0-45 15,85-3-26-15,-60 3-45 16,2 0 6-16,-3 0-55 0,1 0-98 0,-2 0-26 15,-2 0 7-15,-3 0-23 0,5 0 35 16,-6-2 46-16,-1 1 39 0,1 1 16 16,-1 0 16-16,-1 0 4 0,-3 1 55 15,-4 5 23-15,3 1 18 0,-3 1 27 0,0 1 105 16,-4 0 39-16,3 2-9 0,-5-1 15 16,4-1-36-16,4 1-2 0,-6-2-8 15,2 2-15-15,1-3-14 0,-1 0 13 16,-2 0 35-16,4-2-19 0,3-1-45 15,-7-1-27-15,6 1-25 0,-2-3-23 16,3-1-10-16,-1 0 4 0,0 0-4 16,-1-5-17-16,7-2-2 0,-6 0-12 15,3-2 10-15,-3-1-56 0,1-1-68 16,-1 0 20-16,-2-1-24 0,-2-2 23 0,5-3 30 16,-3-1-1-16,0-3-7 0,-2-3 46 15,7-2 17-15,-3-1 22 0,-2 0 15 16,1 1 1-16,1 3 10 0,-2 2-3 15,-1 6-10-15,-1 3 3 0,-4 4 10 16,4 3 3-16,-6 2 10 0,0 1-3 0,4 2 12 16,-2 0 27-16,2 7 22 0,3 6 45 15,-1 3 10-15,-2 8 22 0,2 3-68 16,0 4-45-16,0 2-35 0,5 2-7 16,-3 0 13-16,0-3-18 0,5-4-14 15,-7-3-22-15,4-6-23 0,-4-4-113 16,-3-5-90-16,-1-2-117 0,-2-3-155 15,0-2-212-15,0-2-5 0</inkml:trace>
  <inkml:trace contextRef="#ctx0" brushRef="#br0" timeOffset="-58416.54">26186 13766 1308 0,'0'0'588'0,"0"0"-286"0,0 0 15 0,0 0-21 0,0 0-132 0,0 0-141 0,0 0-23 0,0 0-3 16,0 0-33-16,0 0-12 15,48-22-87-15,-32 18-136 0,1-1-192 0,8-1-138 16,-7 0-391-16</inkml:trace>
  <inkml:trace contextRef="#ctx0" brushRef="#br0" timeOffset="-57634.59">26831 13480 1831 0,'0'0'500'0,"0"0"-332"0,0 0-55 0,0 0-23 16,0 0 16-16,0 0 64 0,0 0-60 15,17 67-69-15,-11-50-3 0,4 2-12 16,-10-2-23-16,6-1-3 0,-6 2-1 16,0-1-1-16,0 0 1 0,0-2 0 15,0-3 0-15,0 0-12 0,0-6-19 16,-4-1-25-16,4-1 2 0,0-3 0 16,0 1 1-16,0-2-1 0,0 0 17 0,0 0 23 15,0 0 15-15,0 0 32 0,0 0 10 16,0 0 3-16,0 0-7 0,0 0-3 15,0 0 1-15,0 0-1 0,0 0 3 16,0-3 4-16,4-1-4 0,1-2-9 16,1-2-27-16,0-1 1 0,0 1-2 15,5 1-1-15,-5-1-1 0,2-1 0 16,-2-1 0-16,0 2 1 0,1-2 0 0,-1 2 0 16,-4-1 0-16,2 0 1 0,-2 1 2 15,2 2 10-15,-4-2-10 0,2 4 17 16,0-2-19-16,-2 1-1 0,7-1 0 15,-7 3-1-15,6-3 0 0,-2 2 1 16,-2 2 0-16,2-1 3 0,-2 2 25 0,2 1-5 16,-2-1 18-16,3 1 20 0,-5 0-23 15,0 1-35-15,0 8-1 0,0 7 39 16,0 4-15-16,0 7-23 0,-5 4-3 16,3 5-3-16,-4 4-16 0,2 4 0 15,2 1 16-15,-2 0 1 0,4 0-14 16,-6-4 4-16,6-4-7 0,-7-2 3 15,3-6-7-15,-8-5-37 0,2 0 6 16,3-6 25-16,-5-1 26 0,4-2-16 16,-1-4 6-16,-1-1-6 0,4-1-7 0,-2-2-2 15,-1-3-17-15,3-2 16 0,0 1 7 16,0-3 6-16,2 0 13 0,-3 0 1 16,5-3-12-16,0 1 14 0,-2-1 3 15,2 0-3-15,2-1-29 0,-6 1-68 16,0 0 40-16,1-1 18 0,-3-1 0 15,0 0-2-15,2-1-1 0,-7-2 23 0,3 0 19 16,4-4 0-16,2 3-29 0,0-6-64 16,1 3-159-16,3-1 22 0,0 1-66 15,0 1-42-15,0 4-225 0,0-4-112 0</inkml:trace>
  <inkml:trace contextRef="#ctx0" brushRef="#br0" timeOffset="-57277.85">26730 13445 1235 0,'0'0'420'0,"0"0"-176"0,0 0 157 15,0 0-52-15,0 0-69 0,6 70-23 0,-2-44-53 0,-4 2-58 16,0 5-42-16,0 0-22 0,0 4-28 0,2-2-35 15,2-1-18-15,-4-2-1 0,7-2-13 16,-5-6-9-16,0-5-25 0,-2-4-127 16,6-3-52-16,-6-6-42 0,0-1-79 15,4-3-232-15,-2 0-90 0,-2-2-494 0</inkml:trace>
  <inkml:trace contextRef="#ctx0" brushRef="#br0" timeOffset="-57068.99">26718 13806 1198 0,'0'0'518'16,"0"0"-255"-16,0 0-23 0,0 0-37 16,0 0-80-16,0 0-45 0,0 0-61 15,84-36-17-15,-61 24-16 0,0 2-36 0,-7-1-164 16,5 4-79-16,-7 0-75 0,-3 2-174 15,-1 3-251-15</inkml:trace>
  <inkml:trace contextRef="#ctx0" brushRef="#br0" timeOffset="-56616.77">27236 13776 1349 0,'0'0'215'16,"0"0"-157"-16,0 0 150 0,0 0 42 16,2 69-97-16,1-46-53 0,1 0-35 0,-2 1-10 15,-2 0 25-15,0-3-9 16,-2-1-19-16,-2-4-7 0,-1 1 10 0,-1-5-13 16,-4-1-20-16,4-6-9 0,4 1-10 15,-3-5-1-15,-1 1 11 0,4-2-13 16,0 0-21-16,2-3 5 0,-4-5-55 15,4-5-19-15,0-5 48 0,0-1 22 16,4-6 1-16,0 0 17 0,7-6-14 0,1-3 3 16,5-1 10-16,-1-3-1 0,3-1-18 15,1 3 2-15,1 4 17 0,0 3-23 16,-5 8 14-16,1 2 12 0,-5 5 2 16,5 5-2-16,-3 4 0 0,-1 3 35 15,3 2 7-15,-4 0-3 0,5 7-10 16,-5 2-3-16,-3 3 16 0,-7 4 19 15,-2 0 3-15,-2 4-25 0,-7-1-14 0,-7 0-8 16,-3-2-15-16,3 0-2 0,-1-2-1 16,-6-1-15-16,1-1-62 0,-1-1-109 15,0-4-103-15,3-1-80 0,1-2-62 16,2-2-70-16,7-2-22 0,4-1 87 0</inkml:trace>
  <inkml:trace contextRef="#ctx0" brushRef="#br0" timeOffset="-56307.4">27563 13744 236 0,'0'0'368'0,"0"0"-65"0,0 0 65 0,0 0-33 0,81-22-110 0,-61 15-1 0,3-1-36 0,-6-1-72 16,1-2-29-16,-3 1-19 0,1 1-32 0,-3 0-23 15,-9 0-11-15,2 0 14 0,-6 2 0 16,0 1 10-16,0-1 6 0,0 0 10 15,0 2 9-15,-6 1 49 0,2 1 9 16,-13 2-44-16,5 1-33 0,-3 4-20 16,-3 5-9-16,1 4-2 0,-6 1-1 15,9 3-1-15,-1 0 1 0,5 1 0 16,4-3 0-16,4-2-4 0,2-4-15 16,2 1 0-16,8-3 19 0,3-6 18 15,3-1-8-15,7 0-10 0,0-2-29 0,1-8-6 16,7-3-23-16,-2-3-48 0,4-2-33 15,-2-3-77-15,2-1-107 0,-2-1-54 16,-4-2-91-16,-2 4-164 0,-8 4 156 16</inkml:trace>
  <inkml:trace contextRef="#ctx0" brushRef="#br0" timeOffset="-56106.35">28034 13430 17 0,'0'0'310'0,"0"0"39"0,0 0-59 16,0 0-98-16,0 0-58 0,0 0-60 15,0 0 8-15,0 0 25 0,0 0 17 16,-62 73-11-16,62-57-5 0,0 2 28 15,13 0 29-15,-3 1 46 0,7 0 34 16,5 2 96-16,-3-2-168 0,4 0-116 16,-5-2-35-16,-3 0-9 0,-5-2 32 15,-8 3 3-15,-2-1-1 0,0-1-8 16,-8-2-20-16,-2-1-18 0,-1-1-1 0,-1-2-4 16,-1-2-65-16,-1 2-126 15,-9-4-132-15,5 1-231 0,-3-2-439 0,-8 1-300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6-02-26T10:19:04.9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9077 4143 1733 0,'0'0'522'0,"0"0"-318"0,0 0-178 0,0 0 61 0,0 0 142 0,0 0 56 0,0 0-102 0,84-14-50 0,-57 9-25 15,11-1-19-15,-1 0-10 0,4-1-28 16,3-2-37-16,-1 0-14 0,2-2-12 16,-1 2-20-16,-5-1 1 0,-4 2-17 15,-4-1-50-15,-4 1-80 0,-4 3-65 16,-7 0-142-16,3 2-174 0,-7 0-191 16,-3 1-284-16</inkml:trace>
  <inkml:trace contextRef="#ctx0" brushRef="#br0" timeOffset="236.63">9492 4141 1638 0,'0'0'428'0,"0"0"-285"16,0 0 12-16,0 0 142 0,0 0-4 16,15 69-75-16,-7-47-87 0,-2 2-49 15,0 4-2-15,-2-1 9 0,-1 1 28 16,-3 1-35-16,0 1-47 0,0-4-17 15,0-1-18-15,0-3-2 0,0-2-17 16,-3-5-3-16,3-2-28 0,0-5-86 16,0-1-77-16,0-4-17 0,3-3-116 15,1 0-99-15,2-3-162 0,0 0-44 16,4-10-95-16</inkml:trace>
  <inkml:trace contextRef="#ctx0" brushRef="#br0" timeOffset="676.85">9782 4389 1220 0,'0'0'283'0,"0"0"-185"0,0 0 67 0,0 0 134 15,18 66-62-15,-10-51-72 0,-1 0 6 16,3 2-33-16,2-6-45 0,-3-4-9 16,-3 1-30-16,0-4-12 0,-4-2 3 15,2 1 6-15,-2-2 7 0,-2-1 41 16,0 0 56-16,0 0-15 0,0-2-29 15,0-6-64-15,0-1-46 0,0-4-1 16,0-2-22-16,0-2 0 0,5 2 6 16,3-2-6-16,0 3-7 0,-2-1 4 15,7 4-10-15,1 1-15 0,-1-1-17 16,3 4 3-16,1-1 14 0,5 2 2 0,-5 2-16 16,6 0-3-16,-1 2 25 0,-3 2 20 15,0 0 19-15,-1 0-9 0,-5 0 12 16,-3 4 1-16,-4 1 0 0,0 2 12 15,0 1 16-15,-1-1 3 0,-5 1 16 16,2 2 3-16,2 1-3 0,-2-3-7 16,2 3 23-16,-4-1 2 0,4-1-21 0,-4-1-10 15,6 0-20-15,-6-2-13 0,7 1 2 16,-7 0-4-16,4-2 0 0,-2 2-1 16,4-1-2-16,-2-1 0 0,2-1-9 15,-2-1-4-15,3-1-6 0,-1 0-42 16,6-2-25-16,-1 0-22 0,-1 0-88 15,2-4-67-15,-1-1-160 0,3-1-174 16,-1-1-70-16,-1 2-56 0,2-4 343 0</inkml:trace>
  <inkml:trace contextRef="#ctx0" brushRef="#br0" timeOffset="1124">10499 4348 702 0,'0'0'345'0,"0"0"-172"0,0 0 42 0,0 0 51 0,0 0-15 0,0 0-34 0,0 0-46 15,0 0 1-15,0 0-53 0,0 0-16 16,-37 28-16-16,22-15 10 0,-3 4 15 16,5 1 19-16,3-1-6 0,0-3-24 0,3-1-37 15,7-1-38-15,0-3-24 0,0-1 20 16,4-3 10-16,3-1-13 0,3-1-19 15,0-3-3-15,3 0 1 0,-1 0-1 16,-2-6-16-16,7-1-3 0,-5-4-13 16,-1 3 3-16,-1-3 10 0,-4 1 6 15,1 1 14-15,-1-2-1 0,-4 4 1 16,2 1-2-16,-4-1 2 0,0 4 2 16,0 2-3-16,2 1-29 0,0 0-6 15,2 1 38-15,-2 5 15 0,4 4 14 16,5 2 18-16,-5-1 11 0,0 1 18 0,5 2-3 15,1-1 141-15,-2-1-22 0,1-1-110 16,5 0-57-16,-1-2-25 0,-1-5 0 16,5 0-37-16,-1-3-27 0,1-1-80 15,-1 0-67-15,-7-5-97 0,5-1-185 0,-1-3-146 16,-3-1-150-16,-3 0-214 0,7-2 568 0</inkml:trace>
  <inkml:trace contextRef="#ctx0" brushRef="#br0" timeOffset="1815.29">10958 4323 951 0,'0'0'299'0,"0"0"-103"16,0 0 100-16,0 0 5 0,0 0-74 16,0 0-36-16,0 0-13 0,0 0 21 15,0 0 7-15,0 0-46 0,0 0-20 16,-46 71 16-16,34-53 5 0,2 0-22 0,-1-2-13 15,5-3-26-15,6-4-58 0,0 0-20 16,0-2-10-16,4-3-8 0,4-1-4 16,3-1 0-16,-1-2-16 0,7 0-9 15,-3-2-11-15,1-5-11 0,1-2-22 16,-6-2-6-16,7 0-1 0,-5-1 4 16,-1 0 15-16,1-1 6 0,-2 2 10 15,-1-1 6-15,1 1 13 0,-2 4 6 16,1 1 14-16,-5 4-1 0,2 2-16 15,0 0 17-15,0 7 2 0,5 3 15 16,-1 5 5-16,9 4 5 0,-3 6-9 16,11 2 3-16,-2 6-3 0,2 2-1 15,-5 7 17-15,-5-1 16 0,-5 0-10 0,-7-1-7 16,-5-1 20-16,0-6-1 0,-11-2 10 16,-5-4 3-16,-7-3-4 0,4-6-5 15,-3-5-13-15,1-3-10 0,2-7-15 16,3-3-16-16,5-7-1 0,5-6-71 15,6-10 5-15,0-2 5 0,6-5-8 16,11-1-27-16,0 1-33 0,5-2-15 0,-3 4 18 16,2 1 5-16,1 4-25 0,1-2 22 15,0 4 20-15,-1-3-2 0,3 1 37 16,0 1 37-16,4 1 31 0,0-1-11 16,4 1 10-16,-4 0-10 0,4 3 11 15,-6 0 0-15,-2 3 2 0,-5-1 3 16,-3 4 20-16,-9 0 12 0,-2 3 49 15,-1 1 38-15,-5 2 13 0,-5 0-26 16,-3 0-14-16,-4 3-8 0,-5 0-24 0,3 3-18 16,-5 0-13-16,3 4-4 0,-3 4 1 15,0 5 2-15,5 3 11 0,2 3 18 16,3 2 44-16,9 2 28 0,0-1-22 16,11 1-15-16,5-1-14 0,7-3-6 15,0-2-4-15,6-4-9 0,-3-1-24 16,5-6-36-16,0 0-2 0,-2-3-12 0,2 0-34 15,0-3-119-15,-2 0-111 0,4-6-201 16,-10 0-682-16,6-4-575 0</inkml:trace>
  <inkml:trace contextRef="#ctx0" brushRef="#br0" timeOffset="3242.15">6704 4549 1971 0,'0'0'344'0,"0"0"-254"0,0 0-3 0,0 0 39 0,0 0 35 0,0 0 3 0,0 0-42 0,0 0-39 0,0 0-44 16,99 28-21-16,-56-28-18 0,5-3-3 15,4-3-33-15,7-5-12 0,-3 3-112 16,0-5-87-16,2 1-73 0,-6 1-179 16,-3-4-122-16,-16 6-190 0</inkml:trace>
  <inkml:trace contextRef="#ctx0" brushRef="#br0" timeOffset="3510.5">7293 4376 814 0,'0'0'345'16,"0"0"-156"-16,0 0 22 0,0 0 127 15,0 0-110-15,0 0-102 0,0 0-29 0,0 0 6 16,0 0 4-16,6 71 9 0,15-58-13 15,10 1-16-15,0 1-7 0,4-1-16 16,4 3 1-16,0 0-11 0,1-2 0 16,-7 2 26-16,-4-1 6 0,-13-3-25 15,-3-1-30-15,-13 2 17 0,0 1 50 16,-19 0 76-16,-4 2-95 0,-14 2-62 16,-2 2-17-16,-3-2-19 0,3-4-32 15,6 0-144-15,4-5-142 0,15-5-309 16,7-5-708-16</inkml:trace>
  <inkml:trace contextRef="#ctx0" brushRef="#br0" timeOffset="4342.95">13085 4537 2142 0,'0'0'359'0,"0"0"-270"0,0 0-88 0,0 0 108 0,0 0 36 0,101 19 67 0,-39-18-53 0,11-1-56 15,13 0-56-15,7-5-9 0,9-4-35 16,-1 2-3-16,6-1 0 0,1 0-32 0,-1 2-32 16,-11-1-156-16,-1 0-172 0,-33 2-320 15,6-2-492-15</inkml:trace>
  <inkml:trace contextRef="#ctx0" brushRef="#br0" timeOffset="4654.58">14131 4364 871 0,'0'0'697'0,"0"0"-499"15,0 0-152-15,0 0 132 0,0 0 62 0,105 10-104 16,-63-4-42-16,-3 3-26 0,6 4-26 15,-5 2 9-15,-1 3 1 0,-2 2 12 16,-10 2 52-16,0-2 9 0,-11 2-12 16,-5-3 8-16,-7 0 10 0,-4 3 50 15,-8-4 12-15,-11 1-51 0,-12-3-54 0,-4-1-47 16,-4-3-41-16,-7-2-10 16,3 0-37-16,3-5-142 0,7-2-156 0,9-3-315 15,-10 0-891-15</inkml:trace>
  <inkml:trace contextRef="#ctx0" brushRef="#br0" timeOffset="6995.46">10708 6895 1710 0,'0'0'555'0,"0"0"-393"0,0 0-159 0,0 0 29 0,0 0 52 0,0 0 42 15,33 86 51-15,-25-39-10 0,-4 9-26 16,-4 10 31-16,0 9 57 0,-10 4-61 15,-7 0-30-15,-12 2 16 0,0-5-12 16,-8-3-49-16,-4-3-40 0,-9-6-31 0,-3-5-20 16,-5-5-2-16,0-7-3 0,2-7-16 15,-2-8-25-15,0-8-96 0,0-8-89 16,7-9-52-16,1-7-120 0,5-4-96 16,1-11 42-16,13-8-103 0,8 2-9 15,3-16-179-15</inkml:trace>
  <inkml:trace contextRef="#ctx0" brushRef="#br0" timeOffset="7491.13">10460 7082 174 0,'0'0'290'0,"0"0"-98"16,0 0 14-16,0 0-37 0,0 0 30 16,0 0 25-16,0 0 49 0,0 0 33 15,0 0-50-15,0 0-33 0,70-62-17 16,-70 62-6-16,0 5-69 0,0 6-109 16,0 6 7-16,0 8 16 0,-6 4-16 15,0 2-4-15,-1 2 17 0,-3-2 12 16,2-5 4-16,-1-1 27 0,3-6 49 15,0-5-55-15,2-5-53 0,4-3-26 16,0-4-22-16,0-2-7 0,6-2 16 0,7-10 13 16,1-5 3-16,5-8-3 0,1-5-19 15,3-3 16-15,-2-5-16 0,-3 1 16 16,-1-2 1-16,1-1-14 0,-3 1 3 16,3 4-6-16,-5 5-16 0,-3 6 6 15,1 6 27-15,-5 7 2 0,-2 5-1 16,-4 3 1-16,2 3-25 0,4 0 15 0,0 8 10 15,3 5 58-15,-3 5 40 0,4 4 25 16,-2 2 69-16,5 5 41 0,-5 0-77 16,5 0-23-16,-1 1-40 0,0-1-46 15,1-6-47-15,-1-2-16 0,5-4-33 16,-5-5-69-16,5-2-75 0,-3-3-74 16,-2-2-191-16,-5-3-628 0,-1 3-503 0</inkml:trace>
  <inkml:trace contextRef="#ctx0" brushRef="#br0" timeOffset="8222.21">9782 8635 1543 0,'0'0'569'0,"0"0"-239"0,0 0 15 0,0 0 8 0,0 0-60 0,0 0-84 0,0 0-98 0,0 0-70 0,0 0-22 16,0 0 15-16,0 0 23 0,45 94 18 15,-30-60 27-15,3 0-37 0,-5 0-31 16,1-5-6-16,3-1 16 0,-9-6-7 16,4-5-9-16,-3-4-16 0,-5-5-12 15,-2-3-3-15,2-2-16 0,-2-2 3 16,-2-1-2-16,4 0-7 0,2-5-3 15,0-7 9-15,5-3-3 0,1-4-6 0,9 0 6 16,-5-4-9-16,3 4-9 0,-2 0 17 16,5 3 1-16,-5 1-3 0,6 3 3 15,-3 3 6-15,-1 3 0 0,-3 3 13 16,-3 1-9-16,-1 2 11 0,-4 0 1 16,-8 2 3-16,0 5 28 0,0 2 4 15,-2 3-1-15,-10 3-2 0,0-1-16 16,-3 3-3-16,-4-3-12 0,1 0-1 0,3-2 0 15,3-3-16-15,6-3-4 0,0-2-27 16,4-3-41-16,-3-1-25 0,5 0-10 16,0-1-38-16,0-5-187 0,0-5-111 15,0 2 14-15,5-1-78 0,-3-2-10 16,4 1-142-16,0 3 235 0</inkml:trace>
  <inkml:trace contextRef="#ctx0" brushRef="#br0" timeOffset="8553.95">10203 8785 57 0,'0'0'339'0,"0"0"6"0,0 0-6 0,0 0-10 16,0 0-59-16,0 0-27 0,0 0-58 16,0 0-45-16,0 0-47 0,9 65-18 0,-9-58-11 15,2-2-9-15,-2 2-9 16,0-2 2-16,0 1 10 0,4 1 16 0,-2-1 23 16,-2-1-8-16,6 0-15 0,-6-1-29 15,6 0-22-15,-2 0-11 0,3-2 1 16,1-2 6-16,0 0 0 0,2 0 13 15,3 0 0-15,-3-4 10 0,1 1 9 16,-3-4 6-16,4 1-15 0,-4-2-11 16,-1 0-8-16,-1-1-1 0,0 0 0 15,0-1-6-15,0 1-13 0,-1 0-1 16,-5 1-1-16,2 3 1 0,-2 0 14 16,0 1 0-16,0 1 3 0,0-3 0 15,-2 6-17-15,-5-4 1 0,-3 1-2 0,4 1-1 16,0-1-15-16,-5 3-33 0,5-2-66 15,-4-1-77-15,4 2-81 0,4 0-86 16,-3-3-156-16,5 0-158 0,0-1-400 16</inkml:trace>
  <inkml:trace contextRef="#ctx0" brushRef="#br0" timeOffset="8868.39">10501 8468 1335 0,'0'0'403'0,"0"0"-156"0,0 0-143 0,0 0-13 0,0 0 103 0,0 0 87 16,0 0 34-16,25 76-59 0,-17-51-33 0,4 3-33 15,-1 1-41-15,-5-1-49 0,4 2-37 16,-3-1 3-16,5-4-12 0,-6-2-30 15,4-2-24-15,1-2-19 0,-5-3-13 16,4-2-21-16,-3-5-54 0,-1 0-44 0,-2-2-10 16,0-3-65-16,-2-1-129 0,-2-2-95 15,0-1-81-15,0 0 11 0,0-1 48 16,0-4-206-16</inkml:trace>
  <inkml:trace contextRef="#ctx0" brushRef="#br0" timeOffset="9239.11">10526 8749 989 0,'0'0'443'0,"0"0"-216"0,0 0 14 16,0 0 54-16,0 0-36 0,0 0-8 16,0 0-67-16,0 0-82 0,85-72-38 15,-61 52-31-15,-1-2-17 0,6 0-16 16,-6 2-23-16,-1-1 1 0,-5 2-39 0,2 3-58 15,-5 0-39-15,-1 3-9 0,-1-1 21 16,0 2-22-16,-3 0-127 0,-3 1-7 16,4 1 71-16,-8 3 68 0,4-3 36 15,-4 3 124-15,-2 4 3 0,0-1 88 16,0 4 101-16,0 0 51 0,0 0 24 16,0 0-15-16,0 4-135 0,0 6-43 15,5 4 7-15,-3 3 41 0,4 3 23 0,0 5 13 16,4-1-40-16,-1 5-31 0,-1-2-7 15,4 2-20-15,-1-1-22 0,-3-2-19 16,0-2-14-16,-2-1 10 0,1-4-12 16,-1-3-16-16,0-5-16 0,-2-3-99 15,-4-1-145-15,0-4-92 0,0-3-290 16,0 0-489-16</inkml:trace>
  <inkml:trace contextRef="#ctx0" brushRef="#br0" timeOffset="9551.29">10838 8695 304 0,'0'0'541'0,"0"0"-345"16,0 0-7-16,0 0 55 0,0 0-88 0,85-55-98 15,-63 39-58-15,3-2-37 0,2-4-68 16,-6 1-41-16,4-3-43 0,-5 0-81 16,-3 1-69-16,1-2 114 0,-7 0 173 15,-1-3 52-15,-4 2 23 0,0 3 32 16,1 4 49-16,-7 6 108 0,4 2 29 15,-4 6 46-15,0 3-30 0,0 2-13 16,0 0-4-16,0 2-29 0,0 5-114 16,4 4-39-16,-2 5-9 0,2 2-7 15,2 2 16-15,1 4 16 0,1 0 30 16,0 3 31-16,2-2-10 0,-1-1-9 0,-3-2-49 16,4-3-32-16,-2-1-19 0,1-2-14 15,-3-4-2-15,-2 0-14 0,4-3-11 16,-4-4-55-16,3-2-116 0,-3-2-59 15,-4-1-103-15,4 0-223 0,-2-3 2 16,-2-2-28-16,0 2 226 0</inkml:trace>
  <inkml:trace contextRef="#ctx0" brushRef="#br0" timeOffset="10504.23">11330 8567 712 0,'0'0'335'0,"0"0"-296"0,0 0 69 0,0 0 25 0,0 0 14 0,0 0-50 0,0 0-51 0,0 0-7 0,89-53 36 16,-79 42 32-16,3 0 13 0,-3 1-3 15,-4-1-20-15,0-1-35 0,-6 2-24 16,0 1-8-16,0 0-5 0,0 0-2 16,-6 1-22-16,-4 1 1 0,-3 4-2 15,3 3 1-15,0 0 10 0,-3 2 12 0,7 6-23 16,-6 3-2-16,7 4 2 0,-1-1 13 15,2 2 16-15,4 0 13 0,0 1 6 16,4 0 33-16,5 0 61 0,-1-4-55 16,4 0-42-16,1-2-23 0,5-5-20 15,3-5 0-15,4-1-2 0,0 0-19 16,1-7-52-16,3-5 10 0,-4-2-119 16,-4-2-212-16,2 3 9 0,-13-3-16 15,0 3 93-15,-2 1 117 0,-3 2 130 16,-5 2 59-16,0 2 46 0,0 1 28 15,2 2 86-15,-2 2 32 0,0 1-3 0,0 0-43 16,0 0-42-16,0 0-10 0,0 0 14 16,0 0-37-16,4 1-13 0,-4 0 40 15,4 2 144-15,0 0 20 0,4-2-31 16,-1-1-29-16,5 2-29 0,-4 1-11 16,5-2-22-16,-1 0-23 0,3 2-29 0,-3-2-28 15,0 1-32-15,5-2-3 0,-3 0 35 16,5 0 15-16,2-2-14 0,-1-3-33 15,1-1-17-15,2-1-11 0,-7 2 0 16,1-2-12-16,-1 0-1 0,-5-2-28 16,1 1-44-16,3-1-28 0,-1-1-7 15,-2 0-69-15,3 0 36 0,3 2-6 16,-1-3 12-16,0 4 25 0,-5-1 71 16,2 0-58-16,-1 2 32 0,3-2 41 15,-3-1 35-15,-3 0 1 0,7-2 0 0,-1-1 1 16,-3 0-1-16,5 0 0 0,-3 4 0 15,-3-4 0-15,-2 5 2 0,-1-4 11 16,-7 5 3-16,-2-1 13 0,0 0 13 0,0 2 6 16,0-1 10-16,-4 1 0 15,-3 2 22-15,-3 1 10 0,4 2 15 0,-7 2-63 16,3 3-40-16,-2 6-1 0,-1 2 18 16</inkml:trace>
  <inkml:trace contextRef="#ctx0" brushRef="#br0" timeOffset="11744.11">12376 8101 1031 0,'0'0'579'0,"0"0"-166"0,0 0-73 0,0 0-7 16,0 0-54-16,0 0-45 0,0 0-68 16,-62 69-61-16,58-56-32 0,2 4-7 15,2-2 1-15,0 2 5 0,0 1 1 0,2-1 5 16,2 0-3-16,0-2-15 0,2 0-25 15,5-4-16-15,-3-2 3 0,4-1-12 16,3-4-10-16,3-3-12 0,3-1-10 16,2 0-6-16,-1-1-20 0,3-8-40 15,-4-2-47-15,2-3-32 0,-13 0-52 16,2 0-91-16,-1 0-72 0,-5 1-28 16,-4 1-193-16,0 5-110 0,-2-6-280 0</inkml:trace>
  <inkml:trace contextRef="#ctx0" brushRef="#br0" timeOffset="12667.44">12363 8274 278 0,'0'0'228'0,"0"0"-100"0,0 0 41 0,0 0 7 0,0 0-16 0,0 0-27 0,0 0-19 15,0 0 23-15,0 0 45 0,0 0 13 16,0 0-7-16,19 7-36 0,-15-7-35 16,-4 0-30-16,0 0-16 0,2 0-3 15,-2 0 12-15,4-1 23 0,3-2 23 0,-3-3-14 16,6-2-38-16,-2-2-39 0,5-1-33 15,1-4-2-15,-1 1-16 0,3-3 14 16,-6 3-11-16,3-1 10 0,-1 1 1 16,1-3-1-16,-5 5 0 0,2-5-1 15,-1 3 1-15,-3 2 1 0,-2 0 2 16,-2 1 1-16,-2 4 25 0,0-4-12 16,-8 5-14-16,-5 1 0 0,-3 3-58 15,-5 2 13-15,-4 0 16 0,-2 11 26 16,5 2 3-16,-7 4 0 0,6 1 29 0,2 5 12 15,5-3 1-15,3 4 0 16,7-2 12-16,0-2-16 0,6 0-6 0,6-2-6 16,7-1 3-16,9-2 2 0,-1-5-11 15,6-2-17-15,0-4 0 0,4-4-3 16,-2 0-19-16,0 0-42 0,-9 0-31 16,1-3-72-16,-7-1-89 0,3 1-63 0,-3 0-199 15,-5 0-38-15,1 1-98 16,-2-4 57-16</inkml:trace>
  <inkml:trace contextRef="#ctx0" brushRef="#br0" timeOffset="13385.05">12746 7998 474 0,'0'0'599'0,"0"0"-335"0,0 0-20 0,0 0 84 0,0 0-68 0,-72 84-43 0,65-67-40 0,3-1-60 16,4 1-14-16,0-2 32 0,0-1 9 15,4 2-16-15,5-5-48 0,5-4-49 16,-2-2-31-16,11-5-3 0,-6 0-19 16,8-5-26-16,-5-7-3 0,7-1-42 15,-4-6-67-15,0-3-52 0,-1-3 8 0,-1-4 11 16,-2-1-34-16,1-1 52 15,-1 1 165-15,4-1 10 0,-5 0 36 0,-3 2-33 16,-5-1 26-16,-8 2 13 0,-2 2 46 16,0 3 32-16,0 5 3 0,-6 1 32 15,0 6 42-15,-3 4 18 0,7 2-26 0,-2 4-29 16,2 1-67-16,-2 4-27 0,2 8-18 16,-2 6-16-16,4 7 18 0,-2 7 20 15,2 2 44-15,0 2-4 0,0-3-41 16,6 0-15-16,2-4-17 0,0-4-37 15,5-6 0-15,-3-1-15 0,-2-9-7 16,1-2 6-16,-3-3-3 0,4-2 0 16,-4-2 7-16,3-2-1 0,1-7-12 15,0-2-22-15,3-5-13 0,3-4-22 16,-5 0-7-16,5-2-18 0,-3-1 17 0,-3 4 33 16,-4 1 29-16,-2 5 28 0,-2 2 17 15,-2 6 27-15,0 3 10 0,0 2-19 16,0 0-32-16,0 0-3 0,4 1-2 15,-4 4 1-15,3 3 1 0,1 1 22 16,2 0 13-16,-2 2 35 0,6-1 41 16,-1 0 15-16,1 0-4 0,2-2-24 0,-1 0 0 15,5-4 36-15,-1-2-35 0,-1-2-40 16,9 0-28-16,-2-2-31 0,1-8-11 16,3-1-29-16,8-6-62 0,0-2-214 15,7-5-218-15,-11 3-831 0,14-19-678 0</inkml:trace>
  <inkml:trace contextRef="#ctx0" brushRef="#br0" timeOffset="14531.5">19456 7074 2772 0,'0'0'420'0,"0"0"-420"0,0 0-22 0,0 0 22 0,41 65 86 0,-20-19 57 0,1 9 35 16,-1 7-48-16,-2 2-64 0,1 1-10 16,-5-5 36-16,1-6-8 0,-5-4-59 15,-5-7-25-15,0-9-2 0,-6-9-29 16,0-7-7-16,0-6-5 0,0-6-5 16,0-5-21-16,-6-1-29 0,-4-7-92 15,-7-9-10-15,-1-7-27 0,1-7-94 16,-2-6 102-16,1-5 80 0,3-4 16 15,-1-1-19-15,5-8 15 0,-1 1 23 16,2-8 85-16,3 0 8 0,3-4 11 16,-2 4 16-16,-4 3 39 0,8 3 27 15,-2 9 8-15,4 9 40 0,0 6 3 0,0 8-27 16,0 5 20-16,0 7 22 16,0 2-29-16,4 7-26 0,-4 2 20 0,0 0 43 15,0 11-114-15,2 10-39 0,-2 10 51 16,0 6-16-16,0 4-16 0,0 3 1 0,0-3 9 15,0-3-10-15,0-5 13 0,0-7 12 16,-2-3 17-16,2-5 27 0,-4-5-28 16,2-2-28-16,-3-5-19 0,5-5 3 15,0 0-4-15,0-1-15 0,0-6-1 16,0-8-21-16,5-11-25 0,1-6 3 16,6-10-3-16,-4-2-1 0,5-5 13 15,-5-5-25-15,9 1-22 0,-13 5 37 16,8 7 20-16,-6 10 25 0,1 8 31 15,3 8-30-15,-6 7-1 0,2 3-35 16,5 3 35-16,1 1 14 0,2 2 21 0,5 11 29 16,0 4 37-16,3 6-25 0,-1 5-28 15,4 3-20-15,-4 0-9 0,1 0-17 16,-1-2-2-16,-2-4-19 0,-3-2-22 16,1-5-16-16,1-4-54 0,-1 1-98 15,-5-7-114-15,3 2-176 0,-9-5-275 0,0 1-632 16</inkml:trace>
  <inkml:trace contextRef="#ctx0" brushRef="#br0" timeOffset="15176.78">20363 8054 1502 0,'0'0'448'0,"0"0"-153"0,0 0-84 0,0 0-24 0,0 0-29 0,0 0 70 16,0 0-27-16,0 0-73 0,29 82-42 15,-19-51 12-15,-3-2 3 0,1-1-40 0,0-7-46 16,-2-4-15-16,1-5-12 0,-3-5-1 16,2-1-3-16,-6-5 4 0,2-1-4 15,0 0-3-15,4-8-4 0,5-9 20 16,-3-2 2-16,4-6-30 0,-3-2 12 0,3 2-3 15,-6 4 9-15,5 3 13 0,-7 3 13 16,0 3-1-16,-2 4 10 0,2 7-9 16,-2-5-13-16,-2 6-1 0,6 0-21 15,-2 0 22-15,5 0 6 0,1 6 16 16,0 1 0-16,3 0-9 0,3 4 6 16,-5-3-16-16,1 3-2 0,-2-4-1 15,1 0 0-15,1-3-22 0,-6 0-19 16,5-4-41-16,-1 0-71 0,0-4-48 15,-1-7-107-15,7-1-153 0,-6-2-217 16,7-4-9-16,-5 4 36 0,3-6 293 0</inkml:trace>
  <inkml:trace contextRef="#ctx0" brushRef="#br0" timeOffset="15409.86">20830 8008 70 0,'0'0'306'0,"0"0"-16"0,0 0-19 0,0 0-21 16,0 0-15-16,0 0 2 0,0 0-9 15,0 0 31-15,0 0-29 0,0 0-39 16,0 0 12-16,83 38-17 0,-77-37-19 15,7 1-11-15,-7-2-22 0,4 0-10 16,1-4-17-16,1-3-28 0,2-4-28 16,-1 0-23-16,-5-1-26 0,2 1-1 15,-5 1 12-15,-5-1 3 0,0 4-13 16,-5-1-1-16,-7 2-2 0,-5 0-54 16,1 3-53-16,-3 0-57 0,-1 3-24 15,-3 0-32-15,6 4-117 0,-1 4-151 16,7-2-206-16,3 6-454 0</inkml:trace>
  <inkml:trace contextRef="#ctx0" brushRef="#br0" timeOffset="15865.97">21657 7734 947 0,'0'0'622'0,"0"0"-375"15,0 0-62-15,0 0 26 0,0 0-46 16,0 0-58-16,0 0-27 0,0 0-15 16,-51 77 22-16,46-60 32 0,5-3 48 0,0-2-20 15,7-2-54-15,-1-3-29 0,6-3-10 16,1-4-16-16,-1 0-6 0,7-10-10 15,-9-2-9-15,6-6-13 0,-1-2-1 16,-1-5-25-16,-3-4-44 0,1 0-35 0,-4-2-80 16,1-1 2-16,-3 1 45 15,-2 0 64-15,-2 0 0 0,2 1 51 0,-4 1 23 16,0 3 2-16,2 3 0 0,-2 4 37 16,0 6 48-16,0 6 39 0,0 3-1 15,0 4 3-15,0 0-55 0,0 7-15 16,0 6-7-16,-2 3-3 0,2 8 6 15,0 1 13-15,0 4 34 0,0-3 35 16,6 3-57-16,3-4-49 0,3-3-30 16,3-4-41-16,-1 0 0 0,5-7-41 15,1-3-58-15,-1-2-25 0,-3-4-11 16,1-2-67-16,2 0-99 0,-5 0-81 0,5-7-227 16,-5 0-122-16,3-5 91 0</inkml:trace>
  <inkml:trace contextRef="#ctx0" brushRef="#br0" timeOffset="16133.12">22137 7622 994 0,'0'0'417'0,"0"0"-124"0,0 0 51 15,0 0-85-15,0 0-52 0,0 0-7 16,0 0-36-16,0 0-42 0,0 0-13 16,0 0-4-16,45 40 4 0,-34-45-30 15,-5-1-18-15,2-4-10 0,0 0-20 16,-1 0-12-16,-1-2-16 0,0 1 9 15,-2 1-12-15,0-2-13 0,-4 3 11 16,4 0-1-16,-4-2-13 0,0 3 15 16,-6-3 0-16,-6 5-12 0,-1-2-15 15,-3 3-29-15,-7 2-20 0,4 3-12 0,-1 0-13 16,1 3 0-16,3 3-39 0,5 3-20 16,-1-1-62-16,8-1-45 0,4-1-137 15,0 0-99-15,2-5-105 0,4 1 71 16</inkml:trace>
  <inkml:trace contextRef="#ctx0" brushRef="#br0" timeOffset="16478.34">22523 7377 467 0,'0'0'460'0,"0"0"-118"0,0 0-4 0,0 0-32 0,0 0-50 0,0 0-75 0,0 0-58 0,0 0-13 0,0 0 22 0,-43 66 22 16,43-49-16-16,0-3-13 0,0-2-10 15,4 2-41-15,8-5-33 0,1-3-28 16,1 0-10-16,5-6-3 0,4 0 0 16,-3-6-2-16,3-3-33 0,-4-1-122 15,1-3-92-15,-7-2-41 0,3-2-62 0,-5-1-173 16,-5-1 17-16,0-2-68 0,0 5 67 16</inkml:trace>
  <inkml:trace contextRef="#ctx0" brushRef="#br0" timeOffset="17146.43">22745 7064 572 0,'0'0'521'16,"0"0"-91"-16,0 0-109 0,0 0-93 16,0 0-53-16,0 0-33 0,0 0 10 15,16 64 9-15,-10-38 19 0,5-1-26 0,-1 5-26 16,2 0 6-16,3-2-22 0,-3-1-49 16,-4-3-34-16,3-2-27 0,-3-5-2 15,-2-4-12-15,-4-5-7 0,5-3-6 16,-7-3-1-16,0-1 1 0,0-1 9 15,0 0 14-15,0-3-55 0,0-3-84 0,0-6-16 16,0-1 23-16,4-3 2 0,-2 0 13 16,4-1 22-16,0-1 23 0,2 3 2 15,-1 2 27-15,3 0 10 0,2 2-1 16,-1-1 7-16,5 2 3 0,-1 2 10 16,5 1 15-16,3 2-12 0,0-1-12 15,-2 6 25-15,3 0 13 0,-3 0 42 16,-2 5-26-16,-3 2 20 0,-1 5 9 15,-7 0 3-15,2 0 20 0,-4 0 19 16,-1 0-3-16,1-2 9 0,0-3 3 16,-2-2-32-16,-2-1-9 0,2-4-30 15,-2 2-6-15,2-2 6 0,-4-2-3 0,7-5 7 16,-7-2-23-16,2-2-19 0,0-4-2 16,-2 1 0-16,0 0-1 0,0-2 2 15,-2 3-12-15,-4-3 11 0,-1 4-17 16,1-2 15-16,0 3 3 0,0 0-2 15,6 4-16-15,0 0-7 0,0 2-25 0,0 3-3 16,0-2-14-16,10 2 1 0,-2 1 41 16,3 1 14-16,3 0-1 0,1 0 10 15,5 0-10-15,3 0 0 0,0 1-19 16,6 2 30-16,4 1-34 0,0-1 36 16,2 0 1-16,4 2-1 0,1-2-9 15,-7 1 9-15,-2 2 16 0,-7-5-3 16,-7 3 16-16,-5-1-10 0,-5-2 10 15,-7 1 41-15,0-2 46 0,0 0 15 0,0 0-19 16,0-3-84-16,-7 0-12 0,1-2-16 16,0-2-16-16,4-1 3 0,0-1-15 15,-2-3-33-15,4 1-35 0,0-3-19 16,0-3-20-16,6 0-13 0,2-1 10 16,5-2-4-16,-1 1-30 0,2-1-168 15,9 1-118-15,0-1 12 0,6 1-131 0,-6 1 277 16,8-2 122-16</inkml:trace>
  <inkml:trace contextRef="#ctx0" brushRef="#br0" timeOffset="17364.12">23991 6733 8 0,'0'0'423'0,"0"0"50"0,0 0 12 0,0 0 65 0,0 0-155 0,0 0-188 0,0 0-65 16,0 0-10-16,0 0-1 0,0 0-28 16,-54 73-4-16,44-50 10 0,4 4 21 15,4-2-9-15,2 2-4 0,0 0-15 16,6-1-2-16,6-3-15 0,5-3-13 0,1-2-21 15,3-1-13-15,4-4 0 16,-4-1-26-16,1-5 4 0,-11 0-14 0,1-2 20 16,-8 0 3-16,-2 2 6 0,-2-2 16 15,-6 2 120-15,-6 4-99 0,-9 0-68 0,-2 1 0 16,-6 1-87-16,-4 0-192 16,-2-1-130-16,8-1-404 0,-29 7-865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6-02-26T10:32:44.3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7070 6445 268 0,'0'0'411'0,"0"0"-225"0,0 0-92 0,0 0 17 0,0 0 36 0,0 0 38 0,0 0-68 0,0 0-61 0,0 0-37 16,0-7 7-16,0 7 55 0,0 0 17 15,0 0 3-15,0 0-14 0,0 0-15 16,0 0 5-16,0 0 24 0,0 0 15 15,0 0-9-15,0 0-13 0,4 0 9 16,4 4 6-16,4 0-15 0,3 0-33 16,5 2 3-16,14-2-19 0,5 0 0 0,13-3 22 15,14-1 0-15,10 0-22 16,11-4-20-16,10-7-15 0,9 0-10 0,7-1-16 16,5 0 3-16,0-3 13 0,0 6-3 15,-5-2-16-15,-1 3 16 0,-11 1 0 16,-14 2-9-16,-4 2-17 0,-15 2-19 0,-2-1-32 15,-14 1-16-15,-7 1 12 16,-7 0-12-16,-10 0-17 0,-9 0-90 0,-9 0-40 16,-3 1 7-16,-7 1-44 0,0 2-178 15,0-4-21-15,-7 3-150 0</inkml:trace>
  <inkml:trace contextRef="#ctx0" brushRef="#br0" timeOffset="2407.11">9145 5784 220 0,'0'0'756'0,"0"0"276"0,0 0-870 0,0 0-88 0,0 0-12 0,0 0 19 15,0 0 22-15,0 0 26 0,0 0-3 0,10 108-17 16,3-48 29-16,-3 6 13 0,0 13-23 15,3 2-14-15,-1 1 26 0,5-1-26 16,-3-6-41-16,-1-2-42 0,3-4-31 0,-3-9 0 16,-1-5-37-16,-2-5-20 0,1-5 3 15,-5-7-6-15,0-8-32 0,-2-3-1 16,-2-5-5-16,-2-5-27 0,0-5-77 16,0-1-110-16,0-8-164 0,-2-3-105 15,-2 0-200-15,-4-6 8 0</inkml:trace>
  <inkml:trace contextRef="#ctx0" brushRef="#br0" timeOffset="2863.83">9257 5754 1236 0,'0'0'404'0,"0"0"-268"0,0 0-97 0,0 0 140 0,0 0 103 0,113-25-50 16,-55 16-54-16,12-1-24 0,11-2-19 0,18 0-29 16,5 1-52-16,11-1-38 0,5 1-16 15,-2 3 15-15,6-1-15 0,4 2-3 16,-8 4-13-16,4 0 15 0,-8 2-28 15,-4 1 17-15,-9 0-17 0,-12 0-67 16,-6 1-33-16,-13 3-54 0,-10-3-34 16,-4 0-41-16,-13 2-31 0,-5-2-20 15,-9 2-98-15,-4-2-65 0,-13 1 9 16</inkml:trace>
  <inkml:trace contextRef="#ctx0" brushRef="#br0" timeOffset="3274.05">11584 5591 905 0,'0'0'326'0,"0"0"-137"15,0 0-1-15,0 0 62 0,0 76-35 16,0-44-11-16,0 8-7 0,2 6-13 0,4 8 41 16,5 7-84-16,-3 5-64 0,4 6 13 15,-3 3-61-15,7-2-11 0,-3-1-17 16,1-1 36-16,1-5-21 0,-3-2-14 15,2-5-2-15,3 0 0 0,-3-6-2 16,-1-5-27-16,-1-6-9 0,-6-5 0 16,1-5-17-16,-5-1-47 0,-2-4 6 0,0-1 9 15,-9-2-26-15,-1-1-38 0,-2-4 2 16,6-2-51-16,-3-5-31 0,7-1-58 16,-2-5-107-16,4-3-83 0,0-2 0 15,0-1 119-15</inkml:trace>
  <inkml:trace contextRef="#ctx0" brushRef="#br0" timeOffset="3659.86">11774 6881 875 0,'0'0'443'0,"0"0"-336"0,0 0-52 0,0 0 118 16,0 0 9-16,0 0 3 0,-78 9 16 15,53-7-120-15,-4 0-20 0,-8-1 30 16,-9 0 89-16,-7 0 17 0,-11-1-46 16,-11 2-52-16,-10-2-6 0,-10 0-1 15,-10 0 23-15,-3 0-32 0,1 0-29 16,-5 0 9-16,5 0-22 0,-1 0 7 0,7 0-33 15,-2 0-15-15,3 0-13 0,9 0 13 16,9 3 0-16,14 3-1 0,6-1-12 16,14 0-6-16,5 2-3 0,16-5-19 15,4 2-16-15,6-1-32 0,11-1-3 16,0 0-7-16,6-2-32 0,0 0-71 16,0 1-65-16,6-1-27 0,7 0-8 15,3 0-64-15,5 0-194 0,-3 0-105 16</inkml:trace>
  <inkml:trace contextRef="#ctx0" brushRef="#br0" timeOffset="4408.3">11902 6302 1426 0,'0'0'481'0,"0"0"-270"0,0 0-120 0,0 0 151 0,0 0 68 0,79-8-34 0,-44 2-49 0,15-2-64 0,4-2-65 16,3 0-38-16,12 0-28 0,-1 0-10 15,0-1-22-15,2 3-3 0,1-2-13 16,-9 3-15-16,-2 2-68 0,-3-2-85 16,-5 3-46-16,0 2-143 0,-11-3-193 15,-6 2-184-15,11-5-364 0</inkml:trace>
  <inkml:trace contextRef="#ctx0" brushRef="#br0" timeOffset="4748.97">12843 5958 458 0,'0'0'410'0,"0"0"-159"0,0 0 35 16,0 0 27-16,0 0-92 0,0 0-85 15,0 0-23-15,0 0 59 0,0 0 9 16,0 0-14-16,79 35-12 0,-40-23-40 16,6 1-5-16,3 5 1 0,6 0 8 15,-3 5-27-15,7-2-13 0,-4 5-6 0,2 0-3 16,-9 1-23-16,-5 1-25 0,-11 0-22 15,-7-3 0-15,-11 0-1 0,-13-4 0 16,-4 2-21-16,-19 0-16 0,-14 0-47 16,-15 2-77-16,-12 1-81 0,-4-1-132 15,10-6-287-15,-39 6-621 0</inkml:trace>
  <inkml:trace contextRef="#ctx0" brushRef="#br0" timeOffset="6067.26">8796 6131 402 0,'0'0'610'0,"0"0"-252"0,0 0-40 0,0 0-106 0,0 0-86 0,0 0-22 0,0 0 68 0,0 0-20 16,0 0-59-16,0 0-31 0,91 19-20 15,-71-15-10-15,-3 2-16 0,3 1 3 16,-1 0 17-16,0 5-4 0,3-1-10 15,-3 3 10-15,2 3-19 0,1 1 0 16,-5 1-12-16,-1-1 0 0,-5 1 3 16,1 0 21-16,-8 2 68 0,-4-1 87 15,0 1-59-15,-10-1-35 0,-11 4 6 16,-3-1-16-16,-5 0-31 0,-9-1-23 0,-1 1-19 16,-2-1-3-16,-3-3 0 0,5 0-89 15,0-2-146-15,6-3-152 0,8-3-317 16,-8-1-631-16</inkml:trace>
  <inkml:trace contextRef="#ctx0" brushRef="#br0" timeOffset="8113.22">6150 6203 1472 0,'0'0'685'0,"0"0"-436"0,0 0-168 0,0 0 19 0,0 0 52 0,0 0-21 0,-7 90-5 0,7-47 5 0,0 7 57 15,0 9-6-15,5 2-53 0,-3 3-37 16,4-4 6-16,4-4-13 0,-2-3-56 15,1-9-29-15,3-7-56 0,-2-7 2 16,-1-7-12-16,-1-5-48 0,-2-6-54 16,-6-3-77-16,6-7-91 0,-6-2-99 15,5-1-142-15,-3-11-171 0,2 0 2 16</inkml:trace>
  <inkml:trace contextRef="#ctx0" brushRef="#br0" timeOffset="8410.29">6199 6120 239 0,'0'0'812'0,"0"0"-464"16,0 0-52-16,0 0 12 0,0 0-29 0,-25-71-56 15,25 64-84-15,9-2-65 0,3-1-26 16,7 3 14-16,8-1 12 0,0 5 25 16,8 2-16-16,-2 1-12 0,0 4-1 15,2 6-6-15,4 5 9 0,-8 0-16 16,-4 4 10-16,-6 3-4 0,-9 3 20 15,-6 0 34-15,-6 3 15 0,-2-2-10 16,-14 4-27-16,-7-1-26 0,-6-1-32 16,-4-1-21-16,-2-1-4 0,-2-2-9 15,4-4 0-15,6-4-3 0,2-6-34 16,6-3-109-16,11-3-87 0,2-4-26 16,4 0-72-16,2-1-223 0,0-3-507 0,0-7-356 15</inkml:trace>
  <inkml:trace contextRef="#ctx0" brushRef="#br0" timeOffset="9832">10230 6159 1802 0,'0'0'516'0,"0"0"-322"0,0 0-43 0,0 0 107 0,0 0-40 0,0 0-52 0,33 81-36 16,-27-50-54-16,-3 4-47 0,1-3-28 16,-2-2-1-16,2-1 0 0,-2-6-22 15,0-5-29-15,-2 0-114 0,0-9-88 16,4 0-110-16,-4-5-115 0,0-1-220 15,0-3-116-15,-4 0 117 0</inkml:trace>
  <inkml:trace contextRef="#ctx0" brushRef="#br0" timeOffset="10111.26">10174 6118 278 0,'0'0'1221'0,"0"0"-909"15,0 0-166-15,0 0 6 0,0 0 56 16,0 0-14-16,0 0-23 0,0 0-23 16,0 0-29-16,0 0-7 0,79-35 6 15,-40 43-19-15,7 4-22 0,5 5-1 16,9 2-6-16,2 5 3 0,-4-1-29 16,-2 2-23-16,-4 2-20 0,-13-2 1 15,-8 0 46-15,-12-2 21 0,-9-1 45 16,-10-2-8-16,0 0-17 0,-17 3-17 15,-10-3-19-15,-8 2-19 0,-10 1-15 0,-3-3-8 16,-3-2-11-16,3 0-3 0,-2-7-31 16,11-3-94-16,6-3-111 0,12-5-87 15,7 0-190-15,4-5-468 0,10-7-633 0</inkml:trace>
  <inkml:trace contextRef="#ctx0" brushRef="#br0" timeOffset="15311">10602 7294 102 0,'0'0'1118'0,"0"0"-718"0,0 0-98 0,0 0-52 0,0 0 3 0,0 0-21 0,0 0 0 16,0 0-40-16,0 0-42 0,0 0-19 16,0 0-1-16,-43-26 16 0,30 26-20 15,-3 0-37-15,-7 0-26 0,5 7-20 16,-5 1-5-16,2 2-4 0,-2 0-7 0,9 2-2 15,2 1-7-15,3-1-17 0,5 2-1 16,4 3-12-16,0 1-1 0,6-1 1 16,7-3 12-16,1 2-1 0,9-6-28 15,0 0-12-15,2-2 9 0,1-4 14 16,1 2 2-16,6-5 0 0,-4 2 4 16,0-2-7-16,-2-1-44 0,-4 0-66 15,0 0-87-15,-1 0-134 0,1 2-303 0,-6-2-468 16,12 0-73-16</inkml:trace>
  <inkml:trace contextRef="#ctx0" brushRef="#br0" timeOffset="21610.22">5964 7542 24 0,'0'0'29'0,"0"0"4"0,0 0 3 0,0 0 9 0,0 0 8 0,0 0 8 16,0 0-12-16,0 0-16 0,0 0-13 0,0 0-4 0,-4-11 23 16,4 8 13-16,0 3 7 0,0-1 12 15,0 1-12-15,0-1-16 0,0 1-11 16,0-2 1-16,0 2 6 0,0 0 13 16,0 0 20-16,0-2 16 0,0 2 0 15,0 0-7-15,0 0-3 0,0 0 0 16,0 0 0-16,0 0 10 0,0 0-3 15,0 0 2-15,0 0-9 0,0 0-13 16,0 0-6-16,0 0-10 0,0 0-14 16,0 0-6-16,0 0 4 0,0 0-7 15,0 0 3-15,0 0-6 0,0 0-4 0,0 0-3 16,0 2 1-16,0 2 12 0,0 4-10 16,0 3 1-16,0 5-1 0,0-1 4 15,-3 3-4-15,3 2-6 0,-4-1 0 16,4-1 3-16,-2 1 10 0,-2-1 3 0,4-1 10 15,0-3 6-15,-2 1-3 0,-2-1 3 16,4-4-12-16,0-2-21 0,0-2-9 16,0 1-1-16,0-6-2 0,0 3-2 15,0-4-11-15,0 0 12 0,0 0 1 16,0 0 22-16,0 0 17 0,0-4-4 16,0 0 4-16,6-6-10 0,0-2-3 15,1-2-10-15,-1-3-16 0,0-1 0 16,2-1 1-16,-2-2-1 0,1 2-1 15,-3-3 0-15,2 2-1 0,-4 0 0 16,2 3 0-16,-2 0 1 0,2 0-2 16,-4 3 0-16,2-1 0 0,0 4-10 15,-2 1 12-15,5-1 0 0,-3 1 0 0,-2 2-1 16,4-1 1-16,-2 4 1 0,-2 1 0 16,0 2 3-16,0 2 0 0,0 0 10 0,0 0-11 15,0 0 1-15,0 0 10 0,0 7 16 16,6 4-3-16,-6 3-4 0,6 4 0 15,0 0 7-15,1 4-13 0,1-3 10 16,-2 0-10-16,0-1 0 0,-2-1 3 16,5 0 7-16,-5-3 0 0,0-3-7 15,2 1-16-15,-6-4-1 0,6 0-2 16,-1-5 0-16,-3 3-3 0,-2-5 0 16,4 0-10-16,-2-1 13 0,-2 0 0 0,4 0 26 15,-2 0 9-15,2-3-7 0,2-4 1 16,-2-4-16-16,3 0-10 0,-1-3-1 15,0-1-2-15,0-2-1 0,5 1-1 16,-7 1 1-16,6-2-2 0,-4 2 1 16,0 0 0-16,-3 0 2 0,3 2 1 15,0 2 0-15,-4-2 1 0,4 2 0 0,-2 0-1 16,-2 2 1-16,5 0-1 0,-3 1 1 16,-2-1 2-16,2 2-1 0,-2 2-2 15,-2 3-1-15,4-2 0 0,-4 3 1 16,0 0 2-16,0-1 0 0,2 2 10 15,-2 0-11-15,0 0 1 0,2 0 0 16,-2 3-3-16,0 4 0 0,0 5 12 16,7 6 17-16,-7 5 22 0,4 0 82 15,-2 2 7-15,2 0-71 0,-2 3-24 16,2-4-11-16,-2 1 13 0,4-2 16 16,1-3 47-16,-3 0-49 0,0-4-21 15,2 0-12-15,4-3 7 0,-3 0-1 0,1-6-12 16,0 2-3-16,2-3-7 0,-3-3-9 15,1 1 16-15,2-3-19 0,-2-1-1 16,1 0-12-16,1-1-12 0,2-5-24 16,-1-5-45-16,1-1-73 0,-1-6-95 15,-1-1-227-15,-4 3-257 0,6-10-626 0</inkml:trace>
  <inkml:trace contextRef="#ctx0" brushRef="#br0" timeOffset="25422.4">10331 5037 897 0,'0'0'245'0,"0"0"-134"0,0 0-11 0,0 0 34 0,0 0 77 0,0 0 20 0,0 0-50 15,0 0-41-15,0 0-24 0,0-2-9 16,0 7-26-16,0 3 22 0,0 5 42 15,0 1-17-15,7 3-41 0,-7 1-4 16,6-1-9-16,-6 1-29 0,4 0-10 16,-2-4-7-16,2 0-5 0,-2-3-10 15,2-3-13-15,-4-1 0 0,2-4-16 0,3 0 12 16,-5-3-8-16,0 0 12 0,0 0 2 16,2-1 20-16,0-10-3 0,4 2-6 15,0-7-13-15,-2 0 0 0,2-4-22 16,1 2 6-16,-1-3 3 0,-2 1 10 15,2 0-13-15,0-1 3 0,-1 5-3 16,-3 0 13-16,2 1 1 0,-2 3-14 16,2 5 13-16,-2 2 0 0,2 2 0 15,-4 3-16-15,0 0-3 0,4 0-4 16,-4 6-13-16,6 6 39 0,1 3 22 0,3 5 0 16,-4 0 7-16,0 2-13 0,-1-1-14 15,1-2 17-15,0-2 1 0,0-3-8 16,-2-3-12-16,3-1 1 0,-1-3-2 15,-4-3 1-15,4 0-1 0,-4-1-2 16,4-3 0-16,0 0 3 0,-1-4 3 16,3-3 35-16,2-4-22 0,-6-1-16 0,9-3 0 15,-3-1-12-15,-4-1-4 0,5-1 13 16,-5-1-17-16,6 0 17 0,-6 0-10 16,5 0-3-16,-3 3 4 0,-2 3 10 15,-4 3-1-15,4 3-9 0,-6 5-8 16,5 2 1-16,-3 0 0 0,2 3 19 15,-2 8 13-15,8 0 19 0,-6 6 13 16,3-2-10-16,3 5-3 0,-2-4 12 16,2 4 23-16,1-4-3 0,-1 1 91 15,-2 0-32-15,5-5-35 0,-5 1-12 0,5-5-26 16,-7 0-22-16,6-5-26 0,-4 3 2 16,5-6-4-16,-1 0-35 0,3-11-43 15,1-1-105-15,3-7-96 0,4-6-188 16,-5 6-524-16,13-20-589 0</inkml:trace>
  <inkml:trace contextRef="#ctx0" brushRef="#br0" timeOffset="26860.93">16580 6011 1419 0,'0'0'286'0,"0"0"-127"0,0 0 6 0,0 0 30 0,0 0 6 0,0 0-14 0,0 0-58 0,0 0-49 16,0 0-28-16,0 0 5 0,-22 37 20 15,15-15 29-15,5 3-7 0,0 4-45 16,-4 2-12-16,0 2-26 0,2 2-13 15,2 0 10-15,-2-3 6 0,4-4-6 16,-3-2-1-16,-1-4 1 0,4-4-10 0,0-4-1 16,0-1-1-16,0-3 0 0,0-3-1 15,0-2-1-15,0 0 1 0,4-5 4 16,-4 0 18-16,0 0-6 0,0 0 3 16,0 0-3-16,0-6-13 0,0-4 0 15,0 1-3-15,3-7-2 0,1-1-17 16,-2-2 0-16,8-4-10 0,-4-2-19 0,5-2 1 15,-1-1-4-15,-2 1 9 0,3 0 17 16,-1 4 21-16,-4 2 4 0,0 3 0 16,1 1 0-16,3 5 2 0,-6-1-1 15,0 4-1-15,-2 2 0 0,4 2-3 16,-6 4-9-16,0 1 11 0,5 0-3 16,-5 0-15-16,2 0-19 0,-2 6 32 15,6 6 6-15,-2 2 44 0,2 4-5 16,-4 4-1-16,0 0-6 0,4-1-19 0,1 3 9 15,-3-5 0-15,-2 1 1 0,4-4-8 16,-2 0-11-16,2-5-3 0,1-1 1 16,-5-1-2-16,0-2-2 0,4-2-14 15,-2-2 13-15,-2-2-10 0,2-1 11 16,2 0 2-16,1 0 2 0,-1-5 17 0,2-4 3 16,0-4-22-16,3-1-1 0,1-3-12 15,-2-1-2-15,1-2-1 0,-3-1 0 16,4 1 0-16,-3 1-3 0,1 2 3 15,-4 5 12-15,3 1 2 0,-5 2 0 16,0 4 2-16,2-1-1 0,-2 4 1 16,-2 2-2-16,-2 0-11 0,6 0-6 15,-6 4 19-15,7 7 42 0,-1 1 37 16,4 5-12-16,-8 2 13 0,4 1-17 0,1 2 123 16,-1-2-63-16,0 1-29 15,0 0-6-15,0-4 4 0,-1-1-17 0,5-1-22 16,-4-2-35-16,0-1-18 0,3-2-1 15,-1-1-17-15,2-1-4 0,-2-3 9 16,3-2-46-16,-3 1-31 0,0-3-30 16,-1-1-75-16,-1 0-17 0,0-3-167 0,4-4-296 15,-4 2-460-15,5-6-86 0</inkml:trace>
  <inkml:trace contextRef="#ctx0" brushRef="#br0" timeOffset="27235.31">17469 5998 947 0,'0'0'544'0,"0"0"-199"0,0 0-86 0,0 0 17 0,0 0 34 0,0 0-8 0,0 0-94 16,0 0-109-16,0 0-7 0,-16 69 39 16,5-36 24-16,-1 6-29 0,0 5 12 15,-1 1 23-15,5 2 42 0,-5-2-30 16,3-3-62-16,-2-2-49 0,1-4-28 16,1 0-22-16,4-4-12 0,-2-2-2 15,1-3-16-15,1-5-16 0,4-3-12 16,-2-3-16-16,4-5-37 0,-2-3-28 15,2-3-42-15,0-1-63 0,0-3-77 16,0-1-86-16,2 0-157 0,2-2-147 16,2-2-68-16,5-9-64 0</inkml:trace>
  <inkml:trace contextRef="#ctx0" brushRef="#br0" timeOffset="27896.53">17686 6206 161 0,'0'0'1114'15,"0"0"-834"-15,0 0-205 0,0 0 26 16,0 0 100-16,0 0 29 0,2 69-22 16,-4-46-44-16,0 2-12 0,2 1 6 15,-6 0 89-15,0-3-68 0,2 0-62 0,-3-3-34 16,7-4-13-16,-6-3-16 15,6-2-4-15,-2-4-24 0,2-6-26 16,0 1-16-16,0-2 13 0,0 0 2 16,0-3-2-16,0-4-10 0,2-6 10 0,4-2-16 15,-1 0-10-15,1-3 1 0,6-2 9 16,-8-1 6-16,7 1 12 0,-3-1-15 16,2 3-6-16,-1 1-10 0,-3 2 10 0,2 3 0 15,-2-1-4-15,-2 4 1 0,3 1 6 16,-1 4-16-16,-6 2 0 0,4 2 15 15,-4 0 17-15,0 0-32 0,4 6 19 16,-2 6 16-16,-2 1 45 0,6 4-4 16,-6 1-12-16,7-2 9 0,-3 0 10 15,-2-1 6-15,4-1-6 0,-2-1-13 16,2-2-7-16,-2-2-3 0,3 0-2 16,-3-3 5-16,-2-1-25 0,4-3 22 15,0 1-21-15,0-3 11 0,1 0-15 16,1-5 3-16,4-4-3 0,5-4-1 0,-1-1-15 15,7-5-3-15,-6-2-10 0,5-2-18 16,-5 1-36-16,6-1 7 0,-7 1 12 16,3 4 23-16,-1 4 19 0,-5 2-4 15,-5 5 4-15,2 3 6 0,-5 2-6 0,-1 2 8 16,-2 0 14-16,2 6 28 0,-2 1 36 16,-2 5 22-16,4 4 13 0,-2 2-23 15,-2 2-13-15,0 0-15 0,4 2-10 16,-2-2 15-16,2 2 99 0,3-5 12 15,-7-3-111-15,4-2-53 0,2-2-1 16,0-5-24-16,0-1-11 0,-1 1-36 16,1-5-44-16,0 0-29 0,2-2-32 0,0-6-81 15,5 0-245-15,-3-4-81 0,1 3-219 16,5-7-318-16</inkml:trace>
  <inkml:trace contextRef="#ctx0" brushRef="#br0" timeOffset="28189.43">18621 5966 1677 0,'0'0'396'0,"0"0"-105"0,0 0 22 0,0 0-30 0,0 0-59 0,0 0-64 0,0 0-68 0,0 0 4 0,-15 95 11 15,5-50 92-15,-3 4-1 0,3 4-38 16,-2 1-48-16,1 1-34 0,3-1-26 16,0-3-52-16,2-3 0 0,1-4-62 15,5-4-40-15,0-5-51 0,0-4-42 16,0-3-48-16,0-6-106 0,5-4-176 15,-3-4-211-15,2-6-281 0,-2-3 13 0</inkml:trace>
  <inkml:trace contextRef="#ctx0" brushRef="#br0" timeOffset="28568.02">19063 6173 1019 0,'0'0'371'15,"0"0"-110"-15,0 0 76 0,0 0 13 0,0 0 38 16,0 0-48-16,0 0-164 15,0 0-64-15,0 0 8 0,0 0 83 0,-89 73 8 16,68-47-15-16,1 1 16 0,-3 0-14 16,13 0-47-16,-3-1-55 0,9-1-38 15,4-2-27-15,0-3-28 0,17-2 0 0,-3-2 12 16,7-5-15-16,6-4-13 0,6 0-12 16,6-7-30-16,0 0-80 0,5-2-76 15,-3-5-93-15,5-2-255 0,-9 3-585 16,10-8-878-16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6-02-26T10:37:54.5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6280 9742 1091 0,'0'0'741'0,"0"0"-572"0,0 0-169 0,0 0-11 0,0 0 11 16,0 0 62-16,0 0 22 0,0 0 49 0,0 0 0 0,85 18-33 16,-46-17-29-16,11-1-10 0,3 0-12 15,5 0-17-15,2-1-3 0,6-5-16 16,0-2-11-16,11 2 14 0,-1-2-16 15,3 0-1-15,-1 1-12 0,3 0-29 16,-2 1-38-16,-1-1-33 0,-1 0-94 16,-9 2 16-16,4-1-82 0,-10 1-3 0,-2 0-30 15,-6-1-117-15,-17 1-34 0,5 2 64 0</inkml:trace>
  <inkml:trace contextRef="#ctx0" brushRef="#br0" timeOffset="435.96">7607 9488 992 0,'0'0'247'0,"0"0"-247"16,0 0 0-16,0 0 62 0,0 0 65 15,0 0-52-15,79 33-33 0,-55-22-19 16,3 5 6-16,2-1 4 0,-2 5 48 0,0-1 46 15,-2 3 6-15,-3 1 0 0,-1 1 97 16,-2 0-85-16,-1 0-54 0,-3-1-27 16,-9 0 1-16,-2 1 9 0,-4-2 13 15,-6 0 9-15,-11 2-22 0,-5 0-16 16,-5 3-11-16,-10-2-21 0,-3-1-4 0,1 0-6 16,-2-4-12-16,1-3-4 15,5-4-17-15,8-6-79 0,7-2-74 0,5-5-84 16,5 0-189-16,4-3-330 0,6-6-448 0</inkml:trace>
  <inkml:trace contextRef="#ctx0" brushRef="#br0" timeOffset="1486.07">8182 9211 1376 0,'0'0'280'0,"0"0"-160"0,0 0-52 0,0 0 7 0,0 0-10 0,0 0 71 0,0 102 97 0,4-40-81 0,-4 14-84 16,0 8-66-16,0 5-1 0,0 2 44 15,-4 2-9-15,-3 2 19 0,-1-3-30 16,2-4-25-16,4-7-39 0,-2-10-35 16,4-7-26-16,0-13-1 0,0-9-54 15,0-6-62-15,0-6-88 0,6-8-199 16,-2-4 2-16,-2-9-26 0</inkml:trace>
  <inkml:trace contextRef="#ctx0" brushRef="#br0" timeOffset="1898.76">8452 9258 363 0,'0'0'525'16,"0"0"-219"-16,0 0-303 0,0 0 144 16,0 0 54-16,79 14-22 0,-40-12-46 15,11-2-32-15,6 0-56 0,8 0-45 16,2-4-13-16,8 1 11 0,11 1 2 15,4-1 29-15,6-1-9 0,6-1 9 0,7-1-19 16,-1-1-10-16,5-3 0 0,2-1 1 16,-5 2-1-16,-5-2-45 0,-7 0-98 15,-15 0 19-15,-7 3 53 0,-13-1-137 16,-10 2-108-16,-7 0 33 0,-6 1 103 16,-6 1 24-16,-8 1 58 0,-10 1 46 15,-5 2-88-15,-4 1-30 0,-6 0 79 0</inkml:trace>
  <inkml:trace contextRef="#ctx0" brushRef="#br0" timeOffset="2162.94">10422 9177 448 0,'0'0'225'0,"0"0"-49"0,0 0 58 0,0 0-6 16,31 78 10-16,-24-43 25 0,-5 11-55 16,4 6-72-16,-2 9-13 0,-2 6 32 15,2 4-51-15,-2 2-53 0,2 2-49 0,1-3-2 16,1-1-1-16,0-5-1 0,4-3-30 16,-1-2-36-16,3-3-48 0,-4-4-59 15,-2-5-84-15,5-3 8 16,-3-8-142-16,0-1-40 0,-1-14-60 0,5 0 125 0</inkml:trace>
  <inkml:trace contextRef="#ctx0" brushRef="#br0" timeOffset="2490.73">10429 10373 1338 0,'0'0'225'0,"0"0"-157"0,-124 13 78 16,62-9 169-16,-7 3 22 0,-9-1-98 15,-1-1-94-15,-5 1-55 0,-10-2-20 16,-3 0-22-16,6 2-16 0,-6-3-12 16,-2-1-17-16,8 0-1 0,0 2 14 15,13-3 10-15,5-1-7 0,7 0-19 16,8 0-11-16,6-1-31 0,3-1-47 15,-1 2-4-15,5 0-13 0,6 3-36 16,3 3-10-16,3 1-6 0,11-2-4 16,1 1-46-16,8-1-81 0,7 0-127 0,4-3-76 15,2-2-62-15</inkml:trace>
  <inkml:trace contextRef="#ctx0" brushRef="#br0" timeOffset="3409.9">9017 9724 1391 0,'0'0'650'0,"0"0"-248"0,0 0-260 0,0 0 3 0,0 0 96 0,0 0-4 0,0 0-71 16,82-41-52-16,-53 28-38 0,4 0-25 0,7 1-13 16,-1 0-22-16,0 0-16 0,-1 1-2 15,-3 0-17-15,2 4 15 0,-4-2-34 16,-6 1-69-16,4 0-81 0,-6 2-61 16,1 0-114-16,-3 0-232 0,-10 4-169 15,5-1-236-15</inkml:trace>
  <inkml:trace contextRef="#ctx0" brushRef="#br0" timeOffset="3641.61">9391 9637 1069 0,'0'0'469'0,"0"0"-173"0,0 0-1 0,0 0 74 16,0 0-24-16,0 0-79 0,0 76-62 16,0-52-51-16,0 0-42 0,0 2-45 15,0 1-31-15,0 1-33 0,0-2-2 16,0 1-3-16,0-2-48 0,6-1-56 16,0-3-43-16,5-3-63 0,-3 0-176 15,2-7-312-15,5 5-452 0</inkml:trace>
  <inkml:trace contextRef="#ctx0" brushRef="#br0" timeOffset="4479.97">10761 9724 1088 0,'0'0'517'0,"0"0"-192"0,0 0-134 0,0 0 94 0,0 0-72 0,0 0-81 0,0 0-48 0,0 0 22 0,0 0 32 15,0 0-10-15,118 0-29 0,-62-2-29 16,6-2-19-16,15-3-35 0,7 0-16 15,9-4-4-15,7 3 1 0,7-2-25 16,1 4-61-16,3-1-65 0,-1 2 7 0,-1 4-42 16,-7 1-111-16,-7 0-176 0,-27 0-125 15,17 4-372-15</inkml:trace>
  <inkml:trace contextRef="#ctx0" brushRef="#br0" timeOffset="5160">12055 9400 920 0,'0'0'642'0,"0"0"-447"0,0 0-179 0,0 0 124 0,0 0 80 0,110-10-48 0,-75 7-88 0,4 3-55 0,1 0-16 16,-1 0-13-16,2 3 1 0,-1 4 0 16,-5 1 22-16,-2 1-1 0,-6 5 4 15,2-2-26-15,-13 6 0 0,1 0 0 16,-7 1 1-16,-4 2 19 0,0 2-1 15,-6 0 4-15,0 0 9 0,0 3 20 16,-6 1 28-16,-2-2 71 0,-4 4 22 16,-1-2 0-16,-3 0-20 0,-1 0-32 15,-2 0-26-15,-1-2-16 0,1-2-6 0,-1-4-7 16,1-1-22-16,2-3-25 0,1 0-18 16,3-4-1-16,9-2-3 0,-6-1-45 15,4-4-62-15,4 0-83 0,2-3-96 16,0-1-215-16,2 0-561 0,10-2-288 0</inkml:trace>
  <inkml:trace contextRef="#ctx0" brushRef="#br0" timeOffset="5682.12">12715 9199 1563 0,'0'0'458'0,"0"0"-167"0,0 0-207 0,0 0-32 0,0 0 68 0,0 0 144 16,31 75-68-16,-17-34-46 0,-1 11-57 0,1 5 9 16,-3 8 22-16,-1 4-58 15,2 2-37-15,-1 0-29 0,3-2-10 0,-2-2-59 16,3-5-62-16,1-8-47 0,1-5-53 15,0-7-103-15,-1-6-116 0,-6-14-137 16,3 1-390-16</inkml:trace>
  <inkml:trace contextRef="#ctx0" brushRef="#br0" timeOffset="6034.97">13017 9118 1099 0,'0'0'628'0,"0"0"-472"16,0 0-123-16,124-1 3 0,-66 1 74 16,14 0 36-16,4 0-69 0,11 0-41 15,2 0-17-15,8 2-18 0,-2 1-1 16,2 3-1-16,3 2-12 0,-5 0-9 0,-2-1-79 16,-4 2-109-16,-11 0-92 0,-10-1-229 15,-18 2-10-15,16-3-29 0</inkml:trace>
  <inkml:trace contextRef="#ctx0" brushRef="#br0" timeOffset="6469.6">15034 9212 383 0,'0'0'1132'0,"0"0"-898"0,0 0-110 0,-18 71 25 0,18-39 16 0,0 7 4 0,10 6-63 16,2 5-38-16,5 4-29 15,6 5-4-15,3 3-32 0,-3 1-3 0,8 0-15 16,-4 0 3-16,0-2-11 0,2-2-45 15,-6-4-39-15,-1-1-51 0,-1-6-105 16,-2-5-169-16,-9-9-144 0,13 4-99 0</inkml:trace>
  <inkml:trace contextRef="#ctx0" brushRef="#br0" timeOffset="6641.83">15251 10221 190 0,'0'0'163'0,"0"0"36"0,-118-29 29 15,58 23-3-15,-10 1 26 16,-8 2-17-16,-9 1 10 0,-12 1-69 0,-13 1-12 16,-10 0 15-16,-8 6-3 0,0 2 47 0,-7 2-48 15,15 2-71-15,2-2-55 0,25 0-45 16,12-1-3-16,26-2-41 0,11-2-56 16,19-4-112-16,15-1-114 0,12 0-125 15,0 0-649-15</inkml:trace>
  <inkml:trace contextRef="#ctx0" brushRef="#br0" timeOffset="7607">13906 9525 1760 0,'0'0'344'0,"0"0"-256"0,0 0-69 0,0 0 68 0,0 0 94 0,-15 80 3 0,13-54-97 0,2-1-73 16,0 1-14-16,0-2-16 0,2-1-3 15,2-2-13-15,2 0-26 0,-1-2-65 16,1-2-19-16,0-3-75 0,0-3-59 16,0-1-104-16,-2-4-89 0,-1-3 16 15,-3 2-16-15</inkml:trace>
  <inkml:trace contextRef="#ctx0" brushRef="#br0" timeOffset="7901.81">13872 9526 1236 0,'0'0'322'0,"0"0"-156"15,0 0-16-15,0 0 67 16,0 0-49-16,0 0-38 0,0 0 25 0,0 0 9 16,0 0-41-16,98 24-33 0,-55-6-13 15,9 6-10-15,1 1 10 0,1 7 12 16,2 1 33-16,-2 3-8 0,-7 0 6 15,-3 0-21-15,-9-1-27 0,-10-4-25 0,-7-6-15 16,-9-1-1-16,-9-5 20 0,-3-1 18 16,-13-3 13-16,-11-1-44 0,-6-1-38 15,-8-3-14-15,-5 1-72 0,1-5-39 16,-1-5-26-16,3-1-48 0,10 0-91 16,4-6-184-16,6-1-315 0,6-9-643 0</inkml:trace>
  <inkml:trace contextRef="#ctx0" brushRef="#br0" timeOffset="8617.65">15404 9765 1407 0,'0'0'438'0,"0"0"-133"0,0 0-33 0,0 0-65 0,0 0-65 0,0 0 6 0,0 0 15 15,0 0-16-15,101-4-45 0,-51 1-44 16,12-8-17-16,6 4-25 0,5-2-16 16,1 0-13-16,9 0-57 0,-3 2-67 15,-1 1-87-15,-1 0-136 0,-20 4-313 16,25-2-504-16</inkml:trace>
  <inkml:trace contextRef="#ctx0" brushRef="#br0" timeOffset="9085.42">16250 9542 1639 0,'0'0'415'0,"0"0"-269"0,0 0-52 0,0 0 136 0,89 18 60 0,-44-10-46 0,11 7-72 0,14 0-79 16,7 6-42-16,5 0-7 0,-1 7-24 16,-3-2-20-16,-9 4-22 0,-11 1-16 15,-13 1-32-15,-12-1-3 0,-12-1 25 0,-11-3-4 16,-10-2-66-16,-16 3-14 0,-13-4 23 15,-15 2-36-15,-10 0-123 0,-10-4-82 16,-2 1-235-16,12-8-69 0,-24 2-24 0</inkml:trace>
  <inkml:trace contextRef="#ctx0" brushRef="#br0" timeOffset="12965.61">5757 9489 454 0,'0'0'124'0,"0"0"-55"0,0 0 497 0,0 0-204 0,0 0-210 0,0 0-67 15,0 0 19-15,0 0 13 0,0 0-43 16,0 0 1-16,21-17 15 0,-9 5 20 15,0-1-9-15,3-1-34 0,1-2-15 16,3-2-3-16,-2 0-1 0,-5-2-16 16,9-2-9-16,-5 3-20 0,3-4-3 0,-3-2 0 15,1 0 0-15,-1-3-2 0,3 2-11 16,2-4 0-16,-3 2 10 0,3 3-17 16,-9 1-9-16,1 6 4 0,-5 5 5 15,2 1 7-15,-8 7 12 0,5 0 1 0,-7 4 0 16,0 0 2-16,0 1 2 15,0 0 9-15,0 0-11 0,0 0 0 0,0 0 27 16,0 0 0-16,0 1-3 0,0 5 3 16,0 0 6-16,0 6 7 0,0 0 16 15,0 2 3-15,0 3 12 0,0 1 1 16,0-2-32-16,0 0-23 0,4-1-16 16,-2-2 13-16,-2-2-13 0,4-1-1 15,2-2-2-15,-4-2 0 0,6-2 13 16,-1-3 14-16,3 0-27 0,-4-1-1 0,2 0 1 15,5-1 1-15,-5-6 1 16,5-3-1-16,1-1-1 0,-2-2-1 0,1-1-2 16,-1-2-16-16,1-2 6 0,1 3 12 15,-1-2-15-15,1-1 14 0,-2 1-11 16,1 0 10-16,1 4-1 0,-3 0-12 16,-3 2 13-16,-2 4-10 0,0 1 13 0,-4 2 0 15,-2 3 3-15,0 1 16 0,0 0-16 16,0 0 16-16,0 0-16 0,0 0 23 15,0 0 6-15,0 0 13 0,0 0-1 16,0 0 4-16,0 1 19 0,0 6 72 16,0 3-12-16,0 3-51 0,0 3-39 15,-2 3-11-15,0 0-8 0,2 3 5 16,-4 0 5-16,2 0 3 0,-2-2-6 16,2 0 0-16,-2-4 0 0,4 0-3 15,-2-3 4-15,2-1-4 0,0-4-3 16,0-1-17-16,0-3-2 0,0-2-40 0,0-2-27 15,2 0-24-15,-2 0-10 0,4 0-16 16,-4 0-76-16,2-3-109 0,2-5-267 16,2 1-441-16,-6-7-396 0</inkml:trace>
  <inkml:trace contextRef="#ctx0" brushRef="#br0" timeOffset="50053.53">9126 8306 1790 0,'0'0'555'0,"0"0"-329"0,0 0-155 0,0 0 45 0,0 0 131 0,0 0-16 0,0 0-129 0,0 0-74 0,0 0-2 16,48 47 158-16,-42-24-124 0,-2 5-32 16,0-1-10-16,3 2-18 0,-1 1-12 15,0-3 12-15,-2-1-32 0,-2-2-63 16,-2-2-92-16,4-1-85 0,-4-5-91 15,0-2-186-15,0-3-84 0,0-5-96 16,0 1 50-16</inkml:trace>
  <inkml:trace contextRef="#ctx0" brushRef="#br0" timeOffset="50399.77">9099 8593 1414 0,'0'0'309'0,"0"0"-233"0,0 0-74 16,0 0 45-16,0 0 76 0,0 0 7 16,0 0-52-16,0 0-40 0,0 0 8 15,7 65 41-15,-3-51 46 0,-4-2 22 16,0-1-27-16,6 1-5 0,-2 0-11 0,-2 0-16 16,2-1-10-16,-2 1-9 0,5-1-16 15,-1 1 2-15,2-2-31 0,2 0-13 16,-1-3-16-16,3 2 1 0,3-5 8 15,-3 1-10-15,-2-5 11 0,3 0 13 16,-3 0 2-16,0 0 16 0,3-1 26 0,-3-5 19 16,-4 1-33-16,7-6-9 0,-3-2-34 15,0-2 16-15,1-2-29 0,-3-1-12 16,2 1-13-16,-8 0-23 0,5 4-59 16,-5 0-51-16,2 2-55 0,-2 2-94 15,-2-2-263-15,0 5-475 0,0-6-221 0</inkml:trace>
  <inkml:trace contextRef="#ctx0" brushRef="#br0" timeOffset="51094.53">8554 7778 1396 0,'0'0'406'0,"0"0"-240"16,0 0-66-16,0 0 46 0,0 0 77 0,0 0-39 0,0 0-106 0,0 0-17 0,0 0 7 0,0 0 38 16,27 57 35-16,-21-40-26 0,6-2-35 15,-1-1-7-15,-1-2 3 0,0-3-9 16,3-2-32-16,-5-3-13 0,4 0-9 0,3-4 6 16,-3 0 38-16,3-4-3 0,-3-3 2 15,5-4-27-15,-7-2-17 0,2 0 1 16,-5-3-11-16,3-2-2 0,-8 2-3 15,2 1-25-15,-4-3-32 0,0 6-10 16,0-1-28-16,0 2-39 0,0 3-28 16,-4-1-82-16,4 4-145 0,-2 2-217 15,2-1-203-15,0 4-169 0</inkml:trace>
  <inkml:trace contextRef="#ctx0" brushRef="#br0" timeOffset="51463.29">8880 7775 818 0,'0'0'349'16,"0"0"-196"-16,0 0 58 0,0 0 69 16,0 0-34-16,0 0-35 0,0 0-68 0,0 0-21 15,0 0-9-15,0 0 0 0,25 67-7 16,-23-60-29-16,-2-3-32 0,0 0-32 16,0-2-13-16,0-1 0 0,0-1 3 15,0 0 20-15,0 0-4 0,6 0 16 16,-6-3-32-16,5-7-3 0,1-1-19 15,-4-1-3-15,8-2-1 0,-4 3 7 16,-2 0-3-16,3 2 16 0,-1 4-17 0,0-1 1 16,0 2-7-16,1 3-6 15,-3 1 32-15,4 0 1 0,0 0 57 0,-2 1-6 16,5 4-14-16,-5 0 10 0,4 2 3 16,-4 0 7-16,5 2 22 0,-5-2-13 15,2 0-26-15,-2 1-22 0,3-3-18 16,-3 0-1-16,0-1-3 0,4-2-13 15,-1-2-60-15,-1 0-78 0,2 0-35 16,-1-2-65-16,1-3-133 0,-6 1-135 16,2-2-135-16,0 3 51 0,1-3 107 0</inkml:trace>
  <inkml:trace contextRef="#ctx0" brushRef="#br0" timeOffset="52567.55">9273 7764 161 0,'0'0'570'15,"0"0"-364"-15,0 0-37 0,0 0 121 16,0 0-53-16,0 0-48 0,0 0-63 16,-8 69-54-16,14-62-27 0,2-3-16 15,-1-2-3-15,3-1-11 0,2-1-15 16,-1 0-19-16,5-3 3 0,-3-6-33 16,1 0-26-16,0-3-32 0,1-3 10 15,-3 1-10-15,1-3 38 0,-1-2 21 16,3-2-11-16,-5 0-13 0,2-3-2 15,-1-1-44-15,-1-2 34 0,-4 2 84 16,0 2 49-16,-4 4 9 0,-2 6 53 16,0 1 78-16,0 5-27 0,0 3 30 0,-2 3 12 15,-2 1 13-15,2 1-81 0,-2 10-88 16,2 2-35-16,-2 5 7 0,4 2 18 0,0 6 17 16,0-1 3-16,0 5-13 0,10 0 23 15,-2 0 48-15,7-1 54 0,-3-3-43 16,5 2-43-16,-1-6-43 0,1 0-38 15,-5-5-1-15,-1-3-2 0,-1-2-2 16,-4-6-11-16,0 0 11 0,-3-2 1 16,1-4-12-16,2 0 1 0,-6 0-52 15,0-6 29-15,2-3 34 0,0-4-1 16,-2-1-11-16,4-7-19 0,-2 2-16 16,4-1 3-16,-1 2 13 0,3 2 6 15,-2 0 4-15,2 7-7 0,-2 3-3 0,5 1-13 16,-3 0-3-16,4 3 6 15,1 0 19-15,-1 2 21 0,-3 0-11 0,5 0 13 16,-4 0 2-16,-1 3 21 0,3 3 16 16,-4-2 2-16,5-2-8 0,3 3-11 15,-1-4-3-15,-1 2 13 0,3-2-16 16,-1 1 4-16,-3-2-4 0,1 0 6 0,-1 0 1 16,-7 0 2-16,4 0 10 0,-8 0 17 15,4 0 8-15,-2-3 7 0,-1-1-6 16,-3-2-14-16,0-1-21 0,0-2-13 15,-3 0-13-15,-7-1-1 0,2-1-31 16,2 2-6-16,-5-2-4 0,5 1-6 16,2 1 4-16,0 0-17 0,2 2-3 15,2 1 7-15,0 2-4 0,2 1-7 16,4 1 20-16,2-1 10 0,3 3 9 16,-3 0 12-16,8 0 15 0,-1 0-14 0,4 0 16 15,-3 1 1-15,3 3 1 0,1 0 2 16,-3 0 31-16,-1 3 10 0,1-2 6 15,-5 3 17-15,-1-1 6 0,-1 0-10 16,-2-1-13-16,-2 0-16 0,1 0-16 16,-1-1-3-16,0-3-3 0,-4 1 9 15,4-2-3-15,-6 0-3 0,7-1 13 0,-7 0 19 16,4-1 18-16,2-4-12 0,0-1-28 16,0-4-14-16,3 2-12 0,-1-4-3 15,2 4-9-15,-2-2 9 0,1 1 0 16,1 1-13-16,-2 2 4 0,-1 1 9 15,3 1-13-15,-6 1 0 0,2 2 13 16,-2 1-1-16,-2 0 1 0,5 0-9 16,-3 0 12-16,-2 1 11 0,2 3 5 15,2-2 10-15,-4 0-4 0,2 1-10 0,0-3-8 16,3 1 8-16,-3 0 4 0,-2-1-3 16,4 0 12-16,0 0 10 0,5 0-16 15,-7-2-6-15,8-3-13 0,5-1-2 16,-3 0 1-16,1-2-1 0,3-2-23 15,-3 2-16-15,1-1-3 0,-5 1 2 16,1 2 14-16,-6 2 26 0,-2 2 2 0,-2 1 3 16,-2-1 13-16,0 2-14 0,5 0 20 15,-3 0 10-15,2 0 3 0,-2 0 18 16,6 0 20-16,-2 3 6 0,0-1 109 16,5 1-64-16,-5-2-50 0,4 0-30 15,3-1-25-15,-1 0-7 0,3 0-12 16,3-3-1-16,9-4-36 0,-2-2-97 0,6 1-188 15,2-3-157-15,-12 1-579 0,16-5-619 0</inkml:trace>
  <inkml:trace contextRef="#ctx0" brushRef="#br0" timeOffset="53887.96">13662 8810 1422 0,'0'0'685'0,"0"0"-435"0,0 0-147 0,0 0 81 0,0 0 32 0,0 0-14 0,0 0-36 0,0 0-73 16,86-35-39-16,-63 27-32 0,0-3-19 16,-5 0 13-16,7 1-14 0,-6-4-1 15,2 0-1-15,-3 0 0 0,-1-3-12 16,-1-1-8-16,-1 3-5 0,-7-1 0 15,4 0 9-15,-5 2 13 0,-3-2 0 16,2 4 0-16,0 0 1 0,-6 1 0 0,4 5 2 16,-4 3 2-16,0-1-1 0,0 4 0 15,0 0 1-15,0 0 17 0,0 6-15 16,0 4-4-16,-4 2-1 0,4 2-3 16,-6 4 1-16,6 0 3 0,0-2 13 15,0 0 25-15,0-2 0 0,6-1 0 0,-2-1-19 16,2-5-17-16,5-1-1 0,1-1 11 15,3-4-11-15,-1-1-1 0,3 0-2 16,-1 0-1-16,3-6-16 0,-1-5-10 16,1 2-2-16,-2-2-8 0,1-4 8 15,1 1 12-15,-5-1 16 0,3-1 0 16,-1 0 1-16,-3 0 1 0,3 1 1 16,-12 2 2-16,9 4 0 0,-7 2 11 15,-2 4-13-15,-2 2 0 0,2 1 18 16,-4 0 49-16,2 6 35 0,-2 3-20 0,5 2 35 15,-5 3-1-15,4 2-34 0,2 0-22 16,0-1-7-16,0 0 1 0,0-1-1 16,1-1 0-16,5-2-15 0,-4-4-16 15,5-1-22-15,3-1-53 0,-1-3-50 16,3-2-61-16,3 0-88 0,-6-2-257 0,5-9-945 16</inkml:trace>
  <inkml:trace contextRef="#ctx0" brushRef="#br0" timeOffset="57817.55">14290 10657 1179 0,'0'0'1367'0,"0"0"-1103"0,0 0-170 0,0 0 40 0,0 0 135 0,-81-1-47 15,57 7-41-15,-3 6-46 0,0 4-19 0,0 2-5 16,2 5-5-16,7 3-12 0,3 0-1 16,9 7 28-16,6-2-1 0,2-2-18 15,10 1-25-15,9-3-19 0,2-4-18 16,4-4-26-16,2-2-14 0,2-6-27 16,2-6-59-16,6-2 9 0,4-3-6 0,5 0-13 15,6-7-19-15,4-5-9 16,6-1-106-16,0-2-190 0,4-2-345 0,-19 4-470 15,24-6-153-15</inkml:trace>
  <inkml:trace contextRef="#ctx0" brushRef="#br0" timeOffset="66456.37">9488 10830 448 0,'0'0'505'0,"0"0"-238"0,0 0-62 0,0 0 19 0,0 0 134 0,0 0 43 0,0 0-68 16,0 0-47-16,0 0-43 0,0 0-81 16,0 0-41-16,-54-7-1 0,27 13 19 15,-4 1-23-15,-2 6-35 0,2 3-23 16,-2 4-14-16,0 2-1 0,0 4 1 16,6 1-10-16,2 4-6 0,13 1-6 15,4 2 0-15,8-1 6 0,8-2-16 16,15-2-11-16,6-1 1 0,10-8-2 15,7-3-18-15,5-7 5 0,9-6 12 16,-4-4-27-16,4-1-28 0,0-8-78 0,-4-2-121 16,-3 0-197-16,-13 3-279 0,18-8-787 15</inkml:trace>
  <inkml:trace contextRef="#ctx0" brushRef="#br0" timeOffset="-57099.78">24719 5355 405 0,'0'0'248'0,"0"0"-137"0,0 0-33 0,0 0 46 0,0 0 32 0,0 0-22 0,0 0-66 16,0 0-45-16,0 0 13 0,-11 26 35 16,7-18 40-16,2 1 9 0,-2 0 0 15,4 1 1-15,-6 2 18 0,6 1 10 16,-2 2-19-16,-2-2-56 0,4 1-25 16,0-1-14-16,0-3 4 0,6 1-13 0,6-2-10 15,1-1 3-15,1-5 10 0,9-2 7 16,-3-1-4-16,5 0 6 0,-8-4 14 15,6-4-10-15,-7-1-20 0,3 0-20 16,-5-1 11-16,-1-1-9 0,-7-2-1 0,4 1 10 16,-8-1-12-16,2-1-1 0,-4 3-4 15,0 0-34-15,0 0-30 0,-4 2-35 16,2 1-35-16,-8 2-82 0,4 0-75 16,-1 2-105-16,5 1-208 0,-2 2-152 0</inkml:trace>
  <inkml:trace contextRef="#ctx0" brushRef="#br0" timeOffset="-56823.18">24979 5477 792 0,'0'0'117'0,"0"0"-61"15,0 0 2-15,0 0 131 0,0 0 33 16,0 0-66-16,0 0-78 0,0 0-52 0,0 0 0 15,0 0 19-15,0 0 30 0,19 43 29 16,-15-43 35-16,-4 0 66 0,0-2-11 16,0-5-72-16,0 1-67 0,0-4-23 15,2-3-6-15,0 1-3 0,-2-1-1 16,6-2-9-16,0 1-13 0,5 0-13 0,-5-1 0 16,4 3-3-16,1 1-3 15,1 2-20-15,0 2-61 0,-1 1-113 0,1 1-46 16,5 5-49-16,-3 0-57 0,-1 0-136 15,5 0 35-15,-10 3 85 0</inkml:trace>
  <inkml:trace contextRef="#ctx0" brushRef="#br0" timeOffset="-56024.83">25362 5381 435 0,'0'0'296'0,"0"0"-35"0,0 0 0 0,0 0-43 16,0 0-66-16,0 0-41 0,-79 22-7 15,69-14-7-15,1-1-6 0,3 3-10 16,2-4-9-16,-2 1-21 0,6-2-15 16,0 1-10-16,0-1 3 0,6-2 10 15,0 1-26-15,0-2-13 0,5-2-13 0,-5 0-3 16,0 0-4-16,-2 0-35 0,2-1-22 16,1 0 34-16,3 0 27 0,-4-2 13 15,5 0-20-15,-1 2 10 0,-2-2 0 16,9 3 0-16,-7 0 11 0,2 0-1 15,1 4 1-15,1 4 0 0,-1 2 2 16,3 4 13-16,-1 2 3 0,-1 2 36 16,3 1-26-16,-3 0-13 0,-1 1 0 15,-5-2 16-15,-2 0 39 0,-4-3 22 16,-2-2-6-16,0-1 13 0,-2-1 3 0,-6 0-19 16,-9-2-4-16,3 1-6 0,-5-4-14 15,-1 0-18-15,-1-4-17 0,2-2-9 16,5 0-12-16,1-1-1 0,3-8-13 15,8-4-48-15,2-1-48 0,0-3 16 16,8-2-4-16,3 0-45 0,3-2-42 0,1 3-33 16,7 0 3-16,-5 0 16 15,6 2 42-15,-1 1 35 0,1 1 7 0,-2-2 4 16,1 3 48-16,1-1 26 0,-2 2 36 16,-3-3 0-16,3 3 13 0,-6 1 13 15,1 1 13-15,-6 0 23 0,-3 3 6 16,-3 1-2-16,-2 2 34 0,-2 1 31 15,-2 2 8-15,-4 1-25 0,-3 0-23 16,-3 0 6-16,2 1 20 0,-3 6-10 16,3 0-59-16,-3 3-28 0,9-2-17 15,-2 3 16-15,6-1-16 0,0-1-2 16,4-2 0-16,4 3 2 0,3-4 23 0,-1-1 3 16,3-1 13-16,3-1-3 0,-6-3-10 15,7 0 6-15,2 0-19 0,-3 0-14 0,1-3 0 16,-1-1 1-16,1 0 13 0,-1-1-14 15,3 3 14-15,-3-3 7 0,1 0 16 16,-1 3-10-16,-1-2 6 0,-7 3 0 16,5 0-2-16,-3 0 5 0,-4-1 4 15,-2 2 6-15,0 0 10 0,-2 0 6 16,5 0-3-16,-7 0 3 0,6 0-13 16,-2 3-3-16,2-2-10 0,-4 2-16 15,5-1-9-15,1 0-12 0,-2 1-1 16,4-3 0-16,-1 2-2 0,3-2-17 15,2 0-48-15,3 0-64 0,0-5-74 16,1-2-4-16,1-4-114 0,1 2-147 16,1-6 32-16,-4 1-15 0,-1-1 13 0,-3-1 88 15,-1-1 150-15</inkml:trace>
  <inkml:trace contextRef="#ctx0" brushRef="#br0" timeOffset="-55693.95">26223 5241 49 0,'0'0'101'0,"0"0"3"0,0 0 14 0,0 0 6 0,0 0 6 0,0 0 17 0,0 0 29 0,0 0-56 0,0 0-35 15,0 0-20-15,-16 1-23 0,16 16-3 16,0 2 4-16,10 1 5 0,-4 0-18 16,3-2-28-16,-1 0 1 0,2-4 10 15,3 2-11-15,-5-3-2 0,0 0 1 16,-4-3-1-16,-1-1 1 0,-3-2 2 16,0 0-2-16,0-3-1 0,0-1-13 15,-7-1-10-15,7-1-23 0,-6-1-19 16,4 0-6-16,-2 0 28 0,0-3 41 0,-2-2 2 15,1-4 26-15,3 2 78 0,2 1-22 16,0-1-17-16,0 1 23 0,0-1 68 16,7 1 6-16,-1-5-51 0,2 4-43 15,0-4-23-15,9 4-6 0,-7 0 6 16,3-2 17-16,3 1-1 0,1 2-22 0,-1-3-23 16,3 2-16-16,-5-1-2 0,5 0-20 15,-5-1-69-15,-1 1-168 0,-1 2-73 16,-10 1-293-16,-2 0-154 0</inkml:trace>
  <inkml:trace contextRef="#ctx0" brushRef="#br0" timeOffset="-54844.51">24748 4723 1467 0,'0'0'192'0,"0"0"-120"0,0 0-14 0,0 0 66 0,-89 61 83 0,74-42-25 0,7 2-40 0,-2-2-26 15,8 1-38-15,2-2-17 0,0-1 26 16,6 1 9-16,4-4-25 0,2-2-23 16,11-1-16-16,0-3-29 0,-2-3-1 15,8-1-2-15,-3-4-25 0,-1 0-36 16,-2-4-81-16,-2-2-25 0,1-1-33 16,-5-1-66-16,2-2-107 0,-1-2-79 0,-3-1-111 15,-3 3 19-15</inkml:trace>
  <inkml:trace contextRef="#ctx0" brushRef="#br0" timeOffset="-54390.65">24977 4832 236 0,'0'0'160'15,"0"0"-24"-15,0 0 50 16,0 0 23-16,0 0-4 0,0 0-13 0,0 0-23 16,0 0 26-16,2 68-22 0,2-62-31 15,-4 1-35-15,2-2-25 0,2-2-11 16,-4-1-26-16,2-1-19 0,3-1-10 15,-5 0-3-15,0 0 3 0,6 0 13 16,-6-2-3-16,4-4-3 0,2-1-10 16,0-3-13-16,-2-1 0 0,-1 3-3 15,7-4-17-15,-4 0 7 0,-2 1-6 16,9 0-7-16,-3 2 0 0,2-2-10 0,3 3-12 16,-1-1 16-16,3 3-1 0,-1-1 17 15,1 2 0-15,-3 1 0 0,-1 2 12 16,-1 2 4-16,-6 0 0 0,-1 0-1 15,1 5 1-15,-2-1 2 0,-2 3 28 0,-2 0-4 16,4 0-1-16,-2 0 5 0,-2 0-5 16,4 1-5-16,-4-2 2 0,2 1-2 15,2-2 19-15,-4 2-4 0,0 0 20 16,0-1-13-16,3-1-10 0,-3 0 7 16,4-3-7-16,-4 3-32 0,2-4 0 15,0 0 0-15,4-1 0 0,4 0 0 16,-3-1 0-16,-1-5-29 0,6-1-42 15,-8-4-77-15,9 1-14 0,-7-2-62 16,4 0-61-16,1-1-93 0,-1-1-45 16,-2 2 2-16,3-2 112 0,-5 0 126 0</inkml:trace>
  <inkml:trace contextRef="#ctx0" brushRef="#br0" timeOffset="-54023.74">25384 4669 112 0,'0'0'183'0,"0"0"41"0,0 0 96 0,0 0-60 0,0 0-9 0,0 0-98 0,0 0-72 16,0 0 17-16,0 0 19 0,-2 18 29 0,4 4 3 15,4 1-16-15,5 1-45 0,-5 0 25 16,-4 1-33-16,0-2-41 0,4-1-39 16,-6-4 0-16,0 0 0 0,0-1 0 15,0-3-1-15,0-2 0 0,-2-1-1 16,-2-4-14-16,2-2 0 0,0-2-10 16,2-1-29-16,0-2-36 0,0 0-22 15,0-2-23-15,0-4 22 0,4-2 53 16,2-2 22-16,1-1 13 0,3-2 6 15,-4 1 19-15,4 2 0 0,3-2-2 0,-1 0-10 16,5 1-7-16,-7 3 20 0,2 0 3 16,1 2 10-16,-5 2 3 0,5 0 3 15,-3 4 7-15,-4 0 17 0,2 0 2 16,-1 0-6-16,1 0-3 0,-4 3-4 16,2 2-3-16,-4 1 13 0,2 3 4 15,3 0 12-15,-7 0 10 0,2 0-3 16,0 1 6-16,-2-2-13 0,6-1-16 0,-2 0-10 15,-2-3-16-15,4 0-14 0,0-3-2 16,5 1 0-16,-5-2-22 0,-2 0-43 16,2 0-64-16,1-3-88 0,-1-2-114 15,4 0-52-15,0-3-109 0,1 3-111 16</inkml:trace>
  <inkml:trace contextRef="#ctx0" brushRef="#br0" timeOffset="-53748.14">25868 4774 337 0,'0'0'153'0,"0"0"-13"0,0 0 43 0,0 0-40 0,0 0-6 0,0 0-13 0,0 0-10 16,0 0 0-16,0 0 6 0,0 0 0 0,0 0-6 16,-33 40 16-16,31-34 35 0,-2-2-25 15,-3 0-50-15,7 2-19 0,-6 1-19 16,6-1-13-16,0 2-7 0,0-2-19 15,0 3 0-15,0-4-10 0,0 2 11 16,4 2-14-16,3-3-16 0,1-1 13 0,2-2-20 16,3-1-3-16,-3-2-64 0,6 0-101 15,-3 0-78-15,1-2-141 0,-5-1-270 16,7-4-63-16</inkml:trace>
  <inkml:trace contextRef="#ctx0" brushRef="#br0" timeOffset="-53200.92">26178 4747 40 0,'0'0'623'0,"0"0"-447"16,0 0-82-16,0 0 76 0,0 0 61 0,0 0 3 16,-56 67-29-16,54-57-39 0,-2-2-33 15,4 3-17-15,0-4-19 0,0 0-42 16,4-1-6-16,-2-1-23 0,2-3 6 0,3-2-9 15,1 0-4-15,0 0 0 16,4 0-19-16,-1-6-1 0,-1 1-18 0,3-2-13 16,-3 1 3-16,2 1 0 0,-6 1 12 15,-3-1 17-15,-1 4 1 0,2-2 16 16,-2 2-15-16,-2 1 1 0,0 0 0 16,0 0 1-16,0 0-2 0,6 0 27 15,-6 0 26-15,6 4 0 0,0-1 22 16,-1 2 107-16,1-1-33 0,-2 0-65 15,2-1-31-15,-2-1-17 0,2 2-19 16,1-3-17-16,1-1-1 0,0 0-1 0,5 0-2 16,-3-5-27-16,2-1-99 0,3-3-93 15,-3-3-15-15,7-3-58 0,-5-3-153 16,5 1-5-16,-3-3-4 0,9-1 58 16,-4-1 219-16,4-1 156 0,-5-2-104 0,-3 2 91 15,-7 0 36-15,1 3 0 16,-5 3 173-16,-6 5-17 0,0 4 151 0,0 4 123 15,0 3-89-15,0 1-126 0,0 0-7 16,-4 0-33-16,4 8-68 0,-2 3-13 16,-3 6 38-16,5 2 62 0,-2 5 25 15,-2 1-5-15,4 1-47 0,0 0-24 16,0-3-48-16,0-2-62 0,6-2-33 16,-1-2-22-16,1-3-10 0,-4 0-6 15,2-6-73-15,-2 2-132 0,-2-5-139 16,0 1-281-16,-6-3-541 0</inkml:trace>
  <inkml:trace contextRef="#ctx0" brushRef="#br0" timeOffset="-52351.06">25012 5811 1608 0,'0'0'205'0,"0"0"-169"0,0 0 32 0,0 0 136 0,0 0-35 0,-78 9-82 16,63 2-58-16,1 3-29 0,-3 2-2 0,3 4-1 15,-1 1 0-15,3-2-1 0,4 1 3 16,-3-1 1-16,5-1 3 0,6-2 10 16,0 1-9-16,4 0-1 0,9-2 20 15,-3 1-1-15,6-2-6 0,1 2-3 16,2-3 3-16,-1 0 0 0,1-3 1 16,-1 3-4-16,-7-6 6 0,-1 2-16 15,-4-2 20-15,-6 0 25 0,0 3 74 16,0-2 7-16,-10-1-36 0,0 3-25 15,-7-3-27-15,5 0-22 0,-5-2-18 0,1 0-1 16,3-4 0-16,-1-1-1 0,1 0-10 16,7-5-50-16,0-2-90 0,6-6-55 15,0-4-10-15,6-2-88 0,11-5-60 16,-1 2-10-16,7-1-52 0,-2 0 6 0,-1 1 58 16,1 0 169-16,2 1 164 0</inkml:trace>
  <inkml:trace contextRef="#ctx0" brushRef="#br0" timeOffset="-51275.07">25097 5888 58 0,'0'0'143'15,"0"0"69"-15,0 0-3 0,0 0 48 16,0 0 26-16,0 0-61 0,0 0-37 16,0 0-45-16,0 0-36 0,0 0-36 15,68 41 0-15,-68-13-12 0,2 3-1 16,0-2 0-16,-2 2-10 0,0 0 7 0,0-4 3 16,0-2 16-16,0-6 0 0,-2-1-6 15,0-4-4-15,2-4-32 0,0-5-29 16,0-2-1-16,0 0-1 0,0-2-14 15,0-1 3-15,2 0 12 0,4-5 0 16,1-3 1-16,1-4-3 0,4-2-36 16,-3-1-16-16,3 3 3 0,4-2 14 15,-5 1 8-15,5 0-15 0,-3 3-3 0,3 0 22 16,1 0-3-16,-3 2 6 0,5 0 21 16,0-1-21-16,-9 2 3 0,6 2 17 15,-3 0 1-15,-7 2-1 0,-2 3 2 16,2-1 1-16,-6 1 12 0,0 0 30 15,0 0 26-15,0 3-3 0,-6 3-7 16,-2 4-16-16,0-1 3 0,-3 5 4 16,3 0-11-16,0 0 1 0,2 1 6 15,-1-1 7-15,3 3 6 0,2-6 19 16,2 0 0-16,0-3-44 0,2-1-33 16,4-1 0-16,5-2 1 0,-7-3 15 0,8-1-13 15,-6 0 16-15,5 0-18 0,-3-4-1 16,0-3-3-16,-1 0 1 0,-1-1-11 15,0-2 10-15,0-1-16 0,-2 3-4 0,0-3 4 16,1 5-1-16,-3 1 20 0,-2 0 0 16,0 3 0-16,4 0-1 0,-4 2-2 15,0 0-16-15,2 0 0 0,-2 0 19 16,0 3 9-16,6 3 14 0,-2-1 6 16,-2 2-7-16,4 0 14 0,1 1 2 15,-3-2-9-15,0 1-16 0,2-1-13 16,4-4 0-16,-3 2-3 0,5-2 0 15,-8-2-9-15,9 0 9 0,-7 0 1 16,4 0-14-16,-4-2-6 0,3-2 6 16,-3 2 0-16,2-3 0 0,-4 1 12 15,2 0-8-15,1 0 9 0,-3-2 1 0,2 5-1 16,-6-2 1-16,6 2 1 16,-6 1-2-16,6 0-1 0,-6 0 4 0,4 0 0 15,-2 0 29-15,3 0 16 0,1 1 3 0,0 3 10 16,-2-2-7-16,2 2 33 15,1-3 123-15,3 3-86 0,2-2-45 0,-1 0-38 16,1-2-25-16,5 0-12 0,-7 0-1 16,6 0-1-16,1-4-15 0,0-1-22 15,-3 0-70-15,0-1-90 0,3-1-64 16,-3 0-75-16,1-2-165 0,1 2-27 16,-3-1-27-16,1 2 67 0,-5-2 163 15,1-1 195-15,-4 3 109 0,-2-2 22 16,-4 0 124-16,0 2 65 0,0-1 19 15,-4 2-6-15,0 2 13 0,2 0 4 16,-4 1-73-16,0 2-32 0,-1 0-23 0,1 7-20 16,-2 2 1-16,2 4 35 0,-5 1 4 15,5 2 18-15,4-1 33 0,-2 0 10 16,4-2-20-16,0-1-4 0,0-2-19 16,6-2-46-16,0-1-25 0,5-3-10 0,-3-4-23 15,4 0-8-15,1-7-5 0,-1-5-12 16,-2-1-18-16,3-2-40 0,-3-4-41 15,-1-3-39-15,-1 2-30 0,2-3 23 16,-4 1 55-16,1 0 25 0,-1-1 23 16,-4-1 13-16,2 0 12 0,0-3 15 15,-4 6 2-15,0 1 25 0,0 5 24 16,0 4 70-16,0 7 17 0,0 0-1 16,0 4-22-16,0 0-49 0,0 7-9 15,-4 4-20-15,-2 7-3 0,2 3 4 0,2 4-1 16,-3 2-3-16,5 0-3 0,0 0-27 15,5-1-2-15,7-3-13 0,-4-1-12 16,5-4-11-16,5-4-60 0,-1-2-61 16,1-3-33-16,7-3 12 0,-2-2-207 15,0-1-187-15,-7-2-223 0,7-1 146 0</inkml:trace>
  <inkml:trace contextRef="#ctx0" brushRef="#br0" timeOffset="-50817.92">26325 6025 255 0,'0'0'600'0,"0"0"-329"0,0 0-47 0,0 0-9 0,0 0-33 0,0 0 10 0,0 0 12 15,0 0-52-15,-52 70-19 0,52-62 6 16,0 2-1-16,0-3-15 0,0 0-27 16,6-2-19-16,-2-1-19 0,5-2-23 15,1-2-13-15,0 0-9 0,1 0-10 16,1 0-3-16,-2-6 0 0,3 1-12 15,-1-4-8-15,-1 4-2 0,-5-4-17 16,-2 2-18-16,2 1-14 0,0 0 0 16,-6 0 23-16,7 2 22 0,-7-1 10 15,4 1 13-15,-4 0-13 0,6 3 0 16,-6 0 0-16,0 1-7 0,6 0 10 0,-4 0 12 16,0 1 1-16,4 4 3 0,1 1 9 15,-1 2-9-15,4 1 9 0,-4-2-11 16,5-1 12-16,1 1-12 0,0-1 0 15,3-3 45-15,8 3-24 0,-7-3-19 0,3-3 29 16,2 0-32-16,-5 0 3 0,-1-2-2 16,-3-5-1-16,-4 3 2 0,-4-4 27 15,-2 0 3-15,-2 1-3 0,0-1-7 16,0-2-20-16,0 3-2 0,0 1-1 16,0 0-11-16,0 1-17 0,0 0-77 15,0 3-117-15,5-4-129 0,1 1-184 16,0 0-121-16,-2 2-47 0</inkml:trace>
  <inkml:trace contextRef="#ctx0" brushRef="#br0" timeOffset="-50346.11">26926 5947 180 0,'0'0'379'0,"0"0"-164"0,0 0-4 0,0 0-41 0,0 0-92 0,0 0-42 0,0 0-10 0,0 0 13 16,0 0 32-16,0 0 47 0,0 0 12 15,-20 3 3-15,18-1-10 0,-3-2-22 16,-1 1-4-16,4 1-3 0,-2 0-10 16,-2 3-29-16,-2-1-9 0,-1 5-14 15,-1 2 4-15,4 2-11 0,0 0-5 16,3 1-4-16,-1 1 7 0,4-3 12 16,0-1-6-16,4-4-6 0,3 1-20 15,1-4 23-15,2-3-10 0,-1-1 3 16,-1-1-3-16,8-5-14 0,-3-6 1 15,1-1-3-15,-1-4-12 0,1-1-49 0,-1-3 6 16,-1 1 6-16,0-1 20 0,-1-2 10 16,1-4-4-16,5-1-3 0,-1-4 4 15,7-3-4-15,-7-3 23 0,1 0 3 16,-3-2 13-16,-5 1 16 0,1 6 39 16,-8 8 12-16,2 5 11 0,-4 9 118 0,0 6 25 15,0 5-113-15,0 0-66 0,-4 11-4 16,-4 7-23-16,0 8 1 0,-5 3 3 15,3 6 31-15,8 1 13 0,-2-2 19 16,4 4-3-16,6-6 5 0,4-2 13 16,5-1-34-16,-1-4-32 0,-2-5-43 15,3-3-1-15,-3-3-1 0,-5-4-11 16,3-2-5-16,-2-3-20 0,0 0-73 16,-1-4-145-16,3-1-98 0,2-1-314 15,-7-5-457-15,13-9-317 0</inkml:trace>
  <inkml:trace contextRef="#ctx0" brushRef="#br0" timeOffset="-49197.04">23943 4725 295 0,'0'0'1190'0,"0"0"-1021"0,0 0-120 0,0 0 51 0,0 0 108 0,0 0-23 0,-84 17-46 0,67-9-45 16,5 6-23-16,1 1 6 0,1 2 27 0,4 1 24 16,0 0-2-16,6 0-33 0,0-4-20 15,6 2-21-15,10-3-5 0,-5-2 8 16,5-2-7-16,5-4-13 0,-2-2-4 15,3-3-2-15,1 0 0 0,-2-5-1 16,-1-2-5-16,-1-3-8 0,0-1-13 16,-5 0 1-16,-2-3-2 0,-5 1 11 0,-5-3 4 15,-2 2 0-15,-2-1-15 16,-9 2-1-16,-5 0-1 0,-1 1-12 0,1 4-6 16,-7 1-9-16,0 3-45 0,1 4-77 15,-1 0-83-15,4 5-124 0,5 2-271 16,3 0-685-16</inkml:trace>
  <inkml:trace contextRef="#ctx0" brushRef="#br0" timeOffset="-48807.16">23991 5317 2036 0,'0'0'605'0,"0"0"-293"0,0 0-11 0,0 0-63 0,0 0-67 0,0 0-41 0,-31 69-67 0,29-46-35 0,-2-2-28 16,4 1-1-16,6-4-30 0,4 0-39 15,3-4-100-15,3 1-126 0,7-7-206 16,-9-1-316-16,11-1-594 0</inkml:trace>
  <inkml:trace contextRef="#ctx0" brushRef="#br0" timeOffset="-48321.67">23937 5942 1490 0,'0'0'423'15,"0"0"-229"-15,0 0-35 0,0 0 35 16,0 0 16-16,0 0-14 0,95-22-51 16,-66 18-27-16,-6-2-19 0,0 5 6 0,-1-2-25 15,-5 2-32-15,-7 1-26 0,1 0-20 16,-9 4-1-16,2 3 15 0,-4 1 9 15,0 4 1-15,-10 4-11 0,-3-2-12 16,3 6 0-16,-7-2-3 0,5 1 0 16,4 1-2-16,-5-2 0 0,7-1-2 15,0-2 2-15,0-1 0 0,4-1 2 16,2-1 17-16,0-1-15 0,0-2 1 0,2-1 13 16,10 0-14-16,0-2 1 0,3-2 1 15,1-1-1-15,3-2 0 0,-2-1-1 16,1 0-2-16,1 0-25 0,-5-3-115 15,5-1-220-15,-7 2-361 0,3-3-864 0</inkml:trace>
  <inkml:trace contextRef="#ctx0" brushRef="#br0" timeOffset="-35509.02">9246 12032 193 0,'0'0'1547'0,"0"0"-1238"0,0 0-124 0,0 0-95 0,0 0 7 0,0 0-6 0,0 0-1 0,-27 85 7 16,19-40 19-16,-2 12 15 0,-3 7 39 15,5 8 47-15,0 5-29 0,-3 3-39 0,-1-1-17 16,4-5-22-16,-5-7-28 0,1-8-48 16,2-9-21-16,-3-8-13 0,3-9-25 15,2-6 12-15,-1-4 11 0,-1-7-1 16,4-3-16-16,0-7 0 0,6-3-9 15,0-3-22-15,0 0-63 0,0-12-7 16,0-7 25-16,0-8 47 0,0-9 13 16,4-9 0-16,2-6 0 0,0-6-3 15,0-4 16-15,3-1-10 0,-3-5 0 16,2 1-3-16,2-3-26 0,-1 1-12 16,-1 0-39-16,4 2-20 0,1 3 23 0,-1 3 25 15,-4 6 10-15,5 6-7 0,-1 9 16 16,-3 6 27-16,-3 11 38 0,0 7 31 15,-6 7 30-15,4 3 4 0,-4 4 6 16,0 1 13-16,0 0-4 0,-4 9-32 16,-11 9-48-16,-3 9-80 0,-7 11 46 0,-8 9 34 15,0 5 51-15,-2 3 1 16,-2 0 5-16,1-2-18 0,3-3 31 0,-2-7 36 16,8-3 3-16,7-9-10 0,1-9-23 15,11-8-41-15,4-7-35 0,2-6-24 16,2-1-72-16,6-10-19 0,8-8 115 15,7-11 13-15,8-8 13 0,4-9-8 16,6-7-18-16,3-1 0 0,1-3 0 16,-2-1 0-16,3 2-1 0,-3 3 1 15,-2 6-13-15,-1 9-3 0,-9 9-13 16,-3 8 10-16,-7 9 18 0,0 6 1 16,-7 4 19-16,-4 2-17 0,-2 10 65 0,5 3 29 15,-7 10 15-15,0 2-35 0,-2 3-22 16,-2 3-6-16,4 1 9 0,-2-2 18 15,5-1 10-15,-1-4-22 0,4-2-22 16,-2-3-19-16,1-2-22 0,1-6-20 16,2 0-18-16,-1-2 1 0,1-3-14 0,0-3-43 15,3-2-80-15,-3-2-77 0,5-2-248 16,-3-3-517-16,1-7-546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6-02-26T10:45:13.6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13895 7961 1502 0,'0'0'543'0,"0"0"-362"0,0 0-103 0,0 0 9 0,0 0-9 0,0 0-27 0,0 0 33 0,0 0 81 0,0 0-1 0,112 14-7 16,-52-10-42-16,12 1-26 0,17-1-12 16,4 0 12-16,10 0-23 0,11 1-15 15,8-2-51-15,4 4 1 0,4-1-1 16,-4 2-35-16,-4 1-12 0,-12 2-20 16,-15 0-54-16,-4 1-45 0,-19-1-26 15,-8-2-8-15,-6 0-64 0,-10-2-128 0,-5-5-241 16,-14 1-188-16</inkml:trace>
  <inkml:trace contextRef="#ctx0" brushRef="#br0" timeOffset="491.89">15437 7871 321 0,'0'0'992'0,"0"0"-722"0,0 0-65 0,0 0 22 0,0 0 3 0,0 0-71 0,0 0-94 0,0 0-4 0,0 0 39 15,0 0-6-15,114 24-37 0,-58-13-5 16,4 0 9-16,4 2-45 0,-2 5 16 15,2 1-6-15,-6 6-4 0,-7 0-3 16,-11 3 7-16,-7 1 9 0,-13 1 23 0,-11 1 22 16,-9-2 41-16,-9 1 29 0,-15 0-30 15,-11-1-53-15,-15-1-33 0,-4 0-34 16,-10 0-23-16,-4-6-12 0,-2 1-31 16,-1-5-26-16,11-4-77 0,2-6-77 15,7 1-126-15,1-7-220 0,15 0-554 16</inkml:trace>
  <inkml:trace contextRef="#ctx0" brushRef="#br0" timeOffset="1913.81">14036 7522 138 0,'0'0'352'0,"0"0"-228"0,0 0-122 0,0 0 21 0,0 0 91 0,0 0 78 0,0 0 30 0,0 0-50 16,0 0-16-16,0 0-3 0,0 0 0 16,29-2 13-16,-27-1 6 0,0 1-4 15,4 0-22-15,4-2-14 0,-1-1-29 16,5-4-16-16,-1-1-39 0,5-5-32 15,3-1 26-15,2-5-16 0,-3-1 3 16,5-3-29-16,-4-2-16 0,-1 1 15 16,1-3 0-16,-2 0-12 0,-1-1 10 0,-3 2-14 15,-1 2 15-15,-1 6-27 0,-7 2 27 16,4 3 0-16,-4 6 2 0,-6 4 2 16,2 2 24-16,-2 3 12 0,0 0 14 15,0 3-4-15,-2 2-48 0,-4 4-7 16,-4 3-50-16,8 5 25 0,-5 1 32 15,1 1 11-15,2 2 18 0,0 0 10 0,0 1-1 16,2-1 1-16,-2 1-4 0,2-4 0 16,2-1 3-16,0-5-25 0,0-3-13 15,2-1-48-15,8-4 7 0,0-3-10 16,1-1 2-16,1-1 49 0,5-7 12 16,-1-2 4-16,1-3 3 0,1-2 0 15,-1-1-19-15,-3-2-20 0,-1 2 20 16,1-3 3-16,-1 4-2 0,-5-1-1 15,4-3 0-15,-1 4 0 0,-3 0 2 0,0-2-2 16,2 3 0-16,-1 0-16 0,-1 6 3 16,-2 1 12-16,-2 3 1 0,-2 4 0 15,-2 0 12-15,0 0 10 0,0 8 32 16,0 0 42-16,0 9 29 0,0-2-27 16,0 3-15-16,0 4-7 0,-2-3 16 0,2-1-4 15,0-1-19-15,7-4-38 16,1-3-31-16,6-1-22 0,-1-4-35 0,3 0-28 15,1-5 6-15,1 0-13 0,3-1-35 16,2-7-77-16,0-2-119 0,-7 1-239 16,7-10-688-16</inkml:trace>
  <inkml:trace contextRef="#ctx0" brushRef="#br0" timeOffset="2977">16152 7594 958 0,'0'0'267'0,"0"0"-62"0,0 0-3 0,0 0 9 0,0 0-19 0,0 0-88 0,0 0-23 15,0 0 35-15,17 71 91 0,-5-23-23 16,3 11-56-16,-1 11 20 0,5 7 9 15,2 5-13-15,3 3-49 0,1 6-41 16,-2-1 22-16,2-1 7 0,-5-7-48 16,1-7-35-16,-4-12-42 0,-3-9-34 15,-6-9-32-15,5-7-80 0,-7-8-52 16,-2-5-75-16,2-6-121 0,-6-5-151 16,0-5-168-16,0-9 2 0</inkml:trace>
  <inkml:trace contextRef="#ctx0" brushRef="#br0" timeOffset="3374.05">16341 7504 932 0,'0'0'482'0,"0"0"-170"0,0 0-84 16,0 0-30-16,0 0-30 0,0 0-32 16,126-41-136-16,-58 32 68 0,10-2 218 15,13 4-186-15,4-2-45 0,19 2-54 16,8 2 1-16,13-1-2 0,3 3-33 15,7-2 29-15,-5 0-40 0,-10 2 21 0,-12-1 10 16,-18 0-54-16,-20 2 44 0,-12 2-3 16,-18 0-6-16,-15 0-58 0,-12 0-17 15,-7 0-28-15,-11 0 2 0,-5 0 32 16,0 2 82-16,0 1 6 0,-11-1-75 16,-1 4-171-16,1-1-24 0,1 1 52 15,4 0 32-15,0-1-19 0,2 2-40 0,2-1-41 16,2 1 29-16</inkml:trace>
  <inkml:trace contextRef="#ctx0" brushRef="#br0" timeOffset="3796.3">18327 7509 363 0,'0'0'381'0,"0"0"-65"0,0 0-68 15,0 0-43-15,0 0-23 0,-25 77-7 16,17-47-25-16,-4 6-30 0,-1 9 35 0,1 8 58 15,-9 6-32-15,3 6-1 0,3 3-13 16,3 3-10-16,5 1-26 0,5 0-55 16,2 1-50-16,0-4-26 0,0-2-11 15,2-4-56-15,9-7-124 0,-3-4 27 16,7-9-73-16,-3-6-18 0,4-7 9 0,-5-6 36 16,1-5 60-16,-1-5 11 0,-3-3-60 15,-2-6-61-15,-4-1-30 0,4-4-49 16,-6-2 101-16,0-3 128 0,0-4 110 15,0 1 78-15,0-3 6 0,-8 3 93 16,-6-2 21-16,-9 4-9 0,-4 1-16 16,-12 3-30-16,-13 2-16 0,-8 3-42 15,-14 6 58-15,-11 3 13 0,-10 3-4 16,-13 2 52-16,-10 1-16 0,-6 4-20 16,-4-2-7-16,4 3 26 0,4 1-53 0,11-3-83 15,12-3-28-15,18-3-23 0,15-5-35 16,14-3-42-16,19-5-42 0,13-2 10 15,16-5-146-15,4-7-392 0,8 4-378 16,19-18 239-16</inkml:trace>
  <inkml:trace contextRef="#ctx0" brushRef="#br0" timeOffset="4231.95">17076 7799 1551 0,'0'0'438'0,"0"0"-211"0,0 0-130 0,0 0 110 0,83-30 58 0,-44 18-89 0,7 1-60 0,-1-1-49 0,1 3-66 16,-7-1-1-16,0 1-29 15,-6 0-35-15,3 2-38 0,-14 1-72 0,-1 1-97 16,-4 4-211-16,-11 0-168 0,-6 1-403 0</inkml:trace>
  <inkml:trace contextRef="#ctx0" brushRef="#br0" timeOffset="4406.5">17300 7932 1472 0,'0'0'289'0,"0"0"-62"0,0 0-6 16,-6 83 9-16,6-55-21 0,0 0-25 16,0 1-33-16,2-1-10 0,2-5-55 15,2-3-86-15,0-3 0 0,2-4-16 16,1-1-13-16,-3-1-44 0,-2-4-62 15,2-2-112-15,2-3-83 0,1-2-205 0,-3 0-30 16,0-6-71-16,0-2 53 0</inkml:trace>
  <inkml:trace contextRef="#ctx0" brushRef="#br0" timeOffset="5417.45">16957 6734 1267 0,'0'0'410'0,"0"0"-232"0,0 0-80 0,0 0 64 0,0 0 35 0,0 0 17 0,0 0 15 0,0 0-78 16,0 76-39-16,0-50-3 0,0 2 3 15,0-1-23-15,0-1-35 0,0-3-12 16,12-1-8-16,-2-4-5 0,5-4-3 16,3-2-4-16,3-4-6 0,4-6 22 15,4-2 6-15,4-5 29 0,2-8 24 16,-6-9-43-16,4-3-38 0,-6-5-16 16,-2-2-2-16,-5-1-29 0,-7 1-10 15,-3 1-6-15,-4 2-7 0,-6 3-22 0,0 0-31 16,0 5-59-16,0 6-51 15,0 2-81-15,0 6-82 0,-4 1-96 0,2 5-168 16,-4 1-344-16</inkml:trace>
  <inkml:trace contextRef="#ctx0" brushRef="#br0" timeOffset="6844.87">18536 8117 1377 0,'0'0'326'0,"0"0"-145"0,0 0-83 0,0 0-53 0,0 0-16 0,0 0 75 0,0 0 55 0,118-11-49 16,-58 4-23-16,12-6 3 16,13 1-3-16,6-1 7 0,4 2-27 0,0-1-67 15,-4 3-6-15,-8 2-17 0,-15 2-38 16,-10 2-93-16,-13 0-95 0,-12 1-270 16,-14 1-148-16,-1-1-310 0</inkml:trace>
  <inkml:trace contextRef="#ctx0" brushRef="#br0" timeOffset="7679.76">19596 7846 73 0,'0'0'163'0,"0"0"-36"0,0 0 59 0,0 0 97 0,0 0-61 0,0 0 16 0,0 0-33 16,0 0-36-16,85 55-17 0,-73-45-15 15,-1 3-27-15,-5-2-42 0,0 2-6 16,-6 0 2-16,0-2 24 0,-10 2 28 16,-3 0-9-16,1-2-14 0,-2 1-31 0,-1-1-17 15,1-3-13-15,-5 2-19 0,3-4-10 16,1 2 0-16,3-3-2 0,-1 0-1 16,7-2-19-16,2 2-10 0,-2-1 0 15,2 2-3-15,1-5-4 0,-1 5 7 16,4-4 10-16,-2 1 0 0,-2 2-4 15,-2-3-19-15,4 2-61 0,-2-2-78 0,0-2-150 16,-7 0-144-16,5 0-94 0,0 0-61 0</inkml:trace>
  <inkml:trace contextRef="#ctx0" brushRef="#br0" timeOffset="8077.2">20121 7593 1495 0,'0'0'374'0,"0"0"-153"0,0 0-140 0,0 0 3 0,0 0 156 0,-12 76 46 0,12-37-83 0,0 9-53 0,0 2-38 0,6 3-19 15,0 1-1-15,-4 0 10 0,0-2-23 16,5 0-48-16,-7-1-12 0,0-8-19 16,0-1-22-16,0-10-38 0,4-6-19 15,-2-7-86-15,2-5-117 0,-2-8-197 16,-2-2-557-16,0-9-226 0</inkml:trace>
  <inkml:trace contextRef="#ctx0" brushRef="#br0" timeOffset="8538.66">20200 7506 415 0,'0'0'346'0,"0"0"-105"15,0 0 68-15,0 0-19 0,93-6-79 16,-58 5-10-16,11-1-58 0,5 2-52 16,11-1-1-16,0-2 7 0,11 2 7 0,3-1-33 15,5-2-7-15,10 4 13 0,0-1-43 16,12-2-32-16,2 0 8 0,7-1-8 16,6 1-2-16,6-2-3 0,4-1-58 15,2 1 32-15,3 0-29 0,-1 0 42 16,-8 1-32-16,4-2 12 0,-8 2 20 15,-4 0-10-15,-5 0 4 0,-1-2-53 16,-5 3 30-16,-1 1-33 0,-9-2-6 16,-4 2-3-16,-7 2 15 0,-5 0 11 15,-7 0 12-15,-3 0 23 0,-14 0-7 16,1 6 30-16,-4-4-14 0,-7 1 15 0,-1 0 2 16,-5 1-3-16,-8-2-36 0,-4-1-95 15,-11-1 17-15,-5 0 17 0,-5 0-102 16,0 0-36-16,-6-3-137 0,0 2-9 15,0-2 125-15</inkml:trace>
  <inkml:trace contextRef="#ctx0" brushRef="#br0" timeOffset="8818.62">23869 7463 14 0,'0'0'336'0,"0"0"3"0,0 0-49 0,0 0 68 0,0 0-49 0,-4 83-16 0,4-54-34 0,0 2-139 15,0 4-56-15,4 3-15 0,8 3-17 0,-1 2-32 16,1-2-2-16,3 2-11 0,-1 2 12 15,1-2-1-15,3-1 2 0,3-3-3 16,-3-1-10-16,9 0-13 0,-2-8-36 16,2-2-106-16,4-4-182 0,-10-8-258 15,12-2-378-15</inkml:trace>
  <inkml:trace contextRef="#ctx0" brushRef="#br0" timeOffset="9141.21">24202 8157 1041 0,'0'0'241'0,"0"0"-59"15,0 0 26-15,-79 7-6 0,46-3-1 16,-2 0-36-16,-8 2-61 0,-9-1-30 0,-4 1-9 16,-14-1-4-16,-13-2 7 0,-6 1-4 15,-18-2-12-15,-11-1-33 0,-14 1-19 16,-13-2-2-16,-12 0 2 0,-13 0 19 15,-9 1 17-15,-12-1-4 0,-5 0-10 16,4 0 104-16,10 0-1 0,14 0-77 16,15 0-47-16,17 0-1 0,12 0-13 15,14 0-4-15,13 0 17 0,25 0 13 16,16 0-10-16,21 0-3 0,12 0-10 0,17 0-31 16,6 0-78-16,0 0-106 0,8 0 54 15,11 0 45-15,0 0-71 0,-1-1-202 16,3-4-105-16,-3 1-56 0,-3 1 61 15,-1-6 210-15</inkml:trace>
  <inkml:trace contextRef="#ctx0" brushRef="#br0" timeOffset="10141.66">21508 7672 2074 0,'0'0'298'0,"0"0"-75"16,0 0 21-16,0 0-45 0,0 0-35 0,0 0-18 0,0 0-15 0,0 0-33 0,-8 66-44 16,8-37-16-16,-4 0-3 0,4-1-32 0,0-1-3 15,0-2-14-15,0-6 1 16,0 0-12-16,4-3-7 0,-4-6 1 15,0-2-10-15,2-3-39 0,2-4-50 0,-4-1-62 16,0 0-26-16,0-3 6 0,0-6-68 16,2-6-51-16,0-1-65 0,3-2-46 15,-3-3 38-15,4 0 3 0,-6-3 104 0,4 1 134 16,-4 1 158-16,0 1 5 0,2 0 0 16,-2 2 80-16,4 2 70 0,-2 2 13 15,9-2 39-15,-3 3-9 0,4-1 15 16,3 3-12-16,3 3-20 0,1 0-20 15,4 2 19-15,1 3 43 0,1 1-30 16,2 2-62-16,-2 1-22 0,-2 0 0 16,-1 3-24-16,-7 2-28 0,-3-3-7 15,-5 3-9-15,-7 1 2 0,0 0 81 16,-11 3 90-16,-1 1-74 0,-11 2-84 16,0-1-29-16,3 1-21 0,-3-2-1 0,-6-2-16 15,12-1-22-15,-5 2-49 0,5-6-47 16,1 2-59-16,9-1-42 0,1 0-199 15,6-1-265-15,0-1-384 0</inkml:trace>
  <inkml:trace contextRef="#ctx0" brushRef="#br0" timeOffset="10673.18">22085 7696 795 0,'0'0'509'0,"0"0"-187"0,0 0-111 0,0 0 13 0,0 0-88 0,0 0-16 0,0 0 28 0,0 0-9 0,-85 74-19 0,75-51 5 16,-7 2-9-16,11 2-20 0,0-2-48 16,6-2-23-16,0-3-24 0,12-2-1 15,5-2-3-15,0-2 1 0,12-4 0 16,-7-4-8-16,5-3 9 0,2-3 2 15,0 0 2-15,-2-9 9 0,2-3-11 16,-2-3 2-16,-5-4-2 0,1-3-1 0,-2-3 0 16,-9 0 2-16,1-2-2 0,-13-2 1 15,0 2 12-15,-5 3 9 0,-7 2-4 16,-7 4-18-16,-1 3-48 0,-3 4 13 16,-6 3-42-16,2 5-16 0,2 0-19 15,-1 3-43-15,5 0-42 0,0 0-94 16,3 6-186-16,3 1-89 0,-1-1 32 0,12 2 172 15,-3 0 225-15,7-1 75 0,0 1 62 16,0 1 13-16,7 0 42 0,-3 2 30 16,2 0 114-16,0 0 39 0,-2 0 3 15,4-3-19-15,3 3-108 0,-1-4 117 16,0 4-23-16,3-2-7 0,-3 2 36 16,9-4-59-16,-3 3-45 0,-5-3-33 15,5-1 3-15,3 0 13 0,-9-1-16 16,3 0-26-16,-3-3-26 0,0 4-6 15,3-3-16-15,-3-1-25 0,2-1-1 0,-1 3-36 16,1-2-12-16,5-1-45 0,-3 0-94 16,-1-1-145-16,-1 0-382 0,-2 0-537 0</inkml:trace>
  <inkml:trace contextRef="#ctx0" brushRef="#br0" timeOffset="14076.2">23385 6841 141 0,'0'0'186'0,"0"0"23"0,0 0-30 0,0 0-62 0,0 0-65 0,0 0-22 0,0 0 2 0,0 0 4 0,0 0 23 0,0 0 35 16,0 0 10-16,-2 4 10 0,2-3-6 16,-4-1-20-16,4 1-20 0,0 2-16 15,-4 1-13-15,4 0-23 0,-6 1-15 16,0 2 12-16,-1 0-11 0,-3 1 2 15,4 2 12-15,-4 2 3 0,-1-1 20 16,5 4 0-16,-2 1 0 0,-1-2-3 16,3 4-3-16,6 0-11 0,0 0-22 0,0-1 0 15,6-3-1-15,5 2-1 0,1-3-1 16,9-2 0-16,-3-2 3 0,9 0 0 16,-4-6 2-16,6-1 17 0,-4-2 4 15,2 0 0-15,0-2 19 0,-1-6 0 16,-1-3 16-16,0 0 39 0,-4-3-25 0,-3-3-21 15,-3 2-15-15,-5-7-4 16,-4 0-9-16,-6-4-4 0,-6 1-16 0,-6 0 1 16,-11 3-4-16,-4 3-17 0,-6 6-47 15,-6 3-95-15,-3 6-51 0,-1 4-141 16,8 0-342-16,-11 4-337 0</inkml:trace>
  <inkml:trace contextRef="#ctx0" brushRef="#br0" timeOffset="16745.75">22984 6938 96 0,'0'0'485'0,"0"0"-142"0,0 0-106 0,0 0-61 0,0 0-20 0,0 0-19 0,0 0 38 0,0 0-25 0,-95 14 5 16,75-5-15-16,1 1-46 0,-2 2-13 0,3-1-10 16,-3 5 13-16,9-4 6 15,-3 4-10-15,7-2-31 0,2-1-27 0,6 0-22 16,0-2 0-16,0 1-2 0,2-2 0 16,10-1-14-16,3-1 13 0,1-1 3 15,5-6 0-15,-1-1 15 0,5 0-14 16,0-4-1-16,-2-4 0 0,4-3-11 15,-5-2 10-15,1-2 1 0,-6 1 0 0,-1 0 0 16,-3 2 1-16,-7-4-1 0,-2 3 3 16,-2-1 13-16,-2 1-13 0,-2-1 17 15,-2 2-20-15,-9 1-16 0,7 2-26 16,-2 0-45-16,-4 2-26 0,5 2-42 16,-5 3-42-16,2-1-176 0,-1 1-196 15,-1 2-450-15</inkml:trace>
  <inkml:trace contextRef="#ctx0" brushRef="#br0" timeOffset="17206.29">22401 6964 249 0,'0'0'463'0,"0"0"-229"0,0 0-19 0,0 0-10 0,0 0-65 0,0 0-3 0,0 0 29 0,0 0 6 16,0 0 6-16,-64 77-29 0,60-61-39 0,4-3-23 15,0 0 0-15,0-1-9 16,6-1-7-16,5-2-4 0,-1 0-38 0,0-2-6 16,-1-3-20-16,7-3 13 0,1-1-3 15,-1 0 0-15,5-3-11 0,0-6 17 16,-1-1-19-16,-1-3 3 0,-5 0 1 15,-1 0-3-15,-7 1 0 0,-2-4 10 16,-4 3 2-16,-4-3-13 0,-8 2-2 16,-3 1-52-16,-4 2-24 0,3-1-37 15,-7 6 2-15,7 0-62 0,-3 6-41 16,0 0-171-16,7 0-188 0,-7 0-418 0</inkml:trace>
  <inkml:trace contextRef="#ctx0" brushRef="#br0" timeOffset="17758.65">22036 6930 1207 0,'0'0'348'0,"0"0"-111"0,0 0 4 0,0 0-21 0,0 0-13 0,-29 67 35 0,22-46-49 0,7 2-68 16,-2 2-48-16,2-3-32 0,0-1-30 16,0-1-15-16,2-2-48 0,2-4-77 15,3 2-135-15,-1-4-73 0,-4-5-280 16,8 1-492-16</inkml:trace>
  <inkml:trace contextRef="#ctx0" brushRef="#br0" timeOffset="18455.24">21732 6941 689 0,'0'0'368'0,"0"0"-98"0,0 0 46 0,0 0-14 0,0 0-107 0,0 0-8 0,0 0-15 16,0 0-79-16,-42 83-44 0,38-61-20 16,4-2-16-16,0 0-13 0,4 0-12 0,2-5-7 15,1 0-23-15,-1-4-68 0,4-2-171 16,-4-4-320-16,5-3-528 0</inkml:trace>
  <inkml:trace contextRef="#ctx0" brushRef="#br0" timeOffset="19280.68">21275 6999 431 0,'0'0'385'0,"0"0"-203"0,0 0-15 0,0 0-14 0,0 0-4 0,0 0-2 0,0 0-4 0,0 0-36 16,89-43 7-16,-71 40 18 0,-1-1-8 16,1 4-40-16,-5 0-39 0,-5 0-29 15,-2 0-13-15,-6 7 0 0,0 3 26 0,-6 4 3 16,-6 3-13-16,-5 1-16 0,1 0-3 16,-5 0 0-16,2-1-1 0,3 0-3 15,-1-1-9-15,3 0 13 0,1-2 0 16,1-3 0-16,6-2 0 0,4-1 1 15,-2-2 19-15,4-3 38 0,0 1 3 16,0-2 55-16,0-2 45 0,0 3-58 16,0-2-20-16,0 0-6 0,4 3 3 0,2-3 6 15,0 0 3-15,2-1-31 0,3 1-33 16,-1-1-23-16,7 0 9 0,-5 0-11 16,-2 0-2-16,7 3-14 0,-5-2 0 15,3-1-6-15,-3 0-23 0,3 0-86 0,-1 0-102 16,3 0-124-16,-5-1-283 0,-2-3-420 15</inkml:trace>
  <inkml:trace contextRef="#ctx0" brushRef="#br0" timeOffset="21938.55">18699 7492 57 0,'0'0'172'0,"0"0"17"0,0 0 10 0,0 0 46 0,0 0 28 0,0 0-48 16,0 0-53-16,0 0-61 15,0 0-30-15,0 0 10 0,0 0 7 0,0 0 12 16,0 0-23-16,-64 59-9 0,62-47-19 15,-2 1-24-15,4-1-19 0,6-4-12 16,6 2 38-16,3-4-23 0,2-2-3 0,1-3 17 16,5-1-1-16,0 0-6 0,3-5 3 15,-3-3-7-15,2-1-22 0,-4 0 0 16,-3-1-13-16,-3 1 12 0,-5-1 1 16,-4-1 1-16,-6 1 29 0,0 1-5 15,0-3-25-15,-6 3-21 0,-4-1-31 16,-1 2 4-16,-5 1-7 0,1 1 0 15,1 5-7-15,2 1-12 0,-5 0-10 16,7 0-36-16,-3 0-40 0,3 1-18 16,4 5-53-16,2-1-65 0,4-1-112 0,0-2-15 15,0 2 129-15</inkml:trace>
  <inkml:trace contextRef="#ctx0" brushRef="#br0" timeOffset="24078.74">19024 7433 63 0,'0'0'91'16,"0"0"17"-16,0 0-36 0,0 0-33 0,0 0-13 0,0 0-13 0,0 0-13 0,0 0 0 0,0 0 3 16,0 0 33-16,0-1 0 0,-4 1 16 15,2 0 43-15,2-1 58 0,-5 1-20 0,5 0-15 16,0 0-27-16,0 0-36 0,0 0-55 16,0 0-35-16,0 0-17 0,0 0-10 15,0-2 10-15,0 2 20 0,0-2 32 16,0 0 0-16,0-2 3 0,5 1 0 0,1 0-2 15,-2 1 3-15,2-4-1 0,-2 2-1 16,2 1 0-16,1-1-2 0,-1-2-2 16,4 2-21-16,-4 0 7 0,7-1 0 15,-3-1-10-15,2 0 22 0,3-1 4 16,-3 1 0-16,1 0 20 0,-3-2-7 16,2 0 6-16,1 2-6 0,-1-1 4 15,1-1 9-15,-1 0 10 0,5-2-4 16,-1 0-9-16,3-1-20 0,-3 0 15 15,3 3-18-15,2-4 0 0,-3 0-3 16,1 2 0-16,-5 2 1 0,1-2 1 0,1 2 1 16,-3 2 23-16,-3-1-22 0,2 1 2 15,-1-1-2-15,1-2 12 0,-2 3-13 16,7-2-16-16,2-1 14 0,-3 0-2 16,11-1-25-16,-2-2 13 0,8 2-4 15,0 0-2-15,0-2 20 0,2 1-14 0,-6 0 0 16,-2 2 16-16,0-1 16 0,-4-1-14 15,-1 3 19-15,1-4-19 0,-2 2-2 16,-3-2 1-16,-1 2-1 0,2 0 0 16,1-2-3-16,3 1-10 0,0-1 10 15,6-1-30-15,0 1 7 0,4 0 3 16,0-1 23-16,-2 1 12 0,0 2 4 16,-4 1 7-16,-3 0-3 0,-1 1-1 15,-4 2 11-15,-5-1-11 0,3 3-6 16,-7-2 4-16,2-1-17 0,1 2-2 15,3 0-24-15,1-1 10 0,6 0 14 16,-3 0-11-16,7-2-13 0,4 2 3 0,-4-4 11 16,6 7 12-16,-4-5 1 0,2 1 2 15,-4 2 1-15,0 1 22 0,-2 0 0 16,-1-2-25-16,-3 4-1 0,0-3 0 0,-3 4-1 16,1-2 0-16,-4 0 0 0,-1 2-12 15,5 0 10-15,-7-1 2 0,2 2-2 16,-1-1-20-16,3 1 22 0,1 0-1 15,-1-1 2-15,1 1 3 0,2 0 14 16,1 0-5-16,5-1-11 0,-4 1 17 16,8 0 2-16,-7 0 9 0,5 0 26 15,2 0-12-15,-6 0-11 0,4 0-2 16,-2 1-8-16,-1-1-9 0,-5 1-12 16,-2-1-1-16,-1 0-17 0,-1 1 15 0,-3 1-11 15,-4-2 13-15,9 1 0 0,-9 0-13 16,0-1 10-16,5 1-14 0,-3 1 6 15,0-2 11-15,-3 3 23 0,3-2-10 16,-4-1 4-16,2 2-14 0,-1 1-1 16,1-2 14-16,-2 2-14 0,4 1 1 0,3-2-1 15,-5 1-2-15,0 0-4 0,3 0-9 16,1-1-3-16,-4 3 15 0,5-1 1 16,-1-2 17-16,1 2-14 0,-3-3-2 15,2 1 1-15,-1 3 11 0,-1-4-11 16,-4 3 0-16,0-3 15 0,1 0-15 15,3 2 1-15,-2-2-3 0,0 1 1 16,-1 0 8-16,5 0-7 0,-2-1 12 0,-3 0-14 16,-3-1 2-16,6 3 1 0,-2-3 27 15,3 0-27-15,-5 0 0 0,4 2-2 16,1-1-1-16,-3 0 0 0,2 1 17 16,-2-1-15-16,1 2-1 0,1 0 9 15,2-1-10-15,-3 1 0 0,-1-1 0 16,4-1 0-16,-1 2-3 0,-1-2 2 15,0-1-2-15,-1 2-42 0,1-1 32 16,-4 2 10-16,-2-2 1 0,7 0 0 0,-5 2 0 16,0-1 1-16,2-2-12 0,-1 3 3 15,-1-1 8-15,0-2 4 0,-4 2-2 16,4 0 2-16,-2 0-2 0,3-1 0 16,-5-1 0-16,2 0 21 0,0 0-8 15,-4 0 10-15,6 0-1 0,0 2-18 0,-2-2-2 16,-2 0 14-16,3 0-16 0,-3 0 16 15,2 0-14-15,-4 0 0 16,0 2-2-16,0-2-4 0,0 1 4 0,0-1 4 16,0 1 28-16,2 0 7 0,-2 2 16 15,4-2-22-15,-4 2-10 0,2 0-10 16,0-2 17-16,-2 1-28 0,4-2-2 16,-2 3 3-16,2-3 0 0,-1 1 0 15,3-1 20-15,-2 3-10 0,-2-2-11 16,4 0 17-16,-2-1 4 0,3 0-10 15,-5 0-10-15,0 0-1 0,4 0-2 16,-2 0 3-16,-2 0-3 0,2 2-19 0,-2-2 18 16,2 1-12-16,-4-1 10 0,7 3 3 15,-7-3 0-15,0 1 3 0,0-1-3 0,2 0-3 16,2 0-13-16,-4 0 16 0,0 0 0 16,0 2-23-16,0-2 0 0,0 0 4 15,0 0-1-15,0 0-6 0,2 0 7 16,0 2-7-16,-2-1 23 0,4 1-10 15,-2 1 13-15,-2-2-32 0,6 2-10 16,-6 0 16-16,4-2-23 0,-1 0-23 16,-3 2-52-16,0-2-58 0,0 0-127 15,0 2-70-15,0-3 102 0,-19-23 211 0</inkml:trace>
  <inkml:trace contextRef="#ctx0" brushRef="#br0" timeOffset="24765.65">22004 6967 47 0,'0'0'156'0,"0"0"24"0,0 0 25 0,0 0-10 0,0 0-22 0,0 0-52 15,0 0-46-15,0 0-43 0,0 0 4 16,0 0 13-16,48 49-13 0,-38-48 6 16,-1 0-29-16,-1-1 26 0,-2 2-13 0,0-2-24 15,-2 1 1-15,-1-1 1 0,-3 0-1 16,4 0 0-16,-2 0 0 0,2 0 10 15,2 0 10-15,-4-1-10 0,0-3 10 16,4 3-7-16,1-3-4 0,-1 0-11 0,4 1 14 16,-4 0-2-16,-4 0 23 0,0-1 36 15,-2 1 19-15,0 2-4 0,5-1-12 16,-5 0-49-16,2 1-26 0,-2 0-71 16,0 0-17-16,4-2 7 0,-2 2 16 15,4-2 23-15,-6 2 42 0,4 0 9 16,-4 1 47-16,0-2 28 0,0 2 10 15,0-1-6-15,0-2-26 0,0 3-17 16,0-4 4-16,0 2-49 0,0 0 0 16,0-2-3-16,2 0-16 0,-2 0-2 15,4 0 21-15,-4-1 33 0,2 0 6 0,-2 1 22 16,0-1 17-16,0 0 0 0,0-1-27 16,0-1-21-16,-2-1 2 0,-2 0-29 15,2 2 10-15,-2-1 13 0,-2 2 6 16,4 0-9-16,-4 1-7 0,-1 0 0 15,5 2 3-15,-8-2-15 0,4 3 12 16,4-2-3-16,-2 2 13 0,-3-1 2 0,5 2 1 16,-2 0-6-16,4-1-7 0,0 1-3 15,-2 0 0-15,2 0-13 0,-2 0-2 16,2-1-27-16,0 1-26 0,0 0-13 16,0 0 10-16,0 0-3 0,0 0-4 15,0 0 10-15,0 0 13 0,0 0-6 16,0 0-36-16,0 0-85 0,0 0-110 15,0 0-144-15,0 1-134 0,-6 2-49 0,12-7 420 0</inkml:trace>
  <inkml:trace contextRef="#ctx0" brushRef="#br0" timeOffset="27234.95">24309 7882 1137 0,'0'0'258'0,"0"0"-8"0,0 0-61 0,0 0-95 0,0 0 0 0,0 0 13 15,0 0 48-15,0 0 30 0,0 0-43 16,108 0-33-16,-59 0-28 0,7-4-30 16,6 1-35-16,0 0-16 0,0 1-29 15,0-1 7-15,2 1-33 0,-4 2-22 0,2 0 9 16,-6 0-51-16,0 0-85 0,-2 0-114 16,-1 2-114-16,-1 1-157 0,-13-2-43 15</inkml:trace>
  <inkml:trace contextRef="#ctx0" brushRef="#br0" timeOffset="27592.23">25407 7695 925 0,'0'0'338'15,"0"0"-22"-15,0 0-95 0,0 0 0 0,0 0-43 16,0 0-81-16,0 0-22 0,0 0 47 15,0 0 43-15,33 82-23 0,-16-51-14 16,1 3-41-16,3 0-36 0,2 1-32 16,-7-1-19-16,1 0-38 0,-5-2-10 15,-6-3 9-15,-2-1-15 0,-4-8-33 0,5-2-42 16,-5-5-39-16,2-4-77 0,-2-6-261 16,0-2-272-16,0-2-11 0</inkml:trace>
  <inkml:trace contextRef="#ctx0" brushRef="#br0" timeOffset="28145.05">25496 7731 288 0,'0'0'303'0,"0"0"-19"15,0 0-63-15,0 0-12 0,0 0-27 16,0 0-13-16,0 0-7 0,0 0-45 0,0 0-10 15,0 0-3-15,91-4 0 16,-64 11-10-16,8 5-23 0,4 2-16 0,-4 0-4 16,5 4-22-16,-1 3-12 0,0 1-16 15,-2 2 24-15,-2 2-8 0,3 0 2 16,-9-1-16-16,0 1 17 0,-7-3 5 16,1-1-5-16,-13-4-7 0,1-4 3 15,-9-2 19-15,-2 0 91 0,-6-1 76 16,-3-2-62-16,-9 1-35 0,-1 1-22 15,-8-2-22-15,-2 0-30 0,0 0-5 16,-4-4-23-16,0 2 13 0,10-3-4 0,7-2-11 16,3 0-1-16,7-2-2 0,4 0-23 15,0 0-16-15,2 0-13 0,0 0-10 16,0 0-6-16,0 0 6 0,0 0 4 16,0 0 8-16,0 0 14 0,0 0 6 0,4 0 18 15,2 0 12-15,7 0 2 16,-3 0-22-16,3 0 18 0,-9-1-15 0,6 0 19 15,-4 1 16-15,-4 0-3 0,2 0 3 16,-1 0 10-16,-3-2 9 0,4 2-6 16,-4 0-1-16,0 0-8 0,0 0-4 15,0 0-13-15,0 0-3 0,0 0-2 16,0 0-2-16,0 0 1 0,0 0 1 16,0 0 0-16,0 0-17 0,0 0-119 15,0-2-32-15,0-1-65 0,0 1-279 16,-7-2-211-16,3-1-267 0,15 21 592 0</inkml:trace>
  <inkml:trace contextRef="#ctx0" brushRef="#br0" timeOffset="30006.07">25204 7467 826 0,'0'0'758'0,"0"0"-387"0,0 0-47 0,0 0-162 0,0 0-107 0,0 0 129 0,-12 84 89 0,12-40-39 16,6 10-59-16,5 5-48 0,1 7-57 15,0-4-26-15,1 4-31 0,-1-2-13 16,1-4 0-16,-1-3-48 0,-2-4-75 16,3-10 18-16,-3-3-32 0,2-10-55 15,-3-5-91-15,-3-7-24 0,0-7-227 16,-4-5-218-16,2-6-252 0</inkml:trace>
  <inkml:trace contextRef="#ctx0" brushRef="#br0" timeOffset="30689.58">25488 7274 1164 0,'0'0'179'16,"0"0"-49"-16,0 0 62 0,0 0 61 16,105-35-3-16,-62 31-66 0,11 2-32 0,6 2-55 15,12 0-20-15,13 0-25 0,6 0-17 16,10 2 4-16,7 2 6 0,10 1-19 15,0 2-26-15,-7 1-22 0,-3 1-32 16,-15 0 21-16,-13 2-25 0,-16-4 20 16,-8 1 2-16,-16-2-9 0,-14-3-16 15,-5 2 12-15,-13-4 14 0,-1-1 35 16,-7 0 29-16,0 0 78 0,-7 0-107 0,-7 0-23 16,-1 0-13-16,-1 0 36 0,6 0 1 15,3 0 2-15,1 0-3 0,6 0 0 16,0 0-58-16,0 0-30 0,0 4 6 15,0 2 82-15,0-1 13 0,0 2-13 16,0 1 0-16,0 0-1 0,0 1 0 16,2-2-2-16,2 4 3 0,-4-1 0 0,2 3 22 15,3 1 14-15,-5 2-10 16,4 7 12-16,0 3-37 0,2 4 1 0,0 8 1 16,0 5-1-16,1 5 18 0,1 4-1 15,0-1 10-15,-2 2-6 0,1-1 3 16,3-3-24-16,-4-3 1 0,-4-4-1 15,0-4 1-15,2-2 23 0,-2-6-7 16,-2-2 1-16,0-6-1 0,-2-1 26 16,-2-6 0-16,0-2-12 0,0-5 18 0,2-2 20 15,-2-4 35-15,2-1 35 0,-2-1-26 16,-3 0-1-16,-1 0 39 0,-6 0-109 16,-15 0-44-16,-6 0 13 0,-15 3 3 15,-6-2 12-15,-10 3-28 0,-17-1 1 16,-4 1 0-16,-10-2 34 0,-2-1-13 15,-4 2 0-15,6-3-19 0,6 1-3 16,12 1 0-16,13 3-16 0,12-1 13 0,15-1-61 16,8 1-59-16,16 1-81 0,9-2-106 15,6-1-432-15,8 0-339 0,13-2-29 0</inkml:trace>
  <inkml:trace contextRef="#ctx0" brushRef="#br0" timeOffset="31410.7">24940 7659 689 0,'0'0'384'0,"0"0"-65"0,0 0-172 0,0 0-76 0,0 0-2 0,0 0 41 0,0 0 173 16,0 0-44-16,0 0-29 0,0 0-13 15,49 8-10-15,-36-5-46 0,-3-1-45 16,0 3-23-16,3-3-12 0,-3 3-10 16,3 1-10-16,3 2-12 0,1 2-27 0,-1 1 0 15,3 1-2-15,-3 0-10 0,-3 1-6 16,-3 0 0-16,-6 4 16 0,-4-2 1 16,-2 3 24-16,-12 2 4 0,-5-1-7 15,-6 0 4-15,-2 0 9 0,-4-1-13 16,9-1-6-16,-3-3-16 0,4-2-12 15,5 0-23-15,12-4-38 0,-3 0-102 16,7-1-161-16,0-2-154 0,0-3-321 16,11-2-554-16</inkml:trace>
  <inkml:trace contextRef="#ctx0" brushRef="#br0" timeOffset="42209.8">26610 8563 1072 0,'0'0'437'0,"0"0"-125"0,0 0-43 0,-85 0-23 0,58 0 45 0,-6 4-14 0,-6 3-34 0,-6 4-67 16,-7 7-30-16,0 6 3 0,-2 6 100 15,9 6-79-15,2 3-41 0,12 3 11 16,20 1-94-16,11-2-10 0,11-4-36 16,24-2-31-16,8-5-28 0,9-6-16 0,12-3-19 15,2-6-32-15,6-2-68 0,1-2-69 16,1 0-77-16,-6-3-164 0,-12-3-185 16,10 2-476-16</inkml:trace>
  <inkml:trace contextRef="#ctx0" brushRef="#br0" timeOffset="43389.48">17478 9096 92 0,'0'0'203'0,"0"0"-80"0,0 0 112 0,0 0 42 0,0 0 0 0,0 0 48 0,0 0-6 0,90-71-50 16,-77 61 6-16,-5 2 13 0,2 3-37 15,-10 4-30-15,0 1-36 0,-10 0-14 16,-8 7-25-16,-9 6-51 0,-8 9-42 16,-5 5-53-16,-5 7-14 0,-5 4 14 0,5 3 59 15,-1 6-27-15,13 1-30 0,6 0-2 16,15 0-22-16,12-1-28 0,10-5-23 16,19-4 32-16,10-7-25 0,11-5-20 15,10-9-50-15,6-7 15 0,13-6-4 16,3-4-170-16,3-5-20 0,6-4 4 0,2-3 10 15,-23 5-388-15,25-11-449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6-02-26T10:52:08.3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17244 10626 2414 0,'0'0'319'0,"0"0"-319"0,0 0-48 0,0 0 48 0,0 0 51 0,124-2 65 0,-56-6-29 15,13-1-33-15,12-1-25 0,8-2-9 0,13 3-18 16,4 0 23-16,6 0 4 0,6 0-10 15,0 3-15-15,0-1-4 0,-4 2 0 16,-2 3-3-16,-6-2-9 0,-8 2-11 16,-11-3 4-16,-14 4-39 0,-7-1-35 15,-14-1-42-15,-10 1-42 0,-8 0-17 16,-9-1-36-16,-6 1-26 0,-10-1-78 0,-7 2-37 16,-4 0-27-16,-6 1-114 15</inkml:trace>
  <inkml:trace contextRef="#ctx0" brushRef="#br0" timeOffset="408.97">19288 10330 636 0,'0'0'296'0,"0"0"-195"15,0 0-36-15,0 0 72 16,0 0 3-16,0 0-23 0,0 0 7 0,83 17-1 16,-71-9 4-16,3-1 13 0,-1 3 2 15,-1-2-9-15,1 4-10 0,-1 1 9 16,3 1-6-16,-1 2 16 0,-3 3 41 15,7 1-80-15,-9 0-11 0,2-1-25 16,-5 1 4-16,3 0-11 0,-6 1 4 16,0 1-13-16,-4-2 12 0,0 1-3 15,-4-2 7-15,-6-1-14 0,-1 0-24 0,-7-2-11 16,1-2-5-16,1-1-13 0,-7-2-15 16,0-4-76-16,0 2-67 15,-1-3-110-15,-1 0-132 0,4-4-362 0,-10-2-559 16</inkml:trace>
  <inkml:trace contextRef="#ctx0" brushRef="#br0" timeOffset="1383">17616 10046 190 0,'0'0'424'0,"0"0"-131"0,0 0 4 0,0 0 38 0,0 0-43 0,0 0-74 0,0 0-33 0,0 0-27 16,0 0-19-16,79-33-13 0,-63 25-17 16,1-5-18-16,1-1-34 0,3-2-18 15,2-1-10-15,-1-2-26 0,-3-2 10 16,6 0-11-16,-5-2 1 0,1-1-2 0,-2 0-1 16,1-2 0-16,-1 0-1 0,0 2-1 15,-1-1-11-15,1 5-3 0,-9 2 14 16,3 4-1-16,-7 5 3 0,4 2 3 15,-10 3 16-15,2 3 0 0,-2 1-6 16,0 0 6-16,0 0 14 0,0 0 8 16,0 0 4-16,0 5 12 0,-2 4-21 15,-4 6-36-15,0 0 2 0,2 3 1 16,1 3 10-16,-1-3-1 0,4 2 8 16,0-7-8-16,0 3 4 0,0-5 3 15,7-3 4-15,3-2 5 0,-2-1 10 0,0-3-12 16,5-2-13-16,3 0 6 0,-5-4 6 15,5-5-6-15,1-3-18 0,1-1-1 0,-1-3-2 16,-1-1-14-16,3 0 14 0,0-1 1 16,-5 0-12-16,5 0 1 0,-5 2 12 15,-3 3 0-15,1 1 2 0,-8 2 10 16,0 2-8-16,-2 4 8 0,4-1-10 16,-6 5 1-16,0 0 0 0,0 0-1 15,0 5 36-15,0 4 31 0,0 4-12 16,0 1-19-16,0 2 19 0,0-2 34 15,0 1-6-15,0-2-41 0,0-5-26 16,5 2-14-16,1-5 8 0,6-1 14 16,-4-1 9-16,7-3-35 0,-3 0-14 0,3-3-11 15,1-2-32-15,3-3-50 0,-9-1-88 16,7 0-90-16,-5 0-233 0,-8 1-527 16,3 1-372-16</inkml:trace>
  <inkml:trace contextRef="#ctx0" brushRef="#br0" timeOffset="12953.35">18015 11444 830 0,'0'0'258'0,"0"0"-203"0,0 0-32 0,0 0 29 0,0 0 26 16,0 0 10-16,0 0-23 0,0 0-13 0,0 0 32 15,0 0 50-15,12-13 38 0,-8 8 0 16,-1 5-10-16,-3-1 13 0,4 1-23 16,-4 0-33-16,0-2-19 0,2 2-13 15,-2-2-20-15,4-2 0 0,2-1-15 16,-2-4-20-16,9 0-29 0,-3-3 13 0,2-1-16 15,-1-2 0-15,5-2 0 0,-1 1-1 16,-1-4-1-16,3-1-1 0,-1-1-13 16,1 1 13-16,1-1 2 0,-7 0 0 15,-1 2 0-15,-2 0-1 0,3 3 2 16,-9 4-2-16,0 2-1 0,2 3 1 0,-2 4 2 16,-2 3 0-16,0 1 2 15,0 0 1-15,0 0-1 0,0 0 1 0,0 2-1 16,0 5 24-16,-6 3-26 0,2 4 0 15,-3 3 2-15,1 1 11 0,2-1-11 16,2 0 1-16,2-3 1 0,0-1-1 16,0-2 0-16,0-3 10 0,0-2-13 15,6-1 3-15,0-1 29 0,1-2 0 16,3-2-3-16,2 0 2 0,1-8 1 16,1-1-9-16,3-4-13 0,-5 1-10 0,3-2-12 15,-3 2 11-15,0-1-2 0,-3-2 1 16,-1 2 1-16,-2 2-1 0,0-1 1 15,1 3-1-15,-3 0 0 0,2 3 1 16,-6 2 0-16,2 1-1 0,-2 2-1 0,0 0 0 16,0 1 3-16,0 0 0 0,0 0-1 15,0 0 0-15,2 0 1 0,-2 5 16 16,0 3 16-16,0-1-4 0,4 0 7 16,-2 0 16-16,5-1 35 0,-3 1 31 15,4-4-50-15,2 1-11 0,-1-4 1 16,3 0 0-16,0 0-10 0,3-3-19 15,-1-4-28-15,3-3-3 0,-7 0-44 16,3-1-70-16,-7-2-88 0,4 1-90 16,-4 1-224-16,-2 4-508 0,-4 2-280 0</inkml:trace>
  <inkml:trace contextRef="#ctx0" brushRef="#br0" timeOffset="13317.87">18772 10934 1072 0,'0'0'563'0,"0"0"-293"0,0 0-105 0,0 0 62 0,0 0 67 0,0 0-65 0,0 0-97 0,0 0-91 16,0 0-37-16,0 0-4 0,37 47-12 15,-31-43-11-15,2-2-5 0,0-1-69 16,-1-1-131-16,3 0-212 0,-4 0-363 16,0 0-463-16</inkml:trace>
  <inkml:trace contextRef="#ctx0" brushRef="#br0" timeOffset="17607.8">15590 12007 1033 0,'0'0'117'0,"0"0"303"0,0 0-342 0,0 0-65 0,0 0 75 16,0 78 45-16,6-46 33 0,5 5 2 0,-1 7-6 15,2 5 16-15,1 7 9 0,1 3 6 16,3 4 37-16,-3-2-70 0,1-1-33 0,-3-8-44 15,-1-6-48-15,-3-6-34 0,-2-5-1 16,0-4-19-16,-4-8-4 0,5-3-27 16,-3-5-52-16,-4-6-80 0,2-1-116 15,2-5-108-15,2-3-96 0,-2 0-125 16,2-5 25-16,1-7 57 0</inkml:trace>
  <inkml:trace contextRef="#ctx0" brushRef="#br0" timeOffset="17982.05">15725 11972 1186 0,'0'0'277'0,"0"0"-277"0,0 0 104 0,91-34 59 16,-48 16 61-16,19-1-39 0,6-4-69 15,5 1-35-15,11-1-6 0,7 1-21 16,6-2 14-16,3 5-42 0,-3 0-26 15,-2 2-45-15,-17 3-7 0,-9 4 1 16,-12 0-11-16,-11 4 7 0,-9 3-58 16,-10-1-134-16,-4 2-117 0,-11 1-124 15,-1 1-167-15,-11 0 228 0</inkml:trace>
  <inkml:trace contextRef="#ctx0" brushRef="#br0" timeOffset="18466.37">16930 11744 145 0,'0'0'609'0,"0"0"-371"16,0 0-238-16,0 0 3 0,0 0 20 16,0 0 107-16,0 0 82 0,0 0-56 15,-2 70-36-15,2-49 30 0,0 4 45 0,2 7 25 16,2 2-71-16,4 6-32 0,5 3-40 16,1 2-6-16,3 2-26 0,-1 3-16 15,1 0-3-15,-1 0-23 0,-3 2-3 16,-1-2 1-16,-2-3-1 0,-4-6-15 15,-1-3 2-15,-1-3-6 0,-2-9 0 0,-2 1 15 16,0-6 3-16,-6-3 1 0,-3-3 0 16,-3-2 1-16,-7 0 1 0,3-1-1 15,-7 0 12-15,-4-4-11 0,4 3 1 16,-12-5 0-16,2 1-2 0,-6-2 2 16,0-1 10-16,-13-2 0 0,-4 5-13 15,-12-1 0-15,0 6 1 0,-11 2 0 16,-3 2 2-16,-3 5 10 0,6 1-12 15,7 0 3-15,8-3 9 0,14-2-13 16,17-5-25-16,4-5-14 0,19-4-116 0,6-3-52 16,4 0-328-16,6-7-128 0,2 1-48 15</inkml:trace>
  <inkml:trace contextRef="#ctx0" brushRef="#br0" timeOffset="19032.05">15950 12880 1084 0,'0'0'303'0,"0"0"-179"0,0 0-30 0,0 0 52 0,0 0-61 0,0 0-24 0,0 0 8 0,0 0 5 16,-52 81 27-16,52-57 6 0,0 1 12 16,0-2-5-16,6-1-2 0,7-5 5 15,3-3-14-15,1-3-17 0,6-5 27 16,-1-5-8-16,1-1-41 0,-2-2-16 15,2-7-16-15,-1-4 6 0,-1 1 10 16,-7-6-3-16,3 0-17 0,-9 0-5 0,-6 1-1 16,-2-1 6-16,0 4 11 0,-10 0-5 15,-13 4-22-15,3-1-12 0,-5 5-16 16,-2 4-25-16,0-1 0 0,2 3-29 16,2 0-19-16,7 0-23 0,1 3-38 15,7 0-46-15,2 1-97 0,2 0-199 16,4 0-125-16,0 0-191 0,10 2 172 0</inkml:trace>
  <inkml:trace contextRef="#ctx0" brushRef="#br0" timeOffset="20184.9">16833 12791 8 0,'0'0'244'0,"0"0"-35"0,0 0 32 0,0 0 69 0,0 0-27 0,0 0-52 0,0 0-20 0,0 0 20 16,0 0 31-16,0 0-29 0,0 0-55 16,-27-26-104-16,20 33-29 0,-3 3-6 15,-6 4 19-15,7 1 3 0,-3 3 19 16,4 0 32-16,-3 1-29 0,5 0-26 15,4 0-15-15,-2-4-10 0,4-1-20 0,4-4-12 16,4 0 0-16,5-4 66 0,1-5 36 16,5-1-26-16,1-1-22 0,3-8-16 15,-2-4-13-15,0-1-12 0,-3-2-1 16,-3 0 1-16,1 0 3 0,-12-1-13 16,3 4 0-16,-7-3 16 0,-3 2-7 15,-5 1-12-15,-4 1-19 0,-5 2-29 16,1 1-56-16,-1 4-39 0,-1 1-44 15,3 3-8-15,3 1-59 0,-3 0-133 0,3 1-209 16,4 3-429-16,-5 1 243 0</inkml:trace>
  <inkml:trace contextRef="#ctx0" brushRef="#br0" timeOffset="21560.95">16675 11849 697 0,'0'0'501'0,"0"0"-234"0,0 0-140 0,0 0 16 0,0 0 19 0,0 0-84 15,0 0-26-15,0 0-33 0,0 65-18 16,-2-42 0-16,-2-1 2 0,4-1 14 0,0 3-17 15,0-2 0-15,0-1 0 0,0 1 52 16,0-1-23-16,0 1-17 0,-2-2-12 16,2 0-19-16,-2-3-1 0,2-2-2 15,0-2 2-15,0-3 1 0,0-2-14 0,2-3 11 16,0-2-8-16,2-1 28 0,-2 0 2 16,3-2 1-16,-3 0 25 0,-2 0 7 15,0 0 19-15,0 0 16 0,0 0 6 16,0 0 27-16,0 0 31 0,0 0-45 15,0 0-45-15,0 0-22 0,0 0-19 16,0 0-1-16,0 0-4 0,4 0-12 16,-2 0 7-16,-2-4 9 0,6 1 22 15,4-2-9-15,1 0 10 0,7-2 22 0,3-2 13 16,2 0 29-16,-1 1-20 0,7-3-19 16,0-1-25-16,-2 4-7 0,2-3-4 15,-2 4-12-15,-4-2-16 0,-5 5 13 16,-3 0-29-16,-3 0-6 0,1 2-65 15,-3-2-97-15,-2 2-42 0,1 0-163 0,-3-1-70 16,4 0-140-16,-4 1 25 0</inkml:trace>
  <inkml:trace contextRef="#ctx0" brushRef="#br0" timeOffset="22357.77">16824 11785 513 0,'0'0'453'0,"0"0"-166"0,0 0-50 0,0 0-9 0,0 0 44 0,0 0-22 0,0 0-59 0,0 0-175 0,0 0-14 16,0 0 27-16,0 0-12 0,-84 81 8 16,65-60 4-16,4-2-12 0,1-4-14 15,4 0 15-15,3-7-18 0,1-1-23 16,6-3-12-16,0-3-33 0,0-1-3 16,6 0 68-16,7-5 3 0,3-7 64 15,1-1-28-15,2-4-33 0,1-1-1 0,-3-1-1 16,-1 6 3-16,-3-3-3 0,3 5 18 15,-5 0 13-15,-5 4-19 16,0 0-1-16,0 3-12 0,-2 1-19 0,-2 3-1 16,-2 0 20-16,0 0 25 0,-2 11 40 15,-8 1-52-15,4 6-13 0,-5 1 0 0,-1 0 0 16,2 0 0-16,1-3-3 0,3-1 0 16,4-2-10-16,-4-2 13 0,6-3 1 15,0-2-1-15,0 0 0 0,0-5-2 16,0 1-12-16,6-2 14 0,-2 0 52 15,7 0-23-15,-3-3 16 0,4-5-16 16,1-1-14-16,-5 2-15 0,4 1-2 16,-1 2-1-16,-9 3-26 0,0 1-7 15,2 0-6-15,-2 1 29 0,2 6 13 16,-2 3 4-16,-2 0-1 0,4 0-1 16,-2 3-2-16,-2-4 0 0,5 0-13 15,-3-1 13-15,2 0 1 0,-4 1 28 0,0-1 23 16,0 1 9-16,-4-1-13 0,2-1-12 15,-3 1-8-15,-1-3-5 0,4 0-23 16,-2-2-2-16,4-2-21 0,0 0-15 0,0-1-17 16,0 0-19-16,4 0-6 15,2 0 44-15,1 0-67 0,-1 0-195 0,6-1-244 16,-8 1-233-16,3-1-20 0</inkml:trace>
  <inkml:trace contextRef="#ctx0" brushRef="#br0" timeOffset="35930.08">19948 9737 1604 0,'0'0'201'0,"0"0"-123"0,0 0-78 0,0 0 4 0,0 0 93 0,-2 82 140 0,2-41-24 16,0 5-13-16,6 8-6 0,0 5-44 15,4 1-15-15,3 4-42 0,-3-1-58 0,3-3-35 16,-5-1-11-16,-6-5-17 16,-2 0-8-16,0-5-12 0,-6-1-48 0,-9-3 67 15,-3-4 13-15,-3-1-22 0,0-5 12 16,1-3-22-16,-3-2-23 0,6-3-22 16,-1-6-26-16,3 1-33 0,3-9-16 15,6-5 9-15,-1-3 0 0,7-5-20 0,0-2-38 16,0-8-115-16,7-4-92 15,-1 1-13-15,6-14 82 0</inkml:trace>
  <inkml:trace contextRef="#ctx0" brushRef="#br0" timeOffset="36322.24">20148 9710 1168 0,'0'0'286'0,"0"0"17"0,0 0-76 15,0 0-23-15,0 0 36 0,0 0 24 16,0 0-29-16,0 0-33 0,0 0-26 16,91 2-8-16,-41-2-95 0,12 0-73 15,0 0-57-15,8-1 38 0,0-3 16 16,5 2-29-16,3 2 0 0,1-1 13 16,-1 1-6-16,5 0-16 0,-2 0 15 0,-3 0-12 15,-3 0-96-15,-9 0-126 0,-4 0 99 16,-4 0-4-16,-9 0-71 0,-9 0-149 15,-5 0 4-15,-8 0 62 0,-9 1-98 16,-3-1-130-16</inkml:trace>
  <inkml:trace contextRef="#ctx0" brushRef="#br0" timeOffset="36638.94">21670 9717 1046 0,'0'0'261'0,"0"0"-73"0,0 0-9 0,0 0 59 15,-44 64-5-15,36-37-61 0,-2 9-43 16,3 5-6-16,1 8-49 0,4 6 68 16,-2 6 47-16,4 6-96 0,0 5-13 15,0 1 3-15,4 1-25 0,4-2-30 16,-1-4-28-16,-1-3-15 0,4-5-11 15,-6-5-19-15,2-6-19 0,-1-7-25 16,-3-6-59-16,4-8-25 0,-6-9 31 0,0-6-65 16,0-4 29-16,0-6 0 0,0-3-59 15,0 0 3-15,0-6-95 0,-6-2-55 16,-1-5-43-16,1-1 166 0,4-4 95 16</inkml:trace>
  <inkml:trace contextRef="#ctx0" brushRef="#br0" timeOffset="36857.65">21442 10662 216 0,'0'0'294'0,"0"0"-43"0,-89 19 61 15,44-4 14-15,-1-3-72 0,-7 2-40 16,-5-1-71-16,-4 1-30 0,-6 0-25 16,-5-1-1-16,-1 0-19 0,1-3-3 15,1-2-23-15,4-3-19 0,2-3-23 16,8-2 0-16,4 0-13 0,2 0-10 0,11 0-55 15,2-2-96-15,6 0-31 16,4 0 1-16,8 1-11 0,-2 1-87 0,7 0-60 16,3 0 76-16,5 0 110 0,6-2 32 15,2-5-120-15</inkml:trace>
  <inkml:trace contextRef="#ctx0" brushRef="#br0" timeOffset="37190.03">20605 10122 1783 0,'0'0'379'0,"0"0"-301"0,0 0-59 0,0 0 49 0,0 0 72 0,101-14 8 0,-63 9-58 15,3-2-63-15,-2 0-27 0,-6 0-22 16,2 1-1-16,-6 1-6 0,-2-1-45 15,-2-1-107-15,-4 0-250 0,-9 2-268 16,3-3-385-16</inkml:trace>
  <inkml:trace contextRef="#ctx0" brushRef="#br0" timeOffset="37380.69">20897 10151 1543 0,'0'0'273'0,"0"0"-162"15,0 0-24-15,0 0 153 0,-21 84 61 16,21-57 18-16,0 0-56 0,0 4-104 0,4-1-60 16,2-2-39-16,5-1-28 0,-5-3-32 15,6-4-48-15,5-2-79 0,-7-6-135 16,7-4-224-16,-9-2-569 0,2-6-311 0</inkml:trace>
  <inkml:trace contextRef="#ctx0" brushRef="#br0" timeOffset="38747.79">21748 10278 1456 0,'0'0'569'0,"0"0"-413"0,0 0-134 0,0 0-22 0,0 0 85 0,108 11 28 0,-65-11 3 15,9 0-45-15,-3-1-29 0,15-4-41 16,3-2 0-16,9 1 1 0,-2-2-2 16,5 1-3-16,-5 1-23 0,-5 3-51 15,-14-3-175-15,-7 4-245 0,-17-1-248 16,-2 2-289-16</inkml:trace>
  <inkml:trace contextRef="#ctx0" brushRef="#br0" timeOffset="39394.86">22490 10136 471 0,'0'0'348'0,"0"0"-240"0,0 0 48 0,0 0 62 0,83 8-52 0,-52-3-49 0,2 2-22 15,2-1-11-15,-2 5 27 0,0 0 38 16,0 3-6-16,-4 3-24 0,-2 1-18 0,-4 1 25 15,-7 0 29-15,-7 3-30 0,-3-3-15 16,-6 4 18-16,-6-3-13 0,-7-1-45 16,-3 3-22-16,-7-5-16 0,0-2 0 15,-6 1-19-15,3-3-13 0,3-2-13 16,0-3-9-16,7-4-71 0,-1-4-173 16,11 0-107-16,6-4-313 0,0-10-697 0</inkml:trace>
  <inkml:trace contextRef="#ctx0" brushRef="#br0" timeOffset="39883.69">23245 9826 1373 0,'0'0'257'0,"0"0"-20"0,0 0 29 0,0 0-52 0,0 0-88 0,0 0-52 0,0 0 36 0,0 0 90 0,-6 91-24 15,22-47-22-15,3 7-1 0,8 9-42 16,-5 5-28-16,-1 6 2 0,-2 4 73 16,-3-1-79-16,-3 1-79 0,-1-8-15 15,-2-6-45-15,1-9-44 0,-5-8-41 16,-2-9-72-16,-2-9-128 0,2-7-193 16,-2-8-473-16,-2-8-183 0</inkml:trace>
  <inkml:trace contextRef="#ctx0" brushRef="#br0" timeOffset="40232.1">23458 9833 1133 0,'0'0'182'15,"0"0"-136"-15,0 0 65 0,91-9 107 0,-52 4-11 16,13 1-57-16,3 2-8 0,7-1-57 16,11 0-40-16,12 0-23 0,5 0-2 15,16 2-19-15,8-3-1 0,3 4-32 16,10 0-14-16,3 0-5 0,2 0 5 15,-2 0 45-15,-6 0-18 0,-6 1-33 0,-6 2-23 16,-11 0 1-16,-10 0-141 0,-19-1-71 16,-3 1-101-16,-14-2-79 0,-9 0 55 15</inkml:trace>
  <inkml:trace contextRef="#ctx0" brushRef="#br0" timeOffset="40827.11">26286 9761 47 0,'0'0'1114'0,"0"0"-951"0,0 0-65 0,0 0 51 0,0 0 50 0,26 85 5 0,-19-56-9 0,-1 4-27 16,-2 4-77-16,2 5-11 0,2 3 14 16,1 2 12-16,3 2 1 0,0-2-46 15,3-1-61-15,1-2 0 0,-1-4-61 16,-1-5-23-16,-7-2 0 0,-1-3-25 15,-2-5-14-15,-4-4-10 0,0-2-68 16,-6-4-16-16,0-4-40 0,-1-5-13 16,3-1-42-16,4-3-128 0,0-2 16 15</inkml:trace>
  <inkml:trace contextRef="#ctx0" brushRef="#br0" timeOffset="41269.83">26395 10454 70 0,'0'0'1053'0,"0"0"-821"0,0 0-28 16,0 0 99-16,-89 1-18 0,62-1-87 15,-6 0-50-15,-2 2-22 0,-8-2-29 16,-9 0-20-16,-8 0-28 0,-10 0-24 16,-15 1 11-16,-4-1 28 0,-18 0 42 0,-5 0-14 15,-12 0-44-15,-8 0-29 0,-7 0-4 16,-8 0-15-16,3 0-25 0,-1 0 12 16,0 0-29-16,9 0 17 0,8 0 25 15,20 0-38-15,13 0 12 0,12 0-32 16,15 0-3-16,17 0 13 0,7 0-45 0,15 0-42 15,7-1-4-15,5-1-3 0,5 2-1 16,7 0-19-16,-1-1-6 0,2 1 12 16,4 0-3-16,-2 0 48 0,2 0 40 15,-4 0 9-15,4 0 0 0,0 0-20 16,0 0 8-16,0 0 41 0,0 0 33 16,0-3 26-16,4 1-13 0,4-1-13 15,1 0-16-15,3-1-23 0,-2 2-137 16,-1 0-417-16,-57 21 259 0</inkml:trace>
  <inkml:trace contextRef="#ctx0" brushRef="#br0" timeOffset="41856.51">24342 10049 955 0,'0'0'335'0,"0"0"-250"0,0 0 13 0,0 0 185 0,0 0 31 0,0 0-77 0,0 0-82 0,48 72-26 0,-36-53-29 16,1 3-19-16,-1 0-44 0,-1-1-37 15,-1-2 0-15,-4-3-1 0,6-1-12 16,-5-5 1-16,-5-1-1 0,0-2 9 16,2-4-25-16,-2 0-32 0,-2-3-45 0,0 0-30 15,0-6-71-15,-6-1-234 16,4-5-112-16,0 2-128 0,-5-7 192 0</inkml:trace>
  <inkml:trace contextRef="#ctx0" brushRef="#br0" timeOffset="42113.6">24378 10064 220 0,'0'0'140'0,"0"0"-3"16,0 0 22-16,0 0 4 0,0 0-10 16,0 0-16-16,0 0-3 0,0 0-1 0,88-58 27 15,-67 56-17-15,4 0 3 0,-2 2-13 16,-1 0 6-16,-5 0 1 0,6 4 2 16,-13 2-13-16,0 1-45 0,-8 0-3 15,3 3 12-15,-5 0 39 0,-7 0 3 16,-3 2-48-16,-7-1-36 0,1 0-32 15,-5 0-6-15,3-2-13 0,-1-1-1 0,3-1-15 16,5-4-4-16,-1 0-53 16,8-2-84-16,4-1-68 0,0 0-50 0,0 0-191 15,4-4-132-15,2 1-106 0,6-5 82 16</inkml:trace>
  <inkml:trace contextRef="#ctx0" brushRef="#br0" timeOffset="42433.74">24892 10025 753 0,'0'0'609'16,"0"0"-381"-16,0 0-105 0,0 0 79 15,0 0-4-15,0 0-53 0,0 0-25 16,0 0-45-16,-78 65-37 0,74-49-15 16,2-1-10-16,2 0 0 0,2 0 16 0,4 0 0 15,4-3-7-15,3-1 7 16,1-3 0-16,0 0 17 0,5-7-8 0,0 1-6 15,3-2-9-15,-3 0-10 16,8-5-10-16,-4-1-3 0,-1-4-1 0,1 3 0 16,-6 0 1-16,5-4 1 0,-11 4 1 0,5-4 11 15,-7 0 0-15,1 3 6 16,-10-4-16-16,2-1 17 0,-2-2-8 0,-6 3 1 16,-7 0-12-16,-5 0-1 0,1 1-13 15,-6 5 1-15,7 0-11 0,-7 3-22 16,7 2-16-16,-1 1-58 0,5 0-36 15,3 0-68-15,3 0-150 0,4 3-167 16,-2 1-137-16,4 0 158 0</inkml:trace>
  <inkml:trace contextRef="#ctx0" brushRef="#br0" timeOffset="42606.19">24892 10025 57 0,'85'43'133'16,"-83"-39"79"-16,2 2 6 0,2 1-2 0,1-2 8 15,-1 5-9-15,-2-2-29 0,2 3-11 16,0-2 4-16,5 2 42 0,-5-2-30 15,4 0-45-15,1-3-33 0,1 4 6 16,0-5 13-16,3-2-22 0,-3 1-46 0,7-2-35 16,-9 0-26-16,1-1-3 0,-3 1-3 15,2-2-32-15,-6 0-65 0,7-2-180 16,-5-1-180-16,6-4-595 0</inkml:trace>
  <inkml:trace contextRef="#ctx0" brushRef="#br0" timeOffset="43311">26678 10185 1971 0,'0'0'307'0,"0"0"-306"0,0 0 88 0,79 1 50 0,-34-1 78 0,13-2-86 0,8-6-57 16,3 0-53-16,5-2-21 0,-2 2-13 0,5 1-13 15,-5 0-16-15,-2 2-16 16,-1 0-115-16,-5 0-193 0,-17 2-390 0,5-2-551 0</inkml:trace>
  <inkml:trace contextRef="#ctx0" brushRef="#br0" timeOffset="43606.33">27518 9929 1498 0,'0'0'344'0,"0"0"-344"0,0 0 26 16,0 0 65-16,0 0 149 0,0 0-39 0,99 60-56 15,-64-39-58-15,0 0-9 0,4 1-4 16,-6 1-10-16,-4 4-22 0,-2 1-7 16,-4 2 10-16,-7 1 112 0,-3-5-71 15,-9 2-60-15,-4-5-13 0,-10-2 12 16,-13 0-9-16,-8-3-16 0,-6 0 0 15,-11-1-19-15,-4-3-16 0,1-2-29 16,-1-3-3-16,9-4 16 0,3-5-4 0,9 0-25 16,11-1-42-16,1-5-13 0,9-1-30 15,6-1-91-15,4-1-233 0,4 1-97 16,6 1-170-16</inkml:trace>
  <inkml:trace contextRef="#ctx0" brushRef="#br0" timeOffset="44126.34">28497 9875 1737 0,'0'0'354'0,"0"0"-195"0,0 0 28 0,0 0-25 0,0 0-53 0,0 0-12 0,0 0 179 0,0 0-49 15,23 76-103-15,-6-40-19 0,-3 6-26 16,1 2-9-16,1 8-45 0,-8-1 41 16,1 2-9-16,-5-1-57 0,-4-7-13 15,0 1-12-15,0-8 0 0,0-2-38 16,-4-7-80-16,-3-6-69 0,5-6-163 16,-6-7-185-16,4-5-497 0,-4-5-182 0</inkml:trace>
  <inkml:trace contextRef="#ctx0" brushRef="#br0" timeOffset="44782.08">28373 9705 1608 0,'0'0'224'0,"0"0"-123"0,0 0-46 16,0 0 4-16,69-66 51 0,-36 52 52 15,6 2-36-15,6 2-29 0,1 1-16 16,3 2-27-16,1 3-28 0,8 0 13 16,-2 0 3-16,6 3-42 0,0 1-4 15,-2-2-37-15,0 2 15 0,0 0 24 16,2 0-18-16,-7 0-22 0,3 0-9 16,-8 0 19-16,-5 0 2 0,-12 0 14 15,-10 0 3-15,-6 0 1 0,-7 0 12 0,-4 0 19 16,-6 0 20-16,0 0-7 0,4 0-32 15,-2 0-32-15,3 0-14 0,1 0 17 0,2-1 16 16,4 1-3-16,1 0 3 16,-5 0 13-16,5 0 0 0,-5 0 3 0,-2 1 32 15,0 1-9-15,0-2 6 0,-6 1-6 16,5 2 22-16,-3-2 46 0,2 3 6 16,-4-2 12-16,2 3 74 0,2 0-68 15,0 3-28-15,2 2-20 0,1 2-3 16,9 3 12-16,-6 3 16 0,9 6-25 15,6 0-48-15,6 5-10 0,2 3-12 16,6 1 0-16,7 4-19 0,5 1 16 16,5 2-19-16,0-3 9 0,0 3 1 15,-5-3-20-15,-1-2-3 0,-5-3 35 0,-11-4 0 16,-12-4 0-16,-3-4 0 0,-9-1 1 16,-10-3 2-16,-6-2 34 0,-10 2 1 15,-13-2-6-15,-11-1-3 0,-9 1 15 16,-11-1 12-16,-11-1-2 0,-3 1 74 15,-11-1-26-15,-4 1-43 0,-6-3-16 0,-2 4-18 16,0-1-6-16,4 0 0 0,14 1-7 16,9-1-12-16,12-2-2 0,19-3-16 15,10-1-7-15,6-1-10 0,11-3-43 16,4-1-38-16,6-2-54 0,2 0-95 16,0-2-152-16,0-7-77 0,0 1-24 15,0-3-118-15,0 0-126 0,-13-2 103 0</inkml:trace>
  <inkml:trace contextRef="#ctx0" brushRef="#br0" timeOffset="45156.55">29206 9890 1843 0,'0'0'322'0,"0"0"-183"0,0 0-23 0,0 0 120 0,0 0 63 0,-14 84-49 0,14-58-94 15,2-2-96-15,8 1-41 0,-1-2-19 16,1-5-19-16,-4 0-6 0,4-2-10 16,3-4-29-16,-3-2-73 0,-4-5-94 0,-2-3-81 15,1-2-153-15,-3 0-211 0,-2-10-438 16</inkml:trace>
  <inkml:trace contextRef="#ctx0" brushRef="#br0" timeOffset="45403.42">29151 9849 1198 0,'0'0'319'0,"0"0"-177"0,0 0-141 15,0 0 115-15,0 0 186 0,74 6-75 16,-37 3-78-16,2 7-36 0,1 2-7 15,5 1 68-15,-10 4 34 0,-2-1-16 16,-6-1-39-16,-4-2-26 0,-11-2-22 16,-7-1 5-16,-5-2 35 0,0-3-7 15,-11 1-40-15,-1-2-29 0,-7 0-26 0,-1-1-27 16,-3 0-16-16,-4 0-19 0,4-2-27 16,-6-2-73-16,7-3-70 0,1 1-35 15,-2 0-81-15,4-3-142 0,9 0-153 16,0 0-413-16,-3 0-142 0</inkml:trace>
  <inkml:trace contextRef="#ctx0" brushRef="#br0" timeOffset="52043.01">17430 12239 118 0,'0'0'108'0,"0"0"-36"0,0 0 35 0,0 0 43 0,0 0 30 0,0 0-37 0,0 0-19 0,0 0 9 15,0 0-19-15,0 0-19 0,0 0 9 16,0 0 29-16,-10 0 52 0,10 0 14 16,0 0 5-16,0 0-26 0,0 0-13 0,0 0-46 15,0 0-38-15,0 0-17 0,0 0-16 16,0 0-9-16,0 0-13 0,0 0-10 16,0 0-13-16,0 0 0 0,0 0-3 15,0 0-1-15,0 0-1 0,0 0 2 16,0 0 0-16,0 0 0 0,0 0 2 15,0 0 0-15,0 0-2 0,0 0-13 16,0 0-6-16,0 0 19 0,0 0 16 16,6 0 32-16,-2 0-16 0,2 0-3 15,-6 0-6-15,6 0-4 0,-2 0 7 0,3 0-14 16,-1 0 1-16,4 0 3 0,-1 0-13 16,-1 0-3-16,8 0 4 0,-3 0-2 15,3 0-1-15,-3 0 0 0,3 0-1 16,-5 0-3-16,5 0-17 0,-4 2-2 15,3-1 9-15,-1 1 12 0,3 0 1 16,-7 1 1-16,3 2 1 0,3-3 9 0,-5 2-11 16,5-2-2-16,-1 2 2 0,-1 0 2 15,9 1-2-15,-7-1 0 0,7 0-1 16,-2 0 0-16,4 1 1 0,-3-1 0 16,5 1-1-16,2 0 2 0,0 1 14 15,2 3-15-15,-2-2 0 0,8 4 2 0,0-3-2 16,3 2-31-16,-5-2 30 0,4 0-12 15,-2 1 13-15,-2-2 1 0,5 0 2 16,-7 1-2-16,4-1-1 0,-2-1-28 16,0 0 25-16,-2 0 1 0,0-1 2 15,3-2 25-15,3 3-22 0,-6-2 26 16,6-1 0-16,-6 0-10 0,9-1-16 16,-3 3 23-16,-6-1-23 0,6-1 22 15,-4 1 49-15,5-2 47 0,-1 3-54 16,4-4-26-16,3 0-25 0,-1 1-14 0,1-2 11 15,1 0 6-15,1 1-18 0,-3-1-1 16,1 1-3-16,-3-1 3 0,3 2 1 16,-1 0 15-16,-6 0-1 0,7 2 4 15,-3-1 7-15,3-2-1 0,-1 3-6 16,1-2 3-16,3 1-20 0,3 0 17 0,-2-1-6 16,-1 0 3-16,-1 0-4 0,8-2 29 15,-7 0-12-15,3 0-7 0,-2 0-7 16,-3 0 1-16,3 0-3 0,-7-4 2 15,3 1 11-15,-3-2-24 0,2-1-1 16,1 2 0-16,-5-2 1 0,9 1 0 16,-5-1 1-16,3 0-2 0,-1-1-1 15,5 3-1-15,-2-2 0 0,1 2 1 16,-3 0-2-16,-1 1 0 0,3 0 1 16,-2 0 1-16,1 2 2 0,-3-1-1 0,-3 0-1 15,-4 0-3-15,5 1-16 0,-5-2 17 16,-2 2 2-16,3-2 0 0,-1-1 0 15,-4 2 2-15,4-3-1 0,5-1 1 0,1 1 0 16,1-2 20-16,-3 0-6 0,9 1 9 16,-3-1-9-16,3 2-15 0,4-1 11 15,0 2 10-15,2 0-9 0,-5 0-11 16,5 0 1-16,-4 2-1 0,0-1 0 16,-9 1-2-16,5-1 1 0,-5 0 1 15,-3 0 0-15,1 1 0 0,-2-2 1 16,3 2-2-16,-5-4 0 0,4 2-1 15,-3 2 0-15,9-3 3 0,-1 3 9 16,3-1-12-16,3 0 1 0,4 0 1 16,0 2 1-16,2 0 10 0,-2 0-12 15,0 1 39-15,-5 0-28 0,-1 0-11 16,-2 0 0-16,-9 0-1 0,-2-1-12 0,-1-2-7 16,-3 2 19-16,-2-2-1 0,0 0 0 15,0 0 1-15,0-1 0 0,4-2 1 16,0 3-1-16,-4-1 0 0,7-1-1 15,-1 1 1-15,0 1 0 0,3-1 12 16,-3 2 10-16,4-1-10 0,-3 2-9 0,1 0-3 16,-2 1-1-16,5-3-1 0,-5 2 0 15,2-2-10-15,-1 1-1 0,-1-1 10 16,0-1 2-16,0 2 1 0,-1-1 0 16,-3 1 1-16,-2-2 0 0,6 1 0 15,-4 1 0-15,0-1-1 0,-2 0 2 16,5 1 0-16,-3 1 10 0,-2-1-9 15,2 1 31-15,4-1-12 0,-6 2-19 0,7-1 10 16,-1 0-10-16,-4 1 0 0,2-1 10 16,-2-2-12-16,-4 3 0 0,2-2-1 15,-2 1-1-15,-2-2 0 0,4 1-2 16,1-2 2-16,-3 3 1 0,2 0-1 16,0 0-1-16,4 0 0 0,-2-1-1 15,-2 1-9-15,4 0 10 0,1 0-2 16,-5-2 3-16,0 3 1 0,0-2 0 0,0 2 1 15,-2-4 2-15,2 3-1 0,0 0 0 16,2 0 23-16,4-2-10 0,1 2 29 16,-1 0-29-16,0-2-12 0,5 2 0 15,-3-1 0-15,2 0 9 0,-3-1-11 16,-5 2 1-16,2-1 1 0,-4-1 0 16,0 1-2-16,-2-1 0 0,4 0-1 15,-2-1 1-15,5 1-1 0,-1 0 0 16,-4-1 0-16,0 1-1 0,2-2 1 15,-2 3 0-15,0-2 2 0,7 1 0 0,-5 1-2 16,-2-2 0-16,0 1-2 16,-4 0 0-16,2-1 1 0,-4 0 0 0,-1 0-1 15,-3 1 2-15,4 1-1 0,-4-1-1 16,6-1 2-16,-6 0 0 0,3 2 1 0,3-1-2 16,-6 0 1-16,4-1 0 0,-4 0 0 15,-1 1 0-15,1-1 2 0,0-1 0 16,0 3 0-16,-1-3 1 0,1 3-1 15,0-4 2-15,4 2-3 0,-5-2-1 16,5 2 0-16,-2 1 0 0,2-1-1 16,-4 2 1-16,-1-3 0 0,1 1 0 15,2 1 1-15,-4-3 0 0,1 1 0 16,-1 3-1-16,-2-3 0 0,-3 1-1 16,3 0 1-16,-5 1 0 0,5-2 1 15,-5 2-1-15,5-1 1 0,2-2 1 0,-3 1 10 16,-1 0-11-16,3 0 0 0,1 0 0 15,0 0 1-15,-3 0 0 0,1 2 2 16,0-1 8-16,-3-1-9 0,-3 3-2 16,3-2-1-16,-1-2 1 0,-1 5-1 0,3-4 0 15,-1 3 1-15,1-2 0 16,-7 0-1-16,7 0 1 0,-3 0 2 0,0-3 10 16,-1 2-11-16,5-1 0 0,-3-1 0 15,1 1 10-15,1 0-12 0,0-1-1 16,1 1 0-16,-3 0-1 0,3 0 2 15,-3 0 0-15,-1 1 1 0,-1-2 1 16,-5 3 0-16,2-2 14 0,-4-1 2 16,1 2 4-16,-1 2 9 0,0-3-6 0,0 1-4 15,5-2-8-15,-1 0-10 0,2-1-1 16,-1 1 10-16,1-2 3 0,5 2-11 16,-7-1 11-16,2 0-13 0,5-1 1 15,-7 2 9-15,3-1-9 0,3 1-2 16,-6-1-1-16,3 1-1 0,-3 1-2 15,3-1 1-15,-3 0-1 0,0 0 3 16,-1 0 1-16,1-1 0 0,0 0-1 0,1-1 0 16,-3 3-1-16,2-2 0 0,0-1 1 15,3 1 1-15,-7 1 2 0,6-1 10 16,-3-1-12-16,-3 2 2 0,0 0 15 16,0-3-16-16,-2 4 14 0,3-2-15 15,-1-1 0-15,0 2 0 0,-2-1 1 16,0-1 0-16,3 0 0 0,-1-1 0 0,0 1-1 15,0 0 0-15,2-2-1 0,1 2 0 16,-3-1-1-16,4 2 0 0,-2 0 0 16,1-1 1-16,-3 0 2 0,0 0 1 15,4 2 12-15,-3-1-2 0,1-1-11 16,-2 1-1-16,0-1 2 0,-4 3 0 16,5-1 0-16,-1 1 9 0,-2 0-11 15,2-1-1-15,-2 2-1 0,-4-1 1 16,7 1 0-16,-3-2 0 0,-2 1 0 15,4-1 0-15,0 0 0 0,0-2 1 0,1 2 0 16,-3 1 1-16,0-2-1 0,2 2-1 16,0-4 1-16,-2 3 2 0,-2-1-1 15,3-1 1-15,1 0 9 0,-6 0-10 16,6-2 0-16,-4 3-2 0,0-2-1 16,4 3-1-16,-2-1-10 0,-2 1 11 15,3 1-1-15,-3 1 2 0,2-1-1 16,-4 1 1-16,6-1 1 0,-6 1 1 0,6 0 0 15,-6-2 0-15,4 1-1 0,0 0 0 16,-1-1 0-16,3 1-1 0,0-2 0 16,-2 2 1-16,2-4-1 0,0 3 0 15,-3 0 1-15,-1-3 0 0,4 2 2 16,0-3-1-16,-2 2 0 0,2 0 10 16,1-1-11-16,-1 0 1 0,-4-1-1 15,4 1-1-15,-4-2-1 0,4 3-1 16,-2-1 0-16,-2 1-1 0,3 1 1 0,-3 2 1 15,2 0-1-15,-2 3 0 0,2-2 0 16,-4-1-1-16,6 1 0 0,-6 1 2 16,2-3-1-16,0 0 0 0,3-1-11 15,-3-2 10-15,2-1-12 0,-2 0 3 16,2 0-10-16,2-1 20 0,-4 3-16 0,2-1 15 16,3 2 1-16,-7 3-1 0,4-2 2 15,0 1-12-15,-2-3 1 0,4 2 10 16,0 0-1-16,-6-1-10 0,6 2-2 15,-1-1 13-15,-5 2 2 0,0 0 2 16,0 1 13-16,0 3-11 0,0-2 8 16,0 2-10-16,0 0 0 0,0 1 0 15,0 0 0-15,0 0 0 0,0 0-1 16,0 0 1-16,0 0 0 0,0 0 1 16,0 0 10-16,0 0-1 0,0 0-11 0,0 0-1 15,0 0-1-15,0 0-11 16,0 0 10-16,0 0 0 0,0 0-2 0,-7 2-11 15,-3 2-13-15,-4 4 13 0,-5-1 12 16,5 1-13-16,-1 2 4 0,-2-3-10 0,1 2 7 16,-1 1 12-16,-1 2 1 0,1-2 0 15,-5 1 0-15,5 2 2 0,-6-5 0 16,7 2 0-16,-1-2 0 0,5-2 1 16,4-1-1-16,-1 1-2 0,3-3-1 15,2-1 2-15,4 0 1 0,-2-2 2 16,2 0 10-16,-4 0-9 0,4 0 9 15,0 0-8-15,0 0-4 0,0 1-1 16,0-1-15-16,0 0 1 0,0 0-1 16,0 0 1-16,0 0-4 0,0 0 16 15,6 0-12-15,0 0 15 0,11-1 37 0,-1-2-16 16,1-2-19-16,-1 0 2 16,7-2-1-16,-6 2 12 0,1-4-13 0,3 0 0 15,-3 2-1-15,3-4 0 0,-2 1 2 16,1-2 10-16,-1-1-10 0,-2 1 9 15,-1 3-9-15,-4-3 0 0,1 1-2 0,-1 1 0 16,-3 0-1-16,7 1-2 0,-12 1-1 16,9 2-9-16,-7-1 10 0,4 2-14 15,-4 2 13-15,1 0-18 0,-3 0-1 16,2 2 4-16,0 1-1 0,-2-1 4 16,-2-1 12-16,2 2-10 0,-2-1 11 15,-2 1 1-15,5-1-1 0,-5 1 1 16,0 0-1-16,0 0-1 0,0 4-7 15,0 4 10-15,0 2 25 0,0 1-12 0,0 3-11 16,0 1 10-16,0 0-10 0,0 3 1 16,0-1 16-16,0 1-18 0,0-3 11 15,6 1-12-15,-4-3 3 0,0-1 22 16,4-1-10-16,0-1-15 0,1-2 0 16,3-1-3-16,-2 0-18 0,0-3 2 15,5-2-18-15,-3-2-31 0,7 0-100 16,-1-2-45-16,3-6-60 0,-3-2-139 0,1-2-254 15,-7 1-473-15,-4-11-389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D73FB-FAF0-BDC2-66AE-98D73F1C5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185009-32FA-809F-C486-1BB4843FD9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40123-C16B-EBCB-6489-97A67D9A7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4830-CB2F-4A88-B663-84BB247D9DB6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AF0D6-A890-897B-6472-C07E5D48D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20FAF-FC8E-64AE-983B-53F7106C7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89AC1-3D9C-449D-9645-EF7A538B1A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104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913C0-8452-51A4-617D-A4EB40B49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F6A84-94ED-9B68-C5DA-F47716BAD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DA515-0AA9-3986-766B-004657B04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4830-CB2F-4A88-B663-84BB247D9DB6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A7912-2EAB-8622-6255-EB3EBAA4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AFF5A-8D6B-A64A-0340-C3ECACA59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89AC1-3D9C-449D-9645-EF7A538B1A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10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2D706-EB12-0ADF-0D40-663B5B3A9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167D5-BDEF-3823-ABFC-AF112778A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830EF-532C-987B-C1A8-48BD1F9BE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4830-CB2F-4A88-B663-84BB247D9DB6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B0B3E-C009-7E7A-0251-BF713CCA0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DA94-2E75-0DDB-5A3C-2D491C312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89AC1-3D9C-449D-9645-EF7A538B1A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2699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5DDAC-0141-D920-8FD9-243F81DD0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4DE4C-05FF-DA21-947E-E4E0C2885F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D3C3C-A283-DE53-215B-CA016581A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32AFE-6E8E-C733-DEC6-69CEF6325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4830-CB2F-4A88-B663-84BB247D9DB6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9B6EC-65A4-91F2-09D4-6FC129C9F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2A39F-ED43-90E0-05EE-CB277372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89AC1-3D9C-449D-9645-EF7A538B1A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9352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B362-D4A2-3303-F046-8890771FF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E6478-CE93-D01A-82F9-3D72A1CD7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DC450D-39F7-8969-CC27-39ED066C8F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12EC71-2DA4-C108-42EB-987CEAE90F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90BA13-465F-4119-3778-F455C2A22F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8DB35E-F945-A801-6853-21750F470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4830-CB2F-4A88-B663-84BB247D9DB6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ECF03A-F9B7-C412-6AB7-CE452CE86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115486-44AC-D8D9-5546-BF08410B1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89AC1-3D9C-449D-9645-EF7A538B1A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314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29B26-CD9A-9308-6A10-A44D95479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118872-85BF-1B43-4884-6F1C8D9B6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4830-CB2F-4A88-B663-84BB247D9DB6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DD069C-1F0C-9F13-866B-98C555C1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4F6056-0379-37B9-6172-B1606717F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89AC1-3D9C-449D-9645-EF7A538B1A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460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418132-4943-98D2-4626-FAFE7250B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4830-CB2F-4A88-B663-84BB247D9DB6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CB6EDB-4898-2D85-2CF6-8FA113399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E50F5-22A8-1166-565E-02B82CCCA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89AC1-3D9C-449D-9645-EF7A538B1A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682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C3AD7-F13A-9209-729E-6CE1862A3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46C67-8148-B52B-E838-F34F32B89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79EE02-A509-9F61-0AA7-226CDC39E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958E7-8203-3643-7943-3FB87E1A5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4830-CB2F-4A88-B663-84BB247D9DB6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FBFBA5-55BE-099F-1A3D-3EE593D51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EEEE1-AF57-89F6-5A12-649274432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89AC1-3D9C-449D-9645-EF7A538B1A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6872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D57E8-0E58-E6DE-F9C2-71B39564F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7BAB10-4757-C4C1-5A90-FAE6679F1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013DA9-AB3C-09D0-4398-AC0B9EBE94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60570-D694-01AD-CC51-00B4C3ED5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4830-CB2F-4A88-B663-84BB247D9DB6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22671D-2EDC-23FD-7F77-9DCCF2117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483C3E-A8A3-CB41-6FAB-B83BE4F34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89AC1-3D9C-449D-9645-EF7A538B1A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7763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B5611-5611-45D9-9BBD-20A6FEA44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216BCC-0084-C384-EBDC-8294A8952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434C3-236A-0EFC-AA54-BD87FAB69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4830-CB2F-4A88-B663-84BB247D9DB6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32A54-DD1A-F1FB-446C-53FD0492C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089CF-B1D6-892F-BD2C-13109A769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89AC1-3D9C-449D-9645-EF7A538B1A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5047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7FE20E-CD8F-3B93-2C80-C17A0CFD45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BF1AE-9D7D-8AD7-1F95-27EA8E740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1D176-8F2C-F7F3-C213-A004D1A2D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4830-CB2F-4A88-B663-84BB247D9DB6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4105B-C995-C3C8-4E21-F976D9B01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005-647D-4A76-74FB-1381A94F6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89AC1-3D9C-449D-9645-EF7A538B1A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796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05DFE3-CF1A-FDC1-4F2E-9D3D50A2E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CDF27-9B0B-092E-458D-0C40B01E4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7D182-71A6-86E1-A63B-B2890637A6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C94830-CB2F-4A88-B663-84BB247D9DB6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6589F-5B83-2A4F-B27B-CAF6969F6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3A3E7-D332-42AC-0EEB-4D3C66C355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89AC1-3D9C-449D-9645-EF7A538B1A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873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D1642-E48B-85F1-CE05-D9A8DF3FAD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Problem Structuring and Modelling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E6F34B-2E63-1951-5D70-91D8EB719E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Emergency Department</a:t>
            </a:r>
          </a:p>
          <a:p>
            <a:endParaRPr lang="en-GB" dirty="0"/>
          </a:p>
          <a:p>
            <a:r>
              <a:rPr lang="en-GB" dirty="0"/>
              <a:t>messy problem → model → decision</a:t>
            </a:r>
          </a:p>
        </p:txBody>
      </p:sp>
    </p:spTree>
    <p:extLst>
      <p:ext uri="{BB962C8B-B14F-4D97-AF65-F5344CB8AC3E}">
        <p14:creationId xmlns:p14="http://schemas.microsoft.com/office/powerpoint/2010/main" val="1519470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D8285-7F73-CAB4-DA38-1BF1AFD9A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Session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C9485-F8C5-8B2F-857D-144128C29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dirty="0"/>
              <a:t>Messy situation  </a:t>
            </a:r>
          </a:p>
          <a:p>
            <a:pPr marL="0" indent="0" algn="ctr">
              <a:buNone/>
            </a:pPr>
            <a:r>
              <a:rPr lang="en-GB" dirty="0"/>
              <a:t>↓  </a:t>
            </a:r>
          </a:p>
          <a:p>
            <a:pPr marL="0" indent="0" algn="ctr">
              <a:buNone/>
            </a:pPr>
            <a:r>
              <a:rPr lang="en-GB" dirty="0"/>
              <a:t>Structure the problem  </a:t>
            </a:r>
          </a:p>
          <a:p>
            <a:pPr marL="0" indent="0" algn="ctr">
              <a:buNone/>
            </a:pPr>
            <a:r>
              <a:rPr lang="en-GB" dirty="0"/>
              <a:t>↓  </a:t>
            </a:r>
          </a:p>
          <a:p>
            <a:pPr marL="0" indent="0" algn="ctr">
              <a:buNone/>
            </a:pPr>
            <a:r>
              <a:rPr lang="en-GB" dirty="0"/>
              <a:t>Build a model  </a:t>
            </a:r>
          </a:p>
          <a:p>
            <a:pPr marL="0" indent="0" algn="ctr">
              <a:buNone/>
            </a:pPr>
            <a:r>
              <a:rPr lang="en-GB" dirty="0"/>
              <a:t>↓  </a:t>
            </a:r>
          </a:p>
          <a:p>
            <a:pPr marL="0" indent="0" algn="ctr">
              <a:buNone/>
            </a:pPr>
            <a:r>
              <a:rPr lang="en-GB" dirty="0"/>
              <a:t>Test ideas  </a:t>
            </a:r>
          </a:p>
          <a:p>
            <a:pPr marL="0" indent="0" algn="ctr">
              <a:buNone/>
            </a:pPr>
            <a:r>
              <a:rPr lang="en-GB" dirty="0"/>
              <a:t>↓  </a:t>
            </a:r>
          </a:p>
          <a:p>
            <a:pPr marL="0" indent="0" algn="ctr">
              <a:buNone/>
            </a:pPr>
            <a:r>
              <a:rPr lang="en-GB" dirty="0"/>
              <a:t>Make a decision</a:t>
            </a:r>
          </a:p>
        </p:txBody>
      </p:sp>
    </p:spTree>
    <p:extLst>
      <p:ext uri="{BB962C8B-B14F-4D97-AF65-F5344CB8AC3E}">
        <p14:creationId xmlns:p14="http://schemas.microsoft.com/office/powerpoint/2010/main" val="3123459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00A7D-29BD-E6D4-1194-6C123A12E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Very brief intro to “Soft OR”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F75670C-6CCF-E6E2-363C-60825E876D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544018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278784C-1CA4-8353-64B4-346AC3F77101}"/>
              </a:ext>
            </a:extLst>
          </p:cNvPr>
          <p:cNvSpPr txBox="1"/>
          <p:nvPr/>
        </p:nvSpPr>
        <p:spPr>
          <a:xfrm>
            <a:off x="1725614" y="5021943"/>
            <a:ext cx="59447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*Further reading:</a:t>
            </a:r>
          </a:p>
          <a:p>
            <a:r>
              <a:rPr lang="en-GB"/>
              <a:t>- Strategic Options Development and Analysis (Eden et al.)</a:t>
            </a:r>
          </a:p>
          <a:p>
            <a:r>
              <a:rPr lang="en-GB"/>
              <a:t>- Soft Systems Methodology (</a:t>
            </a:r>
            <a:r>
              <a:rPr lang="en-GB" err="1"/>
              <a:t>Pidd</a:t>
            </a:r>
            <a:r>
              <a:rPr lang="en-GB"/>
              <a:t> et al.)</a:t>
            </a:r>
          </a:p>
        </p:txBody>
      </p:sp>
    </p:spTree>
    <p:extLst>
      <p:ext uri="{BB962C8B-B14F-4D97-AF65-F5344CB8AC3E}">
        <p14:creationId xmlns:p14="http://schemas.microsoft.com/office/powerpoint/2010/main" val="292996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887462-CDD9-4D53-0F05-BA620B7EB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Examples – Rich Picture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18CFC63-29CD-CE77-19C5-D24A1BAA3D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77669" y="640080"/>
            <a:ext cx="5967869" cy="5550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5326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DD2B74-71DA-A09B-A4E2-3E228F675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Working with groups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F258C6-8000-167D-06FE-61383FD60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8E6D0A4-CC87-E617-C354-AD69C4493E1D}"/>
              </a:ext>
            </a:extLst>
          </p:cNvPr>
          <p:cNvGrpSpPr>
            <a:grpSpLocks/>
          </p:cNvGrpSpPr>
          <p:nvPr/>
        </p:nvGrpSpPr>
        <p:grpSpPr bwMode="auto">
          <a:xfrm>
            <a:off x="4802458" y="4176454"/>
            <a:ext cx="3846455" cy="2536371"/>
            <a:chOff x="417" y="1466"/>
            <a:chExt cx="1900" cy="1414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1FAE011-41B8-0BF3-922E-92DD3DB8E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1633"/>
              <a:ext cx="1645" cy="1247"/>
            </a:xfrm>
            <a:custGeom>
              <a:avLst/>
              <a:gdLst>
                <a:gd name="T0" fmla="*/ 1545 w 1645"/>
                <a:gd name="T1" fmla="*/ 0 h 1247"/>
                <a:gd name="T2" fmla="*/ 1644 w 1645"/>
                <a:gd name="T3" fmla="*/ 9 h 1247"/>
                <a:gd name="T4" fmla="*/ 1543 w 1645"/>
                <a:gd name="T5" fmla="*/ 423 h 1247"/>
                <a:gd name="T6" fmla="*/ 1606 w 1645"/>
                <a:gd name="T7" fmla="*/ 515 h 1247"/>
                <a:gd name="T8" fmla="*/ 1617 w 1645"/>
                <a:gd name="T9" fmla="*/ 600 h 1247"/>
                <a:gd name="T10" fmla="*/ 1606 w 1645"/>
                <a:gd name="T11" fmla="*/ 707 h 1247"/>
                <a:gd name="T12" fmla="*/ 1482 w 1645"/>
                <a:gd name="T13" fmla="*/ 1085 h 1247"/>
                <a:gd name="T14" fmla="*/ 1494 w 1645"/>
                <a:gd name="T15" fmla="*/ 1111 h 1247"/>
                <a:gd name="T16" fmla="*/ 1509 w 1645"/>
                <a:gd name="T17" fmla="*/ 1136 h 1247"/>
                <a:gd name="T18" fmla="*/ 1525 w 1645"/>
                <a:gd name="T19" fmla="*/ 1165 h 1247"/>
                <a:gd name="T20" fmla="*/ 1542 w 1645"/>
                <a:gd name="T21" fmla="*/ 1195 h 1247"/>
                <a:gd name="T22" fmla="*/ 1557 w 1645"/>
                <a:gd name="T23" fmla="*/ 1220 h 1247"/>
                <a:gd name="T24" fmla="*/ 1569 w 1645"/>
                <a:gd name="T25" fmla="*/ 1238 h 1247"/>
                <a:gd name="T26" fmla="*/ 1577 w 1645"/>
                <a:gd name="T27" fmla="*/ 1246 h 1247"/>
                <a:gd name="T28" fmla="*/ 55 w 1645"/>
                <a:gd name="T29" fmla="*/ 1246 h 1247"/>
                <a:gd name="T30" fmla="*/ 0 w 1645"/>
                <a:gd name="T31" fmla="*/ 1063 h 1247"/>
                <a:gd name="T32" fmla="*/ 1545 w 1645"/>
                <a:gd name="T33" fmla="*/ 0 h 1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5" h="1247">
                  <a:moveTo>
                    <a:pt x="1545" y="0"/>
                  </a:moveTo>
                  <a:lnTo>
                    <a:pt x="1644" y="9"/>
                  </a:lnTo>
                  <a:lnTo>
                    <a:pt x="1543" y="423"/>
                  </a:lnTo>
                  <a:lnTo>
                    <a:pt x="1606" y="515"/>
                  </a:lnTo>
                  <a:lnTo>
                    <a:pt x="1617" y="600"/>
                  </a:lnTo>
                  <a:lnTo>
                    <a:pt x="1606" y="707"/>
                  </a:lnTo>
                  <a:lnTo>
                    <a:pt x="1482" y="1085"/>
                  </a:lnTo>
                  <a:lnTo>
                    <a:pt x="1494" y="1111"/>
                  </a:lnTo>
                  <a:lnTo>
                    <a:pt x="1509" y="1136"/>
                  </a:lnTo>
                  <a:lnTo>
                    <a:pt x="1525" y="1165"/>
                  </a:lnTo>
                  <a:lnTo>
                    <a:pt x="1542" y="1195"/>
                  </a:lnTo>
                  <a:lnTo>
                    <a:pt x="1557" y="1220"/>
                  </a:lnTo>
                  <a:lnTo>
                    <a:pt x="1569" y="1238"/>
                  </a:lnTo>
                  <a:lnTo>
                    <a:pt x="1577" y="1246"/>
                  </a:lnTo>
                  <a:lnTo>
                    <a:pt x="55" y="1246"/>
                  </a:lnTo>
                  <a:lnTo>
                    <a:pt x="0" y="1063"/>
                  </a:lnTo>
                  <a:lnTo>
                    <a:pt x="1545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C5561EA-2656-7C2C-2493-24CE43FDB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" y="1557"/>
              <a:ext cx="656" cy="1081"/>
            </a:xfrm>
            <a:custGeom>
              <a:avLst/>
              <a:gdLst>
                <a:gd name="T0" fmla="*/ 0 w 656"/>
                <a:gd name="T1" fmla="*/ 0 h 1081"/>
                <a:gd name="T2" fmla="*/ 655 w 656"/>
                <a:gd name="T3" fmla="*/ 14 h 1081"/>
                <a:gd name="T4" fmla="*/ 341 w 656"/>
                <a:gd name="T5" fmla="*/ 1008 h 1081"/>
                <a:gd name="T6" fmla="*/ 235 w 656"/>
                <a:gd name="T7" fmla="*/ 1080 h 1081"/>
                <a:gd name="T8" fmla="*/ 31 w 656"/>
                <a:gd name="T9" fmla="*/ 494 h 1081"/>
                <a:gd name="T10" fmla="*/ 0 w 656"/>
                <a:gd name="T11" fmla="*/ 0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6" h="1081">
                  <a:moveTo>
                    <a:pt x="0" y="0"/>
                  </a:moveTo>
                  <a:lnTo>
                    <a:pt x="655" y="14"/>
                  </a:lnTo>
                  <a:lnTo>
                    <a:pt x="341" y="1008"/>
                  </a:lnTo>
                  <a:lnTo>
                    <a:pt x="235" y="1080"/>
                  </a:lnTo>
                  <a:lnTo>
                    <a:pt x="31" y="494"/>
                  </a:lnTo>
                  <a:lnTo>
                    <a:pt x="0" y="0"/>
                  </a:lnTo>
                </a:path>
              </a:pathLst>
            </a:custGeom>
            <a:solidFill>
              <a:srgbClr val="C28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6775BF3-8A6A-12DD-1DDA-D512261D9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6" y="1604"/>
              <a:ext cx="764" cy="914"/>
            </a:xfrm>
            <a:custGeom>
              <a:avLst/>
              <a:gdLst>
                <a:gd name="T0" fmla="*/ 0 w 764"/>
                <a:gd name="T1" fmla="*/ 0 h 914"/>
                <a:gd name="T2" fmla="*/ 192 w 764"/>
                <a:gd name="T3" fmla="*/ 604 h 914"/>
                <a:gd name="T4" fmla="*/ 484 w 764"/>
                <a:gd name="T5" fmla="*/ 913 h 914"/>
                <a:gd name="T6" fmla="*/ 708 w 764"/>
                <a:gd name="T7" fmla="*/ 263 h 914"/>
                <a:gd name="T8" fmla="*/ 763 w 764"/>
                <a:gd name="T9" fmla="*/ 41 h 914"/>
                <a:gd name="T10" fmla="*/ 0 w 764"/>
                <a:gd name="T11" fmla="*/ 0 h 9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4" h="914">
                  <a:moveTo>
                    <a:pt x="0" y="0"/>
                  </a:moveTo>
                  <a:lnTo>
                    <a:pt x="192" y="604"/>
                  </a:lnTo>
                  <a:lnTo>
                    <a:pt x="484" y="913"/>
                  </a:lnTo>
                  <a:lnTo>
                    <a:pt x="708" y="263"/>
                  </a:lnTo>
                  <a:lnTo>
                    <a:pt x="763" y="41"/>
                  </a:lnTo>
                  <a:lnTo>
                    <a:pt x="0" y="0"/>
                  </a:lnTo>
                </a:path>
              </a:pathLst>
            </a:custGeom>
            <a:solidFill>
              <a:srgbClr val="C28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2592B87-B407-B943-C696-1CFF70AE0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" y="1571"/>
              <a:ext cx="817" cy="859"/>
            </a:xfrm>
            <a:custGeom>
              <a:avLst/>
              <a:gdLst>
                <a:gd name="T0" fmla="*/ 265 w 817"/>
                <a:gd name="T1" fmla="*/ 0 h 859"/>
                <a:gd name="T2" fmla="*/ 0 w 817"/>
                <a:gd name="T3" fmla="*/ 666 h 859"/>
                <a:gd name="T4" fmla="*/ 71 w 817"/>
                <a:gd name="T5" fmla="*/ 858 h 859"/>
                <a:gd name="T6" fmla="*/ 283 w 817"/>
                <a:gd name="T7" fmla="*/ 654 h 859"/>
                <a:gd name="T8" fmla="*/ 407 w 817"/>
                <a:gd name="T9" fmla="*/ 598 h 859"/>
                <a:gd name="T10" fmla="*/ 816 w 817"/>
                <a:gd name="T11" fmla="*/ 679 h 859"/>
                <a:gd name="T12" fmla="*/ 625 w 817"/>
                <a:gd name="T13" fmla="*/ 39 h 859"/>
                <a:gd name="T14" fmla="*/ 265 w 817"/>
                <a:gd name="T15" fmla="*/ 0 h 8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7" h="859">
                  <a:moveTo>
                    <a:pt x="265" y="0"/>
                  </a:moveTo>
                  <a:lnTo>
                    <a:pt x="0" y="666"/>
                  </a:lnTo>
                  <a:lnTo>
                    <a:pt x="71" y="858"/>
                  </a:lnTo>
                  <a:lnTo>
                    <a:pt x="283" y="654"/>
                  </a:lnTo>
                  <a:lnTo>
                    <a:pt x="407" y="598"/>
                  </a:lnTo>
                  <a:lnTo>
                    <a:pt x="816" y="679"/>
                  </a:lnTo>
                  <a:lnTo>
                    <a:pt x="625" y="39"/>
                  </a:lnTo>
                  <a:lnTo>
                    <a:pt x="265" y="0"/>
                  </a:lnTo>
                </a:path>
              </a:pathLst>
            </a:custGeom>
            <a:solidFill>
              <a:srgbClr val="FFDBA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F2EF6AF-C49A-E9E5-9D31-17E8E59ADA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" y="1848"/>
              <a:ext cx="1785" cy="965"/>
            </a:xfrm>
            <a:custGeom>
              <a:avLst/>
              <a:gdLst>
                <a:gd name="T0" fmla="*/ 304 w 1785"/>
                <a:gd name="T1" fmla="*/ 247 h 965"/>
                <a:gd name="T2" fmla="*/ 362 w 1785"/>
                <a:gd name="T3" fmla="*/ 208 h 965"/>
                <a:gd name="T4" fmla="*/ 419 w 1785"/>
                <a:gd name="T5" fmla="*/ 216 h 965"/>
                <a:gd name="T6" fmla="*/ 467 w 1785"/>
                <a:gd name="T7" fmla="*/ 255 h 965"/>
                <a:gd name="T8" fmla="*/ 516 w 1785"/>
                <a:gd name="T9" fmla="*/ 351 h 965"/>
                <a:gd name="T10" fmla="*/ 573 w 1785"/>
                <a:gd name="T11" fmla="*/ 488 h 965"/>
                <a:gd name="T12" fmla="*/ 622 w 1785"/>
                <a:gd name="T13" fmla="*/ 468 h 965"/>
                <a:gd name="T14" fmla="*/ 719 w 1785"/>
                <a:gd name="T15" fmla="*/ 367 h 965"/>
                <a:gd name="T16" fmla="*/ 788 w 1785"/>
                <a:gd name="T17" fmla="*/ 341 h 965"/>
                <a:gd name="T18" fmla="*/ 846 w 1785"/>
                <a:gd name="T19" fmla="*/ 301 h 965"/>
                <a:gd name="T20" fmla="*/ 877 w 1785"/>
                <a:gd name="T21" fmla="*/ 156 h 965"/>
                <a:gd name="T22" fmla="*/ 877 w 1785"/>
                <a:gd name="T23" fmla="*/ 72 h 965"/>
                <a:gd name="T24" fmla="*/ 908 w 1785"/>
                <a:gd name="T25" fmla="*/ 19 h 965"/>
                <a:gd name="T26" fmla="*/ 936 w 1785"/>
                <a:gd name="T27" fmla="*/ 0 h 965"/>
                <a:gd name="T28" fmla="*/ 1003 w 1785"/>
                <a:gd name="T29" fmla="*/ 0 h 965"/>
                <a:gd name="T30" fmla="*/ 1086 w 1785"/>
                <a:gd name="T31" fmla="*/ 36 h 965"/>
                <a:gd name="T32" fmla="*/ 1096 w 1785"/>
                <a:gd name="T33" fmla="*/ 125 h 965"/>
                <a:gd name="T34" fmla="*/ 1088 w 1785"/>
                <a:gd name="T35" fmla="*/ 311 h 965"/>
                <a:gd name="T36" fmla="*/ 1207 w 1785"/>
                <a:gd name="T37" fmla="*/ 369 h 965"/>
                <a:gd name="T38" fmla="*/ 1250 w 1785"/>
                <a:gd name="T39" fmla="*/ 262 h 965"/>
                <a:gd name="T40" fmla="*/ 1283 w 1785"/>
                <a:gd name="T41" fmla="*/ 95 h 965"/>
                <a:gd name="T42" fmla="*/ 1324 w 1785"/>
                <a:gd name="T43" fmla="*/ 61 h 965"/>
                <a:gd name="T44" fmla="*/ 1369 w 1785"/>
                <a:gd name="T45" fmla="*/ 48 h 965"/>
                <a:gd name="T46" fmla="*/ 1427 w 1785"/>
                <a:gd name="T47" fmla="*/ 54 h 965"/>
                <a:gd name="T48" fmla="*/ 1468 w 1785"/>
                <a:gd name="T49" fmla="*/ 88 h 965"/>
                <a:gd name="T50" fmla="*/ 1467 w 1785"/>
                <a:gd name="T51" fmla="*/ 206 h 965"/>
                <a:gd name="T52" fmla="*/ 1372 w 1785"/>
                <a:gd name="T53" fmla="*/ 490 h 965"/>
                <a:gd name="T54" fmla="*/ 1444 w 1785"/>
                <a:gd name="T55" fmla="*/ 576 h 965"/>
                <a:gd name="T56" fmla="*/ 1469 w 1785"/>
                <a:gd name="T57" fmla="*/ 565 h 965"/>
                <a:gd name="T58" fmla="*/ 1493 w 1785"/>
                <a:gd name="T59" fmla="*/ 506 h 965"/>
                <a:gd name="T60" fmla="*/ 1549 w 1785"/>
                <a:gd name="T61" fmla="*/ 218 h 965"/>
                <a:gd name="T62" fmla="*/ 1634 w 1785"/>
                <a:gd name="T63" fmla="*/ 139 h 965"/>
                <a:gd name="T64" fmla="*/ 1673 w 1785"/>
                <a:gd name="T65" fmla="*/ 128 h 965"/>
                <a:gd name="T66" fmla="*/ 1733 w 1785"/>
                <a:gd name="T67" fmla="*/ 153 h 965"/>
                <a:gd name="T68" fmla="*/ 1784 w 1785"/>
                <a:gd name="T69" fmla="*/ 200 h 965"/>
                <a:gd name="T70" fmla="*/ 1774 w 1785"/>
                <a:gd name="T71" fmla="*/ 365 h 965"/>
                <a:gd name="T72" fmla="*/ 1614 w 1785"/>
                <a:gd name="T73" fmla="*/ 689 h 965"/>
                <a:gd name="T74" fmla="*/ 1502 w 1785"/>
                <a:gd name="T75" fmla="*/ 940 h 965"/>
                <a:gd name="T76" fmla="*/ 243 w 1785"/>
                <a:gd name="T77" fmla="*/ 964 h 965"/>
                <a:gd name="T78" fmla="*/ 81 w 1785"/>
                <a:gd name="T79" fmla="*/ 645 h 965"/>
                <a:gd name="T80" fmla="*/ 0 w 1785"/>
                <a:gd name="T81" fmla="*/ 345 h 965"/>
                <a:gd name="T82" fmla="*/ 49 w 1785"/>
                <a:gd name="T83" fmla="*/ 237 h 965"/>
                <a:gd name="T84" fmla="*/ 113 w 1785"/>
                <a:gd name="T85" fmla="*/ 200 h 965"/>
                <a:gd name="T86" fmla="*/ 152 w 1785"/>
                <a:gd name="T87" fmla="*/ 217 h 965"/>
                <a:gd name="T88" fmla="*/ 197 w 1785"/>
                <a:gd name="T89" fmla="*/ 267 h 965"/>
                <a:gd name="T90" fmla="*/ 223 w 1785"/>
                <a:gd name="T91" fmla="*/ 333 h 965"/>
                <a:gd name="T92" fmla="*/ 253 w 1785"/>
                <a:gd name="T93" fmla="*/ 488 h 965"/>
                <a:gd name="T94" fmla="*/ 299 w 1785"/>
                <a:gd name="T95" fmla="*/ 649 h 965"/>
                <a:gd name="T96" fmla="*/ 340 w 1785"/>
                <a:gd name="T97" fmla="*/ 718 h 965"/>
                <a:gd name="T98" fmla="*/ 395 w 1785"/>
                <a:gd name="T99" fmla="*/ 740 h 965"/>
                <a:gd name="T100" fmla="*/ 427 w 1785"/>
                <a:gd name="T101" fmla="*/ 679 h 965"/>
                <a:gd name="T102" fmla="*/ 353 w 1785"/>
                <a:gd name="T103" fmla="*/ 439 h 965"/>
                <a:gd name="T104" fmla="*/ 288 w 1785"/>
                <a:gd name="T105" fmla="*/ 321 h 965"/>
                <a:gd name="T106" fmla="*/ 304 w 1785"/>
                <a:gd name="T107" fmla="*/ 247 h 9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85" h="965">
                  <a:moveTo>
                    <a:pt x="304" y="247"/>
                  </a:moveTo>
                  <a:lnTo>
                    <a:pt x="362" y="208"/>
                  </a:lnTo>
                  <a:lnTo>
                    <a:pt x="419" y="216"/>
                  </a:lnTo>
                  <a:lnTo>
                    <a:pt x="467" y="255"/>
                  </a:lnTo>
                  <a:lnTo>
                    <a:pt x="516" y="351"/>
                  </a:lnTo>
                  <a:lnTo>
                    <a:pt x="573" y="488"/>
                  </a:lnTo>
                  <a:lnTo>
                    <a:pt x="622" y="468"/>
                  </a:lnTo>
                  <a:lnTo>
                    <a:pt x="719" y="367"/>
                  </a:lnTo>
                  <a:lnTo>
                    <a:pt x="788" y="341"/>
                  </a:lnTo>
                  <a:lnTo>
                    <a:pt x="846" y="301"/>
                  </a:lnTo>
                  <a:lnTo>
                    <a:pt x="877" y="156"/>
                  </a:lnTo>
                  <a:lnTo>
                    <a:pt x="877" y="72"/>
                  </a:lnTo>
                  <a:lnTo>
                    <a:pt x="908" y="19"/>
                  </a:lnTo>
                  <a:lnTo>
                    <a:pt x="936" y="0"/>
                  </a:lnTo>
                  <a:lnTo>
                    <a:pt x="1003" y="0"/>
                  </a:lnTo>
                  <a:lnTo>
                    <a:pt x="1086" y="36"/>
                  </a:lnTo>
                  <a:lnTo>
                    <a:pt x="1096" y="125"/>
                  </a:lnTo>
                  <a:lnTo>
                    <a:pt x="1088" y="311"/>
                  </a:lnTo>
                  <a:lnTo>
                    <a:pt x="1207" y="369"/>
                  </a:lnTo>
                  <a:lnTo>
                    <a:pt x="1250" y="262"/>
                  </a:lnTo>
                  <a:lnTo>
                    <a:pt x="1283" y="95"/>
                  </a:lnTo>
                  <a:lnTo>
                    <a:pt x="1324" y="61"/>
                  </a:lnTo>
                  <a:lnTo>
                    <a:pt x="1369" y="48"/>
                  </a:lnTo>
                  <a:lnTo>
                    <a:pt x="1427" y="54"/>
                  </a:lnTo>
                  <a:lnTo>
                    <a:pt x="1468" y="88"/>
                  </a:lnTo>
                  <a:lnTo>
                    <a:pt x="1467" y="206"/>
                  </a:lnTo>
                  <a:lnTo>
                    <a:pt x="1372" y="490"/>
                  </a:lnTo>
                  <a:lnTo>
                    <a:pt x="1444" y="576"/>
                  </a:lnTo>
                  <a:lnTo>
                    <a:pt x="1469" y="565"/>
                  </a:lnTo>
                  <a:lnTo>
                    <a:pt x="1493" y="506"/>
                  </a:lnTo>
                  <a:lnTo>
                    <a:pt x="1549" y="218"/>
                  </a:lnTo>
                  <a:lnTo>
                    <a:pt x="1634" y="139"/>
                  </a:lnTo>
                  <a:lnTo>
                    <a:pt x="1673" y="128"/>
                  </a:lnTo>
                  <a:lnTo>
                    <a:pt x="1733" y="153"/>
                  </a:lnTo>
                  <a:lnTo>
                    <a:pt x="1784" y="200"/>
                  </a:lnTo>
                  <a:lnTo>
                    <a:pt x="1774" y="365"/>
                  </a:lnTo>
                  <a:lnTo>
                    <a:pt x="1614" y="689"/>
                  </a:lnTo>
                  <a:lnTo>
                    <a:pt x="1502" y="940"/>
                  </a:lnTo>
                  <a:lnTo>
                    <a:pt x="243" y="964"/>
                  </a:lnTo>
                  <a:lnTo>
                    <a:pt x="81" y="645"/>
                  </a:lnTo>
                  <a:lnTo>
                    <a:pt x="0" y="345"/>
                  </a:lnTo>
                  <a:lnTo>
                    <a:pt x="49" y="237"/>
                  </a:lnTo>
                  <a:lnTo>
                    <a:pt x="113" y="200"/>
                  </a:lnTo>
                  <a:lnTo>
                    <a:pt x="152" y="217"/>
                  </a:lnTo>
                  <a:lnTo>
                    <a:pt x="197" y="267"/>
                  </a:lnTo>
                  <a:lnTo>
                    <a:pt x="223" y="333"/>
                  </a:lnTo>
                  <a:lnTo>
                    <a:pt x="253" y="488"/>
                  </a:lnTo>
                  <a:lnTo>
                    <a:pt x="299" y="649"/>
                  </a:lnTo>
                  <a:lnTo>
                    <a:pt x="340" y="718"/>
                  </a:lnTo>
                  <a:lnTo>
                    <a:pt x="395" y="740"/>
                  </a:lnTo>
                  <a:lnTo>
                    <a:pt x="427" y="679"/>
                  </a:lnTo>
                  <a:lnTo>
                    <a:pt x="353" y="439"/>
                  </a:lnTo>
                  <a:lnTo>
                    <a:pt x="288" y="321"/>
                  </a:lnTo>
                  <a:lnTo>
                    <a:pt x="304" y="24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A00E7C9-3A6E-D517-777E-AE64BD807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" y="1482"/>
              <a:ext cx="467" cy="563"/>
            </a:xfrm>
            <a:custGeom>
              <a:avLst/>
              <a:gdLst>
                <a:gd name="T0" fmla="*/ 0 w 467"/>
                <a:gd name="T1" fmla="*/ 134 h 563"/>
                <a:gd name="T2" fmla="*/ 116 w 467"/>
                <a:gd name="T3" fmla="*/ 98 h 563"/>
                <a:gd name="T4" fmla="*/ 248 w 467"/>
                <a:gd name="T5" fmla="*/ 54 h 563"/>
                <a:gd name="T6" fmla="*/ 347 w 467"/>
                <a:gd name="T7" fmla="*/ 4 h 563"/>
                <a:gd name="T8" fmla="*/ 393 w 467"/>
                <a:gd name="T9" fmla="*/ 0 h 563"/>
                <a:gd name="T10" fmla="*/ 444 w 467"/>
                <a:gd name="T11" fmla="*/ 4 h 563"/>
                <a:gd name="T12" fmla="*/ 466 w 467"/>
                <a:gd name="T13" fmla="*/ 31 h 563"/>
                <a:gd name="T14" fmla="*/ 465 w 467"/>
                <a:gd name="T15" fmla="*/ 63 h 563"/>
                <a:gd name="T16" fmla="*/ 426 w 467"/>
                <a:gd name="T17" fmla="*/ 88 h 563"/>
                <a:gd name="T18" fmla="*/ 420 w 467"/>
                <a:gd name="T19" fmla="*/ 213 h 563"/>
                <a:gd name="T20" fmla="*/ 429 w 467"/>
                <a:gd name="T21" fmla="*/ 394 h 563"/>
                <a:gd name="T22" fmla="*/ 452 w 467"/>
                <a:gd name="T23" fmla="*/ 478 h 563"/>
                <a:gd name="T24" fmla="*/ 429 w 467"/>
                <a:gd name="T25" fmla="*/ 485 h 563"/>
                <a:gd name="T26" fmla="*/ 130 w 467"/>
                <a:gd name="T27" fmla="*/ 562 h 563"/>
                <a:gd name="T28" fmla="*/ 47 w 467"/>
                <a:gd name="T29" fmla="*/ 338 h 563"/>
                <a:gd name="T30" fmla="*/ 0 w 467"/>
                <a:gd name="T31" fmla="*/ 134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67" h="563">
                  <a:moveTo>
                    <a:pt x="0" y="134"/>
                  </a:moveTo>
                  <a:lnTo>
                    <a:pt x="116" y="98"/>
                  </a:lnTo>
                  <a:lnTo>
                    <a:pt x="248" y="54"/>
                  </a:lnTo>
                  <a:lnTo>
                    <a:pt x="347" y="4"/>
                  </a:lnTo>
                  <a:lnTo>
                    <a:pt x="393" y="0"/>
                  </a:lnTo>
                  <a:lnTo>
                    <a:pt x="444" y="4"/>
                  </a:lnTo>
                  <a:lnTo>
                    <a:pt x="466" y="31"/>
                  </a:lnTo>
                  <a:lnTo>
                    <a:pt x="465" y="63"/>
                  </a:lnTo>
                  <a:lnTo>
                    <a:pt x="426" y="88"/>
                  </a:lnTo>
                  <a:lnTo>
                    <a:pt x="420" y="213"/>
                  </a:lnTo>
                  <a:lnTo>
                    <a:pt x="429" y="394"/>
                  </a:lnTo>
                  <a:lnTo>
                    <a:pt x="452" y="478"/>
                  </a:lnTo>
                  <a:lnTo>
                    <a:pt x="429" y="485"/>
                  </a:lnTo>
                  <a:lnTo>
                    <a:pt x="130" y="562"/>
                  </a:lnTo>
                  <a:lnTo>
                    <a:pt x="47" y="338"/>
                  </a:lnTo>
                  <a:lnTo>
                    <a:pt x="0" y="13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9A41B54-F739-B4E2-A921-42175DC74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" y="2159"/>
              <a:ext cx="1363" cy="642"/>
            </a:xfrm>
            <a:custGeom>
              <a:avLst/>
              <a:gdLst>
                <a:gd name="T0" fmla="*/ 0 w 1363"/>
                <a:gd name="T1" fmla="*/ 621 h 642"/>
                <a:gd name="T2" fmla="*/ 140 w 1363"/>
                <a:gd name="T3" fmla="*/ 406 h 642"/>
                <a:gd name="T4" fmla="*/ 295 w 1363"/>
                <a:gd name="T5" fmla="*/ 186 h 642"/>
                <a:gd name="T6" fmla="*/ 402 w 1363"/>
                <a:gd name="T7" fmla="*/ 98 h 642"/>
                <a:gd name="T8" fmla="*/ 486 w 1363"/>
                <a:gd name="T9" fmla="*/ 46 h 642"/>
                <a:gd name="T10" fmla="*/ 599 w 1363"/>
                <a:gd name="T11" fmla="*/ 9 h 642"/>
                <a:gd name="T12" fmla="*/ 753 w 1363"/>
                <a:gd name="T13" fmla="*/ 0 h 642"/>
                <a:gd name="T14" fmla="*/ 869 w 1363"/>
                <a:gd name="T15" fmla="*/ 43 h 642"/>
                <a:gd name="T16" fmla="*/ 1199 w 1363"/>
                <a:gd name="T17" fmla="*/ 349 h 642"/>
                <a:gd name="T18" fmla="*/ 1362 w 1363"/>
                <a:gd name="T19" fmla="*/ 604 h 642"/>
                <a:gd name="T20" fmla="*/ 1190 w 1363"/>
                <a:gd name="T21" fmla="*/ 625 h 642"/>
                <a:gd name="T22" fmla="*/ 31 w 1363"/>
                <a:gd name="T23" fmla="*/ 641 h 642"/>
                <a:gd name="T24" fmla="*/ 0 w 1363"/>
                <a:gd name="T25" fmla="*/ 621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63" h="642">
                  <a:moveTo>
                    <a:pt x="0" y="621"/>
                  </a:moveTo>
                  <a:lnTo>
                    <a:pt x="140" y="406"/>
                  </a:lnTo>
                  <a:lnTo>
                    <a:pt x="295" y="186"/>
                  </a:lnTo>
                  <a:lnTo>
                    <a:pt x="402" y="98"/>
                  </a:lnTo>
                  <a:lnTo>
                    <a:pt x="486" y="46"/>
                  </a:lnTo>
                  <a:lnTo>
                    <a:pt x="599" y="9"/>
                  </a:lnTo>
                  <a:lnTo>
                    <a:pt x="753" y="0"/>
                  </a:lnTo>
                  <a:lnTo>
                    <a:pt x="869" y="43"/>
                  </a:lnTo>
                  <a:lnTo>
                    <a:pt x="1199" y="349"/>
                  </a:lnTo>
                  <a:lnTo>
                    <a:pt x="1362" y="604"/>
                  </a:lnTo>
                  <a:lnTo>
                    <a:pt x="1190" y="625"/>
                  </a:lnTo>
                  <a:lnTo>
                    <a:pt x="31" y="641"/>
                  </a:lnTo>
                  <a:lnTo>
                    <a:pt x="0" y="621"/>
                  </a:lnTo>
                </a:path>
              </a:pathLst>
            </a:custGeom>
            <a:solidFill>
              <a:srgbClr val="E0823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9FA4FB9-3F05-937E-E7D9-C5E949E81106}"/>
                </a:ext>
              </a:extLst>
            </p:cNvPr>
            <p:cNvSpPr>
              <a:spLocks/>
            </p:cNvSpPr>
            <p:nvPr/>
          </p:nvSpPr>
          <p:spPr bwMode="auto">
            <a:xfrm>
              <a:off x="847" y="2200"/>
              <a:ext cx="444" cy="611"/>
            </a:xfrm>
            <a:custGeom>
              <a:avLst/>
              <a:gdLst>
                <a:gd name="T0" fmla="*/ 0 w 444"/>
                <a:gd name="T1" fmla="*/ 610 h 611"/>
                <a:gd name="T2" fmla="*/ 52 w 444"/>
                <a:gd name="T3" fmla="*/ 493 h 611"/>
                <a:gd name="T4" fmla="*/ 164 w 444"/>
                <a:gd name="T5" fmla="*/ 354 h 611"/>
                <a:gd name="T6" fmla="*/ 243 w 444"/>
                <a:gd name="T7" fmla="*/ 277 h 611"/>
                <a:gd name="T8" fmla="*/ 317 w 444"/>
                <a:gd name="T9" fmla="*/ 162 h 611"/>
                <a:gd name="T10" fmla="*/ 379 w 444"/>
                <a:gd name="T11" fmla="*/ 36 h 611"/>
                <a:gd name="T12" fmla="*/ 443 w 444"/>
                <a:gd name="T13" fmla="*/ 0 h 611"/>
                <a:gd name="T14" fmla="*/ 403 w 444"/>
                <a:gd name="T15" fmla="*/ 69 h 611"/>
                <a:gd name="T16" fmla="*/ 364 w 444"/>
                <a:gd name="T17" fmla="*/ 213 h 611"/>
                <a:gd name="T18" fmla="*/ 386 w 444"/>
                <a:gd name="T19" fmla="*/ 312 h 611"/>
                <a:gd name="T20" fmla="*/ 347 w 444"/>
                <a:gd name="T21" fmla="*/ 425 h 611"/>
                <a:gd name="T22" fmla="*/ 341 w 444"/>
                <a:gd name="T23" fmla="*/ 601 h 611"/>
                <a:gd name="T24" fmla="*/ 277 w 444"/>
                <a:gd name="T25" fmla="*/ 601 h 611"/>
                <a:gd name="T26" fmla="*/ 297 w 444"/>
                <a:gd name="T27" fmla="*/ 420 h 611"/>
                <a:gd name="T28" fmla="*/ 332 w 444"/>
                <a:gd name="T29" fmla="*/ 327 h 611"/>
                <a:gd name="T30" fmla="*/ 327 w 444"/>
                <a:gd name="T31" fmla="*/ 224 h 611"/>
                <a:gd name="T32" fmla="*/ 273 w 444"/>
                <a:gd name="T33" fmla="*/ 312 h 611"/>
                <a:gd name="T34" fmla="*/ 207 w 444"/>
                <a:gd name="T35" fmla="*/ 365 h 611"/>
                <a:gd name="T36" fmla="*/ 106 w 444"/>
                <a:gd name="T37" fmla="*/ 577 h 611"/>
                <a:gd name="T38" fmla="*/ 0 w 444"/>
                <a:gd name="T39" fmla="*/ 610 h 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4" h="611">
                  <a:moveTo>
                    <a:pt x="0" y="610"/>
                  </a:moveTo>
                  <a:lnTo>
                    <a:pt x="52" y="493"/>
                  </a:lnTo>
                  <a:lnTo>
                    <a:pt x="164" y="354"/>
                  </a:lnTo>
                  <a:lnTo>
                    <a:pt x="243" y="277"/>
                  </a:lnTo>
                  <a:lnTo>
                    <a:pt x="317" y="162"/>
                  </a:lnTo>
                  <a:lnTo>
                    <a:pt x="379" y="36"/>
                  </a:lnTo>
                  <a:lnTo>
                    <a:pt x="443" y="0"/>
                  </a:lnTo>
                  <a:lnTo>
                    <a:pt x="403" y="69"/>
                  </a:lnTo>
                  <a:lnTo>
                    <a:pt x="364" y="213"/>
                  </a:lnTo>
                  <a:lnTo>
                    <a:pt x="386" y="312"/>
                  </a:lnTo>
                  <a:lnTo>
                    <a:pt x="347" y="425"/>
                  </a:lnTo>
                  <a:lnTo>
                    <a:pt x="341" y="601"/>
                  </a:lnTo>
                  <a:lnTo>
                    <a:pt x="277" y="601"/>
                  </a:lnTo>
                  <a:lnTo>
                    <a:pt x="297" y="420"/>
                  </a:lnTo>
                  <a:lnTo>
                    <a:pt x="332" y="327"/>
                  </a:lnTo>
                  <a:lnTo>
                    <a:pt x="327" y="224"/>
                  </a:lnTo>
                  <a:lnTo>
                    <a:pt x="273" y="312"/>
                  </a:lnTo>
                  <a:lnTo>
                    <a:pt x="207" y="365"/>
                  </a:lnTo>
                  <a:lnTo>
                    <a:pt x="106" y="577"/>
                  </a:lnTo>
                  <a:lnTo>
                    <a:pt x="0" y="610"/>
                  </a:lnTo>
                </a:path>
              </a:pathLst>
            </a:custGeom>
            <a:solidFill>
              <a:srgbClr val="F7A85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97132C85-CC7C-15F4-3A60-8508AFD38C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4" y="2168"/>
              <a:ext cx="129" cy="627"/>
            </a:xfrm>
            <a:custGeom>
              <a:avLst/>
              <a:gdLst>
                <a:gd name="T0" fmla="*/ 0 w 129"/>
                <a:gd name="T1" fmla="*/ 624 h 627"/>
                <a:gd name="T2" fmla="*/ 39 w 129"/>
                <a:gd name="T3" fmla="*/ 472 h 627"/>
                <a:gd name="T4" fmla="*/ 10 w 129"/>
                <a:gd name="T5" fmla="*/ 320 h 627"/>
                <a:gd name="T6" fmla="*/ 35 w 129"/>
                <a:gd name="T7" fmla="*/ 162 h 627"/>
                <a:gd name="T8" fmla="*/ 52 w 129"/>
                <a:gd name="T9" fmla="*/ 44 h 627"/>
                <a:gd name="T10" fmla="*/ 114 w 129"/>
                <a:gd name="T11" fmla="*/ 0 h 627"/>
                <a:gd name="T12" fmla="*/ 78 w 129"/>
                <a:gd name="T13" fmla="*/ 135 h 627"/>
                <a:gd name="T14" fmla="*/ 75 w 129"/>
                <a:gd name="T15" fmla="*/ 314 h 627"/>
                <a:gd name="T16" fmla="*/ 128 w 129"/>
                <a:gd name="T17" fmla="*/ 429 h 627"/>
                <a:gd name="T18" fmla="*/ 106 w 129"/>
                <a:gd name="T19" fmla="*/ 626 h 627"/>
                <a:gd name="T20" fmla="*/ 0 w 129"/>
                <a:gd name="T21" fmla="*/ 624 h 6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9" h="627">
                  <a:moveTo>
                    <a:pt x="0" y="624"/>
                  </a:moveTo>
                  <a:lnTo>
                    <a:pt x="39" y="472"/>
                  </a:lnTo>
                  <a:lnTo>
                    <a:pt x="10" y="320"/>
                  </a:lnTo>
                  <a:lnTo>
                    <a:pt x="35" y="162"/>
                  </a:lnTo>
                  <a:lnTo>
                    <a:pt x="52" y="44"/>
                  </a:lnTo>
                  <a:lnTo>
                    <a:pt x="114" y="0"/>
                  </a:lnTo>
                  <a:lnTo>
                    <a:pt x="78" y="135"/>
                  </a:lnTo>
                  <a:lnTo>
                    <a:pt x="75" y="314"/>
                  </a:lnTo>
                  <a:lnTo>
                    <a:pt x="128" y="429"/>
                  </a:lnTo>
                  <a:lnTo>
                    <a:pt x="106" y="626"/>
                  </a:lnTo>
                  <a:lnTo>
                    <a:pt x="0" y="624"/>
                  </a:lnTo>
                </a:path>
              </a:pathLst>
            </a:custGeom>
            <a:solidFill>
              <a:srgbClr val="F7A85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16877AB-A640-3B8C-C93C-570B9EF8AD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2" y="2182"/>
              <a:ext cx="257" cy="606"/>
            </a:xfrm>
            <a:custGeom>
              <a:avLst/>
              <a:gdLst>
                <a:gd name="T0" fmla="*/ 63 w 257"/>
                <a:gd name="T1" fmla="*/ 605 h 606"/>
                <a:gd name="T2" fmla="*/ 80 w 257"/>
                <a:gd name="T3" fmla="*/ 411 h 606"/>
                <a:gd name="T4" fmla="*/ 0 w 257"/>
                <a:gd name="T5" fmla="*/ 244 h 606"/>
                <a:gd name="T6" fmla="*/ 26 w 257"/>
                <a:gd name="T7" fmla="*/ 141 h 606"/>
                <a:gd name="T8" fmla="*/ 32 w 257"/>
                <a:gd name="T9" fmla="*/ 0 h 606"/>
                <a:gd name="T10" fmla="*/ 56 w 257"/>
                <a:gd name="T11" fmla="*/ 4 h 606"/>
                <a:gd name="T12" fmla="*/ 61 w 257"/>
                <a:gd name="T13" fmla="*/ 60 h 606"/>
                <a:gd name="T14" fmla="*/ 41 w 257"/>
                <a:gd name="T15" fmla="*/ 198 h 606"/>
                <a:gd name="T16" fmla="*/ 78 w 257"/>
                <a:gd name="T17" fmla="*/ 295 h 606"/>
                <a:gd name="T18" fmla="*/ 106 w 257"/>
                <a:gd name="T19" fmla="*/ 369 h 606"/>
                <a:gd name="T20" fmla="*/ 145 w 257"/>
                <a:gd name="T21" fmla="*/ 281 h 606"/>
                <a:gd name="T22" fmla="*/ 197 w 257"/>
                <a:gd name="T23" fmla="*/ 170 h 606"/>
                <a:gd name="T24" fmla="*/ 141 w 257"/>
                <a:gd name="T25" fmla="*/ 29 h 606"/>
                <a:gd name="T26" fmla="*/ 123 w 257"/>
                <a:gd name="T27" fmla="*/ 7 h 606"/>
                <a:gd name="T28" fmla="*/ 147 w 257"/>
                <a:gd name="T29" fmla="*/ 14 h 606"/>
                <a:gd name="T30" fmla="*/ 167 w 257"/>
                <a:gd name="T31" fmla="*/ 44 h 606"/>
                <a:gd name="T32" fmla="*/ 245 w 257"/>
                <a:gd name="T33" fmla="*/ 187 h 606"/>
                <a:gd name="T34" fmla="*/ 208 w 257"/>
                <a:gd name="T35" fmla="*/ 293 h 606"/>
                <a:gd name="T36" fmla="*/ 149 w 257"/>
                <a:gd name="T37" fmla="*/ 386 h 606"/>
                <a:gd name="T38" fmla="*/ 256 w 257"/>
                <a:gd name="T39" fmla="*/ 592 h 606"/>
                <a:gd name="T40" fmla="*/ 215 w 257"/>
                <a:gd name="T41" fmla="*/ 585 h 606"/>
                <a:gd name="T42" fmla="*/ 114 w 257"/>
                <a:gd name="T43" fmla="*/ 430 h 606"/>
                <a:gd name="T44" fmla="*/ 104 w 257"/>
                <a:gd name="T45" fmla="*/ 597 h 606"/>
                <a:gd name="T46" fmla="*/ 63 w 257"/>
                <a:gd name="T47" fmla="*/ 605 h 6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57" h="606">
                  <a:moveTo>
                    <a:pt x="63" y="605"/>
                  </a:moveTo>
                  <a:lnTo>
                    <a:pt x="80" y="411"/>
                  </a:lnTo>
                  <a:lnTo>
                    <a:pt x="0" y="244"/>
                  </a:lnTo>
                  <a:lnTo>
                    <a:pt x="26" y="141"/>
                  </a:lnTo>
                  <a:lnTo>
                    <a:pt x="32" y="0"/>
                  </a:lnTo>
                  <a:lnTo>
                    <a:pt x="56" y="4"/>
                  </a:lnTo>
                  <a:lnTo>
                    <a:pt x="61" y="60"/>
                  </a:lnTo>
                  <a:lnTo>
                    <a:pt x="41" y="198"/>
                  </a:lnTo>
                  <a:lnTo>
                    <a:pt x="78" y="295"/>
                  </a:lnTo>
                  <a:lnTo>
                    <a:pt x="106" y="369"/>
                  </a:lnTo>
                  <a:lnTo>
                    <a:pt x="145" y="281"/>
                  </a:lnTo>
                  <a:lnTo>
                    <a:pt x="197" y="170"/>
                  </a:lnTo>
                  <a:lnTo>
                    <a:pt x="141" y="29"/>
                  </a:lnTo>
                  <a:lnTo>
                    <a:pt x="123" y="7"/>
                  </a:lnTo>
                  <a:lnTo>
                    <a:pt x="147" y="14"/>
                  </a:lnTo>
                  <a:lnTo>
                    <a:pt x="167" y="44"/>
                  </a:lnTo>
                  <a:lnTo>
                    <a:pt x="245" y="187"/>
                  </a:lnTo>
                  <a:lnTo>
                    <a:pt x="208" y="293"/>
                  </a:lnTo>
                  <a:lnTo>
                    <a:pt x="149" y="386"/>
                  </a:lnTo>
                  <a:lnTo>
                    <a:pt x="256" y="592"/>
                  </a:lnTo>
                  <a:lnTo>
                    <a:pt x="215" y="585"/>
                  </a:lnTo>
                  <a:lnTo>
                    <a:pt x="114" y="430"/>
                  </a:lnTo>
                  <a:lnTo>
                    <a:pt x="104" y="597"/>
                  </a:lnTo>
                  <a:lnTo>
                    <a:pt x="63" y="605"/>
                  </a:lnTo>
                </a:path>
              </a:pathLst>
            </a:custGeom>
            <a:solidFill>
              <a:srgbClr val="F7A85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07D5EEC-B419-F229-4BA9-974883E331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2" y="2215"/>
              <a:ext cx="83" cy="244"/>
            </a:xfrm>
            <a:custGeom>
              <a:avLst/>
              <a:gdLst>
                <a:gd name="T0" fmla="*/ 21 w 83"/>
                <a:gd name="T1" fmla="*/ 0 h 244"/>
                <a:gd name="T2" fmla="*/ 0 w 83"/>
                <a:gd name="T3" fmla="*/ 165 h 244"/>
                <a:gd name="T4" fmla="*/ 27 w 83"/>
                <a:gd name="T5" fmla="*/ 243 h 244"/>
                <a:gd name="T6" fmla="*/ 82 w 83"/>
                <a:gd name="T7" fmla="*/ 139 h 244"/>
                <a:gd name="T8" fmla="*/ 49 w 83"/>
                <a:gd name="T9" fmla="*/ 25 h 244"/>
                <a:gd name="T10" fmla="*/ 43 w 83"/>
                <a:gd name="T11" fmla="*/ 145 h 244"/>
                <a:gd name="T12" fmla="*/ 27 w 83"/>
                <a:gd name="T13" fmla="*/ 83 h 244"/>
                <a:gd name="T14" fmla="*/ 21 w 83"/>
                <a:gd name="T1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3" h="244">
                  <a:moveTo>
                    <a:pt x="21" y="0"/>
                  </a:moveTo>
                  <a:lnTo>
                    <a:pt x="0" y="165"/>
                  </a:lnTo>
                  <a:lnTo>
                    <a:pt x="27" y="243"/>
                  </a:lnTo>
                  <a:lnTo>
                    <a:pt x="82" y="139"/>
                  </a:lnTo>
                  <a:lnTo>
                    <a:pt x="49" y="25"/>
                  </a:lnTo>
                  <a:lnTo>
                    <a:pt x="43" y="145"/>
                  </a:lnTo>
                  <a:lnTo>
                    <a:pt x="27" y="83"/>
                  </a:lnTo>
                  <a:lnTo>
                    <a:pt x="21" y="0"/>
                  </a:lnTo>
                </a:path>
              </a:pathLst>
            </a:custGeom>
            <a:solidFill>
              <a:srgbClr val="F7A85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24E857BF-6F60-FF55-702A-3EE4C0E3FC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" y="2225"/>
              <a:ext cx="424" cy="583"/>
            </a:xfrm>
            <a:custGeom>
              <a:avLst/>
              <a:gdLst>
                <a:gd name="T0" fmla="*/ 0 w 424"/>
                <a:gd name="T1" fmla="*/ 0 h 583"/>
                <a:gd name="T2" fmla="*/ 112 w 424"/>
                <a:gd name="T3" fmla="*/ 95 h 583"/>
                <a:gd name="T4" fmla="*/ 295 w 424"/>
                <a:gd name="T5" fmla="*/ 267 h 583"/>
                <a:gd name="T6" fmla="*/ 375 w 424"/>
                <a:gd name="T7" fmla="*/ 400 h 583"/>
                <a:gd name="T8" fmla="*/ 420 w 424"/>
                <a:gd name="T9" fmla="*/ 461 h 583"/>
                <a:gd name="T10" fmla="*/ 423 w 424"/>
                <a:gd name="T11" fmla="*/ 568 h 583"/>
                <a:gd name="T12" fmla="*/ 143 w 424"/>
                <a:gd name="T13" fmla="*/ 582 h 583"/>
                <a:gd name="T14" fmla="*/ 75 w 424"/>
                <a:gd name="T15" fmla="*/ 468 h 583"/>
                <a:gd name="T16" fmla="*/ 108 w 424"/>
                <a:gd name="T17" fmla="*/ 254 h 583"/>
                <a:gd name="T18" fmla="*/ 90 w 424"/>
                <a:gd name="T19" fmla="*/ 196 h 583"/>
                <a:gd name="T20" fmla="*/ 152 w 424"/>
                <a:gd name="T21" fmla="*/ 243 h 583"/>
                <a:gd name="T22" fmla="*/ 180 w 424"/>
                <a:gd name="T23" fmla="*/ 365 h 583"/>
                <a:gd name="T24" fmla="*/ 149 w 424"/>
                <a:gd name="T25" fmla="*/ 471 h 583"/>
                <a:gd name="T26" fmla="*/ 195 w 424"/>
                <a:gd name="T27" fmla="*/ 549 h 583"/>
                <a:gd name="T28" fmla="*/ 227 w 424"/>
                <a:gd name="T29" fmla="*/ 444 h 583"/>
                <a:gd name="T30" fmla="*/ 307 w 424"/>
                <a:gd name="T31" fmla="*/ 545 h 583"/>
                <a:gd name="T32" fmla="*/ 350 w 424"/>
                <a:gd name="T33" fmla="*/ 526 h 583"/>
                <a:gd name="T34" fmla="*/ 355 w 424"/>
                <a:gd name="T35" fmla="*/ 465 h 583"/>
                <a:gd name="T36" fmla="*/ 213 w 424"/>
                <a:gd name="T37" fmla="*/ 309 h 583"/>
                <a:gd name="T38" fmla="*/ 201 w 424"/>
                <a:gd name="T39" fmla="*/ 203 h 583"/>
                <a:gd name="T40" fmla="*/ 77 w 424"/>
                <a:gd name="T41" fmla="*/ 124 h 583"/>
                <a:gd name="T42" fmla="*/ 0 w 424"/>
                <a:gd name="T43" fmla="*/ 0 h 5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24" h="583">
                  <a:moveTo>
                    <a:pt x="0" y="0"/>
                  </a:moveTo>
                  <a:lnTo>
                    <a:pt x="112" y="95"/>
                  </a:lnTo>
                  <a:lnTo>
                    <a:pt x="295" y="267"/>
                  </a:lnTo>
                  <a:lnTo>
                    <a:pt x="375" y="400"/>
                  </a:lnTo>
                  <a:lnTo>
                    <a:pt x="420" y="461"/>
                  </a:lnTo>
                  <a:lnTo>
                    <a:pt x="423" y="568"/>
                  </a:lnTo>
                  <a:lnTo>
                    <a:pt x="143" y="582"/>
                  </a:lnTo>
                  <a:lnTo>
                    <a:pt x="75" y="468"/>
                  </a:lnTo>
                  <a:lnTo>
                    <a:pt x="108" y="254"/>
                  </a:lnTo>
                  <a:lnTo>
                    <a:pt x="90" y="196"/>
                  </a:lnTo>
                  <a:lnTo>
                    <a:pt x="152" y="243"/>
                  </a:lnTo>
                  <a:lnTo>
                    <a:pt x="180" y="365"/>
                  </a:lnTo>
                  <a:lnTo>
                    <a:pt x="149" y="471"/>
                  </a:lnTo>
                  <a:lnTo>
                    <a:pt x="195" y="549"/>
                  </a:lnTo>
                  <a:lnTo>
                    <a:pt x="227" y="444"/>
                  </a:lnTo>
                  <a:lnTo>
                    <a:pt x="307" y="545"/>
                  </a:lnTo>
                  <a:lnTo>
                    <a:pt x="350" y="526"/>
                  </a:lnTo>
                  <a:lnTo>
                    <a:pt x="355" y="465"/>
                  </a:lnTo>
                  <a:lnTo>
                    <a:pt x="213" y="309"/>
                  </a:lnTo>
                  <a:lnTo>
                    <a:pt x="201" y="203"/>
                  </a:lnTo>
                  <a:lnTo>
                    <a:pt x="77" y="124"/>
                  </a:lnTo>
                  <a:lnTo>
                    <a:pt x="0" y="0"/>
                  </a:lnTo>
                </a:path>
              </a:pathLst>
            </a:custGeom>
            <a:solidFill>
              <a:srgbClr val="F7A85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E747683-285F-C1DA-438F-B9BDF2D02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" y="2610"/>
              <a:ext cx="312" cy="194"/>
            </a:xfrm>
            <a:custGeom>
              <a:avLst/>
              <a:gdLst>
                <a:gd name="T0" fmla="*/ 0 w 312"/>
                <a:gd name="T1" fmla="*/ 107 h 194"/>
                <a:gd name="T2" fmla="*/ 59 w 312"/>
                <a:gd name="T3" fmla="*/ 0 h 194"/>
                <a:gd name="T4" fmla="*/ 311 w 312"/>
                <a:gd name="T5" fmla="*/ 9 h 194"/>
                <a:gd name="T6" fmla="*/ 245 w 312"/>
                <a:gd name="T7" fmla="*/ 193 h 194"/>
                <a:gd name="T8" fmla="*/ 33 w 312"/>
                <a:gd name="T9" fmla="*/ 137 h 194"/>
                <a:gd name="T10" fmla="*/ 0 w 312"/>
                <a:gd name="T11" fmla="*/ 107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" h="194">
                  <a:moveTo>
                    <a:pt x="0" y="107"/>
                  </a:moveTo>
                  <a:lnTo>
                    <a:pt x="59" y="0"/>
                  </a:lnTo>
                  <a:lnTo>
                    <a:pt x="311" y="9"/>
                  </a:lnTo>
                  <a:lnTo>
                    <a:pt x="245" y="193"/>
                  </a:lnTo>
                  <a:lnTo>
                    <a:pt x="33" y="137"/>
                  </a:lnTo>
                  <a:lnTo>
                    <a:pt x="0" y="107"/>
                  </a:lnTo>
                </a:path>
              </a:pathLst>
            </a:custGeom>
            <a:solidFill>
              <a:srgbClr val="FFE5E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CB25AC3-54AD-79E6-FDCD-126989DE1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0" y="2331"/>
              <a:ext cx="204" cy="121"/>
            </a:xfrm>
            <a:custGeom>
              <a:avLst/>
              <a:gdLst>
                <a:gd name="T0" fmla="*/ 0 w 204"/>
                <a:gd name="T1" fmla="*/ 102 h 121"/>
                <a:gd name="T2" fmla="*/ 44 w 204"/>
                <a:gd name="T3" fmla="*/ 27 h 121"/>
                <a:gd name="T4" fmla="*/ 203 w 204"/>
                <a:gd name="T5" fmla="*/ 0 h 121"/>
                <a:gd name="T6" fmla="*/ 160 w 204"/>
                <a:gd name="T7" fmla="*/ 120 h 121"/>
                <a:gd name="T8" fmla="*/ 27 w 204"/>
                <a:gd name="T9" fmla="*/ 118 h 121"/>
                <a:gd name="T10" fmla="*/ 0 w 204"/>
                <a:gd name="T11" fmla="*/ 102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4" h="121">
                  <a:moveTo>
                    <a:pt x="0" y="102"/>
                  </a:moveTo>
                  <a:lnTo>
                    <a:pt x="44" y="27"/>
                  </a:lnTo>
                  <a:lnTo>
                    <a:pt x="203" y="0"/>
                  </a:lnTo>
                  <a:lnTo>
                    <a:pt x="160" y="120"/>
                  </a:lnTo>
                  <a:lnTo>
                    <a:pt x="27" y="118"/>
                  </a:lnTo>
                  <a:lnTo>
                    <a:pt x="0" y="102"/>
                  </a:lnTo>
                </a:path>
              </a:pathLst>
            </a:custGeom>
            <a:solidFill>
              <a:srgbClr val="FFE5E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561E360-9BB4-CD9B-D33A-F933CE6A2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5" y="2202"/>
              <a:ext cx="112" cy="76"/>
            </a:xfrm>
            <a:custGeom>
              <a:avLst/>
              <a:gdLst>
                <a:gd name="T0" fmla="*/ 0 w 112"/>
                <a:gd name="T1" fmla="*/ 65 h 76"/>
                <a:gd name="T2" fmla="*/ 4 w 112"/>
                <a:gd name="T3" fmla="*/ 2 h 76"/>
                <a:gd name="T4" fmla="*/ 109 w 112"/>
                <a:gd name="T5" fmla="*/ 0 h 76"/>
                <a:gd name="T6" fmla="*/ 111 w 112"/>
                <a:gd name="T7" fmla="*/ 75 h 76"/>
                <a:gd name="T8" fmla="*/ 0 w 112"/>
                <a:gd name="T9" fmla="*/ 6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76">
                  <a:moveTo>
                    <a:pt x="0" y="65"/>
                  </a:moveTo>
                  <a:lnTo>
                    <a:pt x="4" y="2"/>
                  </a:lnTo>
                  <a:lnTo>
                    <a:pt x="109" y="0"/>
                  </a:lnTo>
                  <a:lnTo>
                    <a:pt x="111" y="75"/>
                  </a:lnTo>
                  <a:lnTo>
                    <a:pt x="0" y="65"/>
                  </a:lnTo>
                </a:path>
              </a:pathLst>
            </a:custGeom>
            <a:solidFill>
              <a:srgbClr val="FFE5E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45F6A8E-90C2-93B7-3ADA-73F1D4A46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9" y="2245"/>
              <a:ext cx="156" cy="87"/>
            </a:xfrm>
            <a:custGeom>
              <a:avLst/>
              <a:gdLst>
                <a:gd name="T0" fmla="*/ 0 w 156"/>
                <a:gd name="T1" fmla="*/ 28 h 87"/>
                <a:gd name="T2" fmla="*/ 76 w 156"/>
                <a:gd name="T3" fmla="*/ 0 h 87"/>
                <a:gd name="T4" fmla="*/ 155 w 156"/>
                <a:gd name="T5" fmla="*/ 71 h 87"/>
                <a:gd name="T6" fmla="*/ 22 w 156"/>
                <a:gd name="T7" fmla="*/ 86 h 87"/>
                <a:gd name="T8" fmla="*/ 0 w 156"/>
                <a:gd name="T9" fmla="*/ 28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6" h="87">
                  <a:moveTo>
                    <a:pt x="0" y="28"/>
                  </a:moveTo>
                  <a:lnTo>
                    <a:pt x="76" y="0"/>
                  </a:lnTo>
                  <a:lnTo>
                    <a:pt x="155" y="71"/>
                  </a:lnTo>
                  <a:lnTo>
                    <a:pt x="22" y="86"/>
                  </a:lnTo>
                  <a:lnTo>
                    <a:pt x="0" y="28"/>
                  </a:lnTo>
                </a:path>
              </a:pathLst>
            </a:custGeom>
            <a:solidFill>
              <a:srgbClr val="FFE5E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4E11C6D-355D-737B-D66C-911B02DAF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" y="2416"/>
              <a:ext cx="253" cy="143"/>
            </a:xfrm>
            <a:custGeom>
              <a:avLst/>
              <a:gdLst>
                <a:gd name="T0" fmla="*/ 0 w 253"/>
                <a:gd name="T1" fmla="*/ 34 h 143"/>
                <a:gd name="T2" fmla="*/ 165 w 253"/>
                <a:gd name="T3" fmla="*/ 0 h 143"/>
                <a:gd name="T4" fmla="*/ 252 w 253"/>
                <a:gd name="T5" fmla="*/ 105 h 143"/>
                <a:gd name="T6" fmla="*/ 45 w 253"/>
                <a:gd name="T7" fmla="*/ 142 h 143"/>
                <a:gd name="T8" fmla="*/ 0 w 253"/>
                <a:gd name="T9" fmla="*/ 34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3" h="143">
                  <a:moveTo>
                    <a:pt x="0" y="34"/>
                  </a:moveTo>
                  <a:lnTo>
                    <a:pt x="165" y="0"/>
                  </a:lnTo>
                  <a:lnTo>
                    <a:pt x="252" y="105"/>
                  </a:lnTo>
                  <a:lnTo>
                    <a:pt x="45" y="142"/>
                  </a:lnTo>
                  <a:lnTo>
                    <a:pt x="0" y="34"/>
                  </a:lnTo>
                </a:path>
              </a:pathLst>
            </a:custGeom>
            <a:solidFill>
              <a:srgbClr val="FFE5E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C751947-78F5-1FF1-8609-B96A1E97A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" y="2092"/>
              <a:ext cx="397" cy="652"/>
            </a:xfrm>
            <a:custGeom>
              <a:avLst/>
              <a:gdLst>
                <a:gd name="T0" fmla="*/ 0 w 397"/>
                <a:gd name="T1" fmla="*/ 157 h 652"/>
                <a:gd name="T2" fmla="*/ 24 w 397"/>
                <a:gd name="T3" fmla="*/ 49 h 652"/>
                <a:gd name="T4" fmla="*/ 75 w 397"/>
                <a:gd name="T5" fmla="*/ 0 h 652"/>
                <a:gd name="T6" fmla="*/ 150 w 397"/>
                <a:gd name="T7" fmla="*/ 5 h 652"/>
                <a:gd name="T8" fmla="*/ 184 w 397"/>
                <a:gd name="T9" fmla="*/ 42 h 652"/>
                <a:gd name="T10" fmla="*/ 210 w 397"/>
                <a:gd name="T11" fmla="*/ 130 h 652"/>
                <a:gd name="T12" fmla="*/ 230 w 397"/>
                <a:gd name="T13" fmla="*/ 268 h 652"/>
                <a:gd name="T14" fmla="*/ 282 w 397"/>
                <a:gd name="T15" fmla="*/ 402 h 652"/>
                <a:gd name="T16" fmla="*/ 313 w 397"/>
                <a:gd name="T17" fmla="*/ 476 h 652"/>
                <a:gd name="T18" fmla="*/ 396 w 397"/>
                <a:gd name="T19" fmla="*/ 486 h 652"/>
                <a:gd name="T20" fmla="*/ 388 w 397"/>
                <a:gd name="T21" fmla="*/ 528 h 652"/>
                <a:gd name="T22" fmla="*/ 278 w 397"/>
                <a:gd name="T23" fmla="*/ 651 h 652"/>
                <a:gd name="T24" fmla="*/ 171 w 397"/>
                <a:gd name="T25" fmla="*/ 574 h 652"/>
                <a:gd name="T26" fmla="*/ 19 w 397"/>
                <a:gd name="T27" fmla="*/ 270 h 652"/>
                <a:gd name="T28" fmla="*/ 0 w 397"/>
                <a:gd name="T29" fmla="*/ 157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97" h="652">
                  <a:moveTo>
                    <a:pt x="0" y="157"/>
                  </a:moveTo>
                  <a:lnTo>
                    <a:pt x="24" y="49"/>
                  </a:lnTo>
                  <a:lnTo>
                    <a:pt x="75" y="0"/>
                  </a:lnTo>
                  <a:lnTo>
                    <a:pt x="150" y="5"/>
                  </a:lnTo>
                  <a:lnTo>
                    <a:pt x="184" y="42"/>
                  </a:lnTo>
                  <a:lnTo>
                    <a:pt x="210" y="130"/>
                  </a:lnTo>
                  <a:lnTo>
                    <a:pt x="230" y="268"/>
                  </a:lnTo>
                  <a:lnTo>
                    <a:pt x="282" y="402"/>
                  </a:lnTo>
                  <a:lnTo>
                    <a:pt x="313" y="476"/>
                  </a:lnTo>
                  <a:lnTo>
                    <a:pt x="396" y="486"/>
                  </a:lnTo>
                  <a:lnTo>
                    <a:pt x="388" y="528"/>
                  </a:lnTo>
                  <a:lnTo>
                    <a:pt x="278" y="651"/>
                  </a:lnTo>
                  <a:lnTo>
                    <a:pt x="171" y="574"/>
                  </a:lnTo>
                  <a:lnTo>
                    <a:pt x="19" y="270"/>
                  </a:lnTo>
                  <a:lnTo>
                    <a:pt x="0" y="157"/>
                  </a:lnTo>
                </a:path>
              </a:pathLst>
            </a:custGeom>
            <a:solidFill>
              <a:srgbClr val="FF737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FAAA56B-1DD9-C54D-F30C-1841684CCF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" y="2088"/>
              <a:ext cx="281" cy="382"/>
            </a:xfrm>
            <a:custGeom>
              <a:avLst/>
              <a:gdLst>
                <a:gd name="T0" fmla="*/ 0 w 281"/>
                <a:gd name="T1" fmla="*/ 48 h 382"/>
                <a:gd name="T2" fmla="*/ 29 w 281"/>
                <a:gd name="T3" fmla="*/ 2 h 382"/>
                <a:gd name="T4" fmla="*/ 98 w 281"/>
                <a:gd name="T5" fmla="*/ 0 h 382"/>
                <a:gd name="T6" fmla="*/ 153 w 281"/>
                <a:gd name="T7" fmla="*/ 46 h 382"/>
                <a:gd name="T8" fmla="*/ 173 w 281"/>
                <a:gd name="T9" fmla="*/ 152 h 382"/>
                <a:gd name="T10" fmla="*/ 225 w 281"/>
                <a:gd name="T11" fmla="*/ 240 h 382"/>
                <a:gd name="T12" fmla="*/ 280 w 281"/>
                <a:gd name="T13" fmla="*/ 250 h 382"/>
                <a:gd name="T14" fmla="*/ 175 w 281"/>
                <a:gd name="T15" fmla="*/ 381 h 382"/>
                <a:gd name="T16" fmla="*/ 121 w 281"/>
                <a:gd name="T17" fmla="*/ 378 h 382"/>
                <a:gd name="T18" fmla="*/ 40 w 281"/>
                <a:gd name="T19" fmla="*/ 190 h 382"/>
                <a:gd name="T20" fmla="*/ 0 w 281"/>
                <a:gd name="T21" fmla="*/ 48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1" h="382">
                  <a:moveTo>
                    <a:pt x="0" y="48"/>
                  </a:moveTo>
                  <a:lnTo>
                    <a:pt x="29" y="2"/>
                  </a:lnTo>
                  <a:lnTo>
                    <a:pt x="98" y="0"/>
                  </a:lnTo>
                  <a:lnTo>
                    <a:pt x="153" y="46"/>
                  </a:lnTo>
                  <a:lnTo>
                    <a:pt x="173" y="152"/>
                  </a:lnTo>
                  <a:lnTo>
                    <a:pt x="225" y="240"/>
                  </a:lnTo>
                  <a:lnTo>
                    <a:pt x="280" y="250"/>
                  </a:lnTo>
                  <a:lnTo>
                    <a:pt x="175" y="381"/>
                  </a:lnTo>
                  <a:lnTo>
                    <a:pt x="121" y="378"/>
                  </a:lnTo>
                  <a:lnTo>
                    <a:pt x="40" y="190"/>
                  </a:lnTo>
                  <a:lnTo>
                    <a:pt x="0" y="48"/>
                  </a:lnTo>
                </a:path>
              </a:pathLst>
            </a:custGeom>
            <a:solidFill>
              <a:srgbClr val="FF737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5A5F382F-3182-F25C-ECDA-2836BB571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1" y="1872"/>
              <a:ext cx="274" cy="293"/>
            </a:xfrm>
            <a:custGeom>
              <a:avLst/>
              <a:gdLst>
                <a:gd name="T0" fmla="*/ 87 w 274"/>
                <a:gd name="T1" fmla="*/ 29 h 293"/>
                <a:gd name="T2" fmla="*/ 61 w 274"/>
                <a:gd name="T3" fmla="*/ 63 h 293"/>
                <a:gd name="T4" fmla="*/ 36 w 274"/>
                <a:gd name="T5" fmla="*/ 167 h 293"/>
                <a:gd name="T6" fmla="*/ 41 w 274"/>
                <a:gd name="T7" fmla="*/ 242 h 293"/>
                <a:gd name="T8" fmla="*/ 0 w 274"/>
                <a:gd name="T9" fmla="*/ 276 h 293"/>
                <a:gd name="T10" fmla="*/ 11 w 274"/>
                <a:gd name="T11" fmla="*/ 292 h 293"/>
                <a:gd name="T12" fmla="*/ 240 w 274"/>
                <a:gd name="T13" fmla="*/ 286 h 293"/>
                <a:gd name="T14" fmla="*/ 254 w 274"/>
                <a:gd name="T15" fmla="*/ 232 h 293"/>
                <a:gd name="T16" fmla="*/ 273 w 274"/>
                <a:gd name="T17" fmla="*/ 56 h 293"/>
                <a:gd name="T18" fmla="*/ 238 w 274"/>
                <a:gd name="T19" fmla="*/ 12 h 293"/>
                <a:gd name="T20" fmla="*/ 140 w 274"/>
                <a:gd name="T21" fmla="*/ 0 h 293"/>
                <a:gd name="T22" fmla="*/ 87 w 274"/>
                <a:gd name="T23" fmla="*/ 29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93">
                  <a:moveTo>
                    <a:pt x="87" y="29"/>
                  </a:moveTo>
                  <a:lnTo>
                    <a:pt x="61" y="63"/>
                  </a:lnTo>
                  <a:lnTo>
                    <a:pt x="36" y="167"/>
                  </a:lnTo>
                  <a:lnTo>
                    <a:pt x="41" y="242"/>
                  </a:lnTo>
                  <a:lnTo>
                    <a:pt x="0" y="276"/>
                  </a:lnTo>
                  <a:lnTo>
                    <a:pt x="11" y="292"/>
                  </a:lnTo>
                  <a:lnTo>
                    <a:pt x="240" y="286"/>
                  </a:lnTo>
                  <a:lnTo>
                    <a:pt x="254" y="232"/>
                  </a:lnTo>
                  <a:lnTo>
                    <a:pt x="273" y="56"/>
                  </a:lnTo>
                  <a:lnTo>
                    <a:pt x="238" y="12"/>
                  </a:lnTo>
                  <a:lnTo>
                    <a:pt x="140" y="0"/>
                  </a:lnTo>
                  <a:lnTo>
                    <a:pt x="87" y="29"/>
                  </a:lnTo>
                </a:path>
              </a:pathLst>
            </a:custGeom>
            <a:solidFill>
              <a:srgbClr val="FF737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5369982-748A-B28F-EC77-EC6E87A02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1929"/>
              <a:ext cx="245" cy="389"/>
            </a:xfrm>
            <a:custGeom>
              <a:avLst/>
              <a:gdLst>
                <a:gd name="T0" fmla="*/ 239 w 245"/>
                <a:gd name="T1" fmla="*/ 36 h 389"/>
                <a:gd name="T2" fmla="*/ 189 w 245"/>
                <a:gd name="T3" fmla="*/ 2 h 389"/>
                <a:gd name="T4" fmla="*/ 107 w 245"/>
                <a:gd name="T5" fmla="*/ 0 h 389"/>
                <a:gd name="T6" fmla="*/ 65 w 245"/>
                <a:gd name="T7" fmla="*/ 41 h 389"/>
                <a:gd name="T8" fmla="*/ 52 w 245"/>
                <a:gd name="T9" fmla="*/ 115 h 389"/>
                <a:gd name="T10" fmla="*/ 43 w 245"/>
                <a:gd name="T11" fmla="*/ 159 h 389"/>
                <a:gd name="T12" fmla="*/ 24 w 245"/>
                <a:gd name="T13" fmla="*/ 223 h 389"/>
                <a:gd name="T14" fmla="*/ 30 w 245"/>
                <a:gd name="T15" fmla="*/ 254 h 389"/>
                <a:gd name="T16" fmla="*/ 0 w 245"/>
                <a:gd name="T17" fmla="*/ 279 h 389"/>
                <a:gd name="T18" fmla="*/ 15 w 245"/>
                <a:gd name="T19" fmla="*/ 324 h 389"/>
                <a:gd name="T20" fmla="*/ 116 w 245"/>
                <a:gd name="T21" fmla="*/ 388 h 389"/>
                <a:gd name="T22" fmla="*/ 169 w 245"/>
                <a:gd name="T23" fmla="*/ 368 h 389"/>
                <a:gd name="T24" fmla="*/ 219 w 245"/>
                <a:gd name="T25" fmla="*/ 152 h 389"/>
                <a:gd name="T26" fmla="*/ 244 w 245"/>
                <a:gd name="T27" fmla="*/ 81 h 389"/>
                <a:gd name="T28" fmla="*/ 239 w 245"/>
                <a:gd name="T29" fmla="*/ 36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5" h="389">
                  <a:moveTo>
                    <a:pt x="239" y="36"/>
                  </a:moveTo>
                  <a:lnTo>
                    <a:pt x="189" y="2"/>
                  </a:lnTo>
                  <a:lnTo>
                    <a:pt x="107" y="0"/>
                  </a:lnTo>
                  <a:lnTo>
                    <a:pt x="65" y="41"/>
                  </a:lnTo>
                  <a:lnTo>
                    <a:pt x="52" y="115"/>
                  </a:lnTo>
                  <a:lnTo>
                    <a:pt x="43" y="159"/>
                  </a:lnTo>
                  <a:lnTo>
                    <a:pt x="24" y="223"/>
                  </a:lnTo>
                  <a:lnTo>
                    <a:pt x="30" y="254"/>
                  </a:lnTo>
                  <a:lnTo>
                    <a:pt x="0" y="279"/>
                  </a:lnTo>
                  <a:lnTo>
                    <a:pt x="15" y="324"/>
                  </a:lnTo>
                  <a:lnTo>
                    <a:pt x="116" y="388"/>
                  </a:lnTo>
                  <a:lnTo>
                    <a:pt x="169" y="368"/>
                  </a:lnTo>
                  <a:lnTo>
                    <a:pt x="219" y="152"/>
                  </a:lnTo>
                  <a:lnTo>
                    <a:pt x="244" y="81"/>
                  </a:lnTo>
                  <a:lnTo>
                    <a:pt x="239" y="36"/>
                  </a:lnTo>
                </a:path>
              </a:pathLst>
            </a:custGeom>
            <a:solidFill>
              <a:srgbClr val="FF737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E927B2CD-AE2F-B75C-A3E8-7473AA7B5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021"/>
              <a:ext cx="316" cy="541"/>
            </a:xfrm>
            <a:custGeom>
              <a:avLst/>
              <a:gdLst>
                <a:gd name="T0" fmla="*/ 315 w 316"/>
                <a:gd name="T1" fmla="*/ 63 h 541"/>
                <a:gd name="T2" fmla="*/ 267 w 316"/>
                <a:gd name="T3" fmla="*/ 4 h 541"/>
                <a:gd name="T4" fmla="*/ 180 w 316"/>
                <a:gd name="T5" fmla="*/ 0 h 541"/>
                <a:gd name="T6" fmla="*/ 145 w 316"/>
                <a:gd name="T7" fmla="*/ 28 h 541"/>
                <a:gd name="T8" fmla="*/ 98 w 316"/>
                <a:gd name="T9" fmla="*/ 112 h 541"/>
                <a:gd name="T10" fmla="*/ 78 w 316"/>
                <a:gd name="T11" fmla="*/ 230 h 541"/>
                <a:gd name="T12" fmla="*/ 58 w 316"/>
                <a:gd name="T13" fmla="*/ 271 h 541"/>
                <a:gd name="T14" fmla="*/ 47 w 316"/>
                <a:gd name="T15" fmla="*/ 358 h 541"/>
                <a:gd name="T16" fmla="*/ 13 w 316"/>
                <a:gd name="T17" fmla="*/ 372 h 541"/>
                <a:gd name="T18" fmla="*/ 0 w 316"/>
                <a:gd name="T19" fmla="*/ 429 h 541"/>
                <a:gd name="T20" fmla="*/ 78 w 316"/>
                <a:gd name="T21" fmla="*/ 540 h 541"/>
                <a:gd name="T22" fmla="*/ 182 w 316"/>
                <a:gd name="T23" fmla="*/ 460 h 541"/>
                <a:gd name="T24" fmla="*/ 270 w 316"/>
                <a:gd name="T25" fmla="*/ 341 h 541"/>
                <a:gd name="T26" fmla="*/ 313 w 316"/>
                <a:gd name="T27" fmla="*/ 142 h 541"/>
                <a:gd name="T28" fmla="*/ 315 w 316"/>
                <a:gd name="T29" fmla="*/ 63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6" h="541">
                  <a:moveTo>
                    <a:pt x="315" y="63"/>
                  </a:moveTo>
                  <a:lnTo>
                    <a:pt x="267" y="4"/>
                  </a:lnTo>
                  <a:lnTo>
                    <a:pt x="180" y="0"/>
                  </a:lnTo>
                  <a:lnTo>
                    <a:pt x="145" y="28"/>
                  </a:lnTo>
                  <a:lnTo>
                    <a:pt x="98" y="112"/>
                  </a:lnTo>
                  <a:lnTo>
                    <a:pt x="78" y="230"/>
                  </a:lnTo>
                  <a:lnTo>
                    <a:pt x="58" y="271"/>
                  </a:lnTo>
                  <a:lnTo>
                    <a:pt x="47" y="358"/>
                  </a:lnTo>
                  <a:lnTo>
                    <a:pt x="13" y="372"/>
                  </a:lnTo>
                  <a:lnTo>
                    <a:pt x="0" y="429"/>
                  </a:lnTo>
                  <a:lnTo>
                    <a:pt x="78" y="540"/>
                  </a:lnTo>
                  <a:lnTo>
                    <a:pt x="182" y="460"/>
                  </a:lnTo>
                  <a:lnTo>
                    <a:pt x="270" y="341"/>
                  </a:lnTo>
                  <a:lnTo>
                    <a:pt x="313" y="142"/>
                  </a:lnTo>
                  <a:lnTo>
                    <a:pt x="315" y="63"/>
                  </a:lnTo>
                </a:path>
              </a:pathLst>
            </a:custGeom>
            <a:solidFill>
              <a:srgbClr val="FF737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C2A5E4C2-5354-0A10-707D-878AED527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" y="1966"/>
              <a:ext cx="276" cy="108"/>
            </a:xfrm>
            <a:custGeom>
              <a:avLst/>
              <a:gdLst>
                <a:gd name="T0" fmla="*/ 0 w 276"/>
                <a:gd name="T1" fmla="*/ 67 h 108"/>
                <a:gd name="T2" fmla="*/ 266 w 276"/>
                <a:gd name="T3" fmla="*/ 0 h 108"/>
                <a:gd name="T4" fmla="*/ 275 w 276"/>
                <a:gd name="T5" fmla="*/ 57 h 108"/>
                <a:gd name="T6" fmla="*/ 29 w 276"/>
                <a:gd name="T7" fmla="*/ 107 h 108"/>
                <a:gd name="T8" fmla="*/ 0 w 276"/>
                <a:gd name="T9" fmla="*/ 67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6" h="108">
                  <a:moveTo>
                    <a:pt x="0" y="67"/>
                  </a:moveTo>
                  <a:lnTo>
                    <a:pt x="266" y="0"/>
                  </a:lnTo>
                  <a:lnTo>
                    <a:pt x="275" y="57"/>
                  </a:lnTo>
                  <a:lnTo>
                    <a:pt x="29" y="107"/>
                  </a:lnTo>
                  <a:lnTo>
                    <a:pt x="0" y="67"/>
                  </a:lnTo>
                </a:path>
              </a:pathLst>
            </a:custGeom>
            <a:solidFill>
              <a:srgbClr val="CC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0600A410-6B31-3D2F-4617-9FD324D98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" y="1624"/>
              <a:ext cx="130" cy="364"/>
            </a:xfrm>
            <a:custGeom>
              <a:avLst/>
              <a:gdLst>
                <a:gd name="T0" fmla="*/ 0 w 130"/>
                <a:gd name="T1" fmla="*/ 92 h 364"/>
                <a:gd name="T2" fmla="*/ 12 w 130"/>
                <a:gd name="T3" fmla="*/ 29 h 364"/>
                <a:gd name="T4" fmla="*/ 30 w 130"/>
                <a:gd name="T5" fmla="*/ 2 h 364"/>
                <a:gd name="T6" fmla="*/ 58 w 130"/>
                <a:gd name="T7" fmla="*/ 0 h 364"/>
                <a:gd name="T8" fmla="*/ 78 w 130"/>
                <a:gd name="T9" fmla="*/ 31 h 364"/>
                <a:gd name="T10" fmla="*/ 67 w 130"/>
                <a:gd name="T11" fmla="*/ 63 h 364"/>
                <a:gd name="T12" fmla="*/ 53 w 130"/>
                <a:gd name="T13" fmla="*/ 81 h 364"/>
                <a:gd name="T14" fmla="*/ 129 w 130"/>
                <a:gd name="T15" fmla="*/ 363 h 364"/>
                <a:gd name="T16" fmla="*/ 38 w 130"/>
                <a:gd name="T17" fmla="*/ 316 h 364"/>
                <a:gd name="T18" fmla="*/ 43 w 130"/>
                <a:gd name="T19" fmla="*/ 223 h 364"/>
                <a:gd name="T20" fmla="*/ 0 w 130"/>
                <a:gd name="T21" fmla="*/ 92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0" h="364">
                  <a:moveTo>
                    <a:pt x="0" y="92"/>
                  </a:moveTo>
                  <a:lnTo>
                    <a:pt x="12" y="29"/>
                  </a:lnTo>
                  <a:lnTo>
                    <a:pt x="30" y="2"/>
                  </a:lnTo>
                  <a:lnTo>
                    <a:pt x="58" y="0"/>
                  </a:lnTo>
                  <a:lnTo>
                    <a:pt x="78" y="31"/>
                  </a:lnTo>
                  <a:lnTo>
                    <a:pt x="67" y="63"/>
                  </a:lnTo>
                  <a:lnTo>
                    <a:pt x="53" y="81"/>
                  </a:lnTo>
                  <a:lnTo>
                    <a:pt x="129" y="363"/>
                  </a:lnTo>
                  <a:lnTo>
                    <a:pt x="38" y="316"/>
                  </a:lnTo>
                  <a:lnTo>
                    <a:pt x="43" y="223"/>
                  </a:lnTo>
                  <a:lnTo>
                    <a:pt x="0" y="92"/>
                  </a:lnTo>
                </a:path>
              </a:pathLst>
            </a:custGeom>
            <a:solidFill>
              <a:srgbClr val="A38C8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BBED3A69-E05E-1936-7485-1BEA59216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" y="1569"/>
              <a:ext cx="370" cy="159"/>
            </a:xfrm>
            <a:custGeom>
              <a:avLst/>
              <a:gdLst>
                <a:gd name="T0" fmla="*/ 6 w 370"/>
                <a:gd name="T1" fmla="*/ 116 h 159"/>
                <a:gd name="T2" fmla="*/ 104 w 370"/>
                <a:gd name="T3" fmla="*/ 61 h 159"/>
                <a:gd name="T4" fmla="*/ 208 w 370"/>
                <a:gd name="T5" fmla="*/ 24 h 159"/>
                <a:gd name="T6" fmla="*/ 369 w 370"/>
                <a:gd name="T7" fmla="*/ 0 h 159"/>
                <a:gd name="T8" fmla="*/ 356 w 370"/>
                <a:gd name="T9" fmla="*/ 158 h 159"/>
                <a:gd name="T10" fmla="*/ 73 w 370"/>
                <a:gd name="T11" fmla="*/ 136 h 159"/>
                <a:gd name="T12" fmla="*/ 0 w 370"/>
                <a:gd name="T13" fmla="*/ 150 h 159"/>
                <a:gd name="T14" fmla="*/ 6 w 370"/>
                <a:gd name="T15" fmla="*/ 11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0" h="159">
                  <a:moveTo>
                    <a:pt x="6" y="116"/>
                  </a:moveTo>
                  <a:lnTo>
                    <a:pt x="104" y="61"/>
                  </a:lnTo>
                  <a:lnTo>
                    <a:pt x="208" y="24"/>
                  </a:lnTo>
                  <a:lnTo>
                    <a:pt x="369" y="0"/>
                  </a:lnTo>
                  <a:lnTo>
                    <a:pt x="356" y="158"/>
                  </a:lnTo>
                  <a:lnTo>
                    <a:pt x="73" y="136"/>
                  </a:lnTo>
                  <a:lnTo>
                    <a:pt x="0" y="150"/>
                  </a:lnTo>
                  <a:lnTo>
                    <a:pt x="6" y="116"/>
                  </a:lnTo>
                </a:path>
              </a:pathLst>
            </a:custGeom>
            <a:solidFill>
              <a:srgbClr val="A38C8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AA39D70A-95DC-7651-E27B-E3A8C8E87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" y="2137"/>
              <a:ext cx="149" cy="327"/>
            </a:xfrm>
            <a:custGeom>
              <a:avLst/>
              <a:gdLst>
                <a:gd name="T0" fmla="*/ 0 w 149"/>
                <a:gd name="T1" fmla="*/ 0 h 327"/>
                <a:gd name="T2" fmla="*/ 55 w 149"/>
                <a:gd name="T3" fmla="*/ 49 h 327"/>
                <a:gd name="T4" fmla="*/ 104 w 149"/>
                <a:gd name="T5" fmla="*/ 149 h 327"/>
                <a:gd name="T6" fmla="*/ 130 w 149"/>
                <a:gd name="T7" fmla="*/ 255 h 327"/>
                <a:gd name="T8" fmla="*/ 148 w 149"/>
                <a:gd name="T9" fmla="*/ 326 h 327"/>
                <a:gd name="T10" fmla="*/ 93 w 149"/>
                <a:gd name="T11" fmla="*/ 318 h 327"/>
                <a:gd name="T12" fmla="*/ 6 w 149"/>
                <a:gd name="T13" fmla="*/ 71 h 327"/>
                <a:gd name="T14" fmla="*/ 0 w 149"/>
                <a:gd name="T15" fmla="*/ 0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9" h="327">
                  <a:moveTo>
                    <a:pt x="0" y="0"/>
                  </a:moveTo>
                  <a:lnTo>
                    <a:pt x="55" y="49"/>
                  </a:lnTo>
                  <a:lnTo>
                    <a:pt x="104" y="149"/>
                  </a:lnTo>
                  <a:lnTo>
                    <a:pt x="130" y="255"/>
                  </a:lnTo>
                  <a:lnTo>
                    <a:pt x="148" y="326"/>
                  </a:lnTo>
                  <a:lnTo>
                    <a:pt x="93" y="318"/>
                  </a:lnTo>
                  <a:lnTo>
                    <a:pt x="6" y="71"/>
                  </a:lnTo>
                  <a:lnTo>
                    <a:pt x="0" y="0"/>
                  </a:lnTo>
                </a:path>
              </a:pathLst>
            </a:custGeom>
            <a:solidFill>
              <a:srgbClr val="D9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0095545-461F-7BC8-077D-48530089F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" y="2134"/>
              <a:ext cx="75" cy="59"/>
            </a:xfrm>
            <a:custGeom>
              <a:avLst/>
              <a:gdLst>
                <a:gd name="T0" fmla="*/ 0 w 75"/>
                <a:gd name="T1" fmla="*/ 13 h 59"/>
                <a:gd name="T2" fmla="*/ 74 w 75"/>
                <a:gd name="T3" fmla="*/ 0 h 59"/>
                <a:gd name="T4" fmla="*/ 68 w 75"/>
                <a:gd name="T5" fmla="*/ 58 h 59"/>
                <a:gd name="T6" fmla="*/ 0 w 75"/>
                <a:gd name="T7" fmla="*/ 1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59">
                  <a:moveTo>
                    <a:pt x="0" y="13"/>
                  </a:moveTo>
                  <a:lnTo>
                    <a:pt x="74" y="0"/>
                  </a:lnTo>
                  <a:lnTo>
                    <a:pt x="68" y="58"/>
                  </a:lnTo>
                  <a:lnTo>
                    <a:pt x="0" y="13"/>
                  </a:lnTo>
                </a:path>
              </a:pathLst>
            </a:custGeom>
            <a:solidFill>
              <a:srgbClr val="D9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9F01883A-AD68-E5F4-62C4-F5CF627123B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" y="2279"/>
              <a:ext cx="47" cy="72"/>
            </a:xfrm>
            <a:custGeom>
              <a:avLst/>
              <a:gdLst>
                <a:gd name="T0" fmla="*/ 0 w 47"/>
                <a:gd name="T1" fmla="*/ 0 h 72"/>
                <a:gd name="T2" fmla="*/ 46 w 47"/>
                <a:gd name="T3" fmla="*/ 9 h 72"/>
                <a:gd name="T4" fmla="*/ 37 w 47"/>
                <a:gd name="T5" fmla="*/ 71 h 72"/>
                <a:gd name="T6" fmla="*/ 0 w 47"/>
                <a:gd name="T7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72">
                  <a:moveTo>
                    <a:pt x="0" y="0"/>
                  </a:moveTo>
                  <a:lnTo>
                    <a:pt x="46" y="9"/>
                  </a:lnTo>
                  <a:lnTo>
                    <a:pt x="37" y="71"/>
                  </a:lnTo>
                  <a:lnTo>
                    <a:pt x="0" y="0"/>
                  </a:lnTo>
                </a:path>
              </a:pathLst>
            </a:custGeom>
            <a:solidFill>
              <a:srgbClr val="D9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22052F8A-B3B2-C907-9D07-DE3B19548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2018"/>
              <a:ext cx="60" cy="77"/>
            </a:xfrm>
            <a:custGeom>
              <a:avLst/>
              <a:gdLst>
                <a:gd name="T0" fmla="*/ 0 w 60"/>
                <a:gd name="T1" fmla="*/ 76 h 77"/>
                <a:gd name="T2" fmla="*/ 6 w 60"/>
                <a:gd name="T3" fmla="*/ 0 h 77"/>
                <a:gd name="T4" fmla="*/ 59 w 60"/>
                <a:gd name="T5" fmla="*/ 0 h 77"/>
                <a:gd name="T6" fmla="*/ 0 w 60"/>
                <a:gd name="T7" fmla="*/ 76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" h="77">
                  <a:moveTo>
                    <a:pt x="0" y="76"/>
                  </a:moveTo>
                  <a:lnTo>
                    <a:pt x="6" y="0"/>
                  </a:lnTo>
                  <a:lnTo>
                    <a:pt x="59" y="0"/>
                  </a:lnTo>
                  <a:lnTo>
                    <a:pt x="0" y="76"/>
                  </a:lnTo>
                </a:path>
              </a:pathLst>
            </a:custGeom>
            <a:solidFill>
              <a:srgbClr val="D9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79096F8B-5EDC-857D-7C5A-4E4AC9676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1915"/>
              <a:ext cx="78" cy="63"/>
            </a:xfrm>
            <a:custGeom>
              <a:avLst/>
              <a:gdLst>
                <a:gd name="T0" fmla="*/ 21 w 78"/>
                <a:gd name="T1" fmla="*/ 62 h 63"/>
                <a:gd name="T2" fmla="*/ 0 w 78"/>
                <a:gd name="T3" fmla="*/ 0 h 63"/>
                <a:gd name="T4" fmla="*/ 77 w 78"/>
                <a:gd name="T5" fmla="*/ 0 h 63"/>
                <a:gd name="T6" fmla="*/ 21 w 78"/>
                <a:gd name="T7" fmla="*/ 6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63">
                  <a:moveTo>
                    <a:pt x="21" y="62"/>
                  </a:moveTo>
                  <a:lnTo>
                    <a:pt x="0" y="0"/>
                  </a:lnTo>
                  <a:lnTo>
                    <a:pt x="77" y="0"/>
                  </a:lnTo>
                  <a:lnTo>
                    <a:pt x="21" y="62"/>
                  </a:lnTo>
                </a:path>
              </a:pathLst>
            </a:custGeom>
            <a:solidFill>
              <a:srgbClr val="D9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AE8DE0EA-15DB-FFCC-E3B5-27FFA9A17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3" y="2028"/>
              <a:ext cx="76" cy="94"/>
            </a:xfrm>
            <a:custGeom>
              <a:avLst/>
              <a:gdLst>
                <a:gd name="T0" fmla="*/ 5 w 76"/>
                <a:gd name="T1" fmla="*/ 93 h 94"/>
                <a:gd name="T2" fmla="*/ 0 w 76"/>
                <a:gd name="T3" fmla="*/ 15 h 94"/>
                <a:gd name="T4" fmla="*/ 75 w 76"/>
                <a:gd name="T5" fmla="*/ 0 h 94"/>
                <a:gd name="T6" fmla="*/ 5 w 76"/>
                <a:gd name="T7" fmla="*/ 9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94">
                  <a:moveTo>
                    <a:pt x="5" y="93"/>
                  </a:moveTo>
                  <a:lnTo>
                    <a:pt x="0" y="15"/>
                  </a:lnTo>
                  <a:lnTo>
                    <a:pt x="75" y="0"/>
                  </a:lnTo>
                  <a:lnTo>
                    <a:pt x="5" y="93"/>
                  </a:lnTo>
                </a:path>
              </a:pathLst>
            </a:custGeom>
            <a:solidFill>
              <a:srgbClr val="D9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66D03C77-61C3-41F0-91A5-4E0A3F6E9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" y="1906"/>
              <a:ext cx="126" cy="259"/>
            </a:xfrm>
            <a:custGeom>
              <a:avLst/>
              <a:gdLst>
                <a:gd name="T0" fmla="*/ 107 w 126"/>
                <a:gd name="T1" fmla="*/ 0 h 259"/>
                <a:gd name="T2" fmla="*/ 71 w 126"/>
                <a:gd name="T3" fmla="*/ 42 h 259"/>
                <a:gd name="T4" fmla="*/ 69 w 126"/>
                <a:gd name="T5" fmla="*/ 95 h 259"/>
                <a:gd name="T6" fmla="*/ 71 w 126"/>
                <a:gd name="T7" fmla="*/ 196 h 259"/>
                <a:gd name="T8" fmla="*/ 0 w 126"/>
                <a:gd name="T9" fmla="*/ 255 h 259"/>
                <a:gd name="T10" fmla="*/ 94 w 126"/>
                <a:gd name="T11" fmla="*/ 258 h 259"/>
                <a:gd name="T12" fmla="*/ 125 w 126"/>
                <a:gd name="T13" fmla="*/ 31 h 259"/>
                <a:gd name="T14" fmla="*/ 107 w 126"/>
                <a:gd name="T15" fmla="*/ 0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6" h="259">
                  <a:moveTo>
                    <a:pt x="107" y="0"/>
                  </a:moveTo>
                  <a:lnTo>
                    <a:pt x="71" y="42"/>
                  </a:lnTo>
                  <a:lnTo>
                    <a:pt x="69" y="95"/>
                  </a:lnTo>
                  <a:lnTo>
                    <a:pt x="71" y="196"/>
                  </a:lnTo>
                  <a:lnTo>
                    <a:pt x="0" y="255"/>
                  </a:lnTo>
                  <a:lnTo>
                    <a:pt x="94" y="258"/>
                  </a:lnTo>
                  <a:lnTo>
                    <a:pt x="125" y="31"/>
                  </a:lnTo>
                  <a:lnTo>
                    <a:pt x="107" y="0"/>
                  </a:lnTo>
                </a:path>
              </a:pathLst>
            </a:custGeom>
            <a:solidFill>
              <a:srgbClr val="D9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A78DFFD-ED1E-15B3-FFEF-B50E67791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1953"/>
              <a:ext cx="65" cy="82"/>
            </a:xfrm>
            <a:custGeom>
              <a:avLst/>
              <a:gdLst>
                <a:gd name="T0" fmla="*/ 64 w 65"/>
                <a:gd name="T1" fmla="*/ 0 h 82"/>
                <a:gd name="T2" fmla="*/ 0 w 65"/>
                <a:gd name="T3" fmla="*/ 33 h 82"/>
                <a:gd name="T4" fmla="*/ 24 w 65"/>
                <a:gd name="T5" fmla="*/ 81 h 82"/>
                <a:gd name="T6" fmla="*/ 64 w 65"/>
                <a:gd name="T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82">
                  <a:moveTo>
                    <a:pt x="64" y="0"/>
                  </a:moveTo>
                  <a:lnTo>
                    <a:pt x="0" y="33"/>
                  </a:lnTo>
                  <a:lnTo>
                    <a:pt x="24" y="81"/>
                  </a:lnTo>
                  <a:lnTo>
                    <a:pt x="64" y="0"/>
                  </a:lnTo>
                </a:path>
              </a:pathLst>
            </a:custGeom>
            <a:solidFill>
              <a:srgbClr val="D9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7B73134C-227C-8E59-7C56-39FEE51689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8" y="2093"/>
              <a:ext cx="64" cy="90"/>
            </a:xfrm>
            <a:custGeom>
              <a:avLst/>
              <a:gdLst>
                <a:gd name="T0" fmla="*/ 63 w 64"/>
                <a:gd name="T1" fmla="*/ 0 h 90"/>
                <a:gd name="T2" fmla="*/ 22 w 64"/>
                <a:gd name="T3" fmla="*/ 4 h 90"/>
                <a:gd name="T4" fmla="*/ 0 w 64"/>
                <a:gd name="T5" fmla="*/ 14 h 90"/>
                <a:gd name="T6" fmla="*/ 3 w 64"/>
                <a:gd name="T7" fmla="*/ 89 h 90"/>
                <a:gd name="T8" fmla="*/ 63 w 64"/>
                <a:gd name="T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90">
                  <a:moveTo>
                    <a:pt x="63" y="0"/>
                  </a:moveTo>
                  <a:lnTo>
                    <a:pt x="22" y="4"/>
                  </a:lnTo>
                  <a:lnTo>
                    <a:pt x="0" y="14"/>
                  </a:lnTo>
                  <a:lnTo>
                    <a:pt x="3" y="89"/>
                  </a:lnTo>
                  <a:lnTo>
                    <a:pt x="63" y="0"/>
                  </a:lnTo>
                </a:path>
              </a:pathLst>
            </a:custGeom>
            <a:solidFill>
              <a:srgbClr val="D9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CC18C398-0586-138B-6464-2942BDEA1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" y="1986"/>
              <a:ext cx="133" cy="333"/>
            </a:xfrm>
            <a:custGeom>
              <a:avLst/>
              <a:gdLst>
                <a:gd name="T0" fmla="*/ 121 w 133"/>
                <a:gd name="T1" fmla="*/ 0 h 333"/>
                <a:gd name="T2" fmla="*/ 86 w 133"/>
                <a:gd name="T3" fmla="*/ 32 h 333"/>
                <a:gd name="T4" fmla="*/ 53 w 133"/>
                <a:gd name="T5" fmla="*/ 88 h 333"/>
                <a:gd name="T6" fmla="*/ 23 w 133"/>
                <a:gd name="T7" fmla="*/ 172 h 333"/>
                <a:gd name="T8" fmla="*/ 21 w 133"/>
                <a:gd name="T9" fmla="*/ 253 h 333"/>
                <a:gd name="T10" fmla="*/ 0 w 133"/>
                <a:gd name="T11" fmla="*/ 317 h 333"/>
                <a:gd name="T12" fmla="*/ 47 w 133"/>
                <a:gd name="T13" fmla="*/ 332 h 333"/>
                <a:gd name="T14" fmla="*/ 132 w 133"/>
                <a:gd name="T15" fmla="*/ 36 h 333"/>
                <a:gd name="T16" fmla="*/ 121 w 133"/>
                <a:gd name="T17" fmla="*/ 0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3" h="333">
                  <a:moveTo>
                    <a:pt x="121" y="0"/>
                  </a:moveTo>
                  <a:lnTo>
                    <a:pt x="86" y="32"/>
                  </a:lnTo>
                  <a:lnTo>
                    <a:pt x="53" y="88"/>
                  </a:lnTo>
                  <a:lnTo>
                    <a:pt x="23" y="172"/>
                  </a:lnTo>
                  <a:lnTo>
                    <a:pt x="21" y="253"/>
                  </a:lnTo>
                  <a:lnTo>
                    <a:pt x="0" y="317"/>
                  </a:lnTo>
                  <a:lnTo>
                    <a:pt x="47" y="332"/>
                  </a:lnTo>
                  <a:lnTo>
                    <a:pt x="132" y="36"/>
                  </a:lnTo>
                  <a:lnTo>
                    <a:pt x="121" y="0"/>
                  </a:lnTo>
                </a:path>
              </a:pathLst>
            </a:custGeom>
            <a:solidFill>
              <a:srgbClr val="D9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E6222E4F-360A-D83B-69A1-2B7C4D108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0" y="2191"/>
              <a:ext cx="99" cy="123"/>
            </a:xfrm>
            <a:custGeom>
              <a:avLst/>
              <a:gdLst>
                <a:gd name="T0" fmla="*/ 98 w 99"/>
                <a:gd name="T1" fmla="*/ 0 h 123"/>
                <a:gd name="T2" fmla="*/ 0 w 99"/>
                <a:gd name="T3" fmla="*/ 17 h 123"/>
                <a:gd name="T4" fmla="*/ 26 w 99"/>
                <a:gd name="T5" fmla="*/ 122 h 123"/>
                <a:gd name="T6" fmla="*/ 98 w 99"/>
                <a:gd name="T7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" h="123">
                  <a:moveTo>
                    <a:pt x="98" y="0"/>
                  </a:moveTo>
                  <a:lnTo>
                    <a:pt x="0" y="17"/>
                  </a:lnTo>
                  <a:lnTo>
                    <a:pt x="26" y="122"/>
                  </a:lnTo>
                  <a:lnTo>
                    <a:pt x="98" y="0"/>
                  </a:lnTo>
                </a:path>
              </a:pathLst>
            </a:custGeom>
            <a:solidFill>
              <a:srgbClr val="D9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4F30F867-23CB-A205-FC30-C2FA834DAB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" y="2340"/>
              <a:ext cx="71" cy="90"/>
            </a:xfrm>
            <a:custGeom>
              <a:avLst/>
              <a:gdLst>
                <a:gd name="T0" fmla="*/ 70 w 71"/>
                <a:gd name="T1" fmla="*/ 0 h 90"/>
                <a:gd name="T2" fmla="*/ 2 w 71"/>
                <a:gd name="T3" fmla="*/ 3 h 90"/>
                <a:gd name="T4" fmla="*/ 0 w 71"/>
                <a:gd name="T5" fmla="*/ 89 h 90"/>
                <a:gd name="T6" fmla="*/ 70 w 71"/>
                <a:gd name="T7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90">
                  <a:moveTo>
                    <a:pt x="70" y="0"/>
                  </a:moveTo>
                  <a:lnTo>
                    <a:pt x="2" y="3"/>
                  </a:lnTo>
                  <a:lnTo>
                    <a:pt x="0" y="89"/>
                  </a:lnTo>
                  <a:lnTo>
                    <a:pt x="70" y="0"/>
                  </a:lnTo>
                </a:path>
              </a:pathLst>
            </a:custGeom>
            <a:solidFill>
              <a:srgbClr val="D9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FCAFABFC-E7A5-C601-C3A6-7CA7FCEBA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6" y="2073"/>
              <a:ext cx="88" cy="89"/>
            </a:xfrm>
            <a:custGeom>
              <a:avLst/>
              <a:gdLst>
                <a:gd name="T0" fmla="*/ 87 w 88"/>
                <a:gd name="T1" fmla="*/ 0 h 89"/>
                <a:gd name="T2" fmla="*/ 0 w 88"/>
                <a:gd name="T3" fmla="*/ 15 h 89"/>
                <a:gd name="T4" fmla="*/ 5 w 88"/>
                <a:gd name="T5" fmla="*/ 88 h 89"/>
                <a:gd name="T6" fmla="*/ 87 w 88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8" h="89">
                  <a:moveTo>
                    <a:pt x="87" y="0"/>
                  </a:moveTo>
                  <a:lnTo>
                    <a:pt x="0" y="15"/>
                  </a:lnTo>
                  <a:lnTo>
                    <a:pt x="5" y="88"/>
                  </a:lnTo>
                  <a:lnTo>
                    <a:pt x="87" y="0"/>
                  </a:lnTo>
                </a:path>
              </a:pathLst>
            </a:custGeom>
            <a:solidFill>
              <a:srgbClr val="D9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3DBE53AE-4ECD-E62A-AC19-EC9E22A92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9" y="2117"/>
              <a:ext cx="179" cy="421"/>
            </a:xfrm>
            <a:custGeom>
              <a:avLst/>
              <a:gdLst>
                <a:gd name="T0" fmla="*/ 173 w 179"/>
                <a:gd name="T1" fmla="*/ 0 h 421"/>
                <a:gd name="T2" fmla="*/ 136 w 179"/>
                <a:gd name="T3" fmla="*/ 34 h 421"/>
                <a:gd name="T4" fmla="*/ 105 w 179"/>
                <a:gd name="T5" fmla="*/ 117 h 421"/>
                <a:gd name="T6" fmla="*/ 60 w 179"/>
                <a:gd name="T7" fmla="*/ 254 h 421"/>
                <a:gd name="T8" fmla="*/ 8 w 179"/>
                <a:gd name="T9" fmla="*/ 346 h 421"/>
                <a:gd name="T10" fmla="*/ 0 w 179"/>
                <a:gd name="T11" fmla="*/ 420 h 421"/>
                <a:gd name="T12" fmla="*/ 35 w 179"/>
                <a:gd name="T13" fmla="*/ 420 h 421"/>
                <a:gd name="T14" fmla="*/ 123 w 179"/>
                <a:gd name="T15" fmla="*/ 262 h 421"/>
                <a:gd name="T16" fmla="*/ 178 w 179"/>
                <a:gd name="T17" fmla="*/ 76 h 421"/>
                <a:gd name="T18" fmla="*/ 173 w 179"/>
                <a:gd name="T19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9" h="421">
                  <a:moveTo>
                    <a:pt x="173" y="0"/>
                  </a:moveTo>
                  <a:lnTo>
                    <a:pt x="136" y="34"/>
                  </a:lnTo>
                  <a:lnTo>
                    <a:pt x="105" y="117"/>
                  </a:lnTo>
                  <a:lnTo>
                    <a:pt x="60" y="254"/>
                  </a:lnTo>
                  <a:lnTo>
                    <a:pt x="8" y="346"/>
                  </a:lnTo>
                  <a:lnTo>
                    <a:pt x="0" y="420"/>
                  </a:lnTo>
                  <a:lnTo>
                    <a:pt x="35" y="420"/>
                  </a:lnTo>
                  <a:lnTo>
                    <a:pt x="123" y="262"/>
                  </a:lnTo>
                  <a:lnTo>
                    <a:pt x="178" y="76"/>
                  </a:lnTo>
                  <a:lnTo>
                    <a:pt x="173" y="0"/>
                  </a:lnTo>
                </a:path>
              </a:pathLst>
            </a:custGeom>
            <a:solidFill>
              <a:srgbClr val="D9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2F40E46B-75AA-8BA1-B179-715EF5B2DF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" y="2152"/>
              <a:ext cx="67" cy="76"/>
            </a:xfrm>
            <a:custGeom>
              <a:avLst/>
              <a:gdLst>
                <a:gd name="T0" fmla="*/ 0 w 67"/>
                <a:gd name="T1" fmla="*/ 13 h 76"/>
                <a:gd name="T2" fmla="*/ 66 w 67"/>
                <a:gd name="T3" fmla="*/ 0 h 76"/>
                <a:gd name="T4" fmla="*/ 61 w 67"/>
                <a:gd name="T5" fmla="*/ 75 h 76"/>
                <a:gd name="T6" fmla="*/ 0 w 67"/>
                <a:gd name="T7" fmla="*/ 13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76">
                  <a:moveTo>
                    <a:pt x="0" y="13"/>
                  </a:moveTo>
                  <a:lnTo>
                    <a:pt x="66" y="0"/>
                  </a:lnTo>
                  <a:lnTo>
                    <a:pt x="61" y="75"/>
                  </a:lnTo>
                  <a:lnTo>
                    <a:pt x="0" y="13"/>
                  </a:lnTo>
                </a:path>
              </a:pathLst>
            </a:custGeom>
            <a:solidFill>
              <a:srgbClr val="D9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B99E58AF-2E93-CF37-6932-C887F7C9F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" y="2312"/>
              <a:ext cx="80" cy="96"/>
            </a:xfrm>
            <a:custGeom>
              <a:avLst/>
              <a:gdLst>
                <a:gd name="T0" fmla="*/ 0 w 80"/>
                <a:gd name="T1" fmla="*/ 0 h 96"/>
                <a:gd name="T2" fmla="*/ 79 w 80"/>
                <a:gd name="T3" fmla="*/ 6 h 96"/>
                <a:gd name="T4" fmla="*/ 64 w 80"/>
                <a:gd name="T5" fmla="*/ 95 h 96"/>
                <a:gd name="T6" fmla="*/ 0 w 80"/>
                <a:gd name="T7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0" h="96">
                  <a:moveTo>
                    <a:pt x="0" y="0"/>
                  </a:moveTo>
                  <a:lnTo>
                    <a:pt x="79" y="6"/>
                  </a:lnTo>
                  <a:lnTo>
                    <a:pt x="64" y="95"/>
                  </a:lnTo>
                  <a:lnTo>
                    <a:pt x="0" y="0"/>
                  </a:lnTo>
                </a:path>
              </a:pathLst>
            </a:custGeom>
            <a:solidFill>
              <a:srgbClr val="D9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CF4F9361-1DEF-8B90-5372-A7D877B5D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" y="2482"/>
              <a:ext cx="58" cy="96"/>
            </a:xfrm>
            <a:custGeom>
              <a:avLst/>
              <a:gdLst>
                <a:gd name="T0" fmla="*/ 0 w 58"/>
                <a:gd name="T1" fmla="*/ 0 h 96"/>
                <a:gd name="T2" fmla="*/ 57 w 58"/>
                <a:gd name="T3" fmla="*/ 5 h 96"/>
                <a:gd name="T4" fmla="*/ 47 w 58"/>
                <a:gd name="T5" fmla="*/ 95 h 96"/>
                <a:gd name="T6" fmla="*/ 0 w 58"/>
                <a:gd name="T7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8" h="96">
                  <a:moveTo>
                    <a:pt x="0" y="0"/>
                  </a:moveTo>
                  <a:lnTo>
                    <a:pt x="57" y="5"/>
                  </a:lnTo>
                  <a:lnTo>
                    <a:pt x="47" y="95"/>
                  </a:lnTo>
                  <a:lnTo>
                    <a:pt x="0" y="0"/>
                  </a:lnTo>
                </a:path>
              </a:pathLst>
            </a:custGeom>
            <a:solidFill>
              <a:srgbClr val="D9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B4F2AEE-F55F-1B15-D111-C4E22B62A3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" y="2222"/>
              <a:ext cx="246" cy="495"/>
            </a:xfrm>
            <a:custGeom>
              <a:avLst/>
              <a:gdLst>
                <a:gd name="T0" fmla="*/ 0 w 246"/>
                <a:gd name="T1" fmla="*/ 0 h 495"/>
                <a:gd name="T2" fmla="*/ 58 w 246"/>
                <a:gd name="T3" fmla="*/ 34 h 495"/>
                <a:gd name="T4" fmla="*/ 93 w 246"/>
                <a:gd name="T5" fmla="*/ 102 h 495"/>
                <a:gd name="T6" fmla="*/ 108 w 246"/>
                <a:gd name="T7" fmla="*/ 196 h 495"/>
                <a:gd name="T8" fmla="*/ 182 w 246"/>
                <a:gd name="T9" fmla="*/ 351 h 495"/>
                <a:gd name="T10" fmla="*/ 225 w 246"/>
                <a:gd name="T11" fmla="*/ 420 h 495"/>
                <a:gd name="T12" fmla="*/ 245 w 246"/>
                <a:gd name="T13" fmla="*/ 494 h 495"/>
                <a:gd name="T14" fmla="*/ 160 w 246"/>
                <a:gd name="T15" fmla="*/ 466 h 495"/>
                <a:gd name="T16" fmla="*/ 10 w 246"/>
                <a:gd name="T17" fmla="*/ 149 h 495"/>
                <a:gd name="T18" fmla="*/ 0 w 246"/>
                <a:gd name="T19" fmla="*/ 0 h 4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6" h="495">
                  <a:moveTo>
                    <a:pt x="0" y="0"/>
                  </a:moveTo>
                  <a:lnTo>
                    <a:pt x="58" y="34"/>
                  </a:lnTo>
                  <a:lnTo>
                    <a:pt x="93" y="102"/>
                  </a:lnTo>
                  <a:lnTo>
                    <a:pt x="108" y="196"/>
                  </a:lnTo>
                  <a:lnTo>
                    <a:pt x="182" y="351"/>
                  </a:lnTo>
                  <a:lnTo>
                    <a:pt x="225" y="420"/>
                  </a:lnTo>
                  <a:lnTo>
                    <a:pt x="245" y="494"/>
                  </a:lnTo>
                  <a:lnTo>
                    <a:pt x="160" y="466"/>
                  </a:lnTo>
                  <a:lnTo>
                    <a:pt x="10" y="149"/>
                  </a:lnTo>
                  <a:lnTo>
                    <a:pt x="0" y="0"/>
                  </a:lnTo>
                </a:path>
              </a:pathLst>
            </a:custGeom>
            <a:solidFill>
              <a:srgbClr val="D9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62E9F6D6-C8F9-A077-BF43-7ED8F086E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" y="2557"/>
              <a:ext cx="68" cy="126"/>
            </a:xfrm>
            <a:custGeom>
              <a:avLst/>
              <a:gdLst>
                <a:gd name="T0" fmla="*/ 8 w 68"/>
                <a:gd name="T1" fmla="*/ 0 h 126"/>
                <a:gd name="T2" fmla="*/ 0 w 68"/>
                <a:gd name="T3" fmla="*/ 125 h 126"/>
                <a:gd name="T4" fmla="*/ 67 w 68"/>
                <a:gd name="T5" fmla="*/ 21 h 126"/>
                <a:gd name="T6" fmla="*/ 8 w 68"/>
                <a:gd name="T7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126">
                  <a:moveTo>
                    <a:pt x="8" y="0"/>
                  </a:moveTo>
                  <a:lnTo>
                    <a:pt x="0" y="125"/>
                  </a:lnTo>
                  <a:lnTo>
                    <a:pt x="67" y="21"/>
                  </a:lnTo>
                  <a:lnTo>
                    <a:pt x="8" y="0"/>
                  </a:lnTo>
                </a:path>
              </a:pathLst>
            </a:custGeom>
            <a:solidFill>
              <a:srgbClr val="D9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28168559-7E20-2DD0-3B66-3571A4F33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970" y="2315"/>
              <a:ext cx="84" cy="95"/>
            </a:xfrm>
            <a:custGeom>
              <a:avLst/>
              <a:gdLst>
                <a:gd name="T0" fmla="*/ 42 w 84"/>
                <a:gd name="T1" fmla="*/ 0 h 95"/>
                <a:gd name="T2" fmla="*/ 0 w 84"/>
                <a:gd name="T3" fmla="*/ 94 h 95"/>
                <a:gd name="T4" fmla="*/ 83 w 84"/>
                <a:gd name="T5" fmla="*/ 16 h 95"/>
                <a:gd name="T6" fmla="*/ 53 w 84"/>
                <a:gd name="T7" fmla="*/ 1 h 95"/>
                <a:gd name="T8" fmla="*/ 42 w 84"/>
                <a:gd name="T9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95">
                  <a:moveTo>
                    <a:pt x="42" y="0"/>
                  </a:moveTo>
                  <a:lnTo>
                    <a:pt x="0" y="94"/>
                  </a:lnTo>
                  <a:lnTo>
                    <a:pt x="83" y="16"/>
                  </a:lnTo>
                  <a:lnTo>
                    <a:pt x="53" y="1"/>
                  </a:lnTo>
                  <a:lnTo>
                    <a:pt x="42" y="0"/>
                  </a:lnTo>
                </a:path>
              </a:pathLst>
            </a:custGeom>
            <a:solidFill>
              <a:srgbClr val="D9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794C4440-317D-9610-FE65-F6026ACD4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2152"/>
              <a:ext cx="1548" cy="677"/>
            </a:xfrm>
            <a:custGeom>
              <a:avLst/>
              <a:gdLst>
                <a:gd name="T0" fmla="*/ 0 w 1548"/>
                <a:gd name="T1" fmla="*/ 613 h 677"/>
                <a:gd name="T2" fmla="*/ 82 w 1548"/>
                <a:gd name="T3" fmla="*/ 501 h 677"/>
                <a:gd name="T4" fmla="*/ 181 w 1548"/>
                <a:gd name="T5" fmla="*/ 372 h 677"/>
                <a:gd name="T6" fmla="*/ 296 w 1548"/>
                <a:gd name="T7" fmla="*/ 234 h 677"/>
                <a:gd name="T8" fmla="*/ 382 w 1548"/>
                <a:gd name="T9" fmla="*/ 139 h 677"/>
                <a:gd name="T10" fmla="*/ 477 w 1548"/>
                <a:gd name="T11" fmla="*/ 53 h 677"/>
                <a:gd name="T12" fmla="*/ 577 w 1548"/>
                <a:gd name="T13" fmla="*/ 10 h 677"/>
                <a:gd name="T14" fmla="*/ 678 w 1548"/>
                <a:gd name="T15" fmla="*/ 1 h 677"/>
                <a:gd name="T16" fmla="*/ 811 w 1548"/>
                <a:gd name="T17" fmla="*/ 0 h 677"/>
                <a:gd name="T18" fmla="*/ 897 w 1548"/>
                <a:gd name="T19" fmla="*/ 18 h 677"/>
                <a:gd name="T20" fmla="*/ 967 w 1548"/>
                <a:gd name="T21" fmla="*/ 50 h 677"/>
                <a:gd name="T22" fmla="*/ 1103 w 1548"/>
                <a:gd name="T23" fmla="*/ 164 h 677"/>
                <a:gd name="T24" fmla="*/ 1298 w 1548"/>
                <a:gd name="T25" fmla="*/ 327 h 677"/>
                <a:gd name="T26" fmla="*/ 1532 w 1548"/>
                <a:gd name="T27" fmla="*/ 627 h 677"/>
                <a:gd name="T28" fmla="*/ 1547 w 1548"/>
                <a:gd name="T29" fmla="*/ 668 h 677"/>
                <a:gd name="T30" fmla="*/ 1473 w 1548"/>
                <a:gd name="T31" fmla="*/ 676 h 677"/>
                <a:gd name="T32" fmla="*/ 1388 w 1548"/>
                <a:gd name="T33" fmla="*/ 518 h 677"/>
                <a:gd name="T34" fmla="*/ 1210 w 1548"/>
                <a:gd name="T35" fmla="*/ 307 h 677"/>
                <a:gd name="T36" fmla="*/ 1001 w 1548"/>
                <a:gd name="T37" fmla="*/ 111 h 677"/>
                <a:gd name="T38" fmla="*/ 882 w 1548"/>
                <a:gd name="T39" fmla="*/ 36 h 677"/>
                <a:gd name="T40" fmla="*/ 810 w 1548"/>
                <a:gd name="T41" fmla="*/ 16 h 677"/>
                <a:gd name="T42" fmla="*/ 696 w 1548"/>
                <a:gd name="T43" fmla="*/ 16 h 677"/>
                <a:gd name="T44" fmla="*/ 588 w 1548"/>
                <a:gd name="T45" fmla="*/ 36 h 677"/>
                <a:gd name="T46" fmla="*/ 512 w 1548"/>
                <a:gd name="T47" fmla="*/ 63 h 677"/>
                <a:gd name="T48" fmla="*/ 415 w 1548"/>
                <a:gd name="T49" fmla="*/ 148 h 677"/>
                <a:gd name="T50" fmla="*/ 251 w 1548"/>
                <a:gd name="T51" fmla="*/ 347 h 677"/>
                <a:gd name="T52" fmla="*/ 107 w 1548"/>
                <a:gd name="T53" fmla="*/ 572 h 677"/>
                <a:gd name="T54" fmla="*/ 72 w 1548"/>
                <a:gd name="T55" fmla="*/ 641 h 677"/>
                <a:gd name="T56" fmla="*/ 8 w 1548"/>
                <a:gd name="T57" fmla="*/ 647 h 677"/>
                <a:gd name="T58" fmla="*/ 0 w 1548"/>
                <a:gd name="T59" fmla="*/ 613 h 6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548" h="677">
                  <a:moveTo>
                    <a:pt x="0" y="613"/>
                  </a:moveTo>
                  <a:lnTo>
                    <a:pt x="82" y="501"/>
                  </a:lnTo>
                  <a:lnTo>
                    <a:pt x="181" y="372"/>
                  </a:lnTo>
                  <a:lnTo>
                    <a:pt x="296" y="234"/>
                  </a:lnTo>
                  <a:lnTo>
                    <a:pt x="382" y="139"/>
                  </a:lnTo>
                  <a:lnTo>
                    <a:pt x="477" y="53"/>
                  </a:lnTo>
                  <a:lnTo>
                    <a:pt x="577" y="10"/>
                  </a:lnTo>
                  <a:lnTo>
                    <a:pt x="678" y="1"/>
                  </a:lnTo>
                  <a:lnTo>
                    <a:pt x="811" y="0"/>
                  </a:lnTo>
                  <a:lnTo>
                    <a:pt x="897" y="18"/>
                  </a:lnTo>
                  <a:lnTo>
                    <a:pt x="967" y="50"/>
                  </a:lnTo>
                  <a:lnTo>
                    <a:pt x="1103" y="164"/>
                  </a:lnTo>
                  <a:lnTo>
                    <a:pt x="1298" y="327"/>
                  </a:lnTo>
                  <a:lnTo>
                    <a:pt x="1532" y="627"/>
                  </a:lnTo>
                  <a:lnTo>
                    <a:pt x="1547" y="668"/>
                  </a:lnTo>
                  <a:lnTo>
                    <a:pt x="1473" y="676"/>
                  </a:lnTo>
                  <a:lnTo>
                    <a:pt x="1388" y="518"/>
                  </a:lnTo>
                  <a:lnTo>
                    <a:pt x="1210" y="307"/>
                  </a:lnTo>
                  <a:lnTo>
                    <a:pt x="1001" y="111"/>
                  </a:lnTo>
                  <a:lnTo>
                    <a:pt x="882" y="36"/>
                  </a:lnTo>
                  <a:lnTo>
                    <a:pt x="810" y="16"/>
                  </a:lnTo>
                  <a:lnTo>
                    <a:pt x="696" y="16"/>
                  </a:lnTo>
                  <a:lnTo>
                    <a:pt x="588" y="36"/>
                  </a:lnTo>
                  <a:lnTo>
                    <a:pt x="512" y="63"/>
                  </a:lnTo>
                  <a:lnTo>
                    <a:pt x="415" y="148"/>
                  </a:lnTo>
                  <a:lnTo>
                    <a:pt x="251" y="347"/>
                  </a:lnTo>
                  <a:lnTo>
                    <a:pt x="107" y="572"/>
                  </a:lnTo>
                  <a:lnTo>
                    <a:pt x="72" y="641"/>
                  </a:lnTo>
                  <a:lnTo>
                    <a:pt x="8" y="647"/>
                  </a:lnTo>
                  <a:lnTo>
                    <a:pt x="0" y="613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C9B842B5-1DBC-F394-48C4-265905905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872" y="2586"/>
              <a:ext cx="370" cy="209"/>
            </a:xfrm>
            <a:custGeom>
              <a:avLst/>
              <a:gdLst>
                <a:gd name="T0" fmla="*/ 190 w 370"/>
                <a:gd name="T1" fmla="*/ 197 h 209"/>
                <a:gd name="T2" fmla="*/ 0 w 370"/>
                <a:gd name="T3" fmla="*/ 143 h 209"/>
                <a:gd name="T4" fmla="*/ 60 w 370"/>
                <a:gd name="T5" fmla="*/ 70 h 209"/>
                <a:gd name="T6" fmla="*/ 101 w 370"/>
                <a:gd name="T7" fmla="*/ 0 h 209"/>
                <a:gd name="T8" fmla="*/ 170 w 370"/>
                <a:gd name="T9" fmla="*/ 19 h 209"/>
                <a:gd name="T10" fmla="*/ 297 w 370"/>
                <a:gd name="T11" fmla="*/ 11 h 209"/>
                <a:gd name="T12" fmla="*/ 369 w 370"/>
                <a:gd name="T13" fmla="*/ 6 h 209"/>
                <a:gd name="T14" fmla="*/ 334 w 370"/>
                <a:gd name="T15" fmla="*/ 208 h 209"/>
                <a:gd name="T16" fmla="*/ 275 w 370"/>
                <a:gd name="T17" fmla="*/ 202 h 209"/>
                <a:gd name="T18" fmla="*/ 334 w 370"/>
                <a:gd name="T19" fmla="*/ 34 h 209"/>
                <a:gd name="T20" fmla="*/ 254 w 370"/>
                <a:gd name="T21" fmla="*/ 45 h 209"/>
                <a:gd name="T22" fmla="*/ 178 w 370"/>
                <a:gd name="T23" fmla="*/ 36 h 209"/>
                <a:gd name="T24" fmla="*/ 114 w 370"/>
                <a:gd name="T25" fmla="*/ 31 h 209"/>
                <a:gd name="T26" fmla="*/ 71 w 370"/>
                <a:gd name="T27" fmla="*/ 118 h 209"/>
                <a:gd name="T28" fmla="*/ 190 w 370"/>
                <a:gd name="T29" fmla="*/ 197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70" h="209">
                  <a:moveTo>
                    <a:pt x="190" y="197"/>
                  </a:moveTo>
                  <a:lnTo>
                    <a:pt x="0" y="143"/>
                  </a:lnTo>
                  <a:lnTo>
                    <a:pt x="60" y="70"/>
                  </a:lnTo>
                  <a:lnTo>
                    <a:pt x="101" y="0"/>
                  </a:lnTo>
                  <a:lnTo>
                    <a:pt x="170" y="19"/>
                  </a:lnTo>
                  <a:lnTo>
                    <a:pt x="297" y="11"/>
                  </a:lnTo>
                  <a:lnTo>
                    <a:pt x="369" y="6"/>
                  </a:lnTo>
                  <a:lnTo>
                    <a:pt x="334" y="208"/>
                  </a:lnTo>
                  <a:lnTo>
                    <a:pt x="275" y="202"/>
                  </a:lnTo>
                  <a:lnTo>
                    <a:pt x="334" y="34"/>
                  </a:lnTo>
                  <a:lnTo>
                    <a:pt x="254" y="45"/>
                  </a:lnTo>
                  <a:lnTo>
                    <a:pt x="178" y="36"/>
                  </a:lnTo>
                  <a:lnTo>
                    <a:pt x="114" y="31"/>
                  </a:lnTo>
                  <a:lnTo>
                    <a:pt x="71" y="118"/>
                  </a:lnTo>
                  <a:lnTo>
                    <a:pt x="190" y="19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453A541F-7E6D-E3F2-A32B-A2F135DF6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" y="2331"/>
              <a:ext cx="236" cy="130"/>
            </a:xfrm>
            <a:custGeom>
              <a:avLst/>
              <a:gdLst>
                <a:gd name="T0" fmla="*/ 75 w 236"/>
                <a:gd name="T1" fmla="*/ 27 h 130"/>
                <a:gd name="T2" fmla="*/ 0 w 236"/>
                <a:gd name="T3" fmla="*/ 116 h 130"/>
                <a:gd name="T4" fmla="*/ 42 w 236"/>
                <a:gd name="T5" fmla="*/ 128 h 130"/>
                <a:gd name="T6" fmla="*/ 159 w 236"/>
                <a:gd name="T7" fmla="*/ 120 h 130"/>
                <a:gd name="T8" fmla="*/ 225 w 236"/>
                <a:gd name="T9" fmla="*/ 129 h 130"/>
                <a:gd name="T10" fmla="*/ 218 w 236"/>
                <a:gd name="T11" fmla="*/ 93 h 130"/>
                <a:gd name="T12" fmla="*/ 235 w 236"/>
                <a:gd name="T13" fmla="*/ 0 h 130"/>
                <a:gd name="T14" fmla="*/ 124 w 236"/>
                <a:gd name="T15" fmla="*/ 16 h 130"/>
                <a:gd name="T16" fmla="*/ 213 w 236"/>
                <a:gd name="T17" fmla="*/ 25 h 130"/>
                <a:gd name="T18" fmla="*/ 195 w 236"/>
                <a:gd name="T19" fmla="*/ 88 h 130"/>
                <a:gd name="T20" fmla="*/ 136 w 236"/>
                <a:gd name="T21" fmla="*/ 100 h 130"/>
                <a:gd name="T22" fmla="*/ 68 w 236"/>
                <a:gd name="T23" fmla="*/ 112 h 130"/>
                <a:gd name="T24" fmla="*/ 45 w 236"/>
                <a:gd name="T25" fmla="*/ 105 h 130"/>
                <a:gd name="T26" fmla="*/ 75 w 236"/>
                <a:gd name="T27" fmla="*/ 27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6" h="130">
                  <a:moveTo>
                    <a:pt x="75" y="27"/>
                  </a:moveTo>
                  <a:lnTo>
                    <a:pt x="0" y="116"/>
                  </a:lnTo>
                  <a:lnTo>
                    <a:pt x="42" y="128"/>
                  </a:lnTo>
                  <a:lnTo>
                    <a:pt x="159" y="120"/>
                  </a:lnTo>
                  <a:lnTo>
                    <a:pt x="225" y="129"/>
                  </a:lnTo>
                  <a:lnTo>
                    <a:pt x="218" y="93"/>
                  </a:lnTo>
                  <a:lnTo>
                    <a:pt x="235" y="0"/>
                  </a:lnTo>
                  <a:lnTo>
                    <a:pt x="124" y="16"/>
                  </a:lnTo>
                  <a:lnTo>
                    <a:pt x="213" y="25"/>
                  </a:lnTo>
                  <a:lnTo>
                    <a:pt x="195" y="88"/>
                  </a:lnTo>
                  <a:lnTo>
                    <a:pt x="136" y="100"/>
                  </a:lnTo>
                  <a:lnTo>
                    <a:pt x="68" y="112"/>
                  </a:lnTo>
                  <a:lnTo>
                    <a:pt x="45" y="105"/>
                  </a:lnTo>
                  <a:lnTo>
                    <a:pt x="75" y="2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0AC4847E-48DF-06A1-196B-E0C339F90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" y="2202"/>
              <a:ext cx="143" cy="88"/>
            </a:xfrm>
            <a:custGeom>
              <a:avLst/>
              <a:gdLst>
                <a:gd name="T0" fmla="*/ 17 w 143"/>
                <a:gd name="T1" fmla="*/ 2 h 88"/>
                <a:gd name="T2" fmla="*/ 0 w 143"/>
                <a:gd name="T3" fmla="*/ 87 h 88"/>
                <a:gd name="T4" fmla="*/ 39 w 143"/>
                <a:gd name="T5" fmla="*/ 78 h 88"/>
                <a:gd name="T6" fmla="*/ 123 w 143"/>
                <a:gd name="T7" fmla="*/ 84 h 88"/>
                <a:gd name="T8" fmla="*/ 142 w 143"/>
                <a:gd name="T9" fmla="*/ 79 h 88"/>
                <a:gd name="T10" fmla="*/ 122 w 143"/>
                <a:gd name="T11" fmla="*/ 0 h 88"/>
                <a:gd name="T12" fmla="*/ 47 w 143"/>
                <a:gd name="T13" fmla="*/ 0 h 88"/>
                <a:gd name="T14" fmla="*/ 119 w 143"/>
                <a:gd name="T15" fmla="*/ 13 h 88"/>
                <a:gd name="T16" fmla="*/ 112 w 143"/>
                <a:gd name="T17" fmla="*/ 68 h 88"/>
                <a:gd name="T18" fmla="*/ 26 w 143"/>
                <a:gd name="T19" fmla="*/ 67 h 88"/>
                <a:gd name="T20" fmla="*/ 17 w 143"/>
                <a:gd name="T21" fmla="*/ 2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3" h="88">
                  <a:moveTo>
                    <a:pt x="17" y="2"/>
                  </a:moveTo>
                  <a:lnTo>
                    <a:pt x="0" y="87"/>
                  </a:lnTo>
                  <a:lnTo>
                    <a:pt x="39" y="78"/>
                  </a:lnTo>
                  <a:lnTo>
                    <a:pt x="123" y="84"/>
                  </a:lnTo>
                  <a:lnTo>
                    <a:pt x="142" y="79"/>
                  </a:lnTo>
                  <a:lnTo>
                    <a:pt x="122" y="0"/>
                  </a:lnTo>
                  <a:lnTo>
                    <a:pt x="47" y="0"/>
                  </a:lnTo>
                  <a:lnTo>
                    <a:pt x="119" y="13"/>
                  </a:lnTo>
                  <a:lnTo>
                    <a:pt x="112" y="68"/>
                  </a:lnTo>
                  <a:lnTo>
                    <a:pt x="26" y="67"/>
                  </a:lnTo>
                  <a:lnTo>
                    <a:pt x="17" y="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E844537F-3B2C-96CC-FE6C-463460869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4" y="2245"/>
              <a:ext cx="214" cy="110"/>
            </a:xfrm>
            <a:custGeom>
              <a:avLst/>
              <a:gdLst>
                <a:gd name="T0" fmla="*/ 102 w 214"/>
                <a:gd name="T1" fmla="*/ 0 h 110"/>
                <a:gd name="T2" fmla="*/ 65 w 214"/>
                <a:gd name="T3" fmla="*/ 9 h 110"/>
                <a:gd name="T4" fmla="*/ 0 w 214"/>
                <a:gd name="T5" fmla="*/ 16 h 110"/>
                <a:gd name="T6" fmla="*/ 6 w 214"/>
                <a:gd name="T7" fmla="*/ 32 h 110"/>
                <a:gd name="T8" fmla="*/ 39 w 214"/>
                <a:gd name="T9" fmla="*/ 109 h 110"/>
                <a:gd name="T10" fmla="*/ 68 w 214"/>
                <a:gd name="T11" fmla="*/ 95 h 110"/>
                <a:gd name="T12" fmla="*/ 170 w 214"/>
                <a:gd name="T13" fmla="*/ 81 h 110"/>
                <a:gd name="T14" fmla="*/ 213 w 214"/>
                <a:gd name="T15" fmla="*/ 81 h 110"/>
                <a:gd name="T16" fmla="*/ 171 w 214"/>
                <a:gd name="T17" fmla="*/ 51 h 110"/>
                <a:gd name="T18" fmla="*/ 119 w 214"/>
                <a:gd name="T19" fmla="*/ 18 h 110"/>
                <a:gd name="T20" fmla="*/ 167 w 214"/>
                <a:gd name="T21" fmla="*/ 65 h 110"/>
                <a:gd name="T22" fmla="*/ 97 w 214"/>
                <a:gd name="T23" fmla="*/ 71 h 110"/>
                <a:gd name="T24" fmla="*/ 62 w 214"/>
                <a:gd name="T25" fmla="*/ 78 h 110"/>
                <a:gd name="T26" fmla="*/ 26 w 214"/>
                <a:gd name="T27" fmla="*/ 27 h 110"/>
                <a:gd name="T28" fmla="*/ 79 w 214"/>
                <a:gd name="T29" fmla="*/ 18 h 110"/>
                <a:gd name="T30" fmla="*/ 102 w 214"/>
                <a:gd name="T31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4" h="110">
                  <a:moveTo>
                    <a:pt x="102" y="0"/>
                  </a:moveTo>
                  <a:lnTo>
                    <a:pt x="65" y="9"/>
                  </a:lnTo>
                  <a:lnTo>
                    <a:pt x="0" y="16"/>
                  </a:lnTo>
                  <a:lnTo>
                    <a:pt x="6" y="32"/>
                  </a:lnTo>
                  <a:lnTo>
                    <a:pt x="39" y="109"/>
                  </a:lnTo>
                  <a:lnTo>
                    <a:pt x="68" y="95"/>
                  </a:lnTo>
                  <a:lnTo>
                    <a:pt x="170" y="81"/>
                  </a:lnTo>
                  <a:lnTo>
                    <a:pt x="213" y="81"/>
                  </a:lnTo>
                  <a:lnTo>
                    <a:pt x="171" y="51"/>
                  </a:lnTo>
                  <a:lnTo>
                    <a:pt x="119" y="18"/>
                  </a:lnTo>
                  <a:lnTo>
                    <a:pt x="167" y="65"/>
                  </a:lnTo>
                  <a:lnTo>
                    <a:pt x="97" y="71"/>
                  </a:lnTo>
                  <a:lnTo>
                    <a:pt x="62" y="78"/>
                  </a:lnTo>
                  <a:lnTo>
                    <a:pt x="26" y="27"/>
                  </a:lnTo>
                  <a:lnTo>
                    <a:pt x="79" y="18"/>
                  </a:lnTo>
                  <a:lnTo>
                    <a:pt x="102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15E9B744-9FB5-7E30-9372-94BEDE3AC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" y="2399"/>
              <a:ext cx="328" cy="168"/>
            </a:xfrm>
            <a:custGeom>
              <a:avLst/>
              <a:gdLst>
                <a:gd name="T0" fmla="*/ 175 w 328"/>
                <a:gd name="T1" fmla="*/ 0 h 168"/>
                <a:gd name="T2" fmla="*/ 115 w 328"/>
                <a:gd name="T3" fmla="*/ 29 h 168"/>
                <a:gd name="T4" fmla="*/ 0 w 328"/>
                <a:gd name="T5" fmla="*/ 27 h 168"/>
                <a:gd name="T6" fmla="*/ 9 w 328"/>
                <a:gd name="T7" fmla="*/ 53 h 168"/>
                <a:gd name="T8" fmla="*/ 71 w 328"/>
                <a:gd name="T9" fmla="*/ 167 h 168"/>
                <a:gd name="T10" fmla="*/ 131 w 328"/>
                <a:gd name="T11" fmla="*/ 167 h 168"/>
                <a:gd name="T12" fmla="*/ 148 w 328"/>
                <a:gd name="T13" fmla="*/ 162 h 168"/>
                <a:gd name="T14" fmla="*/ 185 w 328"/>
                <a:gd name="T15" fmla="*/ 151 h 168"/>
                <a:gd name="T16" fmla="*/ 223 w 328"/>
                <a:gd name="T17" fmla="*/ 140 h 168"/>
                <a:gd name="T18" fmla="*/ 243 w 328"/>
                <a:gd name="T19" fmla="*/ 136 h 168"/>
                <a:gd name="T20" fmla="*/ 327 w 328"/>
                <a:gd name="T21" fmla="*/ 134 h 168"/>
                <a:gd name="T22" fmla="*/ 209 w 328"/>
                <a:gd name="T23" fmla="*/ 26 h 168"/>
                <a:gd name="T24" fmla="*/ 270 w 328"/>
                <a:gd name="T25" fmla="*/ 113 h 168"/>
                <a:gd name="T26" fmla="*/ 220 w 328"/>
                <a:gd name="T27" fmla="*/ 120 h 168"/>
                <a:gd name="T28" fmla="*/ 85 w 328"/>
                <a:gd name="T29" fmla="*/ 148 h 168"/>
                <a:gd name="T30" fmla="*/ 43 w 328"/>
                <a:gd name="T31" fmla="*/ 57 h 168"/>
                <a:gd name="T32" fmla="*/ 175 w 328"/>
                <a:gd name="T33" fmla="*/ 20 h 168"/>
                <a:gd name="T34" fmla="*/ 175 w 328"/>
                <a:gd name="T35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8" h="168">
                  <a:moveTo>
                    <a:pt x="175" y="0"/>
                  </a:moveTo>
                  <a:lnTo>
                    <a:pt x="115" y="29"/>
                  </a:lnTo>
                  <a:lnTo>
                    <a:pt x="0" y="27"/>
                  </a:lnTo>
                  <a:lnTo>
                    <a:pt x="9" y="53"/>
                  </a:lnTo>
                  <a:lnTo>
                    <a:pt x="71" y="167"/>
                  </a:lnTo>
                  <a:lnTo>
                    <a:pt x="131" y="167"/>
                  </a:lnTo>
                  <a:lnTo>
                    <a:pt x="148" y="162"/>
                  </a:lnTo>
                  <a:lnTo>
                    <a:pt x="185" y="151"/>
                  </a:lnTo>
                  <a:lnTo>
                    <a:pt x="223" y="140"/>
                  </a:lnTo>
                  <a:lnTo>
                    <a:pt x="243" y="136"/>
                  </a:lnTo>
                  <a:lnTo>
                    <a:pt x="327" y="134"/>
                  </a:lnTo>
                  <a:lnTo>
                    <a:pt x="209" y="26"/>
                  </a:lnTo>
                  <a:lnTo>
                    <a:pt x="270" y="113"/>
                  </a:lnTo>
                  <a:lnTo>
                    <a:pt x="220" y="120"/>
                  </a:lnTo>
                  <a:lnTo>
                    <a:pt x="85" y="148"/>
                  </a:lnTo>
                  <a:lnTo>
                    <a:pt x="43" y="57"/>
                  </a:lnTo>
                  <a:lnTo>
                    <a:pt x="175" y="20"/>
                  </a:lnTo>
                  <a:lnTo>
                    <a:pt x="175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E41C6435-EF09-B99C-7952-D288EB477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3" y="2028"/>
              <a:ext cx="76" cy="94"/>
            </a:xfrm>
            <a:custGeom>
              <a:avLst/>
              <a:gdLst>
                <a:gd name="T0" fmla="*/ 0 w 76"/>
                <a:gd name="T1" fmla="*/ 15 h 94"/>
                <a:gd name="T2" fmla="*/ 27 w 76"/>
                <a:gd name="T3" fmla="*/ 32 h 94"/>
                <a:gd name="T4" fmla="*/ 75 w 76"/>
                <a:gd name="T5" fmla="*/ 0 h 94"/>
                <a:gd name="T6" fmla="*/ 44 w 76"/>
                <a:gd name="T7" fmla="*/ 45 h 94"/>
                <a:gd name="T8" fmla="*/ 65 w 76"/>
                <a:gd name="T9" fmla="*/ 89 h 94"/>
                <a:gd name="T10" fmla="*/ 32 w 76"/>
                <a:gd name="T11" fmla="*/ 62 h 94"/>
                <a:gd name="T12" fmla="*/ 5 w 76"/>
                <a:gd name="T13" fmla="*/ 93 h 94"/>
                <a:gd name="T14" fmla="*/ 12 w 76"/>
                <a:gd name="T15" fmla="*/ 53 h 94"/>
                <a:gd name="T16" fmla="*/ 0 w 76"/>
                <a:gd name="T17" fmla="*/ 15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94">
                  <a:moveTo>
                    <a:pt x="0" y="15"/>
                  </a:moveTo>
                  <a:lnTo>
                    <a:pt x="27" y="32"/>
                  </a:lnTo>
                  <a:lnTo>
                    <a:pt x="75" y="0"/>
                  </a:lnTo>
                  <a:lnTo>
                    <a:pt x="44" y="45"/>
                  </a:lnTo>
                  <a:lnTo>
                    <a:pt x="65" y="89"/>
                  </a:lnTo>
                  <a:lnTo>
                    <a:pt x="32" y="62"/>
                  </a:lnTo>
                  <a:lnTo>
                    <a:pt x="5" y="93"/>
                  </a:lnTo>
                  <a:lnTo>
                    <a:pt x="12" y="53"/>
                  </a:lnTo>
                  <a:lnTo>
                    <a:pt x="0" y="1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5C02DBB6-8191-1537-082A-12CAF8E085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3" y="2018"/>
              <a:ext cx="65" cy="77"/>
            </a:xfrm>
            <a:custGeom>
              <a:avLst/>
              <a:gdLst>
                <a:gd name="T0" fmla="*/ 6 w 65"/>
                <a:gd name="T1" fmla="*/ 0 h 77"/>
                <a:gd name="T2" fmla="*/ 28 w 65"/>
                <a:gd name="T3" fmla="*/ 23 h 77"/>
                <a:gd name="T4" fmla="*/ 59 w 65"/>
                <a:gd name="T5" fmla="*/ 0 h 77"/>
                <a:gd name="T6" fmla="*/ 45 w 65"/>
                <a:gd name="T7" fmla="*/ 38 h 77"/>
                <a:gd name="T8" fmla="*/ 64 w 65"/>
                <a:gd name="T9" fmla="*/ 71 h 77"/>
                <a:gd name="T10" fmla="*/ 34 w 65"/>
                <a:gd name="T11" fmla="*/ 53 h 77"/>
                <a:gd name="T12" fmla="*/ 0 w 65"/>
                <a:gd name="T13" fmla="*/ 76 h 77"/>
                <a:gd name="T14" fmla="*/ 18 w 65"/>
                <a:gd name="T15" fmla="*/ 42 h 77"/>
                <a:gd name="T16" fmla="*/ 6 w 65"/>
                <a:gd name="T17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5" h="77">
                  <a:moveTo>
                    <a:pt x="6" y="0"/>
                  </a:moveTo>
                  <a:lnTo>
                    <a:pt x="28" y="23"/>
                  </a:lnTo>
                  <a:lnTo>
                    <a:pt x="59" y="0"/>
                  </a:lnTo>
                  <a:lnTo>
                    <a:pt x="45" y="38"/>
                  </a:lnTo>
                  <a:lnTo>
                    <a:pt x="64" y="71"/>
                  </a:lnTo>
                  <a:lnTo>
                    <a:pt x="34" y="53"/>
                  </a:lnTo>
                  <a:lnTo>
                    <a:pt x="0" y="76"/>
                  </a:lnTo>
                  <a:lnTo>
                    <a:pt x="18" y="42"/>
                  </a:lnTo>
                  <a:lnTo>
                    <a:pt x="6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173792E5-3EEC-8D7F-64A0-D0571A78A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" y="1606"/>
              <a:ext cx="136" cy="381"/>
            </a:xfrm>
            <a:custGeom>
              <a:avLst/>
              <a:gdLst>
                <a:gd name="T0" fmla="*/ 135 w 136"/>
                <a:gd name="T1" fmla="*/ 380 h 381"/>
                <a:gd name="T2" fmla="*/ 84 w 136"/>
                <a:gd name="T3" fmla="*/ 375 h 381"/>
                <a:gd name="T4" fmla="*/ 26 w 136"/>
                <a:gd name="T5" fmla="*/ 338 h 381"/>
                <a:gd name="T6" fmla="*/ 47 w 136"/>
                <a:gd name="T7" fmla="*/ 302 h 381"/>
                <a:gd name="T8" fmla="*/ 41 w 136"/>
                <a:gd name="T9" fmla="*/ 227 h 381"/>
                <a:gd name="T10" fmla="*/ 18 w 136"/>
                <a:gd name="T11" fmla="*/ 173 h 381"/>
                <a:gd name="T12" fmla="*/ 0 w 136"/>
                <a:gd name="T13" fmla="*/ 100 h 381"/>
                <a:gd name="T14" fmla="*/ 8 w 136"/>
                <a:gd name="T15" fmla="*/ 56 h 381"/>
                <a:gd name="T16" fmla="*/ 21 w 136"/>
                <a:gd name="T17" fmla="*/ 13 h 381"/>
                <a:gd name="T18" fmla="*/ 43 w 136"/>
                <a:gd name="T19" fmla="*/ 1 h 381"/>
                <a:gd name="T20" fmla="*/ 63 w 136"/>
                <a:gd name="T21" fmla="*/ 0 h 381"/>
                <a:gd name="T22" fmla="*/ 84 w 136"/>
                <a:gd name="T23" fmla="*/ 8 h 381"/>
                <a:gd name="T24" fmla="*/ 101 w 136"/>
                <a:gd name="T25" fmla="*/ 38 h 381"/>
                <a:gd name="T26" fmla="*/ 107 w 136"/>
                <a:gd name="T27" fmla="*/ 63 h 381"/>
                <a:gd name="T28" fmla="*/ 98 w 136"/>
                <a:gd name="T29" fmla="*/ 79 h 381"/>
                <a:gd name="T30" fmla="*/ 76 w 136"/>
                <a:gd name="T31" fmla="*/ 90 h 381"/>
                <a:gd name="T32" fmla="*/ 86 w 136"/>
                <a:gd name="T33" fmla="*/ 61 h 381"/>
                <a:gd name="T34" fmla="*/ 68 w 136"/>
                <a:gd name="T35" fmla="*/ 32 h 381"/>
                <a:gd name="T36" fmla="*/ 47 w 136"/>
                <a:gd name="T37" fmla="*/ 32 h 381"/>
                <a:gd name="T38" fmla="*/ 31 w 136"/>
                <a:gd name="T39" fmla="*/ 56 h 381"/>
                <a:gd name="T40" fmla="*/ 19 w 136"/>
                <a:gd name="T41" fmla="*/ 90 h 381"/>
                <a:gd name="T42" fmla="*/ 23 w 136"/>
                <a:gd name="T43" fmla="*/ 120 h 381"/>
                <a:gd name="T44" fmla="*/ 35 w 136"/>
                <a:gd name="T45" fmla="*/ 157 h 381"/>
                <a:gd name="T46" fmla="*/ 58 w 136"/>
                <a:gd name="T47" fmla="*/ 204 h 381"/>
                <a:gd name="T48" fmla="*/ 72 w 136"/>
                <a:gd name="T49" fmla="*/ 250 h 381"/>
                <a:gd name="T50" fmla="*/ 78 w 136"/>
                <a:gd name="T51" fmla="*/ 282 h 381"/>
                <a:gd name="T52" fmla="*/ 63 w 136"/>
                <a:gd name="T53" fmla="*/ 326 h 381"/>
                <a:gd name="T54" fmla="*/ 135 w 136"/>
                <a:gd name="T55" fmla="*/ 38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36" h="381">
                  <a:moveTo>
                    <a:pt x="135" y="380"/>
                  </a:moveTo>
                  <a:lnTo>
                    <a:pt x="84" y="375"/>
                  </a:lnTo>
                  <a:lnTo>
                    <a:pt x="26" y="338"/>
                  </a:lnTo>
                  <a:lnTo>
                    <a:pt x="47" y="302"/>
                  </a:lnTo>
                  <a:lnTo>
                    <a:pt x="41" y="227"/>
                  </a:lnTo>
                  <a:lnTo>
                    <a:pt x="18" y="173"/>
                  </a:lnTo>
                  <a:lnTo>
                    <a:pt x="0" y="100"/>
                  </a:lnTo>
                  <a:lnTo>
                    <a:pt x="8" y="56"/>
                  </a:lnTo>
                  <a:lnTo>
                    <a:pt x="21" y="13"/>
                  </a:lnTo>
                  <a:lnTo>
                    <a:pt x="43" y="1"/>
                  </a:lnTo>
                  <a:lnTo>
                    <a:pt x="63" y="0"/>
                  </a:lnTo>
                  <a:lnTo>
                    <a:pt x="84" y="8"/>
                  </a:lnTo>
                  <a:lnTo>
                    <a:pt x="101" y="38"/>
                  </a:lnTo>
                  <a:lnTo>
                    <a:pt x="107" y="63"/>
                  </a:lnTo>
                  <a:lnTo>
                    <a:pt x="98" y="79"/>
                  </a:lnTo>
                  <a:lnTo>
                    <a:pt x="76" y="90"/>
                  </a:lnTo>
                  <a:lnTo>
                    <a:pt x="86" y="61"/>
                  </a:lnTo>
                  <a:lnTo>
                    <a:pt x="68" y="32"/>
                  </a:lnTo>
                  <a:lnTo>
                    <a:pt x="47" y="32"/>
                  </a:lnTo>
                  <a:lnTo>
                    <a:pt x="31" y="56"/>
                  </a:lnTo>
                  <a:lnTo>
                    <a:pt x="19" y="90"/>
                  </a:lnTo>
                  <a:lnTo>
                    <a:pt x="23" y="120"/>
                  </a:lnTo>
                  <a:lnTo>
                    <a:pt x="35" y="157"/>
                  </a:lnTo>
                  <a:lnTo>
                    <a:pt x="58" y="204"/>
                  </a:lnTo>
                  <a:lnTo>
                    <a:pt x="72" y="250"/>
                  </a:lnTo>
                  <a:lnTo>
                    <a:pt x="78" y="282"/>
                  </a:lnTo>
                  <a:lnTo>
                    <a:pt x="63" y="326"/>
                  </a:lnTo>
                  <a:lnTo>
                    <a:pt x="135" y="38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DFA067-7E07-568D-09AE-2EDF6DEB8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1590"/>
              <a:ext cx="445" cy="467"/>
            </a:xfrm>
            <a:custGeom>
              <a:avLst/>
              <a:gdLst>
                <a:gd name="T0" fmla="*/ 0 w 445"/>
                <a:gd name="T1" fmla="*/ 116 h 467"/>
                <a:gd name="T2" fmla="*/ 43 w 445"/>
                <a:gd name="T3" fmla="*/ 321 h 467"/>
                <a:gd name="T4" fmla="*/ 80 w 445"/>
                <a:gd name="T5" fmla="*/ 443 h 467"/>
                <a:gd name="T6" fmla="*/ 101 w 445"/>
                <a:gd name="T7" fmla="*/ 466 h 467"/>
                <a:gd name="T8" fmla="*/ 316 w 445"/>
                <a:gd name="T9" fmla="*/ 404 h 467"/>
                <a:gd name="T10" fmla="*/ 444 w 445"/>
                <a:gd name="T11" fmla="*/ 391 h 467"/>
                <a:gd name="T12" fmla="*/ 417 w 445"/>
                <a:gd name="T13" fmla="*/ 313 h 467"/>
                <a:gd name="T14" fmla="*/ 400 w 445"/>
                <a:gd name="T15" fmla="*/ 104 h 467"/>
                <a:gd name="T16" fmla="*/ 408 w 445"/>
                <a:gd name="T17" fmla="*/ 0 h 467"/>
                <a:gd name="T18" fmla="*/ 379 w 445"/>
                <a:gd name="T19" fmla="*/ 0 h 467"/>
                <a:gd name="T20" fmla="*/ 375 w 445"/>
                <a:gd name="T21" fmla="*/ 70 h 467"/>
                <a:gd name="T22" fmla="*/ 379 w 445"/>
                <a:gd name="T23" fmla="*/ 261 h 467"/>
                <a:gd name="T24" fmla="*/ 404 w 445"/>
                <a:gd name="T25" fmla="*/ 367 h 467"/>
                <a:gd name="T26" fmla="*/ 312 w 445"/>
                <a:gd name="T27" fmla="*/ 382 h 467"/>
                <a:gd name="T28" fmla="*/ 123 w 445"/>
                <a:gd name="T29" fmla="*/ 431 h 467"/>
                <a:gd name="T30" fmla="*/ 88 w 445"/>
                <a:gd name="T31" fmla="*/ 367 h 467"/>
                <a:gd name="T32" fmla="*/ 0 w 445"/>
                <a:gd name="T33" fmla="*/ 116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5" h="467">
                  <a:moveTo>
                    <a:pt x="0" y="116"/>
                  </a:moveTo>
                  <a:lnTo>
                    <a:pt x="43" y="321"/>
                  </a:lnTo>
                  <a:lnTo>
                    <a:pt x="80" y="443"/>
                  </a:lnTo>
                  <a:lnTo>
                    <a:pt x="101" y="466"/>
                  </a:lnTo>
                  <a:lnTo>
                    <a:pt x="316" y="404"/>
                  </a:lnTo>
                  <a:lnTo>
                    <a:pt x="444" y="391"/>
                  </a:lnTo>
                  <a:lnTo>
                    <a:pt x="417" y="313"/>
                  </a:lnTo>
                  <a:lnTo>
                    <a:pt x="400" y="104"/>
                  </a:lnTo>
                  <a:lnTo>
                    <a:pt x="408" y="0"/>
                  </a:lnTo>
                  <a:lnTo>
                    <a:pt x="379" y="0"/>
                  </a:lnTo>
                  <a:lnTo>
                    <a:pt x="375" y="70"/>
                  </a:lnTo>
                  <a:lnTo>
                    <a:pt x="379" y="261"/>
                  </a:lnTo>
                  <a:lnTo>
                    <a:pt x="404" y="367"/>
                  </a:lnTo>
                  <a:lnTo>
                    <a:pt x="312" y="382"/>
                  </a:lnTo>
                  <a:lnTo>
                    <a:pt x="123" y="431"/>
                  </a:lnTo>
                  <a:lnTo>
                    <a:pt x="88" y="367"/>
                  </a:lnTo>
                  <a:lnTo>
                    <a:pt x="0" y="11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08A9BA5D-33BA-F736-6350-46F5618DE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" y="1977"/>
              <a:ext cx="295" cy="115"/>
            </a:xfrm>
            <a:custGeom>
              <a:avLst/>
              <a:gdLst>
                <a:gd name="T0" fmla="*/ 7 w 295"/>
                <a:gd name="T1" fmla="*/ 59 h 115"/>
                <a:gd name="T2" fmla="*/ 0 w 295"/>
                <a:gd name="T3" fmla="*/ 104 h 115"/>
                <a:gd name="T4" fmla="*/ 15 w 295"/>
                <a:gd name="T5" fmla="*/ 114 h 115"/>
                <a:gd name="T6" fmla="*/ 294 w 295"/>
                <a:gd name="T7" fmla="*/ 57 h 115"/>
                <a:gd name="T8" fmla="*/ 273 w 295"/>
                <a:gd name="T9" fmla="*/ 2 h 115"/>
                <a:gd name="T10" fmla="*/ 253 w 295"/>
                <a:gd name="T11" fmla="*/ 0 h 115"/>
                <a:gd name="T12" fmla="*/ 268 w 295"/>
                <a:gd name="T13" fmla="*/ 34 h 115"/>
                <a:gd name="T14" fmla="*/ 35 w 295"/>
                <a:gd name="T15" fmla="*/ 84 h 115"/>
                <a:gd name="T16" fmla="*/ 26 w 295"/>
                <a:gd name="T17" fmla="*/ 57 h 115"/>
                <a:gd name="T18" fmla="*/ 7 w 295"/>
                <a:gd name="T19" fmla="*/ 59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5" h="115">
                  <a:moveTo>
                    <a:pt x="7" y="59"/>
                  </a:moveTo>
                  <a:lnTo>
                    <a:pt x="0" y="104"/>
                  </a:lnTo>
                  <a:lnTo>
                    <a:pt x="15" y="114"/>
                  </a:lnTo>
                  <a:lnTo>
                    <a:pt x="294" y="57"/>
                  </a:lnTo>
                  <a:lnTo>
                    <a:pt x="273" y="2"/>
                  </a:lnTo>
                  <a:lnTo>
                    <a:pt x="253" y="0"/>
                  </a:lnTo>
                  <a:lnTo>
                    <a:pt x="268" y="34"/>
                  </a:lnTo>
                  <a:lnTo>
                    <a:pt x="35" y="84"/>
                  </a:lnTo>
                  <a:lnTo>
                    <a:pt x="26" y="57"/>
                  </a:lnTo>
                  <a:lnTo>
                    <a:pt x="7" y="5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AF5396DD-D3C8-8544-612C-E5D8944A5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989" y="2068"/>
              <a:ext cx="45" cy="220"/>
            </a:xfrm>
            <a:custGeom>
              <a:avLst/>
              <a:gdLst>
                <a:gd name="T0" fmla="*/ 18 w 45"/>
                <a:gd name="T1" fmla="*/ 10 h 220"/>
                <a:gd name="T2" fmla="*/ 0 w 45"/>
                <a:gd name="T3" fmla="*/ 159 h 220"/>
                <a:gd name="T4" fmla="*/ 14 w 45"/>
                <a:gd name="T5" fmla="*/ 219 h 220"/>
                <a:gd name="T6" fmla="*/ 44 w 45"/>
                <a:gd name="T7" fmla="*/ 0 h 220"/>
                <a:gd name="T8" fmla="*/ 18 w 45"/>
                <a:gd name="T9" fmla="*/ 1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220">
                  <a:moveTo>
                    <a:pt x="18" y="10"/>
                  </a:moveTo>
                  <a:lnTo>
                    <a:pt x="0" y="159"/>
                  </a:lnTo>
                  <a:lnTo>
                    <a:pt x="14" y="219"/>
                  </a:lnTo>
                  <a:lnTo>
                    <a:pt x="44" y="0"/>
                  </a:lnTo>
                  <a:lnTo>
                    <a:pt x="18" y="1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ED6815D0-9953-A10E-3E7A-DB79E91DD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" y="2031"/>
              <a:ext cx="99" cy="161"/>
            </a:xfrm>
            <a:custGeom>
              <a:avLst/>
              <a:gdLst>
                <a:gd name="T0" fmla="*/ 0 w 99"/>
                <a:gd name="T1" fmla="*/ 14 h 161"/>
                <a:gd name="T2" fmla="*/ 70 w 99"/>
                <a:gd name="T3" fmla="*/ 160 h 161"/>
                <a:gd name="T4" fmla="*/ 98 w 99"/>
                <a:gd name="T5" fmla="*/ 143 h 161"/>
                <a:gd name="T6" fmla="*/ 15 w 99"/>
                <a:gd name="T7" fmla="*/ 0 h 161"/>
                <a:gd name="T8" fmla="*/ 0 w 99"/>
                <a:gd name="T9" fmla="*/ 1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161">
                  <a:moveTo>
                    <a:pt x="0" y="14"/>
                  </a:moveTo>
                  <a:lnTo>
                    <a:pt x="70" y="160"/>
                  </a:lnTo>
                  <a:lnTo>
                    <a:pt x="98" y="143"/>
                  </a:lnTo>
                  <a:lnTo>
                    <a:pt x="15" y="0"/>
                  </a:lnTo>
                  <a:lnTo>
                    <a:pt x="0" y="1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8FF3EAC5-C3A0-00C2-F5AC-1EB9CE788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" y="1466"/>
              <a:ext cx="475" cy="192"/>
            </a:xfrm>
            <a:custGeom>
              <a:avLst/>
              <a:gdLst>
                <a:gd name="T0" fmla="*/ 0 w 475"/>
                <a:gd name="T1" fmla="*/ 140 h 192"/>
                <a:gd name="T2" fmla="*/ 107 w 475"/>
                <a:gd name="T3" fmla="*/ 113 h 192"/>
                <a:gd name="T4" fmla="*/ 187 w 475"/>
                <a:gd name="T5" fmla="*/ 90 h 192"/>
                <a:gd name="T6" fmla="*/ 258 w 475"/>
                <a:gd name="T7" fmla="*/ 47 h 192"/>
                <a:gd name="T8" fmla="*/ 316 w 475"/>
                <a:gd name="T9" fmla="*/ 13 h 192"/>
                <a:gd name="T10" fmla="*/ 365 w 475"/>
                <a:gd name="T11" fmla="*/ 0 h 192"/>
                <a:gd name="T12" fmla="*/ 433 w 475"/>
                <a:gd name="T13" fmla="*/ 9 h 192"/>
                <a:gd name="T14" fmla="*/ 465 w 475"/>
                <a:gd name="T15" fmla="*/ 34 h 192"/>
                <a:gd name="T16" fmla="*/ 474 w 475"/>
                <a:gd name="T17" fmla="*/ 77 h 192"/>
                <a:gd name="T18" fmla="*/ 468 w 475"/>
                <a:gd name="T19" fmla="*/ 102 h 192"/>
                <a:gd name="T20" fmla="*/ 431 w 475"/>
                <a:gd name="T21" fmla="*/ 123 h 192"/>
                <a:gd name="T22" fmla="*/ 349 w 475"/>
                <a:gd name="T23" fmla="*/ 127 h 192"/>
                <a:gd name="T24" fmla="*/ 206 w 475"/>
                <a:gd name="T25" fmla="*/ 154 h 192"/>
                <a:gd name="T26" fmla="*/ 97 w 475"/>
                <a:gd name="T27" fmla="*/ 191 h 192"/>
                <a:gd name="T28" fmla="*/ 218 w 475"/>
                <a:gd name="T29" fmla="*/ 125 h 192"/>
                <a:gd name="T30" fmla="*/ 410 w 475"/>
                <a:gd name="T31" fmla="*/ 95 h 192"/>
                <a:gd name="T32" fmla="*/ 448 w 475"/>
                <a:gd name="T33" fmla="*/ 79 h 192"/>
                <a:gd name="T34" fmla="*/ 442 w 475"/>
                <a:gd name="T35" fmla="*/ 47 h 192"/>
                <a:gd name="T36" fmla="*/ 370 w 475"/>
                <a:gd name="T37" fmla="*/ 22 h 192"/>
                <a:gd name="T38" fmla="*/ 297 w 475"/>
                <a:gd name="T39" fmla="*/ 43 h 192"/>
                <a:gd name="T40" fmla="*/ 225 w 475"/>
                <a:gd name="T41" fmla="*/ 85 h 192"/>
                <a:gd name="T42" fmla="*/ 141 w 475"/>
                <a:gd name="T43" fmla="*/ 118 h 192"/>
                <a:gd name="T44" fmla="*/ 0 w 475"/>
                <a:gd name="T45" fmla="*/ 14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75" h="192">
                  <a:moveTo>
                    <a:pt x="0" y="140"/>
                  </a:moveTo>
                  <a:lnTo>
                    <a:pt x="107" y="113"/>
                  </a:lnTo>
                  <a:lnTo>
                    <a:pt x="187" y="90"/>
                  </a:lnTo>
                  <a:lnTo>
                    <a:pt x="258" y="47"/>
                  </a:lnTo>
                  <a:lnTo>
                    <a:pt x="316" y="13"/>
                  </a:lnTo>
                  <a:lnTo>
                    <a:pt x="365" y="0"/>
                  </a:lnTo>
                  <a:lnTo>
                    <a:pt x="433" y="9"/>
                  </a:lnTo>
                  <a:lnTo>
                    <a:pt x="465" y="34"/>
                  </a:lnTo>
                  <a:lnTo>
                    <a:pt x="474" y="77"/>
                  </a:lnTo>
                  <a:lnTo>
                    <a:pt x="468" y="102"/>
                  </a:lnTo>
                  <a:lnTo>
                    <a:pt x="431" y="123"/>
                  </a:lnTo>
                  <a:lnTo>
                    <a:pt x="349" y="127"/>
                  </a:lnTo>
                  <a:lnTo>
                    <a:pt x="206" y="154"/>
                  </a:lnTo>
                  <a:lnTo>
                    <a:pt x="97" y="191"/>
                  </a:lnTo>
                  <a:lnTo>
                    <a:pt x="218" y="125"/>
                  </a:lnTo>
                  <a:lnTo>
                    <a:pt x="410" y="95"/>
                  </a:lnTo>
                  <a:lnTo>
                    <a:pt x="448" y="79"/>
                  </a:lnTo>
                  <a:lnTo>
                    <a:pt x="442" y="47"/>
                  </a:lnTo>
                  <a:lnTo>
                    <a:pt x="370" y="22"/>
                  </a:lnTo>
                  <a:lnTo>
                    <a:pt x="297" y="43"/>
                  </a:lnTo>
                  <a:lnTo>
                    <a:pt x="225" y="85"/>
                  </a:lnTo>
                  <a:lnTo>
                    <a:pt x="141" y="118"/>
                  </a:lnTo>
                  <a:lnTo>
                    <a:pt x="0" y="14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3818E058-9A93-962C-8EE0-81A07835AE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" y="2037"/>
              <a:ext cx="320" cy="560"/>
            </a:xfrm>
            <a:custGeom>
              <a:avLst/>
              <a:gdLst>
                <a:gd name="T0" fmla="*/ 319 w 320"/>
                <a:gd name="T1" fmla="*/ 321 h 560"/>
                <a:gd name="T2" fmla="*/ 299 w 320"/>
                <a:gd name="T3" fmla="*/ 279 h 560"/>
                <a:gd name="T4" fmla="*/ 252 w 320"/>
                <a:gd name="T5" fmla="*/ 145 h 560"/>
                <a:gd name="T6" fmla="*/ 195 w 320"/>
                <a:gd name="T7" fmla="*/ 56 h 560"/>
                <a:gd name="T8" fmla="*/ 151 w 320"/>
                <a:gd name="T9" fmla="*/ 15 h 560"/>
                <a:gd name="T10" fmla="*/ 98 w 320"/>
                <a:gd name="T11" fmla="*/ 0 h 560"/>
                <a:gd name="T12" fmla="*/ 63 w 320"/>
                <a:gd name="T13" fmla="*/ 8 h 560"/>
                <a:gd name="T14" fmla="*/ 15 w 320"/>
                <a:gd name="T15" fmla="*/ 40 h 560"/>
                <a:gd name="T16" fmla="*/ 0 w 320"/>
                <a:gd name="T17" fmla="*/ 77 h 560"/>
                <a:gd name="T18" fmla="*/ 7 w 320"/>
                <a:gd name="T19" fmla="*/ 133 h 560"/>
                <a:gd name="T20" fmla="*/ 38 w 320"/>
                <a:gd name="T21" fmla="*/ 247 h 560"/>
                <a:gd name="T22" fmla="*/ 94 w 320"/>
                <a:gd name="T23" fmla="*/ 372 h 560"/>
                <a:gd name="T24" fmla="*/ 106 w 320"/>
                <a:gd name="T25" fmla="*/ 420 h 560"/>
                <a:gd name="T26" fmla="*/ 120 w 320"/>
                <a:gd name="T27" fmla="*/ 479 h 560"/>
                <a:gd name="T28" fmla="*/ 153 w 320"/>
                <a:gd name="T29" fmla="*/ 559 h 560"/>
                <a:gd name="T30" fmla="*/ 243 w 320"/>
                <a:gd name="T31" fmla="*/ 426 h 560"/>
                <a:gd name="T32" fmla="*/ 220 w 320"/>
                <a:gd name="T33" fmla="*/ 395 h 560"/>
                <a:gd name="T34" fmla="*/ 192 w 320"/>
                <a:gd name="T35" fmla="*/ 386 h 560"/>
                <a:gd name="T36" fmla="*/ 153 w 320"/>
                <a:gd name="T37" fmla="*/ 402 h 560"/>
                <a:gd name="T38" fmla="*/ 118 w 320"/>
                <a:gd name="T39" fmla="*/ 279 h 560"/>
                <a:gd name="T40" fmla="*/ 79 w 320"/>
                <a:gd name="T41" fmla="*/ 193 h 560"/>
                <a:gd name="T42" fmla="*/ 48 w 320"/>
                <a:gd name="T43" fmla="*/ 131 h 560"/>
                <a:gd name="T44" fmla="*/ 55 w 320"/>
                <a:gd name="T45" fmla="*/ 70 h 560"/>
                <a:gd name="T46" fmla="*/ 87 w 320"/>
                <a:gd name="T47" fmla="*/ 42 h 560"/>
                <a:gd name="T48" fmla="*/ 118 w 320"/>
                <a:gd name="T49" fmla="*/ 31 h 560"/>
                <a:gd name="T50" fmla="*/ 182 w 320"/>
                <a:gd name="T51" fmla="*/ 63 h 560"/>
                <a:gd name="T52" fmla="*/ 225 w 320"/>
                <a:gd name="T53" fmla="*/ 151 h 560"/>
                <a:gd name="T54" fmla="*/ 260 w 320"/>
                <a:gd name="T55" fmla="*/ 229 h 560"/>
                <a:gd name="T56" fmla="*/ 293 w 320"/>
                <a:gd name="T57" fmla="*/ 352 h 560"/>
                <a:gd name="T58" fmla="*/ 319 w 320"/>
                <a:gd name="T59" fmla="*/ 321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0" h="560">
                  <a:moveTo>
                    <a:pt x="319" y="321"/>
                  </a:moveTo>
                  <a:lnTo>
                    <a:pt x="299" y="279"/>
                  </a:lnTo>
                  <a:lnTo>
                    <a:pt x="252" y="145"/>
                  </a:lnTo>
                  <a:lnTo>
                    <a:pt x="195" y="56"/>
                  </a:lnTo>
                  <a:lnTo>
                    <a:pt x="151" y="15"/>
                  </a:lnTo>
                  <a:lnTo>
                    <a:pt x="98" y="0"/>
                  </a:lnTo>
                  <a:lnTo>
                    <a:pt x="63" y="8"/>
                  </a:lnTo>
                  <a:lnTo>
                    <a:pt x="15" y="40"/>
                  </a:lnTo>
                  <a:lnTo>
                    <a:pt x="0" y="77"/>
                  </a:lnTo>
                  <a:lnTo>
                    <a:pt x="7" y="133"/>
                  </a:lnTo>
                  <a:lnTo>
                    <a:pt x="38" y="247"/>
                  </a:lnTo>
                  <a:lnTo>
                    <a:pt x="94" y="372"/>
                  </a:lnTo>
                  <a:lnTo>
                    <a:pt x="106" y="420"/>
                  </a:lnTo>
                  <a:lnTo>
                    <a:pt x="120" y="479"/>
                  </a:lnTo>
                  <a:lnTo>
                    <a:pt x="153" y="559"/>
                  </a:lnTo>
                  <a:lnTo>
                    <a:pt x="243" y="426"/>
                  </a:lnTo>
                  <a:lnTo>
                    <a:pt x="220" y="395"/>
                  </a:lnTo>
                  <a:lnTo>
                    <a:pt x="192" y="386"/>
                  </a:lnTo>
                  <a:lnTo>
                    <a:pt x="153" y="402"/>
                  </a:lnTo>
                  <a:lnTo>
                    <a:pt x="118" y="279"/>
                  </a:lnTo>
                  <a:lnTo>
                    <a:pt x="79" y="193"/>
                  </a:lnTo>
                  <a:lnTo>
                    <a:pt x="48" y="131"/>
                  </a:lnTo>
                  <a:lnTo>
                    <a:pt x="55" y="70"/>
                  </a:lnTo>
                  <a:lnTo>
                    <a:pt x="87" y="42"/>
                  </a:lnTo>
                  <a:lnTo>
                    <a:pt x="118" y="31"/>
                  </a:lnTo>
                  <a:lnTo>
                    <a:pt x="182" y="63"/>
                  </a:lnTo>
                  <a:lnTo>
                    <a:pt x="225" y="151"/>
                  </a:lnTo>
                  <a:lnTo>
                    <a:pt x="260" y="229"/>
                  </a:lnTo>
                  <a:lnTo>
                    <a:pt x="293" y="352"/>
                  </a:lnTo>
                  <a:lnTo>
                    <a:pt x="319" y="32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8626FED0-2A11-3A5A-A95C-D6F65132F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" y="2132"/>
              <a:ext cx="90" cy="99"/>
            </a:xfrm>
            <a:custGeom>
              <a:avLst/>
              <a:gdLst>
                <a:gd name="T0" fmla="*/ 0 w 90"/>
                <a:gd name="T1" fmla="*/ 13 h 99"/>
                <a:gd name="T2" fmla="*/ 47 w 90"/>
                <a:gd name="T3" fmla="*/ 27 h 99"/>
                <a:gd name="T4" fmla="*/ 74 w 90"/>
                <a:gd name="T5" fmla="*/ 0 h 99"/>
                <a:gd name="T6" fmla="*/ 60 w 90"/>
                <a:gd name="T7" fmla="*/ 36 h 99"/>
                <a:gd name="T8" fmla="*/ 89 w 90"/>
                <a:gd name="T9" fmla="*/ 91 h 99"/>
                <a:gd name="T10" fmla="*/ 63 w 90"/>
                <a:gd name="T11" fmla="*/ 68 h 99"/>
                <a:gd name="T12" fmla="*/ 33 w 90"/>
                <a:gd name="T13" fmla="*/ 98 h 99"/>
                <a:gd name="T14" fmla="*/ 43 w 90"/>
                <a:gd name="T15" fmla="*/ 54 h 99"/>
                <a:gd name="T16" fmla="*/ 0 w 90"/>
                <a:gd name="T17" fmla="*/ 13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" h="99">
                  <a:moveTo>
                    <a:pt x="0" y="13"/>
                  </a:moveTo>
                  <a:lnTo>
                    <a:pt x="47" y="27"/>
                  </a:lnTo>
                  <a:lnTo>
                    <a:pt x="74" y="0"/>
                  </a:lnTo>
                  <a:lnTo>
                    <a:pt x="60" y="36"/>
                  </a:lnTo>
                  <a:lnTo>
                    <a:pt x="89" y="91"/>
                  </a:lnTo>
                  <a:lnTo>
                    <a:pt x="63" y="68"/>
                  </a:lnTo>
                  <a:lnTo>
                    <a:pt x="33" y="98"/>
                  </a:lnTo>
                  <a:lnTo>
                    <a:pt x="43" y="54"/>
                  </a:lnTo>
                  <a:lnTo>
                    <a:pt x="0" y="13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AC228DBE-2351-22E6-AF76-E10250216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" y="2275"/>
              <a:ext cx="55" cy="108"/>
            </a:xfrm>
            <a:custGeom>
              <a:avLst/>
              <a:gdLst>
                <a:gd name="T0" fmla="*/ 0 w 55"/>
                <a:gd name="T1" fmla="*/ 0 h 108"/>
                <a:gd name="T2" fmla="*/ 23 w 55"/>
                <a:gd name="T3" fmla="*/ 25 h 108"/>
                <a:gd name="T4" fmla="*/ 45 w 55"/>
                <a:gd name="T5" fmla="*/ 18 h 108"/>
                <a:gd name="T6" fmla="*/ 36 w 55"/>
                <a:gd name="T7" fmla="*/ 47 h 108"/>
                <a:gd name="T8" fmla="*/ 54 w 55"/>
                <a:gd name="T9" fmla="*/ 107 h 108"/>
                <a:gd name="T10" fmla="*/ 33 w 55"/>
                <a:gd name="T11" fmla="*/ 75 h 108"/>
                <a:gd name="T12" fmla="*/ 3 w 55"/>
                <a:gd name="T13" fmla="*/ 93 h 108"/>
                <a:gd name="T14" fmla="*/ 17 w 55"/>
                <a:gd name="T15" fmla="*/ 54 h 108"/>
                <a:gd name="T16" fmla="*/ 0 w 55"/>
                <a:gd name="T17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5" h="108">
                  <a:moveTo>
                    <a:pt x="0" y="0"/>
                  </a:moveTo>
                  <a:lnTo>
                    <a:pt x="23" y="25"/>
                  </a:lnTo>
                  <a:lnTo>
                    <a:pt x="45" y="18"/>
                  </a:lnTo>
                  <a:lnTo>
                    <a:pt x="36" y="47"/>
                  </a:lnTo>
                  <a:lnTo>
                    <a:pt x="54" y="107"/>
                  </a:lnTo>
                  <a:lnTo>
                    <a:pt x="33" y="75"/>
                  </a:lnTo>
                  <a:lnTo>
                    <a:pt x="3" y="93"/>
                  </a:lnTo>
                  <a:lnTo>
                    <a:pt x="17" y="54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B00F60FC-E966-805B-FD20-197B5FA57D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4" y="2300"/>
              <a:ext cx="65" cy="88"/>
            </a:xfrm>
            <a:custGeom>
              <a:avLst/>
              <a:gdLst>
                <a:gd name="T0" fmla="*/ 0 w 65"/>
                <a:gd name="T1" fmla="*/ 14 h 88"/>
                <a:gd name="T2" fmla="*/ 23 w 65"/>
                <a:gd name="T3" fmla="*/ 4 h 88"/>
                <a:gd name="T4" fmla="*/ 40 w 65"/>
                <a:gd name="T5" fmla="*/ 0 h 88"/>
                <a:gd name="T6" fmla="*/ 64 w 65"/>
                <a:gd name="T7" fmla="*/ 16 h 88"/>
                <a:gd name="T8" fmla="*/ 17 w 65"/>
                <a:gd name="T9" fmla="*/ 87 h 88"/>
                <a:gd name="T10" fmla="*/ 0 w 65"/>
                <a:gd name="T11" fmla="*/ 1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88">
                  <a:moveTo>
                    <a:pt x="0" y="14"/>
                  </a:moveTo>
                  <a:lnTo>
                    <a:pt x="23" y="4"/>
                  </a:lnTo>
                  <a:lnTo>
                    <a:pt x="40" y="0"/>
                  </a:lnTo>
                  <a:lnTo>
                    <a:pt x="64" y="16"/>
                  </a:lnTo>
                  <a:lnTo>
                    <a:pt x="17" y="87"/>
                  </a:lnTo>
                  <a:lnTo>
                    <a:pt x="0" y="1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924CDDF5-F4C2-90C2-6127-2AC21F874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3" y="1881"/>
              <a:ext cx="341" cy="511"/>
            </a:xfrm>
            <a:custGeom>
              <a:avLst/>
              <a:gdLst>
                <a:gd name="T0" fmla="*/ 0 w 341"/>
                <a:gd name="T1" fmla="*/ 306 h 511"/>
                <a:gd name="T2" fmla="*/ 15 w 341"/>
                <a:gd name="T3" fmla="*/ 290 h 511"/>
                <a:gd name="T4" fmla="*/ 35 w 341"/>
                <a:gd name="T5" fmla="*/ 283 h 511"/>
                <a:gd name="T6" fmla="*/ 59 w 341"/>
                <a:gd name="T7" fmla="*/ 288 h 511"/>
                <a:gd name="T8" fmla="*/ 75 w 341"/>
                <a:gd name="T9" fmla="*/ 213 h 511"/>
                <a:gd name="T10" fmla="*/ 102 w 341"/>
                <a:gd name="T11" fmla="*/ 101 h 511"/>
                <a:gd name="T12" fmla="*/ 125 w 341"/>
                <a:gd name="T13" fmla="*/ 45 h 511"/>
                <a:gd name="T14" fmla="*/ 167 w 341"/>
                <a:gd name="T15" fmla="*/ 11 h 511"/>
                <a:gd name="T16" fmla="*/ 225 w 341"/>
                <a:gd name="T17" fmla="*/ 0 h 511"/>
                <a:gd name="T18" fmla="*/ 292 w 341"/>
                <a:gd name="T19" fmla="*/ 16 h 511"/>
                <a:gd name="T20" fmla="*/ 324 w 341"/>
                <a:gd name="T21" fmla="*/ 50 h 511"/>
                <a:gd name="T22" fmla="*/ 340 w 341"/>
                <a:gd name="T23" fmla="*/ 114 h 511"/>
                <a:gd name="T24" fmla="*/ 330 w 341"/>
                <a:gd name="T25" fmla="*/ 188 h 511"/>
                <a:gd name="T26" fmla="*/ 266 w 341"/>
                <a:gd name="T27" fmla="*/ 352 h 511"/>
                <a:gd name="T28" fmla="*/ 255 w 341"/>
                <a:gd name="T29" fmla="*/ 408 h 511"/>
                <a:gd name="T30" fmla="*/ 262 w 341"/>
                <a:gd name="T31" fmla="*/ 450 h 511"/>
                <a:gd name="T32" fmla="*/ 241 w 341"/>
                <a:gd name="T33" fmla="*/ 510 h 511"/>
                <a:gd name="T34" fmla="*/ 117 w 341"/>
                <a:gd name="T35" fmla="*/ 406 h 511"/>
                <a:gd name="T36" fmla="*/ 144 w 341"/>
                <a:gd name="T37" fmla="*/ 386 h 511"/>
                <a:gd name="T38" fmla="*/ 188 w 341"/>
                <a:gd name="T39" fmla="*/ 380 h 511"/>
                <a:gd name="T40" fmla="*/ 216 w 341"/>
                <a:gd name="T41" fmla="*/ 394 h 511"/>
                <a:gd name="T42" fmla="*/ 232 w 341"/>
                <a:gd name="T43" fmla="*/ 283 h 511"/>
                <a:gd name="T44" fmla="*/ 260 w 341"/>
                <a:gd name="T45" fmla="*/ 187 h 511"/>
                <a:gd name="T46" fmla="*/ 297 w 341"/>
                <a:gd name="T47" fmla="*/ 114 h 511"/>
                <a:gd name="T48" fmla="*/ 287 w 341"/>
                <a:gd name="T49" fmla="*/ 71 h 511"/>
                <a:gd name="T50" fmla="*/ 266 w 341"/>
                <a:gd name="T51" fmla="*/ 37 h 511"/>
                <a:gd name="T52" fmla="*/ 202 w 341"/>
                <a:gd name="T53" fmla="*/ 23 h 511"/>
                <a:gd name="T54" fmla="*/ 161 w 341"/>
                <a:gd name="T55" fmla="*/ 37 h 511"/>
                <a:gd name="T56" fmla="*/ 126 w 341"/>
                <a:gd name="T57" fmla="*/ 71 h 511"/>
                <a:gd name="T58" fmla="*/ 112 w 341"/>
                <a:gd name="T59" fmla="*/ 131 h 511"/>
                <a:gd name="T60" fmla="*/ 91 w 341"/>
                <a:gd name="T61" fmla="*/ 229 h 511"/>
                <a:gd name="T62" fmla="*/ 73 w 341"/>
                <a:gd name="T63" fmla="*/ 310 h 511"/>
                <a:gd name="T64" fmla="*/ 92 w 341"/>
                <a:gd name="T65" fmla="*/ 369 h 511"/>
                <a:gd name="T66" fmla="*/ 0 w 341"/>
                <a:gd name="T67" fmla="*/ 306 h 5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1" h="511">
                  <a:moveTo>
                    <a:pt x="0" y="306"/>
                  </a:moveTo>
                  <a:lnTo>
                    <a:pt x="15" y="290"/>
                  </a:lnTo>
                  <a:lnTo>
                    <a:pt x="35" y="283"/>
                  </a:lnTo>
                  <a:lnTo>
                    <a:pt x="59" y="288"/>
                  </a:lnTo>
                  <a:lnTo>
                    <a:pt x="75" y="213"/>
                  </a:lnTo>
                  <a:lnTo>
                    <a:pt x="102" y="101"/>
                  </a:lnTo>
                  <a:lnTo>
                    <a:pt x="125" y="45"/>
                  </a:lnTo>
                  <a:lnTo>
                    <a:pt x="167" y="11"/>
                  </a:lnTo>
                  <a:lnTo>
                    <a:pt x="225" y="0"/>
                  </a:lnTo>
                  <a:lnTo>
                    <a:pt x="292" y="16"/>
                  </a:lnTo>
                  <a:lnTo>
                    <a:pt x="324" y="50"/>
                  </a:lnTo>
                  <a:lnTo>
                    <a:pt x="340" y="114"/>
                  </a:lnTo>
                  <a:lnTo>
                    <a:pt x="330" y="188"/>
                  </a:lnTo>
                  <a:lnTo>
                    <a:pt x="266" y="352"/>
                  </a:lnTo>
                  <a:lnTo>
                    <a:pt x="255" y="408"/>
                  </a:lnTo>
                  <a:lnTo>
                    <a:pt x="262" y="450"/>
                  </a:lnTo>
                  <a:lnTo>
                    <a:pt x="241" y="510"/>
                  </a:lnTo>
                  <a:lnTo>
                    <a:pt x="117" y="406"/>
                  </a:lnTo>
                  <a:lnTo>
                    <a:pt x="144" y="386"/>
                  </a:lnTo>
                  <a:lnTo>
                    <a:pt x="188" y="380"/>
                  </a:lnTo>
                  <a:lnTo>
                    <a:pt x="216" y="394"/>
                  </a:lnTo>
                  <a:lnTo>
                    <a:pt x="232" y="283"/>
                  </a:lnTo>
                  <a:lnTo>
                    <a:pt x="260" y="187"/>
                  </a:lnTo>
                  <a:lnTo>
                    <a:pt x="297" y="114"/>
                  </a:lnTo>
                  <a:lnTo>
                    <a:pt x="287" y="71"/>
                  </a:lnTo>
                  <a:lnTo>
                    <a:pt x="266" y="37"/>
                  </a:lnTo>
                  <a:lnTo>
                    <a:pt x="202" y="23"/>
                  </a:lnTo>
                  <a:lnTo>
                    <a:pt x="161" y="37"/>
                  </a:lnTo>
                  <a:lnTo>
                    <a:pt x="126" y="71"/>
                  </a:lnTo>
                  <a:lnTo>
                    <a:pt x="112" y="131"/>
                  </a:lnTo>
                  <a:lnTo>
                    <a:pt x="91" y="229"/>
                  </a:lnTo>
                  <a:lnTo>
                    <a:pt x="73" y="310"/>
                  </a:lnTo>
                  <a:lnTo>
                    <a:pt x="92" y="369"/>
                  </a:lnTo>
                  <a:lnTo>
                    <a:pt x="0" y="306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CCE2F81C-BB80-54E7-2935-D0DA62289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" y="2097"/>
              <a:ext cx="65" cy="94"/>
            </a:xfrm>
            <a:custGeom>
              <a:avLst/>
              <a:gdLst>
                <a:gd name="T0" fmla="*/ 0 w 65"/>
                <a:gd name="T1" fmla="*/ 14 h 94"/>
                <a:gd name="T2" fmla="*/ 19 w 65"/>
                <a:gd name="T3" fmla="*/ 24 h 94"/>
                <a:gd name="T4" fmla="*/ 64 w 65"/>
                <a:gd name="T5" fmla="*/ 0 h 94"/>
                <a:gd name="T6" fmla="*/ 42 w 65"/>
                <a:gd name="T7" fmla="*/ 40 h 94"/>
                <a:gd name="T8" fmla="*/ 58 w 65"/>
                <a:gd name="T9" fmla="*/ 76 h 94"/>
                <a:gd name="T10" fmla="*/ 30 w 65"/>
                <a:gd name="T11" fmla="*/ 58 h 94"/>
                <a:gd name="T12" fmla="*/ 3 w 65"/>
                <a:gd name="T13" fmla="*/ 93 h 94"/>
                <a:gd name="T14" fmla="*/ 10 w 65"/>
                <a:gd name="T15" fmla="*/ 54 h 94"/>
                <a:gd name="T16" fmla="*/ 0 w 65"/>
                <a:gd name="T17" fmla="*/ 1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5" h="94">
                  <a:moveTo>
                    <a:pt x="0" y="14"/>
                  </a:moveTo>
                  <a:lnTo>
                    <a:pt x="19" y="24"/>
                  </a:lnTo>
                  <a:lnTo>
                    <a:pt x="64" y="0"/>
                  </a:lnTo>
                  <a:lnTo>
                    <a:pt x="42" y="40"/>
                  </a:lnTo>
                  <a:lnTo>
                    <a:pt x="58" y="76"/>
                  </a:lnTo>
                  <a:lnTo>
                    <a:pt x="30" y="58"/>
                  </a:lnTo>
                  <a:lnTo>
                    <a:pt x="3" y="93"/>
                  </a:lnTo>
                  <a:lnTo>
                    <a:pt x="10" y="54"/>
                  </a:lnTo>
                  <a:lnTo>
                    <a:pt x="0" y="1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E6320863-DA1E-B1E7-6B64-05DDBB77E7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1957"/>
              <a:ext cx="71" cy="100"/>
            </a:xfrm>
            <a:custGeom>
              <a:avLst/>
              <a:gdLst>
                <a:gd name="T0" fmla="*/ 0 w 71"/>
                <a:gd name="T1" fmla="*/ 34 h 100"/>
                <a:gd name="T2" fmla="*/ 31 w 71"/>
                <a:gd name="T3" fmla="*/ 32 h 100"/>
                <a:gd name="T4" fmla="*/ 64 w 71"/>
                <a:gd name="T5" fmla="*/ 0 h 100"/>
                <a:gd name="T6" fmla="*/ 47 w 71"/>
                <a:gd name="T7" fmla="*/ 44 h 100"/>
                <a:gd name="T8" fmla="*/ 70 w 71"/>
                <a:gd name="T9" fmla="*/ 79 h 100"/>
                <a:gd name="T10" fmla="*/ 41 w 71"/>
                <a:gd name="T11" fmla="*/ 67 h 100"/>
                <a:gd name="T12" fmla="*/ 17 w 71"/>
                <a:gd name="T13" fmla="*/ 99 h 100"/>
                <a:gd name="T14" fmla="*/ 20 w 71"/>
                <a:gd name="T15" fmla="*/ 60 h 100"/>
                <a:gd name="T16" fmla="*/ 0 w 71"/>
                <a:gd name="T17" fmla="*/ 3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100">
                  <a:moveTo>
                    <a:pt x="0" y="34"/>
                  </a:moveTo>
                  <a:lnTo>
                    <a:pt x="31" y="32"/>
                  </a:lnTo>
                  <a:lnTo>
                    <a:pt x="64" y="0"/>
                  </a:lnTo>
                  <a:lnTo>
                    <a:pt x="47" y="44"/>
                  </a:lnTo>
                  <a:lnTo>
                    <a:pt x="70" y="79"/>
                  </a:lnTo>
                  <a:lnTo>
                    <a:pt x="41" y="67"/>
                  </a:lnTo>
                  <a:lnTo>
                    <a:pt x="17" y="99"/>
                  </a:lnTo>
                  <a:lnTo>
                    <a:pt x="20" y="60"/>
                  </a:lnTo>
                  <a:lnTo>
                    <a:pt x="0" y="3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5EE1E3CA-1DA2-3B86-B663-F4C08CB81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9" y="1961"/>
              <a:ext cx="408" cy="689"/>
            </a:xfrm>
            <a:custGeom>
              <a:avLst/>
              <a:gdLst>
                <a:gd name="T0" fmla="*/ 0 w 408"/>
                <a:gd name="T1" fmla="*/ 441 h 689"/>
                <a:gd name="T2" fmla="*/ 26 w 408"/>
                <a:gd name="T3" fmla="*/ 423 h 689"/>
                <a:gd name="T4" fmla="*/ 74 w 408"/>
                <a:gd name="T5" fmla="*/ 411 h 689"/>
                <a:gd name="T6" fmla="*/ 101 w 408"/>
                <a:gd name="T7" fmla="*/ 298 h 689"/>
                <a:gd name="T8" fmla="*/ 121 w 408"/>
                <a:gd name="T9" fmla="*/ 172 h 689"/>
                <a:gd name="T10" fmla="*/ 144 w 408"/>
                <a:gd name="T11" fmla="*/ 105 h 689"/>
                <a:gd name="T12" fmla="*/ 174 w 408"/>
                <a:gd name="T13" fmla="*/ 51 h 689"/>
                <a:gd name="T14" fmla="*/ 218 w 408"/>
                <a:gd name="T15" fmla="*/ 12 h 689"/>
                <a:gd name="T16" fmla="*/ 266 w 408"/>
                <a:gd name="T17" fmla="*/ 0 h 689"/>
                <a:gd name="T18" fmla="*/ 334 w 408"/>
                <a:gd name="T19" fmla="*/ 31 h 689"/>
                <a:gd name="T20" fmla="*/ 401 w 408"/>
                <a:gd name="T21" fmla="*/ 116 h 689"/>
                <a:gd name="T22" fmla="*/ 407 w 408"/>
                <a:gd name="T23" fmla="*/ 215 h 689"/>
                <a:gd name="T24" fmla="*/ 389 w 408"/>
                <a:gd name="T25" fmla="*/ 338 h 689"/>
                <a:gd name="T26" fmla="*/ 324 w 408"/>
                <a:gd name="T27" fmla="*/ 537 h 689"/>
                <a:gd name="T28" fmla="*/ 253 w 408"/>
                <a:gd name="T29" fmla="*/ 688 h 689"/>
                <a:gd name="T30" fmla="*/ 190 w 408"/>
                <a:gd name="T31" fmla="*/ 666 h 689"/>
                <a:gd name="T32" fmla="*/ 146 w 408"/>
                <a:gd name="T33" fmla="*/ 570 h 689"/>
                <a:gd name="T34" fmla="*/ 185 w 408"/>
                <a:gd name="T35" fmla="*/ 530 h 689"/>
                <a:gd name="T36" fmla="*/ 236 w 408"/>
                <a:gd name="T37" fmla="*/ 545 h 689"/>
                <a:gd name="T38" fmla="*/ 283 w 408"/>
                <a:gd name="T39" fmla="*/ 448 h 689"/>
                <a:gd name="T40" fmla="*/ 316 w 408"/>
                <a:gd name="T41" fmla="*/ 342 h 689"/>
                <a:gd name="T42" fmla="*/ 353 w 408"/>
                <a:gd name="T43" fmla="*/ 217 h 689"/>
                <a:gd name="T44" fmla="*/ 378 w 408"/>
                <a:gd name="T45" fmla="*/ 174 h 689"/>
                <a:gd name="T46" fmla="*/ 368 w 408"/>
                <a:gd name="T47" fmla="*/ 116 h 689"/>
                <a:gd name="T48" fmla="*/ 298 w 408"/>
                <a:gd name="T49" fmla="*/ 51 h 689"/>
                <a:gd name="T50" fmla="*/ 262 w 408"/>
                <a:gd name="T51" fmla="*/ 34 h 689"/>
                <a:gd name="T52" fmla="*/ 231 w 408"/>
                <a:gd name="T53" fmla="*/ 41 h 689"/>
                <a:gd name="T54" fmla="*/ 193 w 408"/>
                <a:gd name="T55" fmla="*/ 75 h 689"/>
                <a:gd name="T56" fmla="*/ 155 w 408"/>
                <a:gd name="T57" fmla="*/ 146 h 689"/>
                <a:gd name="T58" fmla="*/ 131 w 408"/>
                <a:gd name="T59" fmla="*/ 226 h 689"/>
                <a:gd name="T60" fmla="*/ 117 w 408"/>
                <a:gd name="T61" fmla="*/ 307 h 689"/>
                <a:gd name="T62" fmla="*/ 108 w 408"/>
                <a:gd name="T63" fmla="*/ 386 h 689"/>
                <a:gd name="T64" fmla="*/ 93 w 408"/>
                <a:gd name="T65" fmla="*/ 417 h 689"/>
                <a:gd name="T66" fmla="*/ 90 w 408"/>
                <a:gd name="T67" fmla="*/ 525 h 689"/>
                <a:gd name="T68" fmla="*/ 0 w 408"/>
                <a:gd name="T69" fmla="*/ 441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08" h="689">
                  <a:moveTo>
                    <a:pt x="0" y="441"/>
                  </a:moveTo>
                  <a:lnTo>
                    <a:pt x="26" y="423"/>
                  </a:lnTo>
                  <a:lnTo>
                    <a:pt x="74" y="411"/>
                  </a:lnTo>
                  <a:lnTo>
                    <a:pt x="101" y="298"/>
                  </a:lnTo>
                  <a:lnTo>
                    <a:pt x="121" y="172"/>
                  </a:lnTo>
                  <a:lnTo>
                    <a:pt x="144" y="105"/>
                  </a:lnTo>
                  <a:lnTo>
                    <a:pt x="174" y="51"/>
                  </a:lnTo>
                  <a:lnTo>
                    <a:pt x="218" y="12"/>
                  </a:lnTo>
                  <a:lnTo>
                    <a:pt x="266" y="0"/>
                  </a:lnTo>
                  <a:lnTo>
                    <a:pt x="334" y="31"/>
                  </a:lnTo>
                  <a:lnTo>
                    <a:pt x="401" y="116"/>
                  </a:lnTo>
                  <a:lnTo>
                    <a:pt x="407" y="215"/>
                  </a:lnTo>
                  <a:lnTo>
                    <a:pt x="389" y="338"/>
                  </a:lnTo>
                  <a:lnTo>
                    <a:pt x="324" y="537"/>
                  </a:lnTo>
                  <a:lnTo>
                    <a:pt x="253" y="688"/>
                  </a:lnTo>
                  <a:lnTo>
                    <a:pt x="190" y="666"/>
                  </a:lnTo>
                  <a:lnTo>
                    <a:pt x="146" y="570"/>
                  </a:lnTo>
                  <a:lnTo>
                    <a:pt x="185" y="530"/>
                  </a:lnTo>
                  <a:lnTo>
                    <a:pt x="236" y="545"/>
                  </a:lnTo>
                  <a:lnTo>
                    <a:pt x="283" y="448"/>
                  </a:lnTo>
                  <a:lnTo>
                    <a:pt x="316" y="342"/>
                  </a:lnTo>
                  <a:lnTo>
                    <a:pt x="353" y="217"/>
                  </a:lnTo>
                  <a:lnTo>
                    <a:pt x="378" y="174"/>
                  </a:lnTo>
                  <a:lnTo>
                    <a:pt x="368" y="116"/>
                  </a:lnTo>
                  <a:lnTo>
                    <a:pt x="298" y="51"/>
                  </a:lnTo>
                  <a:lnTo>
                    <a:pt x="262" y="34"/>
                  </a:lnTo>
                  <a:lnTo>
                    <a:pt x="231" y="41"/>
                  </a:lnTo>
                  <a:lnTo>
                    <a:pt x="193" y="75"/>
                  </a:lnTo>
                  <a:lnTo>
                    <a:pt x="155" y="146"/>
                  </a:lnTo>
                  <a:lnTo>
                    <a:pt x="131" y="226"/>
                  </a:lnTo>
                  <a:lnTo>
                    <a:pt x="117" y="307"/>
                  </a:lnTo>
                  <a:lnTo>
                    <a:pt x="108" y="386"/>
                  </a:lnTo>
                  <a:lnTo>
                    <a:pt x="93" y="417"/>
                  </a:lnTo>
                  <a:lnTo>
                    <a:pt x="90" y="525"/>
                  </a:lnTo>
                  <a:lnTo>
                    <a:pt x="0" y="44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7DE9390A-D1AA-F28D-8469-AFECC629A5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8" y="2340"/>
              <a:ext cx="78" cy="100"/>
            </a:xfrm>
            <a:custGeom>
              <a:avLst/>
              <a:gdLst>
                <a:gd name="T0" fmla="*/ 0 w 78"/>
                <a:gd name="T1" fmla="*/ 2 h 100"/>
                <a:gd name="T2" fmla="*/ 23 w 78"/>
                <a:gd name="T3" fmla="*/ 20 h 100"/>
                <a:gd name="T4" fmla="*/ 77 w 78"/>
                <a:gd name="T5" fmla="*/ 0 h 100"/>
                <a:gd name="T6" fmla="*/ 42 w 78"/>
                <a:gd name="T7" fmla="*/ 34 h 100"/>
                <a:gd name="T8" fmla="*/ 62 w 78"/>
                <a:gd name="T9" fmla="*/ 75 h 100"/>
                <a:gd name="T10" fmla="*/ 30 w 78"/>
                <a:gd name="T11" fmla="*/ 56 h 100"/>
                <a:gd name="T12" fmla="*/ 1 w 78"/>
                <a:gd name="T13" fmla="*/ 99 h 100"/>
                <a:gd name="T14" fmla="*/ 11 w 78"/>
                <a:gd name="T15" fmla="*/ 42 h 100"/>
                <a:gd name="T16" fmla="*/ 0 w 78"/>
                <a:gd name="T17" fmla="*/ 2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8" h="100">
                  <a:moveTo>
                    <a:pt x="0" y="2"/>
                  </a:moveTo>
                  <a:lnTo>
                    <a:pt x="23" y="20"/>
                  </a:lnTo>
                  <a:lnTo>
                    <a:pt x="77" y="0"/>
                  </a:lnTo>
                  <a:lnTo>
                    <a:pt x="42" y="34"/>
                  </a:lnTo>
                  <a:lnTo>
                    <a:pt x="62" y="75"/>
                  </a:lnTo>
                  <a:lnTo>
                    <a:pt x="30" y="56"/>
                  </a:lnTo>
                  <a:lnTo>
                    <a:pt x="1" y="99"/>
                  </a:lnTo>
                  <a:lnTo>
                    <a:pt x="11" y="42"/>
                  </a:lnTo>
                  <a:lnTo>
                    <a:pt x="0" y="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21BD4F0B-184C-1B59-8509-59FBB7A50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6" y="2073"/>
              <a:ext cx="88" cy="101"/>
            </a:xfrm>
            <a:custGeom>
              <a:avLst/>
              <a:gdLst>
                <a:gd name="T0" fmla="*/ 0 w 88"/>
                <a:gd name="T1" fmla="*/ 15 h 101"/>
                <a:gd name="T2" fmla="*/ 26 w 88"/>
                <a:gd name="T3" fmla="*/ 17 h 101"/>
                <a:gd name="T4" fmla="*/ 87 w 88"/>
                <a:gd name="T5" fmla="*/ 0 h 101"/>
                <a:gd name="T6" fmla="*/ 53 w 88"/>
                <a:gd name="T7" fmla="*/ 33 h 101"/>
                <a:gd name="T8" fmla="*/ 70 w 88"/>
                <a:gd name="T9" fmla="*/ 82 h 101"/>
                <a:gd name="T10" fmla="*/ 36 w 88"/>
                <a:gd name="T11" fmla="*/ 53 h 101"/>
                <a:gd name="T12" fmla="*/ 1 w 88"/>
                <a:gd name="T13" fmla="*/ 100 h 101"/>
                <a:gd name="T14" fmla="*/ 19 w 88"/>
                <a:gd name="T15" fmla="*/ 36 h 101"/>
                <a:gd name="T16" fmla="*/ 0 w 88"/>
                <a:gd name="T17" fmla="*/ 15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01">
                  <a:moveTo>
                    <a:pt x="0" y="15"/>
                  </a:moveTo>
                  <a:lnTo>
                    <a:pt x="26" y="17"/>
                  </a:lnTo>
                  <a:lnTo>
                    <a:pt x="87" y="0"/>
                  </a:lnTo>
                  <a:lnTo>
                    <a:pt x="53" y="33"/>
                  </a:lnTo>
                  <a:lnTo>
                    <a:pt x="70" y="82"/>
                  </a:lnTo>
                  <a:lnTo>
                    <a:pt x="36" y="53"/>
                  </a:lnTo>
                  <a:lnTo>
                    <a:pt x="1" y="100"/>
                  </a:lnTo>
                  <a:lnTo>
                    <a:pt x="19" y="36"/>
                  </a:lnTo>
                  <a:lnTo>
                    <a:pt x="0" y="1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BA53CFFD-B0A3-BF35-D1A5-99E29BD0F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6" y="2204"/>
              <a:ext cx="100" cy="118"/>
            </a:xfrm>
            <a:custGeom>
              <a:avLst/>
              <a:gdLst>
                <a:gd name="T0" fmla="*/ 0 w 100"/>
                <a:gd name="T1" fmla="*/ 14 h 118"/>
                <a:gd name="T2" fmla="*/ 36 w 100"/>
                <a:gd name="T3" fmla="*/ 30 h 118"/>
                <a:gd name="T4" fmla="*/ 64 w 100"/>
                <a:gd name="T5" fmla="*/ 9 h 118"/>
                <a:gd name="T6" fmla="*/ 99 w 100"/>
                <a:gd name="T7" fmla="*/ 0 h 118"/>
                <a:gd name="T8" fmla="*/ 57 w 100"/>
                <a:gd name="T9" fmla="*/ 46 h 118"/>
                <a:gd name="T10" fmla="*/ 75 w 100"/>
                <a:gd name="T11" fmla="*/ 95 h 118"/>
                <a:gd name="T12" fmla="*/ 46 w 100"/>
                <a:gd name="T13" fmla="*/ 72 h 118"/>
                <a:gd name="T14" fmla="*/ 18 w 100"/>
                <a:gd name="T15" fmla="*/ 117 h 118"/>
                <a:gd name="T16" fmla="*/ 27 w 100"/>
                <a:gd name="T17" fmla="*/ 62 h 118"/>
                <a:gd name="T18" fmla="*/ 0 w 100"/>
                <a:gd name="T19" fmla="*/ 14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0" h="118">
                  <a:moveTo>
                    <a:pt x="0" y="14"/>
                  </a:moveTo>
                  <a:lnTo>
                    <a:pt x="36" y="30"/>
                  </a:lnTo>
                  <a:lnTo>
                    <a:pt x="64" y="9"/>
                  </a:lnTo>
                  <a:lnTo>
                    <a:pt x="99" y="0"/>
                  </a:lnTo>
                  <a:lnTo>
                    <a:pt x="57" y="46"/>
                  </a:lnTo>
                  <a:lnTo>
                    <a:pt x="75" y="95"/>
                  </a:lnTo>
                  <a:lnTo>
                    <a:pt x="46" y="72"/>
                  </a:lnTo>
                  <a:lnTo>
                    <a:pt x="18" y="117"/>
                  </a:lnTo>
                  <a:lnTo>
                    <a:pt x="27" y="62"/>
                  </a:lnTo>
                  <a:lnTo>
                    <a:pt x="0" y="1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EE119543-BC50-C41C-91DC-397F55FC51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" y="2035"/>
              <a:ext cx="457" cy="766"/>
            </a:xfrm>
            <a:custGeom>
              <a:avLst/>
              <a:gdLst>
                <a:gd name="T0" fmla="*/ 456 w 457"/>
                <a:gd name="T1" fmla="*/ 531 h 766"/>
                <a:gd name="T2" fmla="*/ 418 w 457"/>
                <a:gd name="T3" fmla="*/ 511 h 766"/>
                <a:gd name="T4" fmla="*/ 368 w 457"/>
                <a:gd name="T5" fmla="*/ 511 h 766"/>
                <a:gd name="T6" fmla="*/ 333 w 457"/>
                <a:gd name="T7" fmla="*/ 381 h 766"/>
                <a:gd name="T8" fmla="*/ 290 w 457"/>
                <a:gd name="T9" fmla="*/ 265 h 766"/>
                <a:gd name="T10" fmla="*/ 260 w 457"/>
                <a:gd name="T11" fmla="*/ 124 h 766"/>
                <a:gd name="T12" fmla="*/ 233 w 457"/>
                <a:gd name="T13" fmla="*/ 59 h 766"/>
                <a:gd name="T14" fmla="*/ 181 w 457"/>
                <a:gd name="T15" fmla="*/ 12 h 766"/>
                <a:gd name="T16" fmla="*/ 128 w 457"/>
                <a:gd name="T17" fmla="*/ 0 h 766"/>
                <a:gd name="T18" fmla="*/ 72 w 457"/>
                <a:gd name="T19" fmla="*/ 35 h 766"/>
                <a:gd name="T20" fmla="*/ 36 w 457"/>
                <a:gd name="T21" fmla="*/ 90 h 766"/>
                <a:gd name="T22" fmla="*/ 0 w 457"/>
                <a:gd name="T23" fmla="*/ 197 h 766"/>
                <a:gd name="T24" fmla="*/ 5 w 457"/>
                <a:gd name="T25" fmla="*/ 314 h 766"/>
                <a:gd name="T26" fmla="*/ 64 w 457"/>
                <a:gd name="T27" fmla="*/ 484 h 766"/>
                <a:gd name="T28" fmla="*/ 135 w 457"/>
                <a:gd name="T29" fmla="*/ 613 h 766"/>
                <a:gd name="T30" fmla="*/ 237 w 457"/>
                <a:gd name="T31" fmla="*/ 753 h 766"/>
                <a:gd name="T32" fmla="*/ 279 w 457"/>
                <a:gd name="T33" fmla="*/ 765 h 766"/>
                <a:gd name="T34" fmla="*/ 357 w 457"/>
                <a:gd name="T35" fmla="*/ 669 h 766"/>
                <a:gd name="T36" fmla="*/ 296 w 457"/>
                <a:gd name="T37" fmla="*/ 633 h 766"/>
                <a:gd name="T38" fmla="*/ 236 w 457"/>
                <a:gd name="T39" fmla="*/ 642 h 766"/>
                <a:gd name="T40" fmla="*/ 159 w 457"/>
                <a:gd name="T41" fmla="*/ 535 h 766"/>
                <a:gd name="T42" fmla="*/ 107 w 457"/>
                <a:gd name="T43" fmla="*/ 423 h 766"/>
                <a:gd name="T44" fmla="*/ 65 w 457"/>
                <a:gd name="T45" fmla="*/ 277 h 766"/>
                <a:gd name="T46" fmla="*/ 43 w 457"/>
                <a:gd name="T47" fmla="*/ 179 h 766"/>
                <a:gd name="T48" fmla="*/ 64 w 457"/>
                <a:gd name="T49" fmla="*/ 112 h 766"/>
                <a:gd name="T50" fmla="*/ 99 w 457"/>
                <a:gd name="T51" fmla="*/ 73 h 766"/>
                <a:gd name="T52" fmla="*/ 143 w 457"/>
                <a:gd name="T53" fmla="*/ 35 h 766"/>
                <a:gd name="T54" fmla="*/ 184 w 457"/>
                <a:gd name="T55" fmla="*/ 41 h 766"/>
                <a:gd name="T56" fmla="*/ 225 w 457"/>
                <a:gd name="T57" fmla="*/ 91 h 766"/>
                <a:gd name="T58" fmla="*/ 250 w 457"/>
                <a:gd name="T59" fmla="*/ 193 h 766"/>
                <a:gd name="T60" fmla="*/ 275 w 457"/>
                <a:gd name="T61" fmla="*/ 308 h 766"/>
                <a:gd name="T62" fmla="*/ 322 w 457"/>
                <a:gd name="T63" fmla="*/ 432 h 766"/>
                <a:gd name="T64" fmla="*/ 357 w 457"/>
                <a:gd name="T65" fmla="*/ 531 h 766"/>
                <a:gd name="T66" fmla="*/ 397 w 457"/>
                <a:gd name="T67" fmla="*/ 594 h 766"/>
                <a:gd name="T68" fmla="*/ 456 w 457"/>
                <a:gd name="T69" fmla="*/ 531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57" h="766">
                  <a:moveTo>
                    <a:pt x="456" y="531"/>
                  </a:moveTo>
                  <a:lnTo>
                    <a:pt x="418" y="511"/>
                  </a:lnTo>
                  <a:lnTo>
                    <a:pt x="368" y="511"/>
                  </a:lnTo>
                  <a:lnTo>
                    <a:pt x="333" y="381"/>
                  </a:lnTo>
                  <a:lnTo>
                    <a:pt x="290" y="265"/>
                  </a:lnTo>
                  <a:lnTo>
                    <a:pt x="260" y="124"/>
                  </a:lnTo>
                  <a:lnTo>
                    <a:pt x="233" y="59"/>
                  </a:lnTo>
                  <a:lnTo>
                    <a:pt x="181" y="12"/>
                  </a:lnTo>
                  <a:lnTo>
                    <a:pt x="128" y="0"/>
                  </a:lnTo>
                  <a:lnTo>
                    <a:pt x="72" y="35"/>
                  </a:lnTo>
                  <a:lnTo>
                    <a:pt x="36" y="90"/>
                  </a:lnTo>
                  <a:lnTo>
                    <a:pt x="0" y="197"/>
                  </a:lnTo>
                  <a:lnTo>
                    <a:pt x="5" y="314"/>
                  </a:lnTo>
                  <a:lnTo>
                    <a:pt x="64" y="484"/>
                  </a:lnTo>
                  <a:lnTo>
                    <a:pt x="135" y="613"/>
                  </a:lnTo>
                  <a:lnTo>
                    <a:pt x="237" y="753"/>
                  </a:lnTo>
                  <a:lnTo>
                    <a:pt x="279" y="765"/>
                  </a:lnTo>
                  <a:lnTo>
                    <a:pt x="357" y="669"/>
                  </a:lnTo>
                  <a:lnTo>
                    <a:pt x="296" y="633"/>
                  </a:lnTo>
                  <a:lnTo>
                    <a:pt x="236" y="642"/>
                  </a:lnTo>
                  <a:lnTo>
                    <a:pt x="159" y="535"/>
                  </a:lnTo>
                  <a:lnTo>
                    <a:pt x="107" y="423"/>
                  </a:lnTo>
                  <a:lnTo>
                    <a:pt x="65" y="277"/>
                  </a:lnTo>
                  <a:lnTo>
                    <a:pt x="43" y="179"/>
                  </a:lnTo>
                  <a:lnTo>
                    <a:pt x="64" y="112"/>
                  </a:lnTo>
                  <a:lnTo>
                    <a:pt x="99" y="73"/>
                  </a:lnTo>
                  <a:lnTo>
                    <a:pt x="143" y="35"/>
                  </a:lnTo>
                  <a:lnTo>
                    <a:pt x="184" y="41"/>
                  </a:lnTo>
                  <a:lnTo>
                    <a:pt x="225" y="91"/>
                  </a:lnTo>
                  <a:lnTo>
                    <a:pt x="250" y="193"/>
                  </a:lnTo>
                  <a:lnTo>
                    <a:pt x="275" y="308"/>
                  </a:lnTo>
                  <a:lnTo>
                    <a:pt x="322" y="432"/>
                  </a:lnTo>
                  <a:lnTo>
                    <a:pt x="357" y="531"/>
                  </a:lnTo>
                  <a:lnTo>
                    <a:pt x="397" y="594"/>
                  </a:lnTo>
                  <a:lnTo>
                    <a:pt x="456" y="53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B39746DB-6CFA-2976-840F-9FD90693C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" y="2158"/>
              <a:ext cx="76" cy="98"/>
            </a:xfrm>
            <a:custGeom>
              <a:avLst/>
              <a:gdLst>
                <a:gd name="T0" fmla="*/ 0 w 76"/>
                <a:gd name="T1" fmla="*/ 4 h 98"/>
                <a:gd name="T2" fmla="*/ 34 w 76"/>
                <a:gd name="T3" fmla="*/ 20 h 98"/>
                <a:gd name="T4" fmla="*/ 73 w 76"/>
                <a:gd name="T5" fmla="*/ 0 h 98"/>
                <a:gd name="T6" fmla="*/ 55 w 76"/>
                <a:gd name="T7" fmla="*/ 32 h 98"/>
                <a:gd name="T8" fmla="*/ 75 w 76"/>
                <a:gd name="T9" fmla="*/ 97 h 98"/>
                <a:gd name="T10" fmla="*/ 53 w 76"/>
                <a:gd name="T11" fmla="*/ 61 h 98"/>
                <a:gd name="T12" fmla="*/ 10 w 76"/>
                <a:gd name="T13" fmla="*/ 80 h 98"/>
                <a:gd name="T14" fmla="*/ 32 w 76"/>
                <a:gd name="T15" fmla="*/ 46 h 98"/>
                <a:gd name="T16" fmla="*/ 0 w 76"/>
                <a:gd name="T17" fmla="*/ 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98">
                  <a:moveTo>
                    <a:pt x="0" y="4"/>
                  </a:moveTo>
                  <a:lnTo>
                    <a:pt x="34" y="20"/>
                  </a:lnTo>
                  <a:lnTo>
                    <a:pt x="73" y="0"/>
                  </a:lnTo>
                  <a:lnTo>
                    <a:pt x="55" y="32"/>
                  </a:lnTo>
                  <a:lnTo>
                    <a:pt x="75" y="97"/>
                  </a:lnTo>
                  <a:lnTo>
                    <a:pt x="53" y="61"/>
                  </a:lnTo>
                  <a:lnTo>
                    <a:pt x="10" y="80"/>
                  </a:lnTo>
                  <a:lnTo>
                    <a:pt x="32" y="46"/>
                  </a:lnTo>
                  <a:lnTo>
                    <a:pt x="0" y="4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5F5D16C-8B2C-EF7E-AC02-1406D51450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" y="2312"/>
              <a:ext cx="73" cy="109"/>
            </a:xfrm>
            <a:custGeom>
              <a:avLst/>
              <a:gdLst>
                <a:gd name="T0" fmla="*/ 0 w 73"/>
                <a:gd name="T1" fmla="*/ 0 h 109"/>
                <a:gd name="T2" fmla="*/ 28 w 73"/>
                <a:gd name="T3" fmla="*/ 23 h 109"/>
                <a:gd name="T4" fmla="*/ 64 w 73"/>
                <a:gd name="T5" fmla="*/ 11 h 109"/>
                <a:gd name="T6" fmla="*/ 56 w 73"/>
                <a:gd name="T7" fmla="*/ 42 h 109"/>
                <a:gd name="T8" fmla="*/ 72 w 73"/>
                <a:gd name="T9" fmla="*/ 108 h 109"/>
                <a:gd name="T10" fmla="*/ 49 w 73"/>
                <a:gd name="T11" fmla="*/ 70 h 109"/>
                <a:gd name="T12" fmla="*/ 9 w 73"/>
                <a:gd name="T13" fmla="*/ 94 h 109"/>
                <a:gd name="T14" fmla="*/ 31 w 73"/>
                <a:gd name="T15" fmla="*/ 57 h 109"/>
                <a:gd name="T16" fmla="*/ 0 w 73"/>
                <a:gd name="T17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3" h="109">
                  <a:moveTo>
                    <a:pt x="0" y="0"/>
                  </a:moveTo>
                  <a:lnTo>
                    <a:pt x="28" y="23"/>
                  </a:lnTo>
                  <a:lnTo>
                    <a:pt x="64" y="11"/>
                  </a:lnTo>
                  <a:lnTo>
                    <a:pt x="56" y="42"/>
                  </a:lnTo>
                  <a:lnTo>
                    <a:pt x="72" y="108"/>
                  </a:lnTo>
                  <a:lnTo>
                    <a:pt x="49" y="70"/>
                  </a:lnTo>
                  <a:lnTo>
                    <a:pt x="9" y="94"/>
                  </a:lnTo>
                  <a:lnTo>
                    <a:pt x="31" y="57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2E68DD8A-E4C1-B9C5-2E87-5B048A291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" y="2477"/>
              <a:ext cx="66" cy="116"/>
            </a:xfrm>
            <a:custGeom>
              <a:avLst/>
              <a:gdLst>
                <a:gd name="T0" fmla="*/ 4 w 66"/>
                <a:gd name="T1" fmla="*/ 0 h 116"/>
                <a:gd name="T2" fmla="*/ 30 w 66"/>
                <a:gd name="T3" fmla="*/ 26 h 116"/>
                <a:gd name="T4" fmla="*/ 53 w 66"/>
                <a:gd name="T5" fmla="*/ 19 h 116"/>
                <a:gd name="T6" fmla="*/ 40 w 66"/>
                <a:gd name="T7" fmla="*/ 60 h 116"/>
                <a:gd name="T8" fmla="*/ 65 w 66"/>
                <a:gd name="T9" fmla="*/ 115 h 116"/>
                <a:gd name="T10" fmla="*/ 27 w 66"/>
                <a:gd name="T11" fmla="*/ 80 h 116"/>
                <a:gd name="T12" fmla="*/ 0 w 66"/>
                <a:gd name="T13" fmla="*/ 93 h 116"/>
                <a:gd name="T14" fmla="*/ 18 w 66"/>
                <a:gd name="T15" fmla="*/ 46 h 116"/>
                <a:gd name="T16" fmla="*/ 4 w 66"/>
                <a:gd name="T17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" h="116">
                  <a:moveTo>
                    <a:pt x="4" y="0"/>
                  </a:moveTo>
                  <a:lnTo>
                    <a:pt x="30" y="26"/>
                  </a:lnTo>
                  <a:lnTo>
                    <a:pt x="53" y="19"/>
                  </a:lnTo>
                  <a:lnTo>
                    <a:pt x="40" y="60"/>
                  </a:lnTo>
                  <a:lnTo>
                    <a:pt x="65" y="115"/>
                  </a:lnTo>
                  <a:lnTo>
                    <a:pt x="27" y="80"/>
                  </a:lnTo>
                  <a:lnTo>
                    <a:pt x="0" y="93"/>
                  </a:lnTo>
                  <a:lnTo>
                    <a:pt x="18" y="46"/>
                  </a:lnTo>
                  <a:lnTo>
                    <a:pt x="4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CDBD5F4F-17E7-A0E7-2F16-48B8C57CA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1831"/>
              <a:ext cx="346" cy="366"/>
            </a:xfrm>
            <a:custGeom>
              <a:avLst/>
              <a:gdLst>
                <a:gd name="T0" fmla="*/ 7 w 346"/>
                <a:gd name="T1" fmla="*/ 365 h 366"/>
                <a:gd name="T2" fmla="*/ 2 w 346"/>
                <a:gd name="T3" fmla="*/ 344 h 366"/>
                <a:gd name="T4" fmla="*/ 0 w 346"/>
                <a:gd name="T5" fmla="*/ 327 h 366"/>
                <a:gd name="T6" fmla="*/ 13 w 346"/>
                <a:gd name="T7" fmla="*/ 304 h 366"/>
                <a:gd name="T8" fmla="*/ 38 w 346"/>
                <a:gd name="T9" fmla="*/ 297 h 366"/>
                <a:gd name="T10" fmla="*/ 57 w 346"/>
                <a:gd name="T11" fmla="*/ 210 h 366"/>
                <a:gd name="T12" fmla="*/ 60 w 346"/>
                <a:gd name="T13" fmla="*/ 101 h 366"/>
                <a:gd name="T14" fmla="*/ 84 w 346"/>
                <a:gd name="T15" fmla="*/ 44 h 366"/>
                <a:gd name="T16" fmla="*/ 125 w 346"/>
                <a:gd name="T17" fmla="*/ 9 h 366"/>
                <a:gd name="T18" fmla="*/ 202 w 346"/>
                <a:gd name="T19" fmla="*/ 0 h 366"/>
                <a:gd name="T20" fmla="*/ 264 w 346"/>
                <a:gd name="T21" fmla="*/ 19 h 366"/>
                <a:gd name="T22" fmla="*/ 328 w 346"/>
                <a:gd name="T23" fmla="*/ 67 h 366"/>
                <a:gd name="T24" fmla="*/ 345 w 346"/>
                <a:gd name="T25" fmla="*/ 115 h 366"/>
                <a:gd name="T26" fmla="*/ 329 w 346"/>
                <a:gd name="T27" fmla="*/ 174 h 366"/>
                <a:gd name="T28" fmla="*/ 319 w 346"/>
                <a:gd name="T29" fmla="*/ 309 h 366"/>
                <a:gd name="T30" fmla="*/ 325 w 346"/>
                <a:gd name="T31" fmla="*/ 346 h 366"/>
                <a:gd name="T32" fmla="*/ 245 w 346"/>
                <a:gd name="T33" fmla="*/ 335 h 366"/>
                <a:gd name="T34" fmla="*/ 248 w 346"/>
                <a:gd name="T35" fmla="*/ 313 h 366"/>
                <a:gd name="T36" fmla="*/ 289 w 346"/>
                <a:gd name="T37" fmla="*/ 289 h 366"/>
                <a:gd name="T38" fmla="*/ 285 w 346"/>
                <a:gd name="T39" fmla="*/ 223 h 366"/>
                <a:gd name="T40" fmla="*/ 287 w 346"/>
                <a:gd name="T41" fmla="*/ 147 h 366"/>
                <a:gd name="T42" fmla="*/ 303 w 346"/>
                <a:gd name="T43" fmla="*/ 100 h 366"/>
                <a:gd name="T44" fmla="*/ 277 w 346"/>
                <a:gd name="T45" fmla="*/ 63 h 366"/>
                <a:gd name="T46" fmla="*/ 217 w 346"/>
                <a:gd name="T47" fmla="*/ 33 h 366"/>
                <a:gd name="T48" fmla="*/ 167 w 346"/>
                <a:gd name="T49" fmla="*/ 19 h 366"/>
                <a:gd name="T50" fmla="*/ 123 w 346"/>
                <a:gd name="T51" fmla="*/ 27 h 366"/>
                <a:gd name="T52" fmla="*/ 97 w 346"/>
                <a:gd name="T53" fmla="*/ 65 h 366"/>
                <a:gd name="T54" fmla="*/ 84 w 346"/>
                <a:gd name="T55" fmla="*/ 119 h 366"/>
                <a:gd name="T56" fmla="*/ 79 w 346"/>
                <a:gd name="T57" fmla="*/ 173 h 366"/>
                <a:gd name="T58" fmla="*/ 72 w 346"/>
                <a:gd name="T59" fmla="*/ 220 h 366"/>
                <a:gd name="T60" fmla="*/ 61 w 346"/>
                <a:gd name="T61" fmla="*/ 309 h 366"/>
                <a:gd name="T62" fmla="*/ 86 w 346"/>
                <a:gd name="T63" fmla="*/ 342 h 366"/>
                <a:gd name="T64" fmla="*/ 7 w 346"/>
                <a:gd name="T65" fmla="*/ 365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46" h="366">
                  <a:moveTo>
                    <a:pt x="7" y="365"/>
                  </a:moveTo>
                  <a:lnTo>
                    <a:pt x="2" y="344"/>
                  </a:lnTo>
                  <a:lnTo>
                    <a:pt x="0" y="327"/>
                  </a:lnTo>
                  <a:lnTo>
                    <a:pt x="13" y="304"/>
                  </a:lnTo>
                  <a:lnTo>
                    <a:pt x="38" y="297"/>
                  </a:lnTo>
                  <a:lnTo>
                    <a:pt x="57" y="210"/>
                  </a:lnTo>
                  <a:lnTo>
                    <a:pt x="60" y="101"/>
                  </a:lnTo>
                  <a:lnTo>
                    <a:pt x="84" y="44"/>
                  </a:lnTo>
                  <a:lnTo>
                    <a:pt x="125" y="9"/>
                  </a:lnTo>
                  <a:lnTo>
                    <a:pt x="202" y="0"/>
                  </a:lnTo>
                  <a:lnTo>
                    <a:pt x="264" y="19"/>
                  </a:lnTo>
                  <a:lnTo>
                    <a:pt x="328" y="67"/>
                  </a:lnTo>
                  <a:lnTo>
                    <a:pt x="345" y="115"/>
                  </a:lnTo>
                  <a:lnTo>
                    <a:pt x="329" y="174"/>
                  </a:lnTo>
                  <a:lnTo>
                    <a:pt x="319" y="309"/>
                  </a:lnTo>
                  <a:lnTo>
                    <a:pt x="325" y="346"/>
                  </a:lnTo>
                  <a:lnTo>
                    <a:pt x="245" y="335"/>
                  </a:lnTo>
                  <a:lnTo>
                    <a:pt x="248" y="313"/>
                  </a:lnTo>
                  <a:lnTo>
                    <a:pt x="289" y="289"/>
                  </a:lnTo>
                  <a:lnTo>
                    <a:pt x="285" y="223"/>
                  </a:lnTo>
                  <a:lnTo>
                    <a:pt x="287" y="147"/>
                  </a:lnTo>
                  <a:lnTo>
                    <a:pt x="303" y="100"/>
                  </a:lnTo>
                  <a:lnTo>
                    <a:pt x="277" y="63"/>
                  </a:lnTo>
                  <a:lnTo>
                    <a:pt x="217" y="33"/>
                  </a:lnTo>
                  <a:lnTo>
                    <a:pt x="167" y="19"/>
                  </a:lnTo>
                  <a:lnTo>
                    <a:pt x="123" y="27"/>
                  </a:lnTo>
                  <a:lnTo>
                    <a:pt x="97" y="65"/>
                  </a:lnTo>
                  <a:lnTo>
                    <a:pt x="84" y="119"/>
                  </a:lnTo>
                  <a:lnTo>
                    <a:pt x="79" y="173"/>
                  </a:lnTo>
                  <a:lnTo>
                    <a:pt x="72" y="220"/>
                  </a:lnTo>
                  <a:lnTo>
                    <a:pt x="61" y="309"/>
                  </a:lnTo>
                  <a:lnTo>
                    <a:pt x="86" y="342"/>
                  </a:lnTo>
                  <a:lnTo>
                    <a:pt x="7" y="365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605BF311-8559-A588-A958-CFE217F41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1915"/>
              <a:ext cx="78" cy="81"/>
            </a:xfrm>
            <a:custGeom>
              <a:avLst/>
              <a:gdLst>
                <a:gd name="T0" fmla="*/ 0 w 78"/>
                <a:gd name="T1" fmla="*/ 0 h 81"/>
                <a:gd name="T2" fmla="*/ 37 w 78"/>
                <a:gd name="T3" fmla="*/ 21 h 81"/>
                <a:gd name="T4" fmla="*/ 77 w 78"/>
                <a:gd name="T5" fmla="*/ 0 h 81"/>
                <a:gd name="T6" fmla="*/ 57 w 78"/>
                <a:gd name="T7" fmla="*/ 35 h 81"/>
                <a:gd name="T8" fmla="*/ 67 w 78"/>
                <a:gd name="T9" fmla="*/ 80 h 81"/>
                <a:gd name="T10" fmla="*/ 44 w 78"/>
                <a:gd name="T11" fmla="*/ 55 h 81"/>
                <a:gd name="T12" fmla="*/ 12 w 78"/>
                <a:gd name="T13" fmla="*/ 77 h 81"/>
                <a:gd name="T14" fmla="*/ 23 w 78"/>
                <a:gd name="T15" fmla="*/ 41 h 81"/>
                <a:gd name="T16" fmla="*/ 0 w 78"/>
                <a:gd name="T17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8" h="81">
                  <a:moveTo>
                    <a:pt x="0" y="0"/>
                  </a:moveTo>
                  <a:lnTo>
                    <a:pt x="37" y="21"/>
                  </a:lnTo>
                  <a:lnTo>
                    <a:pt x="77" y="0"/>
                  </a:lnTo>
                  <a:lnTo>
                    <a:pt x="57" y="35"/>
                  </a:lnTo>
                  <a:lnTo>
                    <a:pt x="67" y="80"/>
                  </a:lnTo>
                  <a:lnTo>
                    <a:pt x="44" y="55"/>
                  </a:lnTo>
                  <a:lnTo>
                    <a:pt x="12" y="77"/>
                  </a:lnTo>
                  <a:lnTo>
                    <a:pt x="23" y="41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CB4F85D3-4A57-834B-E5EA-BB5DC4251B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" y="2756"/>
              <a:ext cx="1600" cy="77"/>
            </a:xfrm>
            <a:custGeom>
              <a:avLst/>
              <a:gdLst>
                <a:gd name="T0" fmla="*/ 0 w 1600"/>
                <a:gd name="T1" fmla="*/ 0 h 77"/>
                <a:gd name="T2" fmla="*/ 20 w 1600"/>
                <a:gd name="T3" fmla="*/ 76 h 77"/>
                <a:gd name="T4" fmla="*/ 1353 w 1600"/>
                <a:gd name="T5" fmla="*/ 67 h 77"/>
                <a:gd name="T6" fmla="*/ 1599 w 1600"/>
                <a:gd name="T7" fmla="*/ 64 h 77"/>
                <a:gd name="T8" fmla="*/ 1528 w 1600"/>
                <a:gd name="T9" fmla="*/ 12 h 77"/>
                <a:gd name="T10" fmla="*/ 1301 w 1600"/>
                <a:gd name="T11" fmla="*/ 7 h 77"/>
                <a:gd name="T12" fmla="*/ 109 w 1600"/>
                <a:gd name="T13" fmla="*/ 24 h 77"/>
                <a:gd name="T14" fmla="*/ 0 w 1600"/>
                <a:gd name="T15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00" h="77">
                  <a:moveTo>
                    <a:pt x="0" y="0"/>
                  </a:moveTo>
                  <a:lnTo>
                    <a:pt x="20" y="76"/>
                  </a:lnTo>
                  <a:lnTo>
                    <a:pt x="1353" y="67"/>
                  </a:lnTo>
                  <a:lnTo>
                    <a:pt x="1599" y="64"/>
                  </a:lnTo>
                  <a:lnTo>
                    <a:pt x="1528" y="12"/>
                  </a:lnTo>
                  <a:lnTo>
                    <a:pt x="1301" y="7"/>
                  </a:lnTo>
                  <a:lnTo>
                    <a:pt x="109" y="24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4452A867-11C9-D34E-C8F1-588C73B22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3" y="1546"/>
              <a:ext cx="1056" cy="502"/>
            </a:xfrm>
            <a:custGeom>
              <a:avLst/>
              <a:gdLst>
                <a:gd name="T0" fmla="*/ 970 w 1056"/>
                <a:gd name="T1" fmla="*/ 501 h 502"/>
                <a:gd name="T2" fmla="*/ 1055 w 1056"/>
                <a:gd name="T3" fmla="*/ 54 h 502"/>
                <a:gd name="T4" fmla="*/ 24 w 1056"/>
                <a:gd name="T5" fmla="*/ 0 h 502"/>
                <a:gd name="T6" fmla="*/ 0 w 1056"/>
                <a:gd name="T7" fmla="*/ 44 h 502"/>
                <a:gd name="T8" fmla="*/ 974 w 1056"/>
                <a:gd name="T9" fmla="*/ 158 h 502"/>
                <a:gd name="T10" fmla="*/ 885 w 1056"/>
                <a:gd name="T11" fmla="*/ 421 h 502"/>
                <a:gd name="T12" fmla="*/ 970 w 1056"/>
                <a:gd name="T13" fmla="*/ 501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6" h="502">
                  <a:moveTo>
                    <a:pt x="970" y="501"/>
                  </a:moveTo>
                  <a:lnTo>
                    <a:pt x="1055" y="54"/>
                  </a:lnTo>
                  <a:lnTo>
                    <a:pt x="24" y="0"/>
                  </a:lnTo>
                  <a:lnTo>
                    <a:pt x="0" y="44"/>
                  </a:lnTo>
                  <a:lnTo>
                    <a:pt x="974" y="158"/>
                  </a:lnTo>
                  <a:lnTo>
                    <a:pt x="885" y="421"/>
                  </a:lnTo>
                  <a:lnTo>
                    <a:pt x="970" y="501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2688BF4E-D332-9C6B-EB42-50FA25F3A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" y="1508"/>
              <a:ext cx="550" cy="563"/>
            </a:xfrm>
            <a:custGeom>
              <a:avLst/>
              <a:gdLst>
                <a:gd name="T0" fmla="*/ 549 w 550"/>
                <a:gd name="T1" fmla="*/ 27 h 563"/>
                <a:gd name="T2" fmla="*/ 0 w 550"/>
                <a:gd name="T3" fmla="*/ 0 h 563"/>
                <a:gd name="T4" fmla="*/ 78 w 550"/>
                <a:gd name="T5" fmla="*/ 562 h 563"/>
                <a:gd name="T6" fmla="*/ 117 w 550"/>
                <a:gd name="T7" fmla="*/ 539 h 563"/>
                <a:gd name="T8" fmla="*/ 95 w 550"/>
                <a:gd name="T9" fmla="*/ 79 h 563"/>
                <a:gd name="T10" fmla="*/ 450 w 550"/>
                <a:gd name="T11" fmla="*/ 77 h 563"/>
                <a:gd name="T12" fmla="*/ 549 w 550"/>
                <a:gd name="T13" fmla="*/ 27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0" h="563">
                  <a:moveTo>
                    <a:pt x="549" y="27"/>
                  </a:moveTo>
                  <a:lnTo>
                    <a:pt x="0" y="0"/>
                  </a:lnTo>
                  <a:lnTo>
                    <a:pt x="78" y="562"/>
                  </a:lnTo>
                  <a:lnTo>
                    <a:pt x="117" y="539"/>
                  </a:lnTo>
                  <a:lnTo>
                    <a:pt x="95" y="79"/>
                  </a:lnTo>
                  <a:lnTo>
                    <a:pt x="450" y="77"/>
                  </a:lnTo>
                  <a:lnTo>
                    <a:pt x="549" y="2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aphicFrame>
        <p:nvGraphicFramePr>
          <p:cNvPr id="91" name="Diagram 90">
            <a:extLst>
              <a:ext uri="{FF2B5EF4-FFF2-40B4-BE49-F238E27FC236}">
                <a16:creationId xmlns:a16="http://schemas.microsoft.com/office/drawing/2014/main" id="{F4FF021A-B0A2-6B27-78A5-8C18A67CB0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262745"/>
              </p:ext>
            </p:extLst>
          </p:nvPr>
        </p:nvGraphicFramePr>
        <p:xfrm>
          <a:off x="723305" y="1825625"/>
          <a:ext cx="7374957" cy="44531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9563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30C944-C047-602B-9FA6-5C9CB25C2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Stuff you already know!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8270CB-B2D7-05FC-F276-16B8CE9CD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 descr="Diagram, venn diagram&#10;&#10;Description automatically generated">
            <a:extLst>
              <a:ext uri="{FF2B5EF4-FFF2-40B4-BE49-F238E27FC236}">
                <a16:creationId xmlns:a16="http://schemas.microsoft.com/office/drawing/2014/main" id="{E1B52AA2-50C9-ADED-649B-5374275CD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60" y="1971195"/>
            <a:ext cx="5442190" cy="3704598"/>
          </a:xfrm>
          <a:prstGeom prst="rect">
            <a:avLst/>
          </a:prstGeom>
        </p:spPr>
      </p:pic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BD791304-9CE7-BAF5-D420-0F0CFD84B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858112"/>
              </p:ext>
            </p:extLst>
          </p:nvPr>
        </p:nvGraphicFramePr>
        <p:xfrm>
          <a:off x="6504346" y="4828540"/>
          <a:ext cx="490231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425">
                  <a:extLst>
                    <a:ext uri="{9D8B030D-6E8A-4147-A177-3AD203B41FA5}">
                      <a16:colId xmlns:a16="http://schemas.microsoft.com/office/drawing/2014/main" val="39656776"/>
                    </a:ext>
                  </a:extLst>
                </a:gridCol>
                <a:gridCol w="780557">
                  <a:extLst>
                    <a:ext uri="{9D8B030D-6E8A-4147-A177-3AD203B41FA5}">
                      <a16:colId xmlns:a16="http://schemas.microsoft.com/office/drawing/2014/main" val="1054835774"/>
                    </a:ext>
                  </a:extLst>
                </a:gridCol>
                <a:gridCol w="966467">
                  <a:extLst>
                    <a:ext uri="{9D8B030D-6E8A-4147-A177-3AD203B41FA5}">
                      <a16:colId xmlns:a16="http://schemas.microsoft.com/office/drawing/2014/main" val="2081563689"/>
                    </a:ext>
                  </a:extLst>
                </a:gridCol>
                <a:gridCol w="2103865">
                  <a:extLst>
                    <a:ext uri="{9D8B030D-6E8A-4147-A177-3AD203B41FA5}">
                      <a16:colId xmlns:a16="http://schemas.microsoft.com/office/drawing/2014/main" val="2231194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Deliverability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317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Option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!!!!!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>
                          <a:highlight>
                            <a:srgbClr val="FF9900"/>
                          </a:highlight>
                        </a:rPr>
                        <a:t>Amber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242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Option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££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!!!!!!!!!!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>
                          <a:highlight>
                            <a:srgbClr val="00FF00"/>
                          </a:highlight>
                        </a:rPr>
                        <a:t>Green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65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Option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£££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!!!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highlight>
                            <a:srgbClr val="FF0000"/>
                          </a:highlight>
                        </a:rPr>
                        <a:t>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943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257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A69413-B922-C2FC-6E8A-A7E24C15A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To structure a problem you must…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13DDABF-35C3-3E47-C391-CDE0BAAA22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37134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4194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EAFD52-52E9-8003-D3FA-B605A99A3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Your task today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46C502-298E-FFB6-2C8F-2B70F7DF8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1.	Read and discuss your assigned problem within your group</a:t>
            </a:r>
          </a:p>
          <a:p>
            <a:pPr marL="0" indent="0">
              <a:buNone/>
            </a:pPr>
            <a:r>
              <a:rPr lang="en-GB" dirty="0"/>
              <a:t>2.	Produce a problem structure for it using suitable methods…</a:t>
            </a:r>
          </a:p>
          <a:p>
            <a:pPr marL="292608" lvl="1" indent="0">
              <a:buNone/>
            </a:pPr>
            <a:endParaRPr lang="en-GB" dirty="0"/>
          </a:p>
          <a:p>
            <a:pPr marL="292608" lvl="1" indent="0">
              <a:buNone/>
            </a:pPr>
            <a:r>
              <a:rPr lang="en-GB" dirty="0"/>
              <a:t>	You should consider:</a:t>
            </a:r>
          </a:p>
          <a:p>
            <a:pPr marL="1168400" lvl="1" indent="-273050"/>
            <a:r>
              <a:rPr lang="en-GB" dirty="0"/>
              <a:t>What are the relevant analytical questions?</a:t>
            </a:r>
          </a:p>
          <a:p>
            <a:pPr marL="1168400" lvl="1" indent="-273050"/>
            <a:r>
              <a:rPr lang="en-GB" dirty="0"/>
              <a:t>What factors do we need to know about to answer them?</a:t>
            </a:r>
          </a:p>
          <a:p>
            <a:pPr marL="1168400" lvl="1" indent="-273050"/>
            <a:r>
              <a:rPr lang="en-GB" dirty="0"/>
              <a:t>Are there any relationships between these factors?</a:t>
            </a:r>
          </a:p>
          <a:p>
            <a:pPr marL="1168400" lvl="1" indent="-273050"/>
            <a:r>
              <a:rPr lang="en-GB" dirty="0"/>
              <a:t>What analysis would you carry out throw light on the problem?</a:t>
            </a:r>
          </a:p>
          <a:p>
            <a:pPr marL="1168400" lvl="1" indent="-273050"/>
            <a:r>
              <a:rPr lang="en-GB" dirty="0"/>
              <a:t>What data is required and how will you obtain it?</a:t>
            </a:r>
          </a:p>
          <a:p>
            <a:pPr marL="1168400" lvl="1" indent="-273050"/>
            <a:r>
              <a:rPr lang="en-GB" dirty="0"/>
              <a:t>What are the risks for your approach and how will you mitigate them?</a:t>
            </a:r>
          </a:p>
          <a:p>
            <a:pPr marL="895350" lvl="1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3.	Present your proposed approach back to the wider group</a:t>
            </a:r>
          </a:p>
          <a:p>
            <a:pPr marL="0" indent="0">
              <a:buNone/>
            </a:pPr>
            <a:r>
              <a:rPr lang="en-GB" dirty="0"/>
              <a:t>4.	You will need to manage your time!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8914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BF978-B29C-BD6D-3005-C305E3A2B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6B146-26B1-949F-25B2-5D1F74CC9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en-GB" dirty="0"/>
              <a:t>Think first</a:t>
            </a:r>
          </a:p>
          <a:p>
            <a:pPr marL="514350" indent="-514350">
              <a:buAutoNum type="arabicParenR"/>
            </a:pPr>
            <a:r>
              <a:rPr lang="en-GB" dirty="0"/>
              <a:t>Predict before seeing results</a:t>
            </a:r>
          </a:p>
          <a:p>
            <a:pPr marL="514350" indent="-514350">
              <a:buAutoNum type="arabicParenR"/>
            </a:pPr>
            <a:r>
              <a:rPr lang="en-GB" dirty="0"/>
              <a:t>No “right” model at the start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6677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562C8-0529-91E1-4C61-CE5102E6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42511-CFDC-3F51-3944-B305FD491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421"/>
            <a:ext cx="10515600" cy="504345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dirty="0"/>
              <a:t>A hospital is reviewing staffing levels in its Emergency Department (ED).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Recently:</a:t>
            </a:r>
          </a:p>
          <a:p>
            <a:pPr lvl="0"/>
            <a:r>
              <a:rPr lang="en-GB" dirty="0"/>
              <a:t>Waiting times have increased  </a:t>
            </a:r>
          </a:p>
          <a:p>
            <a:pPr lvl="0"/>
            <a:r>
              <a:rPr lang="en-GB" dirty="0"/>
              <a:t>Staff feel under pressure  </a:t>
            </a:r>
          </a:p>
          <a:p>
            <a:pPr lvl="0"/>
            <a:r>
              <a:rPr lang="en-GB" dirty="0"/>
              <a:t>Managers are concerned about costs  </a:t>
            </a:r>
          </a:p>
          <a:p>
            <a:pPr marL="0" lv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Patients arrive throughout the day needing treatment.  Some cases are quick to resolve, while others require more time and attention.</a:t>
            </a:r>
          </a:p>
          <a:p>
            <a:pPr marL="0" indent="0">
              <a:buNone/>
            </a:pPr>
            <a:r>
              <a:rPr lang="en-GB" dirty="0"/>
              <a:t>The department is staffed by a team of doctors and nurses.  Staff work together to assess and treat patients.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Hospital management want to understand:</a:t>
            </a:r>
          </a:p>
          <a:p>
            <a:pPr lvl="0"/>
            <a:r>
              <a:rPr lang="en-GB" dirty="0"/>
              <a:t>What changes might improve performance while controlling cost.</a:t>
            </a:r>
          </a:p>
          <a:p>
            <a:pPr lvl="0"/>
            <a:endParaRPr lang="en-GB" dirty="0"/>
          </a:p>
          <a:p>
            <a:pPr marL="0" indent="0">
              <a:buNone/>
            </a:pPr>
            <a:r>
              <a:rPr lang="en-GB" dirty="0"/>
              <a:t>They are open to analysis but are not yet sure what kind of modelling or data is needed.</a:t>
            </a:r>
          </a:p>
          <a:p>
            <a:pPr marL="0" indent="0">
              <a:buNone/>
            </a:pPr>
            <a:r>
              <a:rPr lang="en-GB" dirty="0"/>
              <a:t>You have been asked to investigate.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0332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5E87A0-9601-8E15-FA99-2D4EE9C3B0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Part 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8350BAC-3147-AD48-3BFB-1C124B2441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Problem Structuring</a:t>
            </a:r>
          </a:p>
        </p:txBody>
      </p:sp>
    </p:spTree>
    <p:extLst>
      <p:ext uri="{BB962C8B-B14F-4D97-AF65-F5344CB8AC3E}">
        <p14:creationId xmlns:p14="http://schemas.microsoft.com/office/powerpoint/2010/main" val="3958897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3EB21-FC30-F2E7-90A2-41AF402BB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FC1F6-78DB-8898-B393-B1E2A3893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b="1" dirty="0"/>
              <a:t>Worksheet Part A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In groups discuss:</a:t>
            </a:r>
          </a:p>
          <a:p>
            <a:endParaRPr lang="en-GB" dirty="0"/>
          </a:p>
          <a:p>
            <a:r>
              <a:rPr lang="en-GB" dirty="0"/>
              <a:t>What decisions might be made?</a:t>
            </a:r>
          </a:p>
          <a:p>
            <a:endParaRPr lang="en-GB" dirty="0"/>
          </a:p>
          <a:p>
            <a:r>
              <a:rPr lang="en-GB" dirty="0"/>
              <a:t>What would we need to know?</a:t>
            </a:r>
          </a:p>
          <a:p>
            <a:endParaRPr lang="en-GB" dirty="0"/>
          </a:p>
          <a:p>
            <a:r>
              <a:rPr lang="en-GB" dirty="0"/>
              <a:t>Sketch the system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i="1" dirty="0">
                <a:solidFill>
                  <a:srgbClr val="00B050"/>
                </a:solidFill>
              </a:rPr>
              <a:t>Time: 20 minutes</a:t>
            </a:r>
          </a:p>
        </p:txBody>
      </p:sp>
    </p:spTree>
    <p:extLst>
      <p:ext uri="{BB962C8B-B14F-4D97-AF65-F5344CB8AC3E}">
        <p14:creationId xmlns:p14="http://schemas.microsoft.com/office/powerpoint/2010/main" val="2973632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B8738-6783-AF7E-1885-A4D32734D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Share 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31E89-19B7-93FD-6FD5-DBF82C3F2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Share what we have found from Part A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i="1" dirty="0">
                <a:solidFill>
                  <a:srgbClr val="00B050"/>
                </a:solidFill>
              </a:rPr>
              <a:t>Time: 10 minutes</a:t>
            </a:r>
          </a:p>
        </p:txBody>
      </p:sp>
    </p:spTree>
    <p:extLst>
      <p:ext uri="{BB962C8B-B14F-4D97-AF65-F5344CB8AC3E}">
        <p14:creationId xmlns:p14="http://schemas.microsoft.com/office/powerpoint/2010/main" val="2949396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3B5B8C1-3A4C-3DEB-62C2-1B1BAB2883A9}"/>
                  </a:ext>
                </a:extLst>
              </p14:cNvPr>
              <p14:cNvContentPartPr/>
              <p14:nvPr/>
            </p14:nvContentPartPr>
            <p14:xfrm>
              <a:off x="536400" y="52920"/>
              <a:ext cx="11561040" cy="5205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3B5B8C1-3A4C-3DEB-62C2-1B1BAB2883A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7040" y="43560"/>
                <a:ext cx="11579760" cy="522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4002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72F9C1-E8CA-C41B-A24A-87AD383FDA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Part B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5F2C240-E2F8-1D7F-73C0-70AC01B1DF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Prediction</a:t>
            </a:r>
          </a:p>
        </p:txBody>
      </p:sp>
    </p:spTree>
    <p:extLst>
      <p:ext uri="{BB962C8B-B14F-4D97-AF65-F5344CB8AC3E}">
        <p14:creationId xmlns:p14="http://schemas.microsoft.com/office/powerpoint/2010/main" val="1746934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C72C8-439F-A1AB-2EB8-63557DD3A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Prediction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B0F46-1786-6EC2-58AB-CA7C99CFC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Worksheet Part B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In groups discuss:</a:t>
            </a:r>
          </a:p>
          <a:p>
            <a:r>
              <a:rPr lang="en-GB" dirty="0"/>
              <a:t>What happens if staffing increases?</a:t>
            </a:r>
          </a:p>
          <a:p>
            <a:r>
              <a:rPr lang="en-GB" dirty="0"/>
              <a:t>What might still cause delays?</a:t>
            </a:r>
          </a:p>
          <a:p>
            <a:r>
              <a:rPr lang="en-GB" dirty="0"/>
              <a:t>What kinds of changes might improve the system?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i="1" dirty="0">
                <a:solidFill>
                  <a:srgbClr val="00B050"/>
                </a:solidFill>
              </a:rPr>
              <a:t>Time: 10 minutes</a:t>
            </a:r>
          </a:p>
          <a:p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0C5D290-9AB8-6BCF-51C8-4EE83B6B0810}"/>
                  </a:ext>
                </a:extLst>
              </p14:cNvPr>
              <p14:cNvContentPartPr/>
              <p14:nvPr/>
            </p14:nvContentPartPr>
            <p14:xfrm>
              <a:off x="1224720" y="2947680"/>
              <a:ext cx="10572120" cy="2213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0C5D290-9AB8-6BCF-51C8-4EE83B6B08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5360" y="2938320"/>
                <a:ext cx="10590840" cy="223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0224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2EFE0-78FC-20AD-5D5D-A327F4995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Conceptual Thinking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CB47F-6052-5F8A-1105-23AB30A54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Arrivals 	→ 	?	 →	 Treatment	 → 	Exit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What might happen between arrival and treatment?</a:t>
            </a:r>
          </a:p>
          <a:p>
            <a:pPr marL="0" indent="0">
              <a:buNone/>
            </a:pPr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293579D-10F3-E569-9412-A32D6E586D14}"/>
                  </a:ext>
                </a:extLst>
              </p14:cNvPr>
              <p14:cNvContentPartPr/>
              <p14:nvPr/>
            </p14:nvContentPartPr>
            <p14:xfrm>
              <a:off x="2413440" y="1445040"/>
              <a:ext cx="6259320" cy="1779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293579D-10F3-E569-9412-A32D6E586D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04080" y="1435680"/>
                <a:ext cx="6278040" cy="179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4950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4CE685-9522-B051-BB88-C44824127D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Part C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24B3A49-F02D-D9AC-2D9D-EF8ACCB4C4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Building the Model</a:t>
            </a:r>
          </a:p>
        </p:txBody>
      </p:sp>
    </p:spTree>
    <p:extLst>
      <p:ext uri="{BB962C8B-B14F-4D97-AF65-F5344CB8AC3E}">
        <p14:creationId xmlns:p14="http://schemas.microsoft.com/office/powerpoint/2010/main" val="1941862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805CF-A4DA-96FC-2097-ED7E90975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First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48A7C-A503-9902-4645-4479E98DC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CB00207-F9ED-8EE7-B049-358E1CB4FB2B}"/>
                  </a:ext>
                </a:extLst>
              </p14:cNvPr>
              <p14:cNvContentPartPr/>
              <p14:nvPr/>
            </p14:nvContentPartPr>
            <p14:xfrm>
              <a:off x="2138760" y="1784520"/>
              <a:ext cx="4805280" cy="1018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CB00207-F9ED-8EE7-B049-358E1CB4FB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29400" y="1775160"/>
                <a:ext cx="4824000" cy="103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4119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B8244-FE1F-1801-5CB9-48FACDA58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8C5DE-1976-AC61-E96E-8A0C2AB6D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 Triage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26A3D-32FB-3DAC-3088-DCC032618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Gather more information about a patient?</a:t>
            </a:r>
          </a:p>
          <a:p>
            <a:endParaRPr lang="en-GB" dirty="0"/>
          </a:p>
          <a:p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92E48BA-17A0-91FF-3FC3-6A21B1F21022}"/>
                  </a:ext>
                </a:extLst>
              </p14:cNvPr>
              <p14:cNvContentPartPr/>
              <p14:nvPr/>
            </p14:nvContentPartPr>
            <p14:xfrm>
              <a:off x="2072520" y="1640160"/>
              <a:ext cx="7741080" cy="3041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92E48BA-17A0-91FF-3FC3-6A21B1F210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63160" y="1630800"/>
                <a:ext cx="7759800" cy="306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89015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A653-5196-83DC-6B9F-29F4B740C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7638B-6368-A207-ECB7-8675F0861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Some cases take longer than others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Add variability.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Patient Types!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critical</a:t>
            </a:r>
          </a:p>
          <a:p>
            <a:r>
              <a:rPr lang="en-GB" dirty="0"/>
              <a:t>urgent</a:t>
            </a:r>
          </a:p>
          <a:p>
            <a:r>
              <a:rPr lang="en-GB" dirty="0"/>
              <a:t>standard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14004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BC536-AF32-373C-AB64-8B611FD70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Fairness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2EF39-3637-6452-DB26-4EB2CC3E2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Should everyone be treated strictly in arrival order?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Add in priority queue</a:t>
            </a:r>
          </a:p>
          <a:p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D50D936-6ABF-F587-4896-E62D6A821925}"/>
                  </a:ext>
                </a:extLst>
              </p14:cNvPr>
              <p14:cNvContentPartPr/>
              <p14:nvPr/>
            </p14:nvContentPartPr>
            <p14:xfrm>
              <a:off x="5002200" y="2393640"/>
              <a:ext cx="4748040" cy="1058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D50D936-6ABF-F587-4896-E62D6A82192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92840" y="2384280"/>
                <a:ext cx="4766760" cy="107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3977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7239C-5FA1-A3CF-D497-23FE2C173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Extreme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BA324-7323-AB01-F68F-4BC5E75AB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What if something very serious arrives during treatment?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Add in pre-emption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Should anyone skip triage?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A473E6C-3B40-39F1-0651-7AB08E51749D}"/>
                  </a:ext>
                </a:extLst>
              </p14:cNvPr>
              <p14:cNvContentPartPr/>
              <p14:nvPr/>
            </p14:nvContentPartPr>
            <p14:xfrm>
              <a:off x="5612400" y="3445560"/>
              <a:ext cx="5289120" cy="1272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A473E6C-3B40-39F1-0651-7AB08E5174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03040" y="3436200"/>
                <a:ext cx="5307840" cy="129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23157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C3F67-24DF-AC59-7AC4-B2689A11F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Major thing that we haven’t modelled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4D1FF-F3B5-8F30-D813-74076A2A1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Cost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We would require cost to do any serious analysis!</a:t>
            </a:r>
          </a:p>
        </p:txBody>
      </p:sp>
    </p:spTree>
    <p:extLst>
      <p:ext uri="{BB962C8B-B14F-4D97-AF65-F5344CB8AC3E}">
        <p14:creationId xmlns:p14="http://schemas.microsoft.com/office/powerpoint/2010/main" val="32155304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94476D-A6ED-C74E-0DC0-2ACED967C8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Part 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77CF3A5-E449-5C5B-637D-764C8FAD15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3284982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DDF19-8473-30A4-6F5B-A059BCA74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the optimal number of doctors?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61B07-037D-9FBE-DCB3-D79BA87BA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dirty="0"/>
              <a:t>Define optimal:</a:t>
            </a:r>
          </a:p>
          <a:p>
            <a:r>
              <a:rPr lang="en-GB" dirty="0"/>
              <a:t>minimise critical breaches</a:t>
            </a:r>
          </a:p>
          <a:p>
            <a:r>
              <a:rPr lang="en-GB" dirty="0"/>
              <a:t>keep urgent breaches low</a:t>
            </a:r>
          </a:p>
          <a:p>
            <a:r>
              <a:rPr lang="en-GB" dirty="0"/>
              <a:t>avoid excessive cost</a:t>
            </a:r>
          </a:p>
          <a:p>
            <a:r>
              <a:rPr lang="en-GB" dirty="0"/>
              <a:t>maintain reasonable utilisation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You already have the data from the simulation. For each doctor level:</a:t>
            </a:r>
          </a:p>
          <a:p>
            <a:r>
              <a:rPr lang="en-GB" dirty="0"/>
              <a:t>critical breaches</a:t>
            </a:r>
          </a:p>
          <a:p>
            <a:r>
              <a:rPr lang="en-GB" dirty="0"/>
              <a:t>urgent breaches</a:t>
            </a:r>
          </a:p>
          <a:p>
            <a:r>
              <a:rPr lang="en-GB" dirty="0"/>
              <a:t>standard breaches</a:t>
            </a:r>
          </a:p>
          <a:p>
            <a:r>
              <a:rPr lang="en-GB" dirty="0"/>
              <a:t>utilisation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So, the decision rule becomes something like: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i="1" dirty="0"/>
              <a:t>Choose the smallest number of doctors that keeps critical breaches ≈ 0 and urgent breaches acceptable.</a:t>
            </a:r>
          </a:p>
        </p:txBody>
      </p:sp>
    </p:spTree>
    <p:extLst>
      <p:ext uri="{BB962C8B-B14F-4D97-AF65-F5344CB8AC3E}">
        <p14:creationId xmlns:p14="http://schemas.microsoft.com/office/powerpoint/2010/main" val="719167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2F846-23F2-98BB-939C-98C4FB312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 from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FC1ED-032D-9C8A-9D65-48E96C7E6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You can access the full simulation that we have just built on the module.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Use this to fill out Part D and work out how many doctors are acceptable.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Also consider what costs would be needed for this simulation to be more </a:t>
            </a:r>
            <a:r>
              <a:rPr lang="en-GB" dirty="0" err="1"/>
              <a:t>reaslistic</a:t>
            </a:r>
            <a:r>
              <a:rPr lang="en-GB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07570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798</Words>
  <Application>Microsoft Office PowerPoint</Application>
  <PresentationFormat>Widescreen</PresentationFormat>
  <Paragraphs>196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Problem Structuring and Modelling</vt:lpstr>
      <vt:lpstr>Session Plan</vt:lpstr>
      <vt:lpstr>Very brief intro to “Soft OR”</vt:lpstr>
      <vt:lpstr>Examples – Rich Picture</vt:lpstr>
      <vt:lpstr>Working with groups</vt:lpstr>
      <vt:lpstr>Stuff you already know!</vt:lpstr>
      <vt:lpstr>To structure a problem you must…</vt:lpstr>
      <vt:lpstr>Your task today</vt:lpstr>
      <vt:lpstr>Rules</vt:lpstr>
      <vt:lpstr>Scenario</vt:lpstr>
      <vt:lpstr>Part A</vt:lpstr>
      <vt:lpstr>Part A</vt:lpstr>
      <vt:lpstr>Share back</vt:lpstr>
      <vt:lpstr>PowerPoint Presentation</vt:lpstr>
      <vt:lpstr>Part B</vt:lpstr>
      <vt:lpstr>Prediction Phase</vt:lpstr>
      <vt:lpstr>Conceptual Thinking</vt:lpstr>
      <vt:lpstr>Part C</vt:lpstr>
      <vt:lpstr>First Model</vt:lpstr>
      <vt:lpstr>Add Triage</vt:lpstr>
      <vt:lpstr>Variation</vt:lpstr>
      <vt:lpstr>Fairness</vt:lpstr>
      <vt:lpstr>Extreme Case</vt:lpstr>
      <vt:lpstr>Major thing that we haven’t modelled</vt:lpstr>
      <vt:lpstr>Part D</vt:lpstr>
      <vt:lpstr>What is the optimal number of doctors?</vt:lpstr>
      <vt:lpstr>Results from Simulation</vt:lpstr>
    </vt:vector>
  </TitlesOfParts>
  <Company>University of Derby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O'Neill</dc:creator>
  <cp:lastModifiedBy>Sam O'Neill</cp:lastModifiedBy>
  <cp:revision>1</cp:revision>
  <dcterms:created xsi:type="dcterms:W3CDTF">2026-02-25T13:53:32Z</dcterms:created>
  <dcterms:modified xsi:type="dcterms:W3CDTF">2026-02-26T10:57:37Z</dcterms:modified>
</cp:coreProperties>
</file>