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754" r:id="rId4"/>
  </p:sldMasterIdLst>
  <p:notesMasterIdLst>
    <p:notesMasterId r:id="rId19"/>
  </p:notesMasterIdLst>
  <p:handoutMasterIdLst>
    <p:handoutMasterId r:id="rId20"/>
  </p:handoutMasterIdLst>
  <p:sldIdLst>
    <p:sldId id="431" r:id="rId5"/>
    <p:sldId id="433" r:id="rId6"/>
    <p:sldId id="434" r:id="rId7"/>
    <p:sldId id="436" r:id="rId8"/>
    <p:sldId id="438" r:id="rId9"/>
    <p:sldId id="435" r:id="rId10"/>
    <p:sldId id="437" r:id="rId11"/>
    <p:sldId id="439" r:id="rId12"/>
    <p:sldId id="444" r:id="rId13"/>
    <p:sldId id="442" r:id="rId14"/>
    <p:sldId id="445" r:id="rId15"/>
    <p:sldId id="446" r:id="rId16"/>
    <p:sldId id="440" r:id="rId17"/>
    <p:sldId id="443" r:id="rId18"/>
  </p:sldIdLst>
  <p:sldSz cx="9144000" cy="6858000" type="screen4x3"/>
  <p:notesSz cx="6805613" cy="99441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own Vicki STRATEGY ANALYTICAL SERVICES" initials="BVSAS" lastIdx="14" clrIdx="0">
    <p:extLst>
      <p:ext uri="{19B8F6BF-5375-455C-9EA6-DF929625EA0E}">
        <p15:presenceInfo xmlns:p15="http://schemas.microsoft.com/office/powerpoint/2012/main" userId="S-1-5-21-1547161642-1757981266-682003330-1135743" providerId="AD"/>
      </p:ext>
    </p:extLst>
  </p:cmAuthor>
  <p:cmAuthor id="2" name="Squires Elaine STRATEGY DIRECTORATE" initials="SESD" lastIdx="5" clrIdx="1">
    <p:extLst>
      <p:ext uri="{19B8F6BF-5375-455C-9EA6-DF929625EA0E}">
        <p15:presenceInfo xmlns:p15="http://schemas.microsoft.com/office/powerpoint/2012/main" userId="S-1-5-21-1547161642-1757981266-682003330-1154255" providerId="AD"/>
      </p:ext>
    </p:extLst>
  </p:cmAuthor>
  <p:cmAuthor id="3" name="Kenny Sarah STRATEGY DISABILITY ANALYSIS DIVISION" initials="KSSDAD" lastIdx="44" clrIdx="2">
    <p:extLst>
      <p:ext uri="{19B8F6BF-5375-455C-9EA6-DF929625EA0E}">
        <p15:presenceInfo xmlns:p15="http://schemas.microsoft.com/office/powerpoint/2012/main" userId="S-1-5-21-1547161642-1757981266-682003330-2095772" providerId="AD"/>
      </p:ext>
    </p:extLst>
  </p:cmAuthor>
  <p:cmAuthor id="4" name="Holland Abigail DWP ANALYTICAL SERVICES" initials="HADAS" lastIdx="67" clrIdx="3">
    <p:extLst>
      <p:ext uri="{19B8F6BF-5375-455C-9EA6-DF929625EA0E}">
        <p15:presenceInfo xmlns:p15="http://schemas.microsoft.com/office/powerpoint/2012/main" userId="S-1-5-21-1547161642-1757981266-682003330-2622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B71234"/>
    <a:srgbClr val="00437B"/>
    <a:srgbClr val="00CC99"/>
    <a:srgbClr val="00FFCC"/>
    <a:srgbClr val="00AAE7"/>
    <a:srgbClr val="FFFF66"/>
    <a:srgbClr val="F0F517"/>
    <a:srgbClr val="66CC00"/>
    <a:srgbClr val="5131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78"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khurst Dave CASD – Working Age Modelling &amp; Forecasting" userId="b4978c71-34b9-418c-be63-efd49e821dcb" providerId="ADAL" clId="{5DAEF8F7-2615-47CB-9F9C-16A345A4A387}"/>
    <pc:docChg chg="undo custSel addSld delSld modSld sldOrd">
      <pc:chgData name="Pankhurst Dave CASD – Working Age Modelling &amp; Forecasting" userId="b4978c71-34b9-418c-be63-efd49e821dcb" providerId="ADAL" clId="{5DAEF8F7-2615-47CB-9F9C-16A345A4A387}" dt="2024-04-22T12:10:47.642" v="561" actId="20577"/>
      <pc:docMkLst>
        <pc:docMk/>
      </pc:docMkLst>
      <pc:sldChg chg="modSp mod">
        <pc:chgData name="Pankhurst Dave CASD – Working Age Modelling &amp; Forecasting" userId="b4978c71-34b9-418c-be63-efd49e821dcb" providerId="ADAL" clId="{5DAEF8F7-2615-47CB-9F9C-16A345A4A387}" dt="2024-04-22T12:10:47.642" v="561" actId="20577"/>
        <pc:sldMkLst>
          <pc:docMk/>
          <pc:sldMk cId="3118914453" sldId="439"/>
        </pc:sldMkLst>
        <pc:spChg chg="mod">
          <ac:chgData name="Pankhurst Dave CASD – Working Age Modelling &amp; Forecasting" userId="b4978c71-34b9-418c-be63-efd49e821dcb" providerId="ADAL" clId="{5DAEF8F7-2615-47CB-9F9C-16A345A4A387}" dt="2024-04-22T12:10:47.642" v="561" actId="20577"/>
          <ac:spMkLst>
            <pc:docMk/>
            <pc:sldMk cId="3118914453" sldId="439"/>
            <ac:spMk id="5" creationId="{6746C502-298E-FFB6-2C8F-2B70F7DF8353}"/>
          </ac:spMkLst>
        </pc:spChg>
      </pc:sldChg>
      <pc:sldChg chg="modSp add del mod ord">
        <pc:chgData name="Pankhurst Dave CASD – Working Age Modelling &amp; Forecasting" userId="b4978c71-34b9-418c-be63-efd49e821dcb" providerId="ADAL" clId="{5DAEF8F7-2615-47CB-9F9C-16A345A4A387}" dt="2024-04-22T11:37:07.962" v="124" actId="20577"/>
        <pc:sldMkLst>
          <pc:docMk/>
          <pc:sldMk cId="1930243989" sldId="440"/>
        </pc:sldMkLst>
        <pc:spChg chg="mod">
          <ac:chgData name="Pankhurst Dave CASD – Working Age Modelling &amp; Forecasting" userId="b4978c71-34b9-418c-be63-efd49e821dcb" providerId="ADAL" clId="{5DAEF8F7-2615-47CB-9F9C-16A345A4A387}" dt="2024-04-22T11:37:07.962" v="124" actId="20577"/>
          <ac:spMkLst>
            <pc:docMk/>
            <pc:sldMk cId="1930243989" sldId="440"/>
            <ac:spMk id="2" creationId="{1A9D6706-0DB0-4D0F-0711-7E1832AB3E7D}"/>
          </ac:spMkLst>
        </pc:spChg>
      </pc:sldChg>
      <pc:sldChg chg="del">
        <pc:chgData name="Pankhurst Dave CASD – Working Age Modelling &amp; Forecasting" userId="b4978c71-34b9-418c-be63-efd49e821dcb" providerId="ADAL" clId="{5DAEF8F7-2615-47CB-9F9C-16A345A4A387}" dt="2024-04-22T11:27:41.775" v="18" actId="47"/>
        <pc:sldMkLst>
          <pc:docMk/>
          <pc:sldMk cId="4217112277" sldId="441"/>
        </pc:sldMkLst>
      </pc:sldChg>
      <pc:sldChg chg="modSp mod">
        <pc:chgData name="Pankhurst Dave CASD – Working Age Modelling &amp; Forecasting" userId="b4978c71-34b9-418c-be63-efd49e821dcb" providerId="ADAL" clId="{5DAEF8F7-2615-47CB-9F9C-16A345A4A387}" dt="2024-04-22T11:31:42.315" v="68" actId="20577"/>
        <pc:sldMkLst>
          <pc:docMk/>
          <pc:sldMk cId="249381333" sldId="442"/>
        </pc:sldMkLst>
        <pc:spChg chg="mod">
          <ac:chgData name="Pankhurst Dave CASD – Working Age Modelling &amp; Forecasting" userId="b4978c71-34b9-418c-be63-efd49e821dcb" providerId="ADAL" clId="{5DAEF8F7-2615-47CB-9F9C-16A345A4A387}" dt="2024-04-22T11:31:42.315" v="68" actId="20577"/>
          <ac:spMkLst>
            <pc:docMk/>
            <pc:sldMk cId="249381333" sldId="442"/>
            <ac:spMk id="2" creationId="{1A9D6706-0DB0-4D0F-0711-7E1832AB3E7D}"/>
          </ac:spMkLst>
        </pc:spChg>
      </pc:sldChg>
      <pc:sldChg chg="modSp mod">
        <pc:chgData name="Pankhurst Dave CASD – Working Age Modelling &amp; Forecasting" userId="b4978c71-34b9-418c-be63-efd49e821dcb" providerId="ADAL" clId="{5DAEF8F7-2615-47CB-9F9C-16A345A4A387}" dt="2024-04-22T11:37:16.923" v="133" actId="20577"/>
        <pc:sldMkLst>
          <pc:docMk/>
          <pc:sldMk cId="3979741653" sldId="443"/>
        </pc:sldMkLst>
        <pc:spChg chg="mod">
          <ac:chgData name="Pankhurst Dave CASD – Working Age Modelling &amp; Forecasting" userId="b4978c71-34b9-418c-be63-efd49e821dcb" providerId="ADAL" clId="{5DAEF8F7-2615-47CB-9F9C-16A345A4A387}" dt="2024-04-22T11:37:16.923" v="133" actId="20577"/>
          <ac:spMkLst>
            <pc:docMk/>
            <pc:sldMk cId="3979741653" sldId="443"/>
            <ac:spMk id="2" creationId="{1A9D6706-0DB0-4D0F-0711-7E1832AB3E7D}"/>
          </ac:spMkLst>
        </pc:spChg>
      </pc:sldChg>
      <pc:sldChg chg="modSp mod">
        <pc:chgData name="Pankhurst Dave CASD – Working Age Modelling &amp; Forecasting" userId="b4978c71-34b9-418c-be63-efd49e821dcb" providerId="ADAL" clId="{5DAEF8F7-2615-47CB-9F9C-16A345A4A387}" dt="2024-04-22T11:30:00.945" v="41" actId="20577"/>
        <pc:sldMkLst>
          <pc:docMk/>
          <pc:sldMk cId="193508089" sldId="444"/>
        </pc:sldMkLst>
        <pc:spChg chg="mod">
          <ac:chgData name="Pankhurst Dave CASD – Working Age Modelling &amp; Forecasting" userId="b4978c71-34b9-418c-be63-efd49e821dcb" providerId="ADAL" clId="{5DAEF8F7-2615-47CB-9F9C-16A345A4A387}" dt="2024-04-22T11:30:00.945" v="41" actId="20577"/>
          <ac:spMkLst>
            <pc:docMk/>
            <pc:sldMk cId="193508089" sldId="444"/>
            <ac:spMk id="5" creationId="{71E4C38D-6FA1-BD85-9F34-81BC80D43567}"/>
          </ac:spMkLst>
        </pc:spChg>
      </pc:sldChg>
      <pc:sldChg chg="addSp delSp modSp new del mod modClrScheme chgLayout">
        <pc:chgData name="Pankhurst Dave CASD – Working Age Modelling &amp; Forecasting" userId="b4978c71-34b9-418c-be63-efd49e821dcb" providerId="ADAL" clId="{5DAEF8F7-2615-47CB-9F9C-16A345A4A387}" dt="2024-04-22T11:32:34.427" v="71" actId="47"/>
        <pc:sldMkLst>
          <pc:docMk/>
          <pc:sldMk cId="3934337131" sldId="445"/>
        </pc:sldMkLst>
        <pc:spChg chg="mod ord">
          <ac:chgData name="Pankhurst Dave CASD – Working Age Modelling &amp; Forecasting" userId="b4978c71-34b9-418c-be63-efd49e821dcb" providerId="ADAL" clId="{5DAEF8F7-2615-47CB-9F9C-16A345A4A387}" dt="2024-04-22T11:31:37.064" v="66" actId="700"/>
          <ac:spMkLst>
            <pc:docMk/>
            <pc:sldMk cId="3934337131" sldId="445"/>
            <ac:spMk id="2" creationId="{C1FA2BF1-6E39-3876-4C39-628F538403CB}"/>
          </ac:spMkLst>
        </pc:spChg>
        <pc:spChg chg="del mod ord">
          <ac:chgData name="Pankhurst Dave CASD – Working Age Modelling &amp; Forecasting" userId="b4978c71-34b9-418c-be63-efd49e821dcb" providerId="ADAL" clId="{5DAEF8F7-2615-47CB-9F9C-16A345A4A387}" dt="2024-04-22T11:31:37.064" v="66" actId="700"/>
          <ac:spMkLst>
            <pc:docMk/>
            <pc:sldMk cId="3934337131" sldId="445"/>
            <ac:spMk id="3" creationId="{814FC743-3AE2-FB95-3BEC-C740014D319E}"/>
          </ac:spMkLst>
        </pc:spChg>
        <pc:spChg chg="add mod ord">
          <ac:chgData name="Pankhurst Dave CASD – Working Age Modelling &amp; Forecasting" userId="b4978c71-34b9-418c-be63-efd49e821dcb" providerId="ADAL" clId="{5DAEF8F7-2615-47CB-9F9C-16A345A4A387}" dt="2024-04-22T11:31:37.064" v="66" actId="700"/>
          <ac:spMkLst>
            <pc:docMk/>
            <pc:sldMk cId="3934337131" sldId="445"/>
            <ac:spMk id="4" creationId="{C2E0BC04-E203-A100-6A1D-C7E76DBCC892}"/>
          </ac:spMkLst>
        </pc:spChg>
      </pc:sldChg>
      <pc:sldChg chg="addSp delSp modSp new mod modClrScheme chgLayout">
        <pc:chgData name="Pankhurst Dave CASD – Working Age Modelling &amp; Forecasting" userId="b4978c71-34b9-418c-be63-efd49e821dcb" providerId="ADAL" clId="{5DAEF8F7-2615-47CB-9F9C-16A345A4A387}" dt="2024-04-22T11:40:54.796" v="509" actId="20577"/>
        <pc:sldMkLst>
          <pc:docMk/>
          <pc:sldMk cId="4147407554" sldId="445"/>
        </pc:sldMkLst>
        <pc:spChg chg="del mod ord">
          <ac:chgData name="Pankhurst Dave CASD – Working Age Modelling &amp; Forecasting" userId="b4978c71-34b9-418c-be63-efd49e821dcb" providerId="ADAL" clId="{5DAEF8F7-2615-47CB-9F9C-16A345A4A387}" dt="2024-04-22T11:38:04.048" v="135" actId="700"/>
          <ac:spMkLst>
            <pc:docMk/>
            <pc:sldMk cId="4147407554" sldId="445"/>
            <ac:spMk id="2" creationId="{9E918F6B-1A9B-7745-9C67-806378DAA0B7}"/>
          </ac:spMkLst>
        </pc:spChg>
        <pc:spChg chg="del mod ord">
          <ac:chgData name="Pankhurst Dave CASD – Working Age Modelling &amp; Forecasting" userId="b4978c71-34b9-418c-be63-efd49e821dcb" providerId="ADAL" clId="{5DAEF8F7-2615-47CB-9F9C-16A345A4A387}" dt="2024-04-22T11:38:04.048" v="135" actId="700"/>
          <ac:spMkLst>
            <pc:docMk/>
            <pc:sldMk cId="4147407554" sldId="445"/>
            <ac:spMk id="3" creationId="{4175E325-47C3-9B72-91B3-D67356F63517}"/>
          </ac:spMkLst>
        </pc:spChg>
        <pc:spChg chg="add mod ord">
          <ac:chgData name="Pankhurst Dave CASD – Working Age Modelling &amp; Forecasting" userId="b4978c71-34b9-418c-be63-efd49e821dcb" providerId="ADAL" clId="{5DAEF8F7-2615-47CB-9F9C-16A345A4A387}" dt="2024-04-22T11:38:22.119" v="147" actId="20577"/>
          <ac:spMkLst>
            <pc:docMk/>
            <pc:sldMk cId="4147407554" sldId="445"/>
            <ac:spMk id="4" creationId="{176A7C5E-8DF1-AF1D-4357-081D065AF92B}"/>
          </ac:spMkLst>
        </pc:spChg>
        <pc:spChg chg="add mod ord">
          <ac:chgData name="Pankhurst Dave CASD – Working Age Modelling &amp; Forecasting" userId="b4978c71-34b9-418c-be63-efd49e821dcb" providerId="ADAL" clId="{5DAEF8F7-2615-47CB-9F9C-16A345A4A387}" dt="2024-04-22T11:40:54.796" v="509" actId="20577"/>
          <ac:spMkLst>
            <pc:docMk/>
            <pc:sldMk cId="4147407554" sldId="445"/>
            <ac:spMk id="5" creationId="{34C27396-C5CC-0697-B1D8-053EA605026B}"/>
          </ac:spMkLst>
        </pc:spChg>
      </pc:sldChg>
      <pc:sldChg chg="addSp delSp modSp new mod modClrScheme chgLayout">
        <pc:chgData name="Pankhurst Dave CASD – Working Age Modelling &amp; Forecasting" userId="b4978c71-34b9-418c-be63-efd49e821dcb" providerId="ADAL" clId="{5DAEF8F7-2615-47CB-9F9C-16A345A4A387}" dt="2024-04-22T11:41:18.502" v="533" actId="20577"/>
        <pc:sldMkLst>
          <pc:docMk/>
          <pc:sldMk cId="3190560373" sldId="446"/>
        </pc:sldMkLst>
        <pc:spChg chg="del">
          <ac:chgData name="Pankhurst Dave CASD – Working Age Modelling &amp; Forecasting" userId="b4978c71-34b9-418c-be63-efd49e821dcb" providerId="ADAL" clId="{5DAEF8F7-2615-47CB-9F9C-16A345A4A387}" dt="2024-04-22T11:41:05.415" v="511" actId="700"/>
          <ac:spMkLst>
            <pc:docMk/>
            <pc:sldMk cId="3190560373" sldId="446"/>
            <ac:spMk id="2" creationId="{3266D4F3-A534-70E1-F14D-B2FA915F42A2}"/>
          </ac:spMkLst>
        </pc:spChg>
        <pc:spChg chg="del">
          <ac:chgData name="Pankhurst Dave CASD – Working Age Modelling &amp; Forecasting" userId="b4978c71-34b9-418c-be63-efd49e821dcb" providerId="ADAL" clId="{5DAEF8F7-2615-47CB-9F9C-16A345A4A387}" dt="2024-04-22T11:41:05.415" v="511" actId="700"/>
          <ac:spMkLst>
            <pc:docMk/>
            <pc:sldMk cId="3190560373" sldId="446"/>
            <ac:spMk id="3" creationId="{301311FF-DEEC-B513-E16A-E4131ED69418}"/>
          </ac:spMkLst>
        </pc:spChg>
        <pc:spChg chg="add mod">
          <ac:chgData name="Pankhurst Dave CASD – Working Age Modelling &amp; Forecasting" userId="b4978c71-34b9-418c-be63-efd49e821dcb" providerId="ADAL" clId="{5DAEF8F7-2615-47CB-9F9C-16A345A4A387}" dt="2024-04-22T11:41:18.502" v="533" actId="20577"/>
          <ac:spMkLst>
            <pc:docMk/>
            <pc:sldMk cId="3190560373" sldId="446"/>
            <ac:spMk id="4" creationId="{6F43CDA0-1F13-B983-92C4-4A34BDD7CBAB}"/>
          </ac:spMkLst>
        </pc:spChg>
        <pc:spChg chg="add mod">
          <ac:chgData name="Pankhurst Dave CASD – Working Age Modelling &amp; Forecasting" userId="b4978c71-34b9-418c-be63-efd49e821dcb" providerId="ADAL" clId="{5DAEF8F7-2615-47CB-9F9C-16A345A4A387}" dt="2024-04-22T11:41:11.789" v="512" actId="700"/>
          <ac:spMkLst>
            <pc:docMk/>
            <pc:sldMk cId="3190560373" sldId="446"/>
            <ac:spMk id="5" creationId="{E6750625-A897-3C2F-5BA7-410D4426865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FBD58A-ACC2-4BDF-8082-C4C27F50205A}" type="doc">
      <dgm:prSet loTypeId="urn:microsoft.com/office/officeart/2005/8/layout/hierarchy4" loCatId="hierarchy" qsTypeId="urn:microsoft.com/office/officeart/2005/8/quickstyle/simple1" qsCatId="simple" csTypeId="urn:microsoft.com/office/officeart/2005/8/colors/colorful1" csCatId="colorful" phldr="1"/>
      <dgm:spPr/>
      <dgm:t>
        <a:bodyPr/>
        <a:lstStyle/>
        <a:p>
          <a:endParaRPr lang="en-GB"/>
        </a:p>
      </dgm:t>
    </dgm:pt>
    <dgm:pt modelId="{B72E635F-9165-43DF-BD36-92037B825D88}">
      <dgm:prSet phldrT="[Text]"/>
      <dgm:spPr/>
      <dgm:t>
        <a:bodyPr/>
        <a:lstStyle/>
        <a:p>
          <a:r>
            <a:rPr lang="en-GB"/>
            <a:t>Soft OR</a:t>
          </a:r>
        </a:p>
      </dgm:t>
    </dgm:pt>
    <dgm:pt modelId="{F14DD550-31A1-4309-88CE-16FD4751FBB6}" type="parTrans" cxnId="{A11DF932-25E7-45F6-90A1-A8DBC1AFF52B}">
      <dgm:prSet/>
      <dgm:spPr/>
      <dgm:t>
        <a:bodyPr/>
        <a:lstStyle/>
        <a:p>
          <a:endParaRPr lang="en-GB"/>
        </a:p>
      </dgm:t>
    </dgm:pt>
    <dgm:pt modelId="{39DB6769-CA26-49F3-966F-373C96E60D80}" type="sibTrans" cxnId="{A11DF932-25E7-45F6-90A1-A8DBC1AFF52B}">
      <dgm:prSet/>
      <dgm:spPr/>
      <dgm:t>
        <a:bodyPr/>
        <a:lstStyle/>
        <a:p>
          <a:endParaRPr lang="en-GB"/>
        </a:p>
      </dgm:t>
    </dgm:pt>
    <dgm:pt modelId="{19225AA7-FA03-4B4C-AFD8-F7A4CC3BD3D8}">
      <dgm:prSet phldrT="[Text]"/>
      <dgm:spPr/>
      <dgm:t>
        <a:bodyPr/>
        <a:lstStyle/>
        <a:p>
          <a:r>
            <a:rPr lang="en-GB"/>
            <a:t>Analytical Thinking</a:t>
          </a:r>
        </a:p>
      </dgm:t>
    </dgm:pt>
    <dgm:pt modelId="{187B223C-02BA-428E-8B2C-CD00C961AAD2}" type="parTrans" cxnId="{81402D7F-EE0C-42DA-8970-E2F9514FF837}">
      <dgm:prSet/>
      <dgm:spPr/>
      <dgm:t>
        <a:bodyPr/>
        <a:lstStyle/>
        <a:p>
          <a:endParaRPr lang="en-GB"/>
        </a:p>
      </dgm:t>
    </dgm:pt>
    <dgm:pt modelId="{4691CC64-DC04-48C2-8B34-6F0D17B111D5}" type="sibTrans" cxnId="{81402D7F-EE0C-42DA-8970-E2F9514FF837}">
      <dgm:prSet/>
      <dgm:spPr/>
      <dgm:t>
        <a:bodyPr/>
        <a:lstStyle/>
        <a:p>
          <a:endParaRPr lang="en-GB"/>
        </a:p>
      </dgm:t>
    </dgm:pt>
    <dgm:pt modelId="{525CEEF9-E274-4958-AC3A-E0A1AE63EB83}">
      <dgm:prSet phldrT="[Text]"/>
      <dgm:spPr/>
      <dgm:t>
        <a:bodyPr/>
        <a:lstStyle/>
        <a:p>
          <a:r>
            <a:rPr lang="en-GB"/>
            <a:t>Presentational skill</a:t>
          </a:r>
        </a:p>
      </dgm:t>
    </dgm:pt>
    <dgm:pt modelId="{D1EA3B9A-D98A-46C9-9BFC-E66704B8DDE7}" type="parTrans" cxnId="{56E71D45-81FE-4912-9F44-49B7097721AD}">
      <dgm:prSet/>
      <dgm:spPr/>
      <dgm:t>
        <a:bodyPr/>
        <a:lstStyle/>
        <a:p>
          <a:endParaRPr lang="en-GB"/>
        </a:p>
      </dgm:t>
    </dgm:pt>
    <dgm:pt modelId="{43793C73-9839-4A5F-A19F-7B8AF7227281}" type="sibTrans" cxnId="{56E71D45-81FE-4912-9F44-49B7097721AD}">
      <dgm:prSet/>
      <dgm:spPr/>
      <dgm:t>
        <a:bodyPr/>
        <a:lstStyle/>
        <a:p>
          <a:endParaRPr lang="en-GB"/>
        </a:p>
      </dgm:t>
    </dgm:pt>
    <dgm:pt modelId="{FBC05C3A-D9A9-45E4-83A0-3712798BC261}">
      <dgm:prSet phldrT="[Text]"/>
      <dgm:spPr/>
      <dgm:t>
        <a:bodyPr/>
        <a:lstStyle/>
        <a:p>
          <a:r>
            <a:rPr lang="en-GB"/>
            <a:t>Toolkit of approaches*</a:t>
          </a:r>
        </a:p>
      </dgm:t>
    </dgm:pt>
    <dgm:pt modelId="{3B659A2C-595D-4987-B5E1-76A1C3904E47}" type="parTrans" cxnId="{4CDD75D3-54D2-4842-A6A4-7E863DCE621B}">
      <dgm:prSet/>
      <dgm:spPr/>
      <dgm:t>
        <a:bodyPr/>
        <a:lstStyle/>
        <a:p>
          <a:endParaRPr lang="en-GB"/>
        </a:p>
      </dgm:t>
    </dgm:pt>
    <dgm:pt modelId="{3CD6264C-E170-4645-A082-956B10DCB35F}" type="sibTrans" cxnId="{4CDD75D3-54D2-4842-A6A4-7E863DCE621B}">
      <dgm:prSet/>
      <dgm:spPr/>
      <dgm:t>
        <a:bodyPr/>
        <a:lstStyle/>
        <a:p>
          <a:endParaRPr lang="en-GB"/>
        </a:p>
      </dgm:t>
    </dgm:pt>
    <dgm:pt modelId="{A60D5617-5D77-450C-940B-62908B8AD239}" type="pres">
      <dgm:prSet presAssocID="{E7FBD58A-ACC2-4BDF-8082-C4C27F50205A}" presName="Name0" presStyleCnt="0">
        <dgm:presLayoutVars>
          <dgm:chPref val="1"/>
          <dgm:dir/>
          <dgm:animOne val="branch"/>
          <dgm:animLvl val="lvl"/>
          <dgm:resizeHandles/>
        </dgm:presLayoutVars>
      </dgm:prSet>
      <dgm:spPr/>
    </dgm:pt>
    <dgm:pt modelId="{97E721D8-C453-4978-93A6-4A347D8CACB7}" type="pres">
      <dgm:prSet presAssocID="{B72E635F-9165-43DF-BD36-92037B825D88}" presName="vertOne" presStyleCnt="0"/>
      <dgm:spPr/>
    </dgm:pt>
    <dgm:pt modelId="{EEE9A998-CB4A-41D0-A53A-BBEFDF317735}" type="pres">
      <dgm:prSet presAssocID="{B72E635F-9165-43DF-BD36-92037B825D88}" presName="txOne" presStyleLbl="node0" presStyleIdx="0" presStyleCnt="1">
        <dgm:presLayoutVars>
          <dgm:chPref val="3"/>
        </dgm:presLayoutVars>
      </dgm:prSet>
      <dgm:spPr/>
    </dgm:pt>
    <dgm:pt modelId="{35A04EB6-08F6-4731-BD2F-D526740F1327}" type="pres">
      <dgm:prSet presAssocID="{B72E635F-9165-43DF-BD36-92037B825D88}" presName="parTransOne" presStyleCnt="0"/>
      <dgm:spPr/>
    </dgm:pt>
    <dgm:pt modelId="{9383BB2F-F601-4AAA-A98E-E7E6F34B5AF2}" type="pres">
      <dgm:prSet presAssocID="{B72E635F-9165-43DF-BD36-92037B825D88}" presName="horzOne" presStyleCnt="0"/>
      <dgm:spPr/>
    </dgm:pt>
    <dgm:pt modelId="{6A298FEF-2F70-41A1-B895-AB28E44ABBD1}" type="pres">
      <dgm:prSet presAssocID="{19225AA7-FA03-4B4C-AFD8-F7A4CC3BD3D8}" presName="vertTwo" presStyleCnt="0"/>
      <dgm:spPr/>
    </dgm:pt>
    <dgm:pt modelId="{FCBF0E83-5673-4570-83E4-5F9BDAB26B78}" type="pres">
      <dgm:prSet presAssocID="{19225AA7-FA03-4B4C-AFD8-F7A4CC3BD3D8}" presName="txTwo" presStyleLbl="node2" presStyleIdx="0" presStyleCnt="3">
        <dgm:presLayoutVars>
          <dgm:chPref val="3"/>
        </dgm:presLayoutVars>
      </dgm:prSet>
      <dgm:spPr/>
    </dgm:pt>
    <dgm:pt modelId="{E0DCF3F1-8A61-4562-AD68-49123D26A752}" type="pres">
      <dgm:prSet presAssocID="{19225AA7-FA03-4B4C-AFD8-F7A4CC3BD3D8}" presName="horzTwo" presStyleCnt="0"/>
      <dgm:spPr/>
    </dgm:pt>
    <dgm:pt modelId="{90B73E3C-F416-4AA9-9287-E98F5538EFC1}" type="pres">
      <dgm:prSet presAssocID="{4691CC64-DC04-48C2-8B34-6F0D17B111D5}" presName="sibSpaceTwo" presStyleCnt="0"/>
      <dgm:spPr/>
    </dgm:pt>
    <dgm:pt modelId="{23B19423-52A6-4DB6-9C1D-20E945AAEC85}" type="pres">
      <dgm:prSet presAssocID="{525CEEF9-E274-4958-AC3A-E0A1AE63EB83}" presName="vertTwo" presStyleCnt="0"/>
      <dgm:spPr/>
    </dgm:pt>
    <dgm:pt modelId="{EA79AFDC-D876-46C3-9B54-5173EB244C8E}" type="pres">
      <dgm:prSet presAssocID="{525CEEF9-E274-4958-AC3A-E0A1AE63EB83}" presName="txTwo" presStyleLbl="node2" presStyleIdx="1" presStyleCnt="3">
        <dgm:presLayoutVars>
          <dgm:chPref val="3"/>
        </dgm:presLayoutVars>
      </dgm:prSet>
      <dgm:spPr/>
    </dgm:pt>
    <dgm:pt modelId="{11294131-F457-42CD-B8FA-9865970DFFE2}" type="pres">
      <dgm:prSet presAssocID="{525CEEF9-E274-4958-AC3A-E0A1AE63EB83}" presName="horzTwo" presStyleCnt="0"/>
      <dgm:spPr/>
    </dgm:pt>
    <dgm:pt modelId="{30C282F9-F619-4F9A-B2F9-C2328FC8FE19}" type="pres">
      <dgm:prSet presAssocID="{43793C73-9839-4A5F-A19F-7B8AF7227281}" presName="sibSpaceTwo" presStyleCnt="0"/>
      <dgm:spPr/>
    </dgm:pt>
    <dgm:pt modelId="{17FBFAF9-7EBB-47F7-8E49-714EF29A0934}" type="pres">
      <dgm:prSet presAssocID="{FBC05C3A-D9A9-45E4-83A0-3712798BC261}" presName="vertTwo" presStyleCnt="0"/>
      <dgm:spPr/>
    </dgm:pt>
    <dgm:pt modelId="{A0B3F0B3-F0DE-4FDF-B1F1-D43D329646F8}" type="pres">
      <dgm:prSet presAssocID="{FBC05C3A-D9A9-45E4-83A0-3712798BC261}" presName="txTwo" presStyleLbl="node2" presStyleIdx="2" presStyleCnt="3">
        <dgm:presLayoutVars>
          <dgm:chPref val="3"/>
        </dgm:presLayoutVars>
      </dgm:prSet>
      <dgm:spPr/>
    </dgm:pt>
    <dgm:pt modelId="{5692FB94-079A-403C-986E-60B262DA37CB}" type="pres">
      <dgm:prSet presAssocID="{FBC05C3A-D9A9-45E4-83A0-3712798BC261}" presName="horzTwo" presStyleCnt="0"/>
      <dgm:spPr/>
    </dgm:pt>
  </dgm:ptLst>
  <dgm:cxnLst>
    <dgm:cxn modelId="{D46EFC08-F3F0-4348-B62A-E01A124CB87E}" type="presOf" srcId="{525CEEF9-E274-4958-AC3A-E0A1AE63EB83}" destId="{EA79AFDC-D876-46C3-9B54-5173EB244C8E}" srcOrd="0" destOrd="0" presId="urn:microsoft.com/office/officeart/2005/8/layout/hierarchy4"/>
    <dgm:cxn modelId="{A11DF932-25E7-45F6-90A1-A8DBC1AFF52B}" srcId="{E7FBD58A-ACC2-4BDF-8082-C4C27F50205A}" destId="{B72E635F-9165-43DF-BD36-92037B825D88}" srcOrd="0" destOrd="0" parTransId="{F14DD550-31A1-4309-88CE-16FD4751FBB6}" sibTransId="{39DB6769-CA26-49F3-966F-373C96E60D80}"/>
    <dgm:cxn modelId="{56E71D45-81FE-4912-9F44-49B7097721AD}" srcId="{B72E635F-9165-43DF-BD36-92037B825D88}" destId="{525CEEF9-E274-4958-AC3A-E0A1AE63EB83}" srcOrd="1" destOrd="0" parTransId="{D1EA3B9A-D98A-46C9-9BFC-E66704B8DDE7}" sibTransId="{43793C73-9839-4A5F-A19F-7B8AF7227281}"/>
    <dgm:cxn modelId="{16D90479-5F6F-4874-8E60-BA436D54F04B}" type="presOf" srcId="{FBC05C3A-D9A9-45E4-83A0-3712798BC261}" destId="{A0B3F0B3-F0DE-4FDF-B1F1-D43D329646F8}" srcOrd="0" destOrd="0" presId="urn:microsoft.com/office/officeart/2005/8/layout/hierarchy4"/>
    <dgm:cxn modelId="{81402D7F-EE0C-42DA-8970-E2F9514FF837}" srcId="{B72E635F-9165-43DF-BD36-92037B825D88}" destId="{19225AA7-FA03-4B4C-AFD8-F7A4CC3BD3D8}" srcOrd="0" destOrd="0" parTransId="{187B223C-02BA-428E-8B2C-CD00C961AAD2}" sibTransId="{4691CC64-DC04-48C2-8B34-6F0D17B111D5}"/>
    <dgm:cxn modelId="{6981FF98-1E4C-43D3-A413-17DAEC9C0A68}" type="presOf" srcId="{B72E635F-9165-43DF-BD36-92037B825D88}" destId="{EEE9A998-CB4A-41D0-A53A-BBEFDF317735}" srcOrd="0" destOrd="0" presId="urn:microsoft.com/office/officeart/2005/8/layout/hierarchy4"/>
    <dgm:cxn modelId="{C7684FA0-2E84-4726-BE49-5CEC14407BDA}" type="presOf" srcId="{E7FBD58A-ACC2-4BDF-8082-C4C27F50205A}" destId="{A60D5617-5D77-450C-940B-62908B8AD239}" srcOrd="0" destOrd="0" presId="urn:microsoft.com/office/officeart/2005/8/layout/hierarchy4"/>
    <dgm:cxn modelId="{4CDD75D3-54D2-4842-A6A4-7E863DCE621B}" srcId="{B72E635F-9165-43DF-BD36-92037B825D88}" destId="{FBC05C3A-D9A9-45E4-83A0-3712798BC261}" srcOrd="2" destOrd="0" parTransId="{3B659A2C-595D-4987-B5E1-76A1C3904E47}" sibTransId="{3CD6264C-E170-4645-A082-956B10DCB35F}"/>
    <dgm:cxn modelId="{113DB8E3-A9EC-4787-9F47-29623A377A7A}" type="presOf" srcId="{19225AA7-FA03-4B4C-AFD8-F7A4CC3BD3D8}" destId="{FCBF0E83-5673-4570-83E4-5F9BDAB26B78}" srcOrd="0" destOrd="0" presId="urn:microsoft.com/office/officeart/2005/8/layout/hierarchy4"/>
    <dgm:cxn modelId="{74B0C84E-9B0B-4DA0-B91D-E339F15B5820}" type="presParOf" srcId="{A60D5617-5D77-450C-940B-62908B8AD239}" destId="{97E721D8-C453-4978-93A6-4A347D8CACB7}" srcOrd="0" destOrd="0" presId="urn:microsoft.com/office/officeart/2005/8/layout/hierarchy4"/>
    <dgm:cxn modelId="{8C9C81C9-5A27-4256-BB0B-4B160DDBF296}" type="presParOf" srcId="{97E721D8-C453-4978-93A6-4A347D8CACB7}" destId="{EEE9A998-CB4A-41D0-A53A-BBEFDF317735}" srcOrd="0" destOrd="0" presId="urn:microsoft.com/office/officeart/2005/8/layout/hierarchy4"/>
    <dgm:cxn modelId="{74CF04B4-1025-42CD-88AF-E5D0D8F7B294}" type="presParOf" srcId="{97E721D8-C453-4978-93A6-4A347D8CACB7}" destId="{35A04EB6-08F6-4731-BD2F-D526740F1327}" srcOrd="1" destOrd="0" presId="urn:microsoft.com/office/officeart/2005/8/layout/hierarchy4"/>
    <dgm:cxn modelId="{C2C4C05F-DEF6-436B-A3EA-0F1892E4B2B9}" type="presParOf" srcId="{97E721D8-C453-4978-93A6-4A347D8CACB7}" destId="{9383BB2F-F601-4AAA-A98E-E7E6F34B5AF2}" srcOrd="2" destOrd="0" presId="urn:microsoft.com/office/officeart/2005/8/layout/hierarchy4"/>
    <dgm:cxn modelId="{3936FE74-89CD-4439-9846-911B6AAD2268}" type="presParOf" srcId="{9383BB2F-F601-4AAA-A98E-E7E6F34B5AF2}" destId="{6A298FEF-2F70-41A1-B895-AB28E44ABBD1}" srcOrd="0" destOrd="0" presId="urn:microsoft.com/office/officeart/2005/8/layout/hierarchy4"/>
    <dgm:cxn modelId="{080E9D55-ABCA-4FB4-A97F-E2EF924A1AF5}" type="presParOf" srcId="{6A298FEF-2F70-41A1-B895-AB28E44ABBD1}" destId="{FCBF0E83-5673-4570-83E4-5F9BDAB26B78}" srcOrd="0" destOrd="0" presId="urn:microsoft.com/office/officeart/2005/8/layout/hierarchy4"/>
    <dgm:cxn modelId="{DC50F3FE-5CC6-4249-912E-D76E5465F6E8}" type="presParOf" srcId="{6A298FEF-2F70-41A1-B895-AB28E44ABBD1}" destId="{E0DCF3F1-8A61-4562-AD68-49123D26A752}" srcOrd="1" destOrd="0" presId="urn:microsoft.com/office/officeart/2005/8/layout/hierarchy4"/>
    <dgm:cxn modelId="{7292A3D0-355D-4A22-977F-05ED24860677}" type="presParOf" srcId="{9383BB2F-F601-4AAA-A98E-E7E6F34B5AF2}" destId="{90B73E3C-F416-4AA9-9287-E98F5538EFC1}" srcOrd="1" destOrd="0" presId="urn:microsoft.com/office/officeart/2005/8/layout/hierarchy4"/>
    <dgm:cxn modelId="{FF9664E3-8646-46D5-A54B-3FDDD9D492C2}" type="presParOf" srcId="{9383BB2F-F601-4AAA-A98E-E7E6F34B5AF2}" destId="{23B19423-52A6-4DB6-9C1D-20E945AAEC85}" srcOrd="2" destOrd="0" presId="urn:microsoft.com/office/officeart/2005/8/layout/hierarchy4"/>
    <dgm:cxn modelId="{AEA66D86-49C3-4749-9600-65A545146A01}" type="presParOf" srcId="{23B19423-52A6-4DB6-9C1D-20E945AAEC85}" destId="{EA79AFDC-D876-46C3-9B54-5173EB244C8E}" srcOrd="0" destOrd="0" presId="urn:microsoft.com/office/officeart/2005/8/layout/hierarchy4"/>
    <dgm:cxn modelId="{777858FE-5612-4E45-A2C8-37C179AEBF8E}" type="presParOf" srcId="{23B19423-52A6-4DB6-9C1D-20E945AAEC85}" destId="{11294131-F457-42CD-B8FA-9865970DFFE2}" srcOrd="1" destOrd="0" presId="urn:microsoft.com/office/officeart/2005/8/layout/hierarchy4"/>
    <dgm:cxn modelId="{687DF2BE-CEAE-4A6C-9AA2-5AB27BA58C6A}" type="presParOf" srcId="{9383BB2F-F601-4AAA-A98E-E7E6F34B5AF2}" destId="{30C282F9-F619-4F9A-B2F9-C2328FC8FE19}" srcOrd="3" destOrd="0" presId="urn:microsoft.com/office/officeart/2005/8/layout/hierarchy4"/>
    <dgm:cxn modelId="{69D1DA92-5DE8-4DA1-8C0F-1FC725B78A65}" type="presParOf" srcId="{9383BB2F-F601-4AAA-A98E-E7E6F34B5AF2}" destId="{17FBFAF9-7EBB-47F7-8E49-714EF29A0934}" srcOrd="4" destOrd="0" presId="urn:microsoft.com/office/officeart/2005/8/layout/hierarchy4"/>
    <dgm:cxn modelId="{295F8ECA-B43A-4038-AD94-9AC112427583}" type="presParOf" srcId="{17FBFAF9-7EBB-47F7-8E49-714EF29A0934}" destId="{A0B3F0B3-F0DE-4FDF-B1F1-D43D329646F8}" srcOrd="0" destOrd="0" presId="urn:microsoft.com/office/officeart/2005/8/layout/hierarchy4"/>
    <dgm:cxn modelId="{EF657FE6-7DF9-40F8-874D-7BA7DA2F21A8}" type="presParOf" srcId="{17FBFAF9-7EBB-47F7-8E49-714EF29A0934}" destId="{5692FB94-079A-403C-986E-60B262DA37CB}"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B72183-C376-4545-B0EF-61B067C3DF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8897A7DC-96CC-432F-A7D5-381976063160}">
      <dgm:prSet phldrT="[Text]"/>
      <dgm:spPr/>
      <dgm:t>
        <a:bodyPr/>
        <a:lstStyle/>
        <a:p>
          <a:r>
            <a:rPr lang="en-GB"/>
            <a:t>Planning</a:t>
          </a:r>
        </a:p>
      </dgm:t>
    </dgm:pt>
    <dgm:pt modelId="{17B1BB04-E239-4827-821D-8762374B7A9F}" type="parTrans" cxnId="{836DFD70-4079-4933-BDB4-C67016DEFDD5}">
      <dgm:prSet/>
      <dgm:spPr/>
      <dgm:t>
        <a:bodyPr/>
        <a:lstStyle/>
        <a:p>
          <a:endParaRPr lang="en-GB"/>
        </a:p>
      </dgm:t>
    </dgm:pt>
    <dgm:pt modelId="{9D53D3BB-C55A-408B-B063-734EBA59E477}" type="sibTrans" cxnId="{836DFD70-4079-4933-BDB4-C67016DEFDD5}">
      <dgm:prSet/>
      <dgm:spPr/>
      <dgm:t>
        <a:bodyPr/>
        <a:lstStyle/>
        <a:p>
          <a:endParaRPr lang="en-GB"/>
        </a:p>
      </dgm:t>
    </dgm:pt>
    <dgm:pt modelId="{F6B4EB42-AB3E-45C1-8D32-B4CF5076058B}">
      <dgm:prSet phldrT="[Text]"/>
      <dgm:spPr/>
      <dgm:t>
        <a:bodyPr/>
        <a:lstStyle/>
        <a:p>
          <a:r>
            <a:rPr lang="en-GB"/>
            <a:t>Facilitation</a:t>
          </a:r>
        </a:p>
      </dgm:t>
    </dgm:pt>
    <dgm:pt modelId="{713B8998-3DCC-4A77-94C3-0E75421620DC}" type="parTrans" cxnId="{0A75D8AE-B149-4A27-BDFD-EE7824F2B9D0}">
      <dgm:prSet/>
      <dgm:spPr/>
      <dgm:t>
        <a:bodyPr/>
        <a:lstStyle/>
        <a:p>
          <a:endParaRPr lang="en-GB"/>
        </a:p>
      </dgm:t>
    </dgm:pt>
    <dgm:pt modelId="{C68F234F-0DAF-4513-B514-BEF46AD525E7}" type="sibTrans" cxnId="{0A75D8AE-B149-4A27-BDFD-EE7824F2B9D0}">
      <dgm:prSet/>
      <dgm:spPr/>
      <dgm:t>
        <a:bodyPr/>
        <a:lstStyle/>
        <a:p>
          <a:endParaRPr lang="en-GB"/>
        </a:p>
      </dgm:t>
    </dgm:pt>
    <dgm:pt modelId="{7CD53971-3A8D-4BFF-A0F0-C462E8FB548C}">
      <dgm:prSet phldrT="[Text]"/>
      <dgm:spPr/>
      <dgm:t>
        <a:bodyPr/>
        <a:lstStyle/>
        <a:p>
          <a:r>
            <a:rPr lang="en-GB"/>
            <a:t>Goal setting</a:t>
          </a:r>
        </a:p>
      </dgm:t>
    </dgm:pt>
    <dgm:pt modelId="{3FB43814-7DA7-410A-A860-92C8AAC74082}" type="parTrans" cxnId="{0FECFA5A-11A2-41DE-831C-566D6EFAE101}">
      <dgm:prSet/>
      <dgm:spPr/>
      <dgm:t>
        <a:bodyPr/>
        <a:lstStyle/>
        <a:p>
          <a:endParaRPr lang="en-GB"/>
        </a:p>
      </dgm:t>
    </dgm:pt>
    <dgm:pt modelId="{0F6786D6-0225-4F8A-91D8-BBAE294D16E2}" type="sibTrans" cxnId="{0FECFA5A-11A2-41DE-831C-566D6EFAE101}">
      <dgm:prSet/>
      <dgm:spPr/>
      <dgm:t>
        <a:bodyPr/>
        <a:lstStyle/>
        <a:p>
          <a:endParaRPr lang="en-GB"/>
        </a:p>
      </dgm:t>
    </dgm:pt>
    <dgm:pt modelId="{81ADDFB1-DD37-4F69-877C-98BCCEFB590E}">
      <dgm:prSet phldrT="[Text]"/>
      <dgm:spPr/>
      <dgm:t>
        <a:bodyPr/>
        <a:lstStyle/>
        <a:p>
          <a:r>
            <a:rPr lang="en-GB"/>
            <a:t>Follow-up</a:t>
          </a:r>
        </a:p>
      </dgm:t>
    </dgm:pt>
    <dgm:pt modelId="{8E3B7B3E-12A7-4ECA-B663-819E276456A8}" type="parTrans" cxnId="{769D7EB3-FD03-4904-A301-4D604232EC46}">
      <dgm:prSet/>
      <dgm:spPr/>
      <dgm:t>
        <a:bodyPr/>
        <a:lstStyle/>
        <a:p>
          <a:endParaRPr lang="en-GB"/>
        </a:p>
      </dgm:t>
    </dgm:pt>
    <dgm:pt modelId="{3A9C8F09-A8C8-49FA-9F38-69F76D4E8D83}" type="sibTrans" cxnId="{769D7EB3-FD03-4904-A301-4D604232EC46}">
      <dgm:prSet/>
      <dgm:spPr/>
      <dgm:t>
        <a:bodyPr/>
        <a:lstStyle/>
        <a:p>
          <a:endParaRPr lang="en-GB"/>
        </a:p>
      </dgm:t>
    </dgm:pt>
    <dgm:pt modelId="{A0544BC1-4A8C-4D93-ABC1-0A19B3F1285C}">
      <dgm:prSet phldrT="[Text]"/>
      <dgm:spPr/>
      <dgm:t>
        <a:bodyPr/>
        <a:lstStyle/>
        <a:p>
          <a:r>
            <a:rPr lang="en-GB"/>
            <a:t>Ownership and stakeholders</a:t>
          </a:r>
        </a:p>
      </dgm:t>
    </dgm:pt>
    <dgm:pt modelId="{845B708C-80C7-46EF-A7E6-983121757BBF}" type="parTrans" cxnId="{9F1B517B-D483-4BB3-91C3-4F62C5F092FF}">
      <dgm:prSet/>
      <dgm:spPr/>
      <dgm:t>
        <a:bodyPr/>
        <a:lstStyle/>
        <a:p>
          <a:endParaRPr lang="en-GB"/>
        </a:p>
      </dgm:t>
    </dgm:pt>
    <dgm:pt modelId="{C1221697-09DA-4844-80C9-9DBF0BF55CAB}" type="sibTrans" cxnId="{9F1B517B-D483-4BB3-91C3-4F62C5F092FF}">
      <dgm:prSet/>
      <dgm:spPr/>
      <dgm:t>
        <a:bodyPr/>
        <a:lstStyle/>
        <a:p>
          <a:endParaRPr lang="en-GB"/>
        </a:p>
      </dgm:t>
    </dgm:pt>
    <dgm:pt modelId="{A62B4B6C-D9BC-4CA2-8D8F-AB1D69848CD9}">
      <dgm:prSet phldrT="[Text]"/>
      <dgm:spPr/>
      <dgm:t>
        <a:bodyPr/>
        <a:lstStyle/>
        <a:p>
          <a:r>
            <a:rPr lang="en-GB"/>
            <a:t>Purpose</a:t>
          </a:r>
        </a:p>
      </dgm:t>
    </dgm:pt>
    <dgm:pt modelId="{F348FEEF-2EAB-488B-AA05-AD5261BA48AA}" type="parTrans" cxnId="{4454C7C2-88D0-473D-867C-F79692241D6F}">
      <dgm:prSet/>
      <dgm:spPr/>
      <dgm:t>
        <a:bodyPr/>
        <a:lstStyle/>
        <a:p>
          <a:endParaRPr lang="en-GB"/>
        </a:p>
      </dgm:t>
    </dgm:pt>
    <dgm:pt modelId="{33812EA8-DC46-4D38-9A71-423404272F22}" type="sibTrans" cxnId="{4454C7C2-88D0-473D-867C-F79692241D6F}">
      <dgm:prSet/>
      <dgm:spPr/>
      <dgm:t>
        <a:bodyPr/>
        <a:lstStyle/>
        <a:p>
          <a:endParaRPr lang="en-GB"/>
        </a:p>
      </dgm:t>
    </dgm:pt>
    <dgm:pt modelId="{C60B4B4C-02BD-4051-8232-F3E49E60F504}">
      <dgm:prSet phldrT="[Text]"/>
      <dgm:spPr/>
      <dgm:t>
        <a:bodyPr/>
        <a:lstStyle/>
        <a:p>
          <a:r>
            <a:rPr lang="en-GB"/>
            <a:t>Agenda</a:t>
          </a:r>
        </a:p>
      </dgm:t>
    </dgm:pt>
    <dgm:pt modelId="{480D003B-2CD0-4522-8635-F5CB9DA272B4}" type="parTrans" cxnId="{D25BEF36-007C-47D5-B2A0-F6D31BEF6C7B}">
      <dgm:prSet/>
      <dgm:spPr/>
      <dgm:t>
        <a:bodyPr/>
        <a:lstStyle/>
        <a:p>
          <a:endParaRPr lang="en-GB"/>
        </a:p>
      </dgm:t>
    </dgm:pt>
    <dgm:pt modelId="{DB967695-8D67-48CB-8F88-3246CB99EBCC}" type="sibTrans" cxnId="{D25BEF36-007C-47D5-B2A0-F6D31BEF6C7B}">
      <dgm:prSet/>
      <dgm:spPr/>
      <dgm:t>
        <a:bodyPr/>
        <a:lstStyle/>
        <a:p>
          <a:endParaRPr lang="en-GB"/>
        </a:p>
      </dgm:t>
    </dgm:pt>
    <dgm:pt modelId="{941A8898-1BCB-4C33-8A94-7677B8BA5E82}">
      <dgm:prSet phldrT="[Text]"/>
      <dgm:spPr/>
      <dgm:t>
        <a:bodyPr/>
        <a:lstStyle/>
        <a:p>
          <a:r>
            <a:rPr lang="en-GB"/>
            <a:t>Managing input</a:t>
          </a:r>
        </a:p>
      </dgm:t>
    </dgm:pt>
    <dgm:pt modelId="{E45CF754-AD30-4A56-9817-8B9E3999D0AB}" type="parTrans" cxnId="{2CB3527D-34CA-4FEF-8B71-C1A7C2FAE049}">
      <dgm:prSet/>
      <dgm:spPr/>
      <dgm:t>
        <a:bodyPr/>
        <a:lstStyle/>
        <a:p>
          <a:endParaRPr lang="en-GB"/>
        </a:p>
      </dgm:t>
    </dgm:pt>
    <dgm:pt modelId="{374EAB24-02FF-4475-9FB7-8220D929CE3C}" type="sibTrans" cxnId="{2CB3527D-34CA-4FEF-8B71-C1A7C2FAE049}">
      <dgm:prSet/>
      <dgm:spPr/>
      <dgm:t>
        <a:bodyPr/>
        <a:lstStyle/>
        <a:p>
          <a:endParaRPr lang="en-GB"/>
        </a:p>
      </dgm:t>
    </dgm:pt>
    <dgm:pt modelId="{852C4565-6DA9-491E-ACD1-B88FCB7C5E43}">
      <dgm:prSet phldrT="[Text]"/>
      <dgm:spPr/>
      <dgm:t>
        <a:bodyPr/>
        <a:lstStyle/>
        <a:p>
          <a:r>
            <a:rPr lang="en-GB"/>
            <a:t>Writing up</a:t>
          </a:r>
        </a:p>
      </dgm:t>
    </dgm:pt>
    <dgm:pt modelId="{072DDBE2-5BFA-4C4E-96A3-578B26B759C2}" type="parTrans" cxnId="{FD10D81D-E0DD-46B2-AD09-0D914B328FA2}">
      <dgm:prSet/>
      <dgm:spPr/>
      <dgm:t>
        <a:bodyPr/>
        <a:lstStyle/>
        <a:p>
          <a:endParaRPr lang="en-GB"/>
        </a:p>
      </dgm:t>
    </dgm:pt>
    <dgm:pt modelId="{08E40926-C5D4-44D1-A3E1-064C49C1ABF2}" type="sibTrans" cxnId="{FD10D81D-E0DD-46B2-AD09-0D914B328FA2}">
      <dgm:prSet/>
      <dgm:spPr/>
      <dgm:t>
        <a:bodyPr/>
        <a:lstStyle/>
        <a:p>
          <a:endParaRPr lang="en-GB"/>
        </a:p>
      </dgm:t>
    </dgm:pt>
    <dgm:pt modelId="{E7DAA398-6B3A-4C1C-A540-265D6864B529}">
      <dgm:prSet phldrT="[Text]"/>
      <dgm:spPr/>
      <dgm:t>
        <a:bodyPr/>
        <a:lstStyle/>
        <a:p>
          <a:endParaRPr lang="en-GB"/>
        </a:p>
      </dgm:t>
    </dgm:pt>
    <dgm:pt modelId="{BFE73196-F60D-4696-8A3B-C6013815F537}" type="parTrans" cxnId="{A0B5DF08-9F55-46C9-911D-D5B28E13C5E3}">
      <dgm:prSet/>
      <dgm:spPr/>
      <dgm:t>
        <a:bodyPr/>
        <a:lstStyle/>
        <a:p>
          <a:endParaRPr lang="en-GB"/>
        </a:p>
      </dgm:t>
    </dgm:pt>
    <dgm:pt modelId="{C6101B07-74AA-4CDB-BA03-8803CAD1D398}" type="sibTrans" cxnId="{A0B5DF08-9F55-46C9-911D-D5B28E13C5E3}">
      <dgm:prSet/>
      <dgm:spPr/>
      <dgm:t>
        <a:bodyPr/>
        <a:lstStyle/>
        <a:p>
          <a:endParaRPr lang="en-GB"/>
        </a:p>
      </dgm:t>
    </dgm:pt>
    <dgm:pt modelId="{F4220BBB-F238-4ED4-A873-844592FF69B5}">
      <dgm:prSet phldrT="[Text]"/>
      <dgm:spPr/>
      <dgm:t>
        <a:bodyPr/>
        <a:lstStyle/>
        <a:p>
          <a:r>
            <a:rPr lang="en-GB"/>
            <a:t>Following up</a:t>
          </a:r>
        </a:p>
      </dgm:t>
    </dgm:pt>
    <dgm:pt modelId="{44389594-263D-404B-9231-4A8BD9A9E457}" type="parTrans" cxnId="{107A97E5-0079-451A-B201-A97382F5049A}">
      <dgm:prSet/>
      <dgm:spPr/>
      <dgm:t>
        <a:bodyPr/>
        <a:lstStyle/>
        <a:p>
          <a:endParaRPr lang="en-GB"/>
        </a:p>
      </dgm:t>
    </dgm:pt>
    <dgm:pt modelId="{5A7ACE86-AD7E-40CA-AEE5-0EDD363F8498}" type="sibTrans" cxnId="{107A97E5-0079-451A-B201-A97382F5049A}">
      <dgm:prSet/>
      <dgm:spPr/>
      <dgm:t>
        <a:bodyPr/>
        <a:lstStyle/>
        <a:p>
          <a:endParaRPr lang="en-GB"/>
        </a:p>
      </dgm:t>
    </dgm:pt>
    <dgm:pt modelId="{284FF92C-4FFF-4123-AC4A-6A7E867C92DD}">
      <dgm:prSet phldrT="[Text]"/>
      <dgm:spPr/>
      <dgm:t>
        <a:bodyPr/>
        <a:lstStyle/>
        <a:p>
          <a:r>
            <a:rPr lang="en-GB"/>
            <a:t>Active listening</a:t>
          </a:r>
        </a:p>
      </dgm:t>
    </dgm:pt>
    <dgm:pt modelId="{B33AC89D-E855-42E8-87AB-1CA7316DD80D}" type="parTrans" cxnId="{57F53D69-5A13-40C4-94E0-71D26F7AF04D}">
      <dgm:prSet/>
      <dgm:spPr/>
      <dgm:t>
        <a:bodyPr/>
        <a:lstStyle/>
        <a:p>
          <a:endParaRPr lang="en-GB"/>
        </a:p>
      </dgm:t>
    </dgm:pt>
    <dgm:pt modelId="{667ED604-A239-46A7-B733-4216EEAC22F4}" type="sibTrans" cxnId="{57F53D69-5A13-40C4-94E0-71D26F7AF04D}">
      <dgm:prSet/>
      <dgm:spPr/>
      <dgm:t>
        <a:bodyPr/>
        <a:lstStyle/>
        <a:p>
          <a:endParaRPr lang="en-GB"/>
        </a:p>
      </dgm:t>
    </dgm:pt>
    <dgm:pt modelId="{29504571-C65F-4F87-A78F-1F9D50CAF4F9}">
      <dgm:prSet phldrT="[Text]"/>
      <dgm:spPr/>
      <dgm:t>
        <a:bodyPr/>
        <a:lstStyle/>
        <a:p>
          <a:r>
            <a:rPr lang="en-GB"/>
            <a:t>Monitoring impact</a:t>
          </a:r>
        </a:p>
      </dgm:t>
    </dgm:pt>
    <dgm:pt modelId="{49A8DCE4-4279-4868-BDBD-A79AD17BAB3F}" type="parTrans" cxnId="{701F1279-9AEB-46CB-87BA-286DAFF98A9A}">
      <dgm:prSet/>
      <dgm:spPr/>
      <dgm:t>
        <a:bodyPr/>
        <a:lstStyle/>
        <a:p>
          <a:endParaRPr lang="en-GB"/>
        </a:p>
      </dgm:t>
    </dgm:pt>
    <dgm:pt modelId="{A7D46730-0447-4C35-85A6-A5FC04F3E842}" type="sibTrans" cxnId="{701F1279-9AEB-46CB-87BA-286DAFF98A9A}">
      <dgm:prSet/>
      <dgm:spPr/>
      <dgm:t>
        <a:bodyPr/>
        <a:lstStyle/>
        <a:p>
          <a:endParaRPr lang="en-GB"/>
        </a:p>
      </dgm:t>
    </dgm:pt>
    <dgm:pt modelId="{0BCE5B70-4CC5-4396-A5EF-2758DC080737}">
      <dgm:prSet phldrT="[Text]"/>
      <dgm:spPr/>
      <dgm:t>
        <a:bodyPr/>
        <a:lstStyle/>
        <a:p>
          <a:r>
            <a:rPr lang="en-GB"/>
            <a:t>… and behaviour</a:t>
          </a:r>
        </a:p>
      </dgm:t>
    </dgm:pt>
    <dgm:pt modelId="{02C98355-90EF-4D8C-BD01-FF63EF1727A0}" type="parTrans" cxnId="{8D2A6A5F-1285-4F44-827E-54D61B2EC857}">
      <dgm:prSet/>
      <dgm:spPr/>
      <dgm:t>
        <a:bodyPr/>
        <a:lstStyle/>
        <a:p>
          <a:endParaRPr lang="en-GB"/>
        </a:p>
      </dgm:t>
    </dgm:pt>
    <dgm:pt modelId="{B81260FF-C80E-4D09-9E16-EDF1E338E368}" type="sibTrans" cxnId="{8D2A6A5F-1285-4F44-827E-54D61B2EC857}">
      <dgm:prSet/>
      <dgm:spPr/>
      <dgm:t>
        <a:bodyPr/>
        <a:lstStyle/>
        <a:p>
          <a:endParaRPr lang="en-GB"/>
        </a:p>
      </dgm:t>
    </dgm:pt>
    <dgm:pt modelId="{82414E56-D565-488B-83ED-FCC2BB0DF2BE}" type="pres">
      <dgm:prSet presAssocID="{F8B72183-C376-4545-B0EF-61B067C3DFFB}" presName="diagram" presStyleCnt="0">
        <dgm:presLayoutVars>
          <dgm:dir/>
          <dgm:resizeHandles val="exact"/>
        </dgm:presLayoutVars>
      </dgm:prSet>
      <dgm:spPr/>
    </dgm:pt>
    <dgm:pt modelId="{CD8C1296-59D7-4179-9179-7E1F09C9A233}" type="pres">
      <dgm:prSet presAssocID="{8897A7DC-96CC-432F-A7D5-381976063160}" presName="node" presStyleLbl="node1" presStyleIdx="0" presStyleCnt="3">
        <dgm:presLayoutVars>
          <dgm:bulletEnabled val="1"/>
        </dgm:presLayoutVars>
      </dgm:prSet>
      <dgm:spPr/>
    </dgm:pt>
    <dgm:pt modelId="{C2AB2EEE-2F2A-410B-AF39-A4172067C710}" type="pres">
      <dgm:prSet presAssocID="{9D53D3BB-C55A-408B-B063-734EBA59E477}" presName="sibTrans" presStyleCnt="0"/>
      <dgm:spPr/>
    </dgm:pt>
    <dgm:pt modelId="{9E2274F8-5F0C-447C-B116-80BF920D4FAB}" type="pres">
      <dgm:prSet presAssocID="{F6B4EB42-AB3E-45C1-8D32-B4CF5076058B}" presName="node" presStyleLbl="node1" presStyleIdx="1" presStyleCnt="3">
        <dgm:presLayoutVars>
          <dgm:bulletEnabled val="1"/>
        </dgm:presLayoutVars>
      </dgm:prSet>
      <dgm:spPr/>
    </dgm:pt>
    <dgm:pt modelId="{E1DDC74A-E2B6-45C0-97D8-163A877D6113}" type="pres">
      <dgm:prSet presAssocID="{C68F234F-0DAF-4513-B514-BEF46AD525E7}" presName="sibTrans" presStyleCnt="0"/>
      <dgm:spPr/>
    </dgm:pt>
    <dgm:pt modelId="{B6460149-88BD-4A86-85F4-F70EDD1DCB1E}" type="pres">
      <dgm:prSet presAssocID="{81ADDFB1-DD37-4F69-877C-98BCCEFB590E}" presName="node" presStyleLbl="node1" presStyleIdx="2" presStyleCnt="3" custLinFactNeighborX="-55308" custLinFactNeighborY="-974">
        <dgm:presLayoutVars>
          <dgm:bulletEnabled val="1"/>
        </dgm:presLayoutVars>
      </dgm:prSet>
      <dgm:spPr/>
    </dgm:pt>
  </dgm:ptLst>
  <dgm:cxnLst>
    <dgm:cxn modelId="{A0B5DF08-9F55-46C9-911D-D5B28E13C5E3}" srcId="{81ADDFB1-DD37-4F69-877C-98BCCEFB590E}" destId="{E7DAA398-6B3A-4C1C-A540-265D6864B529}" srcOrd="3" destOrd="0" parTransId="{BFE73196-F60D-4696-8A3B-C6013815F537}" sibTransId="{C6101B07-74AA-4CDB-BA03-8803CAD1D398}"/>
    <dgm:cxn modelId="{FD10D81D-E0DD-46B2-AD09-0D914B328FA2}" srcId="{81ADDFB1-DD37-4F69-877C-98BCCEFB590E}" destId="{852C4565-6DA9-491E-ACD1-B88FCB7C5E43}" srcOrd="1" destOrd="0" parTransId="{072DDBE2-5BFA-4C4E-96A3-578B26B759C2}" sibTransId="{08E40926-C5D4-44D1-A3E1-064C49C1ABF2}"/>
    <dgm:cxn modelId="{E1959922-25FB-4E8C-8C5E-3D0AAFC6C77F}" type="presOf" srcId="{F8B72183-C376-4545-B0EF-61B067C3DFFB}" destId="{82414E56-D565-488B-83ED-FCC2BB0DF2BE}" srcOrd="0" destOrd="0" presId="urn:microsoft.com/office/officeart/2005/8/layout/default"/>
    <dgm:cxn modelId="{33FEE831-027C-491A-84D6-6290323D02D4}" type="presOf" srcId="{E7DAA398-6B3A-4C1C-A540-265D6864B529}" destId="{B6460149-88BD-4A86-85F4-F70EDD1DCB1E}" srcOrd="0" destOrd="4" presId="urn:microsoft.com/office/officeart/2005/8/layout/default"/>
    <dgm:cxn modelId="{1DE1EB33-AE40-460C-AF66-C1A040A90B94}" type="presOf" srcId="{7CD53971-3A8D-4BFF-A0F0-C462E8FB548C}" destId="{9E2274F8-5F0C-447C-B116-80BF920D4FAB}" srcOrd="0" destOrd="1" presId="urn:microsoft.com/office/officeart/2005/8/layout/default"/>
    <dgm:cxn modelId="{87DDF234-6A6A-4D42-805D-0AA290449E97}" type="presOf" srcId="{F6B4EB42-AB3E-45C1-8D32-B4CF5076058B}" destId="{9E2274F8-5F0C-447C-B116-80BF920D4FAB}" srcOrd="0" destOrd="0" presId="urn:microsoft.com/office/officeart/2005/8/layout/default"/>
    <dgm:cxn modelId="{D25BEF36-007C-47D5-B2A0-F6D31BEF6C7B}" srcId="{8897A7DC-96CC-432F-A7D5-381976063160}" destId="{C60B4B4C-02BD-4051-8232-F3E49E60F504}" srcOrd="2" destOrd="0" parTransId="{480D003B-2CD0-4522-8635-F5CB9DA272B4}" sibTransId="{DB967695-8D67-48CB-8F88-3246CB99EBCC}"/>
    <dgm:cxn modelId="{A9EE7937-47DE-4A70-B93D-315F10790471}" type="presOf" srcId="{C60B4B4C-02BD-4051-8232-F3E49E60F504}" destId="{CD8C1296-59D7-4179-9179-7E1F09C9A233}" srcOrd="0" destOrd="3" presId="urn:microsoft.com/office/officeart/2005/8/layout/default"/>
    <dgm:cxn modelId="{5BE8AB5D-9931-4801-9777-CD2822F16D48}" type="presOf" srcId="{284FF92C-4FFF-4123-AC4A-6A7E867C92DD}" destId="{9E2274F8-5F0C-447C-B116-80BF920D4FAB}" srcOrd="0" destOrd="2" presId="urn:microsoft.com/office/officeart/2005/8/layout/default"/>
    <dgm:cxn modelId="{8D2A6A5F-1285-4F44-827E-54D61B2EC857}" srcId="{F6B4EB42-AB3E-45C1-8D32-B4CF5076058B}" destId="{0BCE5B70-4CC5-4396-A5EF-2758DC080737}" srcOrd="3" destOrd="0" parTransId="{02C98355-90EF-4D8C-BD01-FF63EF1727A0}" sibTransId="{B81260FF-C80E-4D09-9E16-EDF1E338E368}"/>
    <dgm:cxn modelId="{57F53D69-5A13-40C4-94E0-71D26F7AF04D}" srcId="{F6B4EB42-AB3E-45C1-8D32-B4CF5076058B}" destId="{284FF92C-4FFF-4123-AC4A-6A7E867C92DD}" srcOrd="1" destOrd="0" parTransId="{B33AC89D-E855-42E8-87AB-1CA7316DD80D}" sibTransId="{667ED604-A239-46A7-B733-4216EEAC22F4}"/>
    <dgm:cxn modelId="{267E0870-E121-490F-881A-B90B0F7E9129}" type="presOf" srcId="{852C4565-6DA9-491E-ACD1-B88FCB7C5E43}" destId="{B6460149-88BD-4A86-85F4-F70EDD1DCB1E}" srcOrd="0" destOrd="2" presId="urn:microsoft.com/office/officeart/2005/8/layout/default"/>
    <dgm:cxn modelId="{836DFD70-4079-4933-BDB4-C67016DEFDD5}" srcId="{F8B72183-C376-4545-B0EF-61B067C3DFFB}" destId="{8897A7DC-96CC-432F-A7D5-381976063160}" srcOrd="0" destOrd="0" parTransId="{17B1BB04-E239-4827-821D-8762374B7A9F}" sibTransId="{9D53D3BB-C55A-408B-B063-734EBA59E477}"/>
    <dgm:cxn modelId="{701F1279-9AEB-46CB-87BA-286DAFF98A9A}" srcId="{81ADDFB1-DD37-4F69-877C-98BCCEFB590E}" destId="{29504571-C65F-4F87-A78F-1F9D50CAF4F9}" srcOrd="2" destOrd="0" parTransId="{49A8DCE4-4279-4868-BDBD-A79AD17BAB3F}" sibTransId="{A7D46730-0447-4C35-85A6-A5FC04F3E842}"/>
    <dgm:cxn modelId="{0FECFA5A-11A2-41DE-831C-566D6EFAE101}" srcId="{F6B4EB42-AB3E-45C1-8D32-B4CF5076058B}" destId="{7CD53971-3A8D-4BFF-A0F0-C462E8FB548C}" srcOrd="0" destOrd="0" parTransId="{3FB43814-7DA7-410A-A860-92C8AAC74082}" sibTransId="{0F6786D6-0225-4F8A-91D8-BBAE294D16E2}"/>
    <dgm:cxn modelId="{9F1B517B-D483-4BB3-91C3-4F62C5F092FF}" srcId="{8897A7DC-96CC-432F-A7D5-381976063160}" destId="{A0544BC1-4A8C-4D93-ABC1-0A19B3F1285C}" srcOrd="0" destOrd="0" parTransId="{845B708C-80C7-46EF-A7E6-983121757BBF}" sibTransId="{C1221697-09DA-4844-80C9-9DBF0BF55CAB}"/>
    <dgm:cxn modelId="{2CB3527D-34CA-4FEF-8B71-C1A7C2FAE049}" srcId="{F6B4EB42-AB3E-45C1-8D32-B4CF5076058B}" destId="{941A8898-1BCB-4C33-8A94-7677B8BA5E82}" srcOrd="2" destOrd="0" parTransId="{E45CF754-AD30-4A56-9817-8B9E3999D0AB}" sibTransId="{374EAB24-02FF-4475-9FB7-8220D929CE3C}"/>
    <dgm:cxn modelId="{531EA986-B088-4932-B550-E545CDB2D96A}" type="presOf" srcId="{0BCE5B70-4CC5-4396-A5EF-2758DC080737}" destId="{9E2274F8-5F0C-447C-B116-80BF920D4FAB}" srcOrd="0" destOrd="4" presId="urn:microsoft.com/office/officeart/2005/8/layout/default"/>
    <dgm:cxn modelId="{7D952A89-7FC6-40E2-9461-CE48648860F2}" type="presOf" srcId="{8897A7DC-96CC-432F-A7D5-381976063160}" destId="{CD8C1296-59D7-4179-9179-7E1F09C9A233}" srcOrd="0" destOrd="0" presId="urn:microsoft.com/office/officeart/2005/8/layout/default"/>
    <dgm:cxn modelId="{35F24E94-EFB2-4D78-BDE4-35C42A682009}" type="presOf" srcId="{A62B4B6C-D9BC-4CA2-8D8F-AB1D69848CD9}" destId="{CD8C1296-59D7-4179-9179-7E1F09C9A233}" srcOrd="0" destOrd="2" presId="urn:microsoft.com/office/officeart/2005/8/layout/default"/>
    <dgm:cxn modelId="{29F3609B-5A69-4C82-842C-70C7160C8523}" type="presOf" srcId="{29504571-C65F-4F87-A78F-1F9D50CAF4F9}" destId="{B6460149-88BD-4A86-85F4-F70EDD1DCB1E}" srcOrd="0" destOrd="3" presId="urn:microsoft.com/office/officeart/2005/8/layout/default"/>
    <dgm:cxn modelId="{0A75D8AE-B149-4A27-BDFD-EE7824F2B9D0}" srcId="{F8B72183-C376-4545-B0EF-61B067C3DFFB}" destId="{F6B4EB42-AB3E-45C1-8D32-B4CF5076058B}" srcOrd="1" destOrd="0" parTransId="{713B8998-3DCC-4A77-94C3-0E75421620DC}" sibTransId="{C68F234F-0DAF-4513-B514-BEF46AD525E7}"/>
    <dgm:cxn modelId="{CC3D5CB2-BFBC-4AF4-98B6-487B7F1439C3}" type="presOf" srcId="{81ADDFB1-DD37-4F69-877C-98BCCEFB590E}" destId="{B6460149-88BD-4A86-85F4-F70EDD1DCB1E}" srcOrd="0" destOrd="0" presId="urn:microsoft.com/office/officeart/2005/8/layout/default"/>
    <dgm:cxn modelId="{769D7EB3-FD03-4904-A301-4D604232EC46}" srcId="{F8B72183-C376-4545-B0EF-61B067C3DFFB}" destId="{81ADDFB1-DD37-4F69-877C-98BCCEFB590E}" srcOrd="2" destOrd="0" parTransId="{8E3B7B3E-12A7-4ECA-B663-819E276456A8}" sibTransId="{3A9C8F09-A8C8-49FA-9F38-69F76D4E8D83}"/>
    <dgm:cxn modelId="{F2A276B7-ABF4-40B6-80DE-88C723E12222}" type="presOf" srcId="{941A8898-1BCB-4C33-8A94-7677B8BA5E82}" destId="{9E2274F8-5F0C-447C-B116-80BF920D4FAB}" srcOrd="0" destOrd="3" presId="urn:microsoft.com/office/officeart/2005/8/layout/default"/>
    <dgm:cxn modelId="{4454C7C2-88D0-473D-867C-F79692241D6F}" srcId="{8897A7DC-96CC-432F-A7D5-381976063160}" destId="{A62B4B6C-D9BC-4CA2-8D8F-AB1D69848CD9}" srcOrd="1" destOrd="0" parTransId="{F348FEEF-2EAB-488B-AA05-AD5261BA48AA}" sibTransId="{33812EA8-DC46-4D38-9A71-423404272F22}"/>
    <dgm:cxn modelId="{CB26D2C6-7315-4CAC-B7D2-5D68EE27FDF6}" type="presOf" srcId="{F4220BBB-F238-4ED4-A873-844592FF69B5}" destId="{B6460149-88BD-4A86-85F4-F70EDD1DCB1E}" srcOrd="0" destOrd="1" presId="urn:microsoft.com/office/officeart/2005/8/layout/default"/>
    <dgm:cxn modelId="{B5F621D2-2A92-4AB1-802D-E6D5ACF84FE4}" type="presOf" srcId="{A0544BC1-4A8C-4D93-ABC1-0A19B3F1285C}" destId="{CD8C1296-59D7-4179-9179-7E1F09C9A233}" srcOrd="0" destOrd="1" presId="urn:microsoft.com/office/officeart/2005/8/layout/default"/>
    <dgm:cxn modelId="{107A97E5-0079-451A-B201-A97382F5049A}" srcId="{81ADDFB1-DD37-4F69-877C-98BCCEFB590E}" destId="{F4220BBB-F238-4ED4-A873-844592FF69B5}" srcOrd="0" destOrd="0" parTransId="{44389594-263D-404B-9231-4A8BD9A9E457}" sibTransId="{5A7ACE86-AD7E-40CA-AEE5-0EDD363F8498}"/>
    <dgm:cxn modelId="{CC5AFFA1-E713-4745-A982-0825A5F2FB86}" type="presParOf" srcId="{82414E56-D565-488B-83ED-FCC2BB0DF2BE}" destId="{CD8C1296-59D7-4179-9179-7E1F09C9A233}" srcOrd="0" destOrd="0" presId="urn:microsoft.com/office/officeart/2005/8/layout/default"/>
    <dgm:cxn modelId="{0364EE82-3475-4921-B029-018612B122EF}" type="presParOf" srcId="{82414E56-D565-488B-83ED-FCC2BB0DF2BE}" destId="{C2AB2EEE-2F2A-410B-AF39-A4172067C710}" srcOrd="1" destOrd="0" presId="urn:microsoft.com/office/officeart/2005/8/layout/default"/>
    <dgm:cxn modelId="{52650F2C-1DD2-44D4-AD27-C51BDC1DB868}" type="presParOf" srcId="{82414E56-D565-488B-83ED-FCC2BB0DF2BE}" destId="{9E2274F8-5F0C-447C-B116-80BF920D4FAB}" srcOrd="2" destOrd="0" presId="urn:microsoft.com/office/officeart/2005/8/layout/default"/>
    <dgm:cxn modelId="{EB15F343-4387-4B46-8492-D2C03698329D}" type="presParOf" srcId="{82414E56-D565-488B-83ED-FCC2BB0DF2BE}" destId="{E1DDC74A-E2B6-45C0-97D8-163A877D6113}" srcOrd="3" destOrd="0" presId="urn:microsoft.com/office/officeart/2005/8/layout/default"/>
    <dgm:cxn modelId="{49DF23AD-DC7A-4D81-8735-1DB1B3B0CAFC}" type="presParOf" srcId="{82414E56-D565-488B-83ED-FCC2BB0DF2BE}" destId="{B6460149-88BD-4A86-85F4-F70EDD1DCB1E}"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C92D8B-9F06-4E01-9C42-28C193D9A45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GB"/>
        </a:p>
      </dgm:t>
    </dgm:pt>
    <dgm:pt modelId="{499753A7-8D14-4ED6-AB9A-9B40476E00C3}">
      <dgm:prSet phldrT="[Text]"/>
      <dgm:spPr/>
      <dgm:t>
        <a:bodyPr/>
        <a:lstStyle/>
        <a:p>
          <a:r>
            <a:rPr lang="en-GB"/>
            <a:t>Define the problem</a:t>
          </a:r>
        </a:p>
      </dgm:t>
    </dgm:pt>
    <dgm:pt modelId="{E68406E5-2C09-4C1F-8BE4-D57ECD741E43}" type="parTrans" cxnId="{5BF0BDCC-C507-49E2-A4D8-F3654FC69AF5}">
      <dgm:prSet/>
      <dgm:spPr/>
      <dgm:t>
        <a:bodyPr/>
        <a:lstStyle/>
        <a:p>
          <a:endParaRPr lang="en-GB"/>
        </a:p>
      </dgm:t>
    </dgm:pt>
    <dgm:pt modelId="{C1A8B271-29A5-4636-985D-68B29CBAA3BD}" type="sibTrans" cxnId="{5BF0BDCC-C507-49E2-A4D8-F3654FC69AF5}">
      <dgm:prSet/>
      <dgm:spPr/>
      <dgm:t>
        <a:bodyPr/>
        <a:lstStyle/>
        <a:p>
          <a:endParaRPr lang="en-GB"/>
        </a:p>
      </dgm:t>
    </dgm:pt>
    <dgm:pt modelId="{AA889612-C79D-4A7E-A4C5-AD4DF1DC9638}">
      <dgm:prSet phldrT="[Text]"/>
      <dgm:spPr/>
      <dgm:t>
        <a:bodyPr/>
        <a:lstStyle/>
        <a:p>
          <a:r>
            <a:rPr lang="en-GB"/>
            <a:t>Involve people</a:t>
          </a:r>
        </a:p>
      </dgm:t>
    </dgm:pt>
    <dgm:pt modelId="{FE57C3B9-A95F-44AA-AB78-0F595F25EEF6}" type="parTrans" cxnId="{9209A295-4C2C-485F-A351-DF50E1831BFE}">
      <dgm:prSet/>
      <dgm:spPr/>
      <dgm:t>
        <a:bodyPr/>
        <a:lstStyle/>
        <a:p>
          <a:endParaRPr lang="en-GB"/>
        </a:p>
      </dgm:t>
    </dgm:pt>
    <dgm:pt modelId="{F903E850-348A-4CCA-8787-7D662A2B1AAD}" type="sibTrans" cxnId="{9209A295-4C2C-485F-A351-DF50E1831BFE}">
      <dgm:prSet/>
      <dgm:spPr/>
      <dgm:t>
        <a:bodyPr/>
        <a:lstStyle/>
        <a:p>
          <a:endParaRPr lang="en-GB"/>
        </a:p>
      </dgm:t>
    </dgm:pt>
    <dgm:pt modelId="{1BBCE2DE-3C04-406A-B18D-458BB05D4D8E}">
      <dgm:prSet phldrT="[Text]"/>
      <dgm:spPr/>
      <dgm:t>
        <a:bodyPr/>
        <a:lstStyle/>
        <a:p>
          <a:r>
            <a:rPr lang="en-GB"/>
            <a:t>Generate an outcome</a:t>
          </a:r>
        </a:p>
      </dgm:t>
    </dgm:pt>
    <dgm:pt modelId="{B528E000-A1CB-4B8C-A6D6-393A1746B410}" type="parTrans" cxnId="{BFBA6AA9-3C43-450A-A8D0-7483BE472AD4}">
      <dgm:prSet/>
      <dgm:spPr/>
      <dgm:t>
        <a:bodyPr/>
        <a:lstStyle/>
        <a:p>
          <a:endParaRPr lang="en-GB"/>
        </a:p>
      </dgm:t>
    </dgm:pt>
    <dgm:pt modelId="{223FB45B-F6A0-44BD-8CAA-BC8DF359D541}" type="sibTrans" cxnId="{BFBA6AA9-3C43-450A-A8D0-7483BE472AD4}">
      <dgm:prSet/>
      <dgm:spPr/>
      <dgm:t>
        <a:bodyPr/>
        <a:lstStyle/>
        <a:p>
          <a:endParaRPr lang="en-GB"/>
        </a:p>
      </dgm:t>
    </dgm:pt>
    <dgm:pt modelId="{1690D17F-66EA-44B7-A47E-1843E92E8B85}">
      <dgm:prSet phldrT="[Text]"/>
      <dgm:spPr/>
      <dgm:t>
        <a:bodyPr/>
        <a:lstStyle/>
        <a:p>
          <a:r>
            <a:rPr lang="en-GB"/>
            <a:t>Analytical questions</a:t>
          </a:r>
        </a:p>
      </dgm:t>
    </dgm:pt>
    <dgm:pt modelId="{7B53F578-37AD-4B94-A841-BFF79B8B8F5A}" type="parTrans" cxnId="{36CBEB57-19BB-43B0-B277-E3ACCF072E11}">
      <dgm:prSet/>
      <dgm:spPr/>
      <dgm:t>
        <a:bodyPr/>
        <a:lstStyle/>
        <a:p>
          <a:endParaRPr lang="en-GB"/>
        </a:p>
      </dgm:t>
    </dgm:pt>
    <dgm:pt modelId="{DAAF943D-A5EE-42F0-A7F4-09D4400B46EA}" type="sibTrans" cxnId="{36CBEB57-19BB-43B0-B277-E3ACCF072E11}">
      <dgm:prSet/>
      <dgm:spPr/>
      <dgm:t>
        <a:bodyPr/>
        <a:lstStyle/>
        <a:p>
          <a:endParaRPr lang="en-GB"/>
        </a:p>
      </dgm:t>
    </dgm:pt>
    <dgm:pt modelId="{C557F672-E845-44F3-99B1-C2E983FE20CB}">
      <dgm:prSet phldrT="[Text]"/>
      <dgm:spPr/>
      <dgm:t>
        <a:bodyPr/>
        <a:lstStyle/>
        <a:p>
          <a:r>
            <a:rPr lang="en-GB"/>
            <a:t>Embrace the complexity</a:t>
          </a:r>
        </a:p>
      </dgm:t>
    </dgm:pt>
    <dgm:pt modelId="{37BCBD5B-1ACB-4112-B11C-5A6163DA13A5}" type="parTrans" cxnId="{354AD3C6-E82B-47EE-A83E-121E0F64E300}">
      <dgm:prSet/>
      <dgm:spPr/>
      <dgm:t>
        <a:bodyPr/>
        <a:lstStyle/>
        <a:p>
          <a:endParaRPr lang="en-GB"/>
        </a:p>
      </dgm:t>
    </dgm:pt>
    <dgm:pt modelId="{73EFF6D4-56C3-489F-B9A3-97E482CF8A07}" type="sibTrans" cxnId="{354AD3C6-E82B-47EE-A83E-121E0F64E300}">
      <dgm:prSet/>
      <dgm:spPr/>
      <dgm:t>
        <a:bodyPr/>
        <a:lstStyle/>
        <a:p>
          <a:endParaRPr lang="en-GB"/>
        </a:p>
      </dgm:t>
    </dgm:pt>
    <dgm:pt modelId="{985E27AC-1AF4-4DD3-ACEF-66F379B7A558}">
      <dgm:prSet phldrT="[Text]"/>
      <dgm:spPr/>
      <dgm:t>
        <a:bodyPr/>
        <a:lstStyle/>
        <a:p>
          <a:r>
            <a:rPr lang="en-GB"/>
            <a:t>Problem “owner” always involved and usually others as well</a:t>
          </a:r>
        </a:p>
      </dgm:t>
    </dgm:pt>
    <dgm:pt modelId="{7A9C8208-ED29-44E2-9A5F-2DC48A7F504C}" type="parTrans" cxnId="{49A672E0-6164-408E-8906-4DB61C9BE90F}">
      <dgm:prSet/>
      <dgm:spPr/>
      <dgm:t>
        <a:bodyPr/>
        <a:lstStyle/>
        <a:p>
          <a:endParaRPr lang="en-GB"/>
        </a:p>
      </dgm:t>
    </dgm:pt>
    <dgm:pt modelId="{6EAF8F95-0F4C-4DEC-A104-EF8B7456D2A8}" type="sibTrans" cxnId="{49A672E0-6164-408E-8906-4DB61C9BE90F}">
      <dgm:prSet/>
      <dgm:spPr/>
      <dgm:t>
        <a:bodyPr/>
        <a:lstStyle/>
        <a:p>
          <a:endParaRPr lang="en-GB"/>
        </a:p>
      </dgm:t>
    </dgm:pt>
    <dgm:pt modelId="{45F55F38-C0E2-4F2D-BC9C-95F2E60F8327}">
      <dgm:prSet phldrT="[Text]"/>
      <dgm:spPr/>
      <dgm:t>
        <a:bodyPr/>
        <a:lstStyle/>
        <a:p>
          <a:r>
            <a:rPr lang="en-GB"/>
            <a:t>Be practical</a:t>
          </a:r>
        </a:p>
      </dgm:t>
    </dgm:pt>
    <dgm:pt modelId="{F7746078-2936-4BE3-B2D3-C12AB41E51E6}" type="parTrans" cxnId="{DE375FBA-8EE6-49BF-835D-B20903C29F3C}">
      <dgm:prSet/>
      <dgm:spPr/>
      <dgm:t>
        <a:bodyPr/>
        <a:lstStyle/>
        <a:p>
          <a:endParaRPr lang="en-GB"/>
        </a:p>
      </dgm:t>
    </dgm:pt>
    <dgm:pt modelId="{046DA19C-3678-4DD6-9D36-AA68D9E8C613}" type="sibTrans" cxnId="{DE375FBA-8EE6-49BF-835D-B20903C29F3C}">
      <dgm:prSet/>
      <dgm:spPr/>
      <dgm:t>
        <a:bodyPr/>
        <a:lstStyle/>
        <a:p>
          <a:endParaRPr lang="en-GB"/>
        </a:p>
      </dgm:t>
    </dgm:pt>
    <dgm:pt modelId="{7CF5C970-A6EA-479A-A16A-B528F9215523}">
      <dgm:prSet phldrT="[Text]"/>
      <dgm:spPr/>
      <dgm:t>
        <a:bodyPr/>
        <a:lstStyle/>
        <a:p>
          <a:r>
            <a:rPr lang="en-GB"/>
            <a:t>Relevant factors</a:t>
          </a:r>
        </a:p>
      </dgm:t>
    </dgm:pt>
    <dgm:pt modelId="{95153897-D72F-41AA-9E82-8E4CD9AF0D9A}" type="parTrans" cxnId="{2FC42CD2-F070-4C1D-A50A-23057D188386}">
      <dgm:prSet/>
      <dgm:spPr/>
      <dgm:t>
        <a:bodyPr/>
        <a:lstStyle/>
        <a:p>
          <a:endParaRPr lang="en-GB"/>
        </a:p>
      </dgm:t>
    </dgm:pt>
    <dgm:pt modelId="{DA8A9EDD-7C00-4FB1-803F-F6EE6D16F340}" type="sibTrans" cxnId="{2FC42CD2-F070-4C1D-A50A-23057D188386}">
      <dgm:prSet/>
      <dgm:spPr/>
      <dgm:t>
        <a:bodyPr/>
        <a:lstStyle/>
        <a:p>
          <a:endParaRPr lang="en-GB"/>
        </a:p>
      </dgm:t>
    </dgm:pt>
    <dgm:pt modelId="{7D111F0D-F58F-4066-ADEF-03AA3DE99C79}">
      <dgm:prSet phldrT="[Text]"/>
      <dgm:spPr/>
      <dgm:t>
        <a:bodyPr/>
        <a:lstStyle/>
        <a:p>
          <a:r>
            <a:rPr lang="en-GB"/>
            <a:t>Explore and eliminate ambiguity</a:t>
          </a:r>
        </a:p>
      </dgm:t>
    </dgm:pt>
    <dgm:pt modelId="{664DD384-B20F-4714-AAE8-BF68B6DB837D}" type="parTrans" cxnId="{9B84E734-7AAE-40AB-BC41-5FDB5DB3EF1F}">
      <dgm:prSet/>
      <dgm:spPr/>
      <dgm:t>
        <a:bodyPr/>
        <a:lstStyle/>
        <a:p>
          <a:endParaRPr lang="en-GB"/>
        </a:p>
      </dgm:t>
    </dgm:pt>
    <dgm:pt modelId="{FEFC9CC9-9519-45D0-B044-8BAB9D2990BE}" type="sibTrans" cxnId="{9B84E734-7AAE-40AB-BC41-5FDB5DB3EF1F}">
      <dgm:prSet/>
      <dgm:spPr/>
      <dgm:t>
        <a:bodyPr/>
        <a:lstStyle/>
        <a:p>
          <a:endParaRPr lang="en-GB"/>
        </a:p>
      </dgm:t>
    </dgm:pt>
    <dgm:pt modelId="{126AA4BF-5915-47EA-900D-AC1BC91ED161}">
      <dgm:prSet phldrT="[Text]"/>
      <dgm:spPr/>
      <dgm:t>
        <a:bodyPr/>
        <a:lstStyle/>
        <a:p>
          <a:r>
            <a:rPr lang="en-GB"/>
            <a:t>Consider data/evidence needed and how to obtain it</a:t>
          </a:r>
        </a:p>
      </dgm:t>
    </dgm:pt>
    <dgm:pt modelId="{10EBD67B-F2D6-421E-98DD-113058477686}" type="parTrans" cxnId="{8E3B0627-CBAB-443C-9250-2E9B54F0E507}">
      <dgm:prSet/>
      <dgm:spPr/>
      <dgm:t>
        <a:bodyPr/>
        <a:lstStyle/>
        <a:p>
          <a:endParaRPr lang="en-GB"/>
        </a:p>
      </dgm:t>
    </dgm:pt>
    <dgm:pt modelId="{514BC184-D3A2-44FD-B509-56F52935AF5A}" type="sibTrans" cxnId="{8E3B0627-CBAB-443C-9250-2E9B54F0E507}">
      <dgm:prSet/>
      <dgm:spPr/>
      <dgm:t>
        <a:bodyPr/>
        <a:lstStyle/>
        <a:p>
          <a:endParaRPr lang="en-GB"/>
        </a:p>
      </dgm:t>
    </dgm:pt>
    <dgm:pt modelId="{0850CF29-9A04-4216-B3FB-AD76973E2F01}">
      <dgm:prSet phldrT="[Text]"/>
      <dgm:spPr/>
      <dgm:t>
        <a:bodyPr/>
        <a:lstStyle/>
        <a:p>
          <a:r>
            <a:rPr lang="en-GB"/>
            <a:t>Address </a:t>
          </a:r>
          <a:r>
            <a:rPr lang="en-GB" b="1"/>
            <a:t>the whole </a:t>
          </a:r>
          <a:r>
            <a:rPr lang="en-GB"/>
            <a:t>problem</a:t>
          </a:r>
        </a:p>
      </dgm:t>
    </dgm:pt>
    <dgm:pt modelId="{93F2C7C6-2588-499B-A751-0CB7B62D4963}" type="parTrans" cxnId="{8F0F144B-25BC-4ACB-B1FF-F67EB9AD753E}">
      <dgm:prSet/>
      <dgm:spPr/>
      <dgm:t>
        <a:bodyPr/>
        <a:lstStyle/>
        <a:p>
          <a:endParaRPr lang="en-GB"/>
        </a:p>
      </dgm:t>
    </dgm:pt>
    <dgm:pt modelId="{E4292015-42E1-4B8A-B401-B66F023A3219}" type="sibTrans" cxnId="{8F0F144B-25BC-4ACB-B1FF-F67EB9AD753E}">
      <dgm:prSet/>
      <dgm:spPr/>
      <dgm:t>
        <a:bodyPr/>
        <a:lstStyle/>
        <a:p>
          <a:endParaRPr lang="en-GB"/>
        </a:p>
      </dgm:t>
    </dgm:pt>
    <dgm:pt modelId="{C8DB02ED-9339-4BF1-B0C4-778C5CF7D2D4}">
      <dgm:prSet phldrT="[Text]"/>
      <dgm:spPr/>
      <dgm:t>
        <a:bodyPr/>
        <a:lstStyle/>
        <a:p>
          <a:r>
            <a:rPr lang="en-GB"/>
            <a:t>Add a useful structure</a:t>
          </a:r>
        </a:p>
      </dgm:t>
    </dgm:pt>
    <dgm:pt modelId="{C49036ED-42E1-431B-8C8D-6690BDBF3766}" type="parTrans" cxnId="{9BAD80AC-DA1D-450F-B6A3-7607A551B075}">
      <dgm:prSet/>
      <dgm:spPr/>
      <dgm:t>
        <a:bodyPr/>
        <a:lstStyle/>
        <a:p>
          <a:endParaRPr lang="en-GB"/>
        </a:p>
      </dgm:t>
    </dgm:pt>
    <dgm:pt modelId="{CE58ED60-5660-462B-ACFD-A2BEE3A57615}" type="sibTrans" cxnId="{9BAD80AC-DA1D-450F-B6A3-7607A551B075}">
      <dgm:prSet/>
      <dgm:spPr/>
      <dgm:t>
        <a:bodyPr/>
        <a:lstStyle/>
        <a:p>
          <a:endParaRPr lang="en-GB"/>
        </a:p>
      </dgm:t>
    </dgm:pt>
    <dgm:pt modelId="{11CD9CF6-0945-44C6-AAA2-116881243241}">
      <dgm:prSet phldrT="[Text]"/>
      <dgm:spPr/>
      <dgm:t>
        <a:bodyPr/>
        <a:lstStyle/>
        <a:p>
          <a:r>
            <a:rPr lang="en-GB"/>
            <a:t>No “magic wands”</a:t>
          </a:r>
        </a:p>
      </dgm:t>
    </dgm:pt>
    <dgm:pt modelId="{BB230618-1FE4-45FA-BE53-5B89B44E6A54}" type="parTrans" cxnId="{54D19B55-FC56-4D65-9345-263FB6606532}">
      <dgm:prSet/>
      <dgm:spPr/>
      <dgm:t>
        <a:bodyPr/>
        <a:lstStyle/>
        <a:p>
          <a:endParaRPr lang="en-GB"/>
        </a:p>
      </dgm:t>
    </dgm:pt>
    <dgm:pt modelId="{AC51DFA9-64FA-4847-BB0F-BC050D1BF301}" type="sibTrans" cxnId="{54D19B55-FC56-4D65-9345-263FB6606532}">
      <dgm:prSet/>
      <dgm:spPr/>
      <dgm:t>
        <a:bodyPr/>
        <a:lstStyle/>
        <a:p>
          <a:endParaRPr lang="en-GB"/>
        </a:p>
      </dgm:t>
    </dgm:pt>
    <dgm:pt modelId="{F925ACC1-4291-4C71-97FB-6DBB61F09E20}">
      <dgm:prSet phldrT="[Text]"/>
      <dgm:spPr/>
      <dgm:t>
        <a:bodyPr/>
        <a:lstStyle/>
        <a:p>
          <a:r>
            <a:rPr lang="en-GB"/>
            <a:t>Context</a:t>
          </a:r>
        </a:p>
      </dgm:t>
    </dgm:pt>
    <dgm:pt modelId="{3A42A49B-6355-4C20-8872-F307AE8516F7}" type="parTrans" cxnId="{E99F22AC-80F5-4962-AB80-5DDAC67C3E03}">
      <dgm:prSet/>
      <dgm:spPr/>
      <dgm:t>
        <a:bodyPr/>
        <a:lstStyle/>
        <a:p>
          <a:endParaRPr lang="en-GB"/>
        </a:p>
      </dgm:t>
    </dgm:pt>
    <dgm:pt modelId="{A3AE1DE3-71A7-4068-BF33-6C18AC3309E0}" type="sibTrans" cxnId="{E99F22AC-80F5-4962-AB80-5DDAC67C3E03}">
      <dgm:prSet/>
      <dgm:spPr/>
      <dgm:t>
        <a:bodyPr/>
        <a:lstStyle/>
        <a:p>
          <a:endParaRPr lang="en-GB"/>
        </a:p>
      </dgm:t>
    </dgm:pt>
    <dgm:pt modelId="{31C7568D-4B34-49CE-B615-27FFCB34E635}">
      <dgm:prSet phldrT="[Text]"/>
      <dgm:spPr/>
      <dgm:t>
        <a:bodyPr/>
        <a:lstStyle/>
        <a:p>
          <a:r>
            <a:rPr lang="en-GB"/>
            <a:t>What are the risks?  Will it work?</a:t>
          </a:r>
        </a:p>
      </dgm:t>
    </dgm:pt>
    <dgm:pt modelId="{27256415-4DA4-406F-80C5-C2111796FFD4}" type="parTrans" cxnId="{21EB56AA-5555-437B-8940-0E4266142C96}">
      <dgm:prSet/>
      <dgm:spPr/>
      <dgm:t>
        <a:bodyPr/>
        <a:lstStyle/>
        <a:p>
          <a:endParaRPr lang="en-GB"/>
        </a:p>
      </dgm:t>
    </dgm:pt>
    <dgm:pt modelId="{D48E0E2A-8FE7-4099-997D-03ADFAF6C31A}" type="sibTrans" cxnId="{21EB56AA-5555-437B-8940-0E4266142C96}">
      <dgm:prSet/>
      <dgm:spPr/>
      <dgm:t>
        <a:bodyPr/>
        <a:lstStyle/>
        <a:p>
          <a:endParaRPr lang="en-GB"/>
        </a:p>
      </dgm:t>
    </dgm:pt>
    <dgm:pt modelId="{6A6B6FB7-D27D-45D7-B131-1B5C9F1E1082}">
      <dgm:prSet phldrT="[Text]"/>
      <dgm:spPr/>
      <dgm:t>
        <a:bodyPr/>
        <a:lstStyle/>
        <a:p>
          <a:r>
            <a:rPr lang="en-GB"/>
            <a:t>Give appropriate value to knowledge and opinion</a:t>
          </a:r>
        </a:p>
      </dgm:t>
    </dgm:pt>
    <dgm:pt modelId="{5DBDA8AA-8A3C-4DC7-A2D5-1E910DFA6F71}" type="parTrans" cxnId="{8C97441A-798E-4B48-8228-D5C39BDB778D}">
      <dgm:prSet/>
      <dgm:spPr/>
      <dgm:t>
        <a:bodyPr/>
        <a:lstStyle/>
        <a:p>
          <a:endParaRPr lang="en-GB"/>
        </a:p>
      </dgm:t>
    </dgm:pt>
    <dgm:pt modelId="{CC1E2586-9183-4C97-95D3-A8A91526B125}" type="sibTrans" cxnId="{8C97441A-798E-4B48-8228-D5C39BDB778D}">
      <dgm:prSet/>
      <dgm:spPr/>
      <dgm:t>
        <a:bodyPr/>
        <a:lstStyle/>
        <a:p>
          <a:endParaRPr lang="en-GB"/>
        </a:p>
      </dgm:t>
    </dgm:pt>
    <dgm:pt modelId="{5304E547-C162-40ED-B176-1256FA713CD2}">
      <dgm:prSet phldrT="[Text]"/>
      <dgm:spPr/>
      <dgm:t>
        <a:bodyPr/>
        <a:lstStyle/>
        <a:p>
          <a:r>
            <a:rPr lang="en-GB"/>
            <a:t>Clearly specify the analysis and data required</a:t>
          </a:r>
        </a:p>
      </dgm:t>
    </dgm:pt>
    <dgm:pt modelId="{37E4EC00-04A7-4309-827B-F8130384D84A}" type="parTrans" cxnId="{0C706FDE-636F-4E72-9339-76C6DE345144}">
      <dgm:prSet/>
      <dgm:spPr/>
      <dgm:t>
        <a:bodyPr/>
        <a:lstStyle/>
        <a:p>
          <a:endParaRPr lang="en-GB"/>
        </a:p>
      </dgm:t>
    </dgm:pt>
    <dgm:pt modelId="{1A694E7E-BC3A-42B4-A9A4-76F9D1F8B6BE}" type="sibTrans" cxnId="{0C706FDE-636F-4E72-9339-76C6DE345144}">
      <dgm:prSet/>
      <dgm:spPr/>
      <dgm:t>
        <a:bodyPr/>
        <a:lstStyle/>
        <a:p>
          <a:endParaRPr lang="en-GB"/>
        </a:p>
      </dgm:t>
    </dgm:pt>
    <dgm:pt modelId="{BD14C8B8-A6AD-4F38-89F8-DF370FAAC2A0}">
      <dgm:prSet phldrT="[Text]"/>
      <dgm:spPr/>
      <dgm:t>
        <a:bodyPr/>
        <a:lstStyle/>
        <a:p>
          <a:r>
            <a:rPr lang="en-GB"/>
            <a:t>Be sparing with the call on their time</a:t>
          </a:r>
        </a:p>
      </dgm:t>
    </dgm:pt>
    <dgm:pt modelId="{88D74249-8ECE-4103-A7C4-117585F89CF3}" type="parTrans" cxnId="{4D5742E3-A5F5-4F40-A805-C9C388097670}">
      <dgm:prSet/>
      <dgm:spPr/>
      <dgm:t>
        <a:bodyPr/>
        <a:lstStyle/>
        <a:p>
          <a:endParaRPr lang="en-GB"/>
        </a:p>
      </dgm:t>
    </dgm:pt>
    <dgm:pt modelId="{7DACB75D-2182-4622-946A-30D52F0F89D6}" type="sibTrans" cxnId="{4D5742E3-A5F5-4F40-A805-C9C388097670}">
      <dgm:prSet/>
      <dgm:spPr/>
      <dgm:t>
        <a:bodyPr/>
        <a:lstStyle/>
        <a:p>
          <a:endParaRPr lang="en-GB"/>
        </a:p>
      </dgm:t>
    </dgm:pt>
    <dgm:pt modelId="{A97F943F-2411-418B-AEBB-D4C806F30A44}">
      <dgm:prSet phldrT="[Text]"/>
      <dgm:spPr/>
      <dgm:t>
        <a:bodyPr/>
        <a:lstStyle/>
        <a:p>
          <a:r>
            <a:rPr lang="en-GB"/>
            <a:t>Ensure shared understanding of the issues</a:t>
          </a:r>
        </a:p>
      </dgm:t>
    </dgm:pt>
    <dgm:pt modelId="{9324F100-E21B-4862-9E68-CB7E45A24C2B}" type="parTrans" cxnId="{9C426030-915C-4F03-A982-E303BB8FB561}">
      <dgm:prSet/>
      <dgm:spPr/>
      <dgm:t>
        <a:bodyPr/>
        <a:lstStyle/>
        <a:p>
          <a:endParaRPr lang="en-GB"/>
        </a:p>
      </dgm:t>
    </dgm:pt>
    <dgm:pt modelId="{B9D8D693-0875-4E8E-BE98-892481FFCBD9}" type="sibTrans" cxnId="{9C426030-915C-4F03-A982-E303BB8FB561}">
      <dgm:prSet/>
      <dgm:spPr/>
      <dgm:t>
        <a:bodyPr/>
        <a:lstStyle/>
        <a:p>
          <a:endParaRPr lang="en-GB"/>
        </a:p>
      </dgm:t>
    </dgm:pt>
    <dgm:pt modelId="{7EDA9370-AF4F-457E-AADD-84F605AA1C3C}">
      <dgm:prSet phldrT="[Text]"/>
      <dgm:spPr/>
      <dgm:t>
        <a:bodyPr/>
        <a:lstStyle/>
        <a:p>
          <a:r>
            <a:rPr lang="en-GB"/>
            <a:t>Write it up in an understandable format</a:t>
          </a:r>
        </a:p>
      </dgm:t>
    </dgm:pt>
    <dgm:pt modelId="{9A256CF9-514A-4615-9615-618AA950E058}" type="parTrans" cxnId="{D26F69BF-047C-4CAF-AFAF-8628C12251C1}">
      <dgm:prSet/>
      <dgm:spPr/>
      <dgm:t>
        <a:bodyPr/>
        <a:lstStyle/>
        <a:p>
          <a:endParaRPr lang="en-GB"/>
        </a:p>
      </dgm:t>
    </dgm:pt>
    <dgm:pt modelId="{B6FCE6CB-7A08-4548-B7DA-29369D2A54BE}" type="sibTrans" cxnId="{D26F69BF-047C-4CAF-AFAF-8628C12251C1}">
      <dgm:prSet/>
      <dgm:spPr/>
      <dgm:t>
        <a:bodyPr/>
        <a:lstStyle/>
        <a:p>
          <a:endParaRPr lang="en-GB"/>
        </a:p>
      </dgm:t>
    </dgm:pt>
    <dgm:pt modelId="{8B502AC6-F84B-484F-8115-6C935E71F8C6}" type="pres">
      <dgm:prSet presAssocID="{A1C92D8B-9F06-4E01-9C42-28C193D9A458}" presName="vert0" presStyleCnt="0">
        <dgm:presLayoutVars>
          <dgm:dir/>
          <dgm:animOne val="branch"/>
          <dgm:animLvl val="lvl"/>
        </dgm:presLayoutVars>
      </dgm:prSet>
      <dgm:spPr/>
    </dgm:pt>
    <dgm:pt modelId="{228971E4-39ED-476B-9982-17B787296AE5}" type="pres">
      <dgm:prSet presAssocID="{499753A7-8D14-4ED6-AB9A-9B40476E00C3}" presName="thickLine" presStyleLbl="alignNode1" presStyleIdx="0" presStyleCnt="5"/>
      <dgm:spPr/>
    </dgm:pt>
    <dgm:pt modelId="{6B71DB97-F26A-42FB-8A54-64451A10EA5A}" type="pres">
      <dgm:prSet presAssocID="{499753A7-8D14-4ED6-AB9A-9B40476E00C3}" presName="horz1" presStyleCnt="0"/>
      <dgm:spPr/>
    </dgm:pt>
    <dgm:pt modelId="{81AF00B9-4FF9-49DD-950A-DC0E83EAB6E7}" type="pres">
      <dgm:prSet presAssocID="{499753A7-8D14-4ED6-AB9A-9B40476E00C3}" presName="tx1" presStyleLbl="revTx" presStyleIdx="0" presStyleCnt="20"/>
      <dgm:spPr/>
    </dgm:pt>
    <dgm:pt modelId="{4DF645AC-92ED-4D39-8771-F3EF54B5433C}" type="pres">
      <dgm:prSet presAssocID="{499753A7-8D14-4ED6-AB9A-9B40476E00C3}" presName="vert1" presStyleCnt="0"/>
      <dgm:spPr/>
    </dgm:pt>
    <dgm:pt modelId="{D917B2C2-9EA1-40A8-9E85-3CD54FBCD63F}" type="pres">
      <dgm:prSet presAssocID="{F925ACC1-4291-4C71-97FB-6DBB61F09E20}" presName="vertSpace2a" presStyleCnt="0"/>
      <dgm:spPr/>
    </dgm:pt>
    <dgm:pt modelId="{DF53B6F0-C2DF-45DF-A344-E8B6E41EAF40}" type="pres">
      <dgm:prSet presAssocID="{F925ACC1-4291-4C71-97FB-6DBB61F09E20}" presName="horz2" presStyleCnt="0"/>
      <dgm:spPr/>
    </dgm:pt>
    <dgm:pt modelId="{C1F5B1D5-31DD-4398-84F6-460A591BF234}" type="pres">
      <dgm:prSet presAssocID="{F925ACC1-4291-4C71-97FB-6DBB61F09E20}" presName="horzSpace2" presStyleCnt="0"/>
      <dgm:spPr/>
    </dgm:pt>
    <dgm:pt modelId="{627C293C-763C-4E13-AC7F-955635C4946B}" type="pres">
      <dgm:prSet presAssocID="{F925ACC1-4291-4C71-97FB-6DBB61F09E20}" presName="tx2" presStyleLbl="revTx" presStyleIdx="1" presStyleCnt="20"/>
      <dgm:spPr/>
    </dgm:pt>
    <dgm:pt modelId="{7D3040A9-E03D-4C07-AB88-02342FF78F0B}" type="pres">
      <dgm:prSet presAssocID="{F925ACC1-4291-4C71-97FB-6DBB61F09E20}" presName="vert2" presStyleCnt="0"/>
      <dgm:spPr/>
    </dgm:pt>
    <dgm:pt modelId="{DA8A0863-9388-4A23-9B74-91442E4E38AA}" type="pres">
      <dgm:prSet presAssocID="{F925ACC1-4291-4C71-97FB-6DBB61F09E20}" presName="thinLine2b" presStyleLbl="callout" presStyleIdx="0" presStyleCnt="15"/>
      <dgm:spPr/>
    </dgm:pt>
    <dgm:pt modelId="{AB33E782-64B2-4ADA-AC36-C25C42863677}" type="pres">
      <dgm:prSet presAssocID="{F925ACC1-4291-4C71-97FB-6DBB61F09E20}" presName="vertSpace2b" presStyleCnt="0"/>
      <dgm:spPr/>
    </dgm:pt>
    <dgm:pt modelId="{B559908D-A53C-47CE-812B-35BDC868692C}" type="pres">
      <dgm:prSet presAssocID="{1690D17F-66EA-44B7-A47E-1843E92E8B85}" presName="horz2" presStyleCnt="0"/>
      <dgm:spPr/>
    </dgm:pt>
    <dgm:pt modelId="{DE0A3EBA-D205-4461-904D-1FB67FF41AE6}" type="pres">
      <dgm:prSet presAssocID="{1690D17F-66EA-44B7-A47E-1843E92E8B85}" presName="horzSpace2" presStyleCnt="0"/>
      <dgm:spPr/>
    </dgm:pt>
    <dgm:pt modelId="{124E0B3F-E4A0-424D-A670-DC4408FAD9CA}" type="pres">
      <dgm:prSet presAssocID="{1690D17F-66EA-44B7-A47E-1843E92E8B85}" presName="tx2" presStyleLbl="revTx" presStyleIdx="2" presStyleCnt="20"/>
      <dgm:spPr/>
    </dgm:pt>
    <dgm:pt modelId="{AA00E8B5-3A9B-47FA-875C-BFB8AB801830}" type="pres">
      <dgm:prSet presAssocID="{1690D17F-66EA-44B7-A47E-1843E92E8B85}" presName="vert2" presStyleCnt="0"/>
      <dgm:spPr/>
    </dgm:pt>
    <dgm:pt modelId="{73634D70-E579-42C1-BF2A-8BFF41F03234}" type="pres">
      <dgm:prSet presAssocID="{1690D17F-66EA-44B7-A47E-1843E92E8B85}" presName="thinLine2b" presStyleLbl="callout" presStyleIdx="1" presStyleCnt="15"/>
      <dgm:spPr/>
    </dgm:pt>
    <dgm:pt modelId="{344640C0-249C-41EB-9EBC-94486D018FA6}" type="pres">
      <dgm:prSet presAssocID="{1690D17F-66EA-44B7-A47E-1843E92E8B85}" presName="vertSpace2b" presStyleCnt="0"/>
      <dgm:spPr/>
    </dgm:pt>
    <dgm:pt modelId="{9B417165-FA3F-49F3-9133-5AD90EE9057D}" type="pres">
      <dgm:prSet presAssocID="{7CF5C970-A6EA-479A-A16A-B528F9215523}" presName="horz2" presStyleCnt="0"/>
      <dgm:spPr/>
    </dgm:pt>
    <dgm:pt modelId="{193BC6EE-5340-4226-8010-4A9E523A6246}" type="pres">
      <dgm:prSet presAssocID="{7CF5C970-A6EA-479A-A16A-B528F9215523}" presName="horzSpace2" presStyleCnt="0"/>
      <dgm:spPr/>
    </dgm:pt>
    <dgm:pt modelId="{78779332-CFD4-45C6-BA66-7F6BEE70FDED}" type="pres">
      <dgm:prSet presAssocID="{7CF5C970-A6EA-479A-A16A-B528F9215523}" presName="tx2" presStyleLbl="revTx" presStyleIdx="3" presStyleCnt="20"/>
      <dgm:spPr/>
    </dgm:pt>
    <dgm:pt modelId="{6124FE04-AF5D-420D-A040-062E00190A5F}" type="pres">
      <dgm:prSet presAssocID="{7CF5C970-A6EA-479A-A16A-B528F9215523}" presName="vert2" presStyleCnt="0"/>
      <dgm:spPr/>
    </dgm:pt>
    <dgm:pt modelId="{C795F721-24A9-431F-A62E-03AB7E9C9F5E}" type="pres">
      <dgm:prSet presAssocID="{7CF5C970-A6EA-479A-A16A-B528F9215523}" presName="thinLine2b" presStyleLbl="callout" presStyleIdx="2" presStyleCnt="15"/>
      <dgm:spPr/>
    </dgm:pt>
    <dgm:pt modelId="{5ED74473-114D-4FAE-B7C2-50D9963B7CD1}" type="pres">
      <dgm:prSet presAssocID="{7CF5C970-A6EA-479A-A16A-B528F9215523}" presName="vertSpace2b" presStyleCnt="0"/>
      <dgm:spPr/>
    </dgm:pt>
    <dgm:pt modelId="{453D84FB-F61C-419C-9F5D-84D877F50E24}" type="pres">
      <dgm:prSet presAssocID="{C557F672-E845-44F3-99B1-C2E983FE20CB}" presName="thickLine" presStyleLbl="alignNode1" presStyleIdx="1" presStyleCnt="5"/>
      <dgm:spPr/>
    </dgm:pt>
    <dgm:pt modelId="{4E1F0CE7-1287-4CD1-B5CA-343CEF80F94E}" type="pres">
      <dgm:prSet presAssocID="{C557F672-E845-44F3-99B1-C2E983FE20CB}" presName="horz1" presStyleCnt="0"/>
      <dgm:spPr/>
    </dgm:pt>
    <dgm:pt modelId="{46CDE0DB-BBCF-49BA-8730-716301911F37}" type="pres">
      <dgm:prSet presAssocID="{C557F672-E845-44F3-99B1-C2E983FE20CB}" presName="tx1" presStyleLbl="revTx" presStyleIdx="4" presStyleCnt="20"/>
      <dgm:spPr/>
    </dgm:pt>
    <dgm:pt modelId="{3093D339-283A-43EA-A4F0-1A097D2F320E}" type="pres">
      <dgm:prSet presAssocID="{C557F672-E845-44F3-99B1-C2E983FE20CB}" presName="vert1" presStyleCnt="0"/>
      <dgm:spPr/>
    </dgm:pt>
    <dgm:pt modelId="{083A062A-AD97-4C4B-880A-D1090EBD0CA1}" type="pres">
      <dgm:prSet presAssocID="{0850CF29-9A04-4216-B3FB-AD76973E2F01}" presName="vertSpace2a" presStyleCnt="0"/>
      <dgm:spPr/>
    </dgm:pt>
    <dgm:pt modelId="{F0679EDA-0851-4B03-90E3-57E89F4C10E3}" type="pres">
      <dgm:prSet presAssocID="{0850CF29-9A04-4216-B3FB-AD76973E2F01}" presName="horz2" presStyleCnt="0"/>
      <dgm:spPr/>
    </dgm:pt>
    <dgm:pt modelId="{F3BE00A3-804C-4BDA-8F27-2AC9E2267435}" type="pres">
      <dgm:prSet presAssocID="{0850CF29-9A04-4216-B3FB-AD76973E2F01}" presName="horzSpace2" presStyleCnt="0"/>
      <dgm:spPr/>
    </dgm:pt>
    <dgm:pt modelId="{33A4D0BA-F256-4D83-9561-4D26D1E1B838}" type="pres">
      <dgm:prSet presAssocID="{0850CF29-9A04-4216-B3FB-AD76973E2F01}" presName="tx2" presStyleLbl="revTx" presStyleIdx="5" presStyleCnt="20"/>
      <dgm:spPr/>
    </dgm:pt>
    <dgm:pt modelId="{D45501A1-7982-49AB-BCEF-7CE4F64F575B}" type="pres">
      <dgm:prSet presAssocID="{0850CF29-9A04-4216-B3FB-AD76973E2F01}" presName="vert2" presStyleCnt="0"/>
      <dgm:spPr/>
    </dgm:pt>
    <dgm:pt modelId="{2970C346-C480-440D-9B7C-7465D35196F5}" type="pres">
      <dgm:prSet presAssocID="{0850CF29-9A04-4216-B3FB-AD76973E2F01}" presName="thinLine2b" presStyleLbl="callout" presStyleIdx="3" presStyleCnt="15"/>
      <dgm:spPr/>
    </dgm:pt>
    <dgm:pt modelId="{92FB8A44-ED99-4561-9E20-323AA9E04759}" type="pres">
      <dgm:prSet presAssocID="{0850CF29-9A04-4216-B3FB-AD76973E2F01}" presName="vertSpace2b" presStyleCnt="0"/>
      <dgm:spPr/>
    </dgm:pt>
    <dgm:pt modelId="{A32F6F8B-2753-4E56-8DB0-C13B78CCBF9A}" type="pres">
      <dgm:prSet presAssocID="{7D111F0D-F58F-4066-ADEF-03AA3DE99C79}" presName="horz2" presStyleCnt="0"/>
      <dgm:spPr/>
    </dgm:pt>
    <dgm:pt modelId="{38860975-DF38-481C-8362-3015FF1BFC62}" type="pres">
      <dgm:prSet presAssocID="{7D111F0D-F58F-4066-ADEF-03AA3DE99C79}" presName="horzSpace2" presStyleCnt="0"/>
      <dgm:spPr/>
    </dgm:pt>
    <dgm:pt modelId="{9BA15512-A3C3-4004-AB38-C809F4531548}" type="pres">
      <dgm:prSet presAssocID="{7D111F0D-F58F-4066-ADEF-03AA3DE99C79}" presName="tx2" presStyleLbl="revTx" presStyleIdx="6" presStyleCnt="20"/>
      <dgm:spPr/>
    </dgm:pt>
    <dgm:pt modelId="{1280E38E-F582-4CFB-822E-B7C489CA029C}" type="pres">
      <dgm:prSet presAssocID="{7D111F0D-F58F-4066-ADEF-03AA3DE99C79}" presName="vert2" presStyleCnt="0"/>
      <dgm:spPr/>
    </dgm:pt>
    <dgm:pt modelId="{07EC57C1-CB74-4602-841F-7893EDF3C692}" type="pres">
      <dgm:prSet presAssocID="{7D111F0D-F58F-4066-ADEF-03AA3DE99C79}" presName="thinLine2b" presStyleLbl="callout" presStyleIdx="4" presStyleCnt="15"/>
      <dgm:spPr/>
    </dgm:pt>
    <dgm:pt modelId="{626733B5-AC2B-4DD4-B6F2-179CC07BD006}" type="pres">
      <dgm:prSet presAssocID="{7D111F0D-F58F-4066-ADEF-03AA3DE99C79}" presName="vertSpace2b" presStyleCnt="0"/>
      <dgm:spPr/>
    </dgm:pt>
    <dgm:pt modelId="{CCC44CA4-A998-4AFE-BD23-0D75D3288933}" type="pres">
      <dgm:prSet presAssocID="{C8DB02ED-9339-4BF1-B0C4-778C5CF7D2D4}" presName="horz2" presStyleCnt="0"/>
      <dgm:spPr/>
    </dgm:pt>
    <dgm:pt modelId="{8B1653A3-BB93-41E7-88B5-1B924AAE34F1}" type="pres">
      <dgm:prSet presAssocID="{C8DB02ED-9339-4BF1-B0C4-778C5CF7D2D4}" presName="horzSpace2" presStyleCnt="0"/>
      <dgm:spPr/>
    </dgm:pt>
    <dgm:pt modelId="{6E6C1B05-AC1E-4FC1-9F45-9C3D488110A9}" type="pres">
      <dgm:prSet presAssocID="{C8DB02ED-9339-4BF1-B0C4-778C5CF7D2D4}" presName="tx2" presStyleLbl="revTx" presStyleIdx="7" presStyleCnt="20"/>
      <dgm:spPr/>
    </dgm:pt>
    <dgm:pt modelId="{94303DE7-644D-4D42-A43F-4AEBA908213C}" type="pres">
      <dgm:prSet presAssocID="{C8DB02ED-9339-4BF1-B0C4-778C5CF7D2D4}" presName="vert2" presStyleCnt="0"/>
      <dgm:spPr/>
    </dgm:pt>
    <dgm:pt modelId="{DA557584-DE18-4A91-AABD-F11B7D863453}" type="pres">
      <dgm:prSet presAssocID="{C8DB02ED-9339-4BF1-B0C4-778C5CF7D2D4}" presName="thinLine2b" presStyleLbl="callout" presStyleIdx="5" presStyleCnt="15"/>
      <dgm:spPr/>
    </dgm:pt>
    <dgm:pt modelId="{0EA9FBFC-2871-407A-B0E6-D92578FAFCE9}" type="pres">
      <dgm:prSet presAssocID="{C8DB02ED-9339-4BF1-B0C4-778C5CF7D2D4}" presName="vertSpace2b" presStyleCnt="0"/>
      <dgm:spPr/>
    </dgm:pt>
    <dgm:pt modelId="{E5EAD45F-7820-4F11-8310-00B20E9FE0CF}" type="pres">
      <dgm:prSet presAssocID="{45F55F38-C0E2-4F2D-BC9C-95F2E60F8327}" presName="thickLine" presStyleLbl="alignNode1" presStyleIdx="2" presStyleCnt="5"/>
      <dgm:spPr/>
    </dgm:pt>
    <dgm:pt modelId="{A236FAB8-BE2A-49D1-A17C-4AACF0B5F470}" type="pres">
      <dgm:prSet presAssocID="{45F55F38-C0E2-4F2D-BC9C-95F2E60F8327}" presName="horz1" presStyleCnt="0"/>
      <dgm:spPr/>
    </dgm:pt>
    <dgm:pt modelId="{12E828A2-B72C-41E8-B76A-7E1858C81542}" type="pres">
      <dgm:prSet presAssocID="{45F55F38-C0E2-4F2D-BC9C-95F2E60F8327}" presName="tx1" presStyleLbl="revTx" presStyleIdx="8" presStyleCnt="20"/>
      <dgm:spPr/>
    </dgm:pt>
    <dgm:pt modelId="{529827CC-00A0-4985-A634-54F389906FAF}" type="pres">
      <dgm:prSet presAssocID="{45F55F38-C0E2-4F2D-BC9C-95F2E60F8327}" presName="vert1" presStyleCnt="0"/>
      <dgm:spPr/>
    </dgm:pt>
    <dgm:pt modelId="{69F16C7D-A496-4E01-A5C9-BFD4839DB0BE}" type="pres">
      <dgm:prSet presAssocID="{11CD9CF6-0945-44C6-AAA2-116881243241}" presName="vertSpace2a" presStyleCnt="0"/>
      <dgm:spPr/>
    </dgm:pt>
    <dgm:pt modelId="{2BA6078F-325F-4E4A-ABE6-C8D66395D49E}" type="pres">
      <dgm:prSet presAssocID="{11CD9CF6-0945-44C6-AAA2-116881243241}" presName="horz2" presStyleCnt="0"/>
      <dgm:spPr/>
    </dgm:pt>
    <dgm:pt modelId="{5C0A6A62-C456-41C3-B07B-AE5299BB35C6}" type="pres">
      <dgm:prSet presAssocID="{11CD9CF6-0945-44C6-AAA2-116881243241}" presName="horzSpace2" presStyleCnt="0"/>
      <dgm:spPr/>
    </dgm:pt>
    <dgm:pt modelId="{DAA34671-066F-4E9A-8A2E-80153D052136}" type="pres">
      <dgm:prSet presAssocID="{11CD9CF6-0945-44C6-AAA2-116881243241}" presName="tx2" presStyleLbl="revTx" presStyleIdx="9" presStyleCnt="20"/>
      <dgm:spPr/>
    </dgm:pt>
    <dgm:pt modelId="{892BF338-72EE-4437-AE29-78A9B832247A}" type="pres">
      <dgm:prSet presAssocID="{11CD9CF6-0945-44C6-AAA2-116881243241}" presName="vert2" presStyleCnt="0"/>
      <dgm:spPr/>
    </dgm:pt>
    <dgm:pt modelId="{6C2E4F78-FD16-450D-A40D-412EE514ADD3}" type="pres">
      <dgm:prSet presAssocID="{11CD9CF6-0945-44C6-AAA2-116881243241}" presName="thinLine2b" presStyleLbl="callout" presStyleIdx="6" presStyleCnt="15"/>
      <dgm:spPr/>
    </dgm:pt>
    <dgm:pt modelId="{F8F8DC1C-0CEC-4DDF-94BE-D72D9FA8FD25}" type="pres">
      <dgm:prSet presAssocID="{11CD9CF6-0945-44C6-AAA2-116881243241}" presName="vertSpace2b" presStyleCnt="0"/>
      <dgm:spPr/>
    </dgm:pt>
    <dgm:pt modelId="{8B46D784-7B8A-45C8-8748-4384D1FC79BB}" type="pres">
      <dgm:prSet presAssocID="{126AA4BF-5915-47EA-900D-AC1BC91ED161}" presName="horz2" presStyleCnt="0"/>
      <dgm:spPr/>
    </dgm:pt>
    <dgm:pt modelId="{21F585C7-F059-4649-B36D-CB1C32308A00}" type="pres">
      <dgm:prSet presAssocID="{126AA4BF-5915-47EA-900D-AC1BC91ED161}" presName="horzSpace2" presStyleCnt="0"/>
      <dgm:spPr/>
    </dgm:pt>
    <dgm:pt modelId="{8EBB8C0D-AF5C-4181-B106-C7692AC0D652}" type="pres">
      <dgm:prSet presAssocID="{126AA4BF-5915-47EA-900D-AC1BC91ED161}" presName="tx2" presStyleLbl="revTx" presStyleIdx="10" presStyleCnt="20"/>
      <dgm:spPr/>
    </dgm:pt>
    <dgm:pt modelId="{1AB34C83-77E8-4274-8171-019E2D9F800B}" type="pres">
      <dgm:prSet presAssocID="{126AA4BF-5915-47EA-900D-AC1BC91ED161}" presName="vert2" presStyleCnt="0"/>
      <dgm:spPr/>
    </dgm:pt>
    <dgm:pt modelId="{9C823658-6988-4E80-BD58-FF3F4F08DD60}" type="pres">
      <dgm:prSet presAssocID="{126AA4BF-5915-47EA-900D-AC1BC91ED161}" presName="thinLine2b" presStyleLbl="callout" presStyleIdx="7" presStyleCnt="15"/>
      <dgm:spPr/>
    </dgm:pt>
    <dgm:pt modelId="{3D14EBD7-AC2F-46E4-A206-A9DC7F166F41}" type="pres">
      <dgm:prSet presAssocID="{126AA4BF-5915-47EA-900D-AC1BC91ED161}" presName="vertSpace2b" presStyleCnt="0"/>
      <dgm:spPr/>
    </dgm:pt>
    <dgm:pt modelId="{37CF596E-D280-4641-B3AE-4231A8917A22}" type="pres">
      <dgm:prSet presAssocID="{31C7568D-4B34-49CE-B615-27FFCB34E635}" presName="horz2" presStyleCnt="0"/>
      <dgm:spPr/>
    </dgm:pt>
    <dgm:pt modelId="{81FFE362-08CB-463E-AECE-12BBF0C23FDE}" type="pres">
      <dgm:prSet presAssocID="{31C7568D-4B34-49CE-B615-27FFCB34E635}" presName="horzSpace2" presStyleCnt="0"/>
      <dgm:spPr/>
    </dgm:pt>
    <dgm:pt modelId="{AD59F2AB-E06F-48C8-98B3-4A2D383F7F80}" type="pres">
      <dgm:prSet presAssocID="{31C7568D-4B34-49CE-B615-27FFCB34E635}" presName="tx2" presStyleLbl="revTx" presStyleIdx="11" presStyleCnt="20"/>
      <dgm:spPr/>
    </dgm:pt>
    <dgm:pt modelId="{4B2A4F5A-B194-4D93-A737-97569A4060ED}" type="pres">
      <dgm:prSet presAssocID="{31C7568D-4B34-49CE-B615-27FFCB34E635}" presName="vert2" presStyleCnt="0"/>
      <dgm:spPr/>
    </dgm:pt>
    <dgm:pt modelId="{B1CF1856-DB26-49A2-B24F-DFFC37F8D536}" type="pres">
      <dgm:prSet presAssocID="{31C7568D-4B34-49CE-B615-27FFCB34E635}" presName="thinLine2b" presStyleLbl="callout" presStyleIdx="8" presStyleCnt="15"/>
      <dgm:spPr/>
    </dgm:pt>
    <dgm:pt modelId="{94BBB1B1-8A73-48DC-BE00-3A3A059B9889}" type="pres">
      <dgm:prSet presAssocID="{31C7568D-4B34-49CE-B615-27FFCB34E635}" presName="vertSpace2b" presStyleCnt="0"/>
      <dgm:spPr/>
    </dgm:pt>
    <dgm:pt modelId="{935D3E48-8CAB-42F0-B6D9-F79227ADD0E9}" type="pres">
      <dgm:prSet presAssocID="{AA889612-C79D-4A7E-A4C5-AD4DF1DC9638}" presName="thickLine" presStyleLbl="alignNode1" presStyleIdx="3" presStyleCnt="5"/>
      <dgm:spPr/>
    </dgm:pt>
    <dgm:pt modelId="{65634AC6-5C67-4529-A4B7-8D72312BDC06}" type="pres">
      <dgm:prSet presAssocID="{AA889612-C79D-4A7E-A4C5-AD4DF1DC9638}" presName="horz1" presStyleCnt="0"/>
      <dgm:spPr/>
    </dgm:pt>
    <dgm:pt modelId="{7EA678FA-D9F3-4672-A1A2-0CB6C0DC3620}" type="pres">
      <dgm:prSet presAssocID="{AA889612-C79D-4A7E-A4C5-AD4DF1DC9638}" presName="tx1" presStyleLbl="revTx" presStyleIdx="12" presStyleCnt="20"/>
      <dgm:spPr/>
    </dgm:pt>
    <dgm:pt modelId="{4C8921B0-9EFA-47CF-B7FF-3FBE59EEA99E}" type="pres">
      <dgm:prSet presAssocID="{AA889612-C79D-4A7E-A4C5-AD4DF1DC9638}" presName="vert1" presStyleCnt="0"/>
      <dgm:spPr/>
    </dgm:pt>
    <dgm:pt modelId="{A188457F-B0F8-404B-999C-6A14AAD0C02B}" type="pres">
      <dgm:prSet presAssocID="{985E27AC-1AF4-4DD3-ACEF-66F379B7A558}" presName="vertSpace2a" presStyleCnt="0"/>
      <dgm:spPr/>
    </dgm:pt>
    <dgm:pt modelId="{6CF3047B-BDF1-447D-B966-A30C8B93CE65}" type="pres">
      <dgm:prSet presAssocID="{985E27AC-1AF4-4DD3-ACEF-66F379B7A558}" presName="horz2" presStyleCnt="0"/>
      <dgm:spPr/>
    </dgm:pt>
    <dgm:pt modelId="{C450A16F-FD43-4A6A-ABBC-123CC16773CF}" type="pres">
      <dgm:prSet presAssocID="{985E27AC-1AF4-4DD3-ACEF-66F379B7A558}" presName="horzSpace2" presStyleCnt="0"/>
      <dgm:spPr/>
    </dgm:pt>
    <dgm:pt modelId="{AA71D176-CC98-414D-99C1-A024A9D00361}" type="pres">
      <dgm:prSet presAssocID="{985E27AC-1AF4-4DD3-ACEF-66F379B7A558}" presName="tx2" presStyleLbl="revTx" presStyleIdx="13" presStyleCnt="20"/>
      <dgm:spPr/>
    </dgm:pt>
    <dgm:pt modelId="{F17BFF98-8D3D-4473-BE93-EB8DFE1D64C1}" type="pres">
      <dgm:prSet presAssocID="{985E27AC-1AF4-4DD3-ACEF-66F379B7A558}" presName="vert2" presStyleCnt="0"/>
      <dgm:spPr/>
    </dgm:pt>
    <dgm:pt modelId="{44279A6E-0BBF-49C5-BDC9-DE33C2A8D10F}" type="pres">
      <dgm:prSet presAssocID="{985E27AC-1AF4-4DD3-ACEF-66F379B7A558}" presName="thinLine2b" presStyleLbl="callout" presStyleIdx="9" presStyleCnt="15"/>
      <dgm:spPr/>
    </dgm:pt>
    <dgm:pt modelId="{5E26806C-F190-47BC-8779-DE47111C751F}" type="pres">
      <dgm:prSet presAssocID="{985E27AC-1AF4-4DD3-ACEF-66F379B7A558}" presName="vertSpace2b" presStyleCnt="0"/>
      <dgm:spPr/>
    </dgm:pt>
    <dgm:pt modelId="{943AFB0F-FBD7-43B2-ACC5-655EA3713170}" type="pres">
      <dgm:prSet presAssocID="{6A6B6FB7-D27D-45D7-B131-1B5C9F1E1082}" presName="horz2" presStyleCnt="0"/>
      <dgm:spPr/>
    </dgm:pt>
    <dgm:pt modelId="{D637CBF2-5A50-4B66-8802-79F8543A1782}" type="pres">
      <dgm:prSet presAssocID="{6A6B6FB7-D27D-45D7-B131-1B5C9F1E1082}" presName="horzSpace2" presStyleCnt="0"/>
      <dgm:spPr/>
    </dgm:pt>
    <dgm:pt modelId="{1C34587F-9D6B-46B6-95AD-A099F84B0047}" type="pres">
      <dgm:prSet presAssocID="{6A6B6FB7-D27D-45D7-B131-1B5C9F1E1082}" presName="tx2" presStyleLbl="revTx" presStyleIdx="14" presStyleCnt="20"/>
      <dgm:spPr/>
    </dgm:pt>
    <dgm:pt modelId="{EACC02E9-FCD2-4E49-ACFF-854E38CBD9A8}" type="pres">
      <dgm:prSet presAssocID="{6A6B6FB7-D27D-45D7-B131-1B5C9F1E1082}" presName="vert2" presStyleCnt="0"/>
      <dgm:spPr/>
    </dgm:pt>
    <dgm:pt modelId="{34B77858-B239-4EBD-A559-562B8BB26B15}" type="pres">
      <dgm:prSet presAssocID="{6A6B6FB7-D27D-45D7-B131-1B5C9F1E1082}" presName="thinLine2b" presStyleLbl="callout" presStyleIdx="10" presStyleCnt="15"/>
      <dgm:spPr/>
    </dgm:pt>
    <dgm:pt modelId="{5FC63BBF-0ECD-455C-AE59-64C276AAADDD}" type="pres">
      <dgm:prSet presAssocID="{6A6B6FB7-D27D-45D7-B131-1B5C9F1E1082}" presName="vertSpace2b" presStyleCnt="0"/>
      <dgm:spPr/>
    </dgm:pt>
    <dgm:pt modelId="{30182502-9A08-41F2-9657-98D7468DC0C7}" type="pres">
      <dgm:prSet presAssocID="{BD14C8B8-A6AD-4F38-89F8-DF370FAAC2A0}" presName="horz2" presStyleCnt="0"/>
      <dgm:spPr/>
    </dgm:pt>
    <dgm:pt modelId="{27F6FB6A-FAC5-48BD-AC7E-B40C6C1A2607}" type="pres">
      <dgm:prSet presAssocID="{BD14C8B8-A6AD-4F38-89F8-DF370FAAC2A0}" presName="horzSpace2" presStyleCnt="0"/>
      <dgm:spPr/>
    </dgm:pt>
    <dgm:pt modelId="{3E18FB69-FB8D-43F8-9288-D5D96133A36C}" type="pres">
      <dgm:prSet presAssocID="{BD14C8B8-A6AD-4F38-89F8-DF370FAAC2A0}" presName="tx2" presStyleLbl="revTx" presStyleIdx="15" presStyleCnt="20"/>
      <dgm:spPr/>
    </dgm:pt>
    <dgm:pt modelId="{43260EFF-8C94-4FA6-B15B-6BB084A06683}" type="pres">
      <dgm:prSet presAssocID="{BD14C8B8-A6AD-4F38-89F8-DF370FAAC2A0}" presName="vert2" presStyleCnt="0"/>
      <dgm:spPr/>
    </dgm:pt>
    <dgm:pt modelId="{CFA78EC5-E52B-4826-BBBB-BA2A2A2BD09E}" type="pres">
      <dgm:prSet presAssocID="{BD14C8B8-A6AD-4F38-89F8-DF370FAAC2A0}" presName="thinLine2b" presStyleLbl="callout" presStyleIdx="11" presStyleCnt="15"/>
      <dgm:spPr/>
    </dgm:pt>
    <dgm:pt modelId="{A2C1F5C1-43ED-404C-A6DB-00C3C41E5567}" type="pres">
      <dgm:prSet presAssocID="{BD14C8B8-A6AD-4F38-89F8-DF370FAAC2A0}" presName="vertSpace2b" presStyleCnt="0"/>
      <dgm:spPr/>
    </dgm:pt>
    <dgm:pt modelId="{453F655D-F5A8-40E0-B0CB-B234F5F044A5}" type="pres">
      <dgm:prSet presAssocID="{1BBCE2DE-3C04-406A-B18D-458BB05D4D8E}" presName="thickLine" presStyleLbl="alignNode1" presStyleIdx="4" presStyleCnt="5"/>
      <dgm:spPr/>
    </dgm:pt>
    <dgm:pt modelId="{A50EE5A7-0F44-431F-AF7E-9B6162BD1D33}" type="pres">
      <dgm:prSet presAssocID="{1BBCE2DE-3C04-406A-B18D-458BB05D4D8E}" presName="horz1" presStyleCnt="0"/>
      <dgm:spPr/>
    </dgm:pt>
    <dgm:pt modelId="{88132C9E-FAB8-4856-90EB-8A134B074B2F}" type="pres">
      <dgm:prSet presAssocID="{1BBCE2DE-3C04-406A-B18D-458BB05D4D8E}" presName="tx1" presStyleLbl="revTx" presStyleIdx="16" presStyleCnt="20"/>
      <dgm:spPr/>
    </dgm:pt>
    <dgm:pt modelId="{E0C325C2-2F62-4EEC-BB2E-781EF311BF55}" type="pres">
      <dgm:prSet presAssocID="{1BBCE2DE-3C04-406A-B18D-458BB05D4D8E}" presName="vert1" presStyleCnt="0"/>
      <dgm:spPr/>
    </dgm:pt>
    <dgm:pt modelId="{E8127ED5-BF49-4457-B53E-904933C74F7D}" type="pres">
      <dgm:prSet presAssocID="{A97F943F-2411-418B-AEBB-D4C806F30A44}" presName="vertSpace2a" presStyleCnt="0"/>
      <dgm:spPr/>
    </dgm:pt>
    <dgm:pt modelId="{21B47D9E-DF21-4390-B54E-22F8A95B6F60}" type="pres">
      <dgm:prSet presAssocID="{A97F943F-2411-418B-AEBB-D4C806F30A44}" presName="horz2" presStyleCnt="0"/>
      <dgm:spPr/>
    </dgm:pt>
    <dgm:pt modelId="{52AD8D00-EDA1-41F0-B9FF-4D582AA6F064}" type="pres">
      <dgm:prSet presAssocID="{A97F943F-2411-418B-AEBB-D4C806F30A44}" presName="horzSpace2" presStyleCnt="0"/>
      <dgm:spPr/>
    </dgm:pt>
    <dgm:pt modelId="{3E83FC76-C564-4DA1-A3BA-54776CA62CED}" type="pres">
      <dgm:prSet presAssocID="{A97F943F-2411-418B-AEBB-D4C806F30A44}" presName="tx2" presStyleLbl="revTx" presStyleIdx="17" presStyleCnt="20"/>
      <dgm:spPr/>
    </dgm:pt>
    <dgm:pt modelId="{7B9A3876-FD1C-4A8C-90A9-D2D4D15281D3}" type="pres">
      <dgm:prSet presAssocID="{A97F943F-2411-418B-AEBB-D4C806F30A44}" presName="vert2" presStyleCnt="0"/>
      <dgm:spPr/>
    </dgm:pt>
    <dgm:pt modelId="{09CE15F9-9697-45E1-9102-FD56F4168F27}" type="pres">
      <dgm:prSet presAssocID="{A97F943F-2411-418B-AEBB-D4C806F30A44}" presName="thinLine2b" presStyleLbl="callout" presStyleIdx="12" presStyleCnt="15"/>
      <dgm:spPr/>
    </dgm:pt>
    <dgm:pt modelId="{E02D5CE3-3CDA-430C-8A40-7D4B3BD24DC4}" type="pres">
      <dgm:prSet presAssocID="{A97F943F-2411-418B-AEBB-D4C806F30A44}" presName="vertSpace2b" presStyleCnt="0"/>
      <dgm:spPr/>
    </dgm:pt>
    <dgm:pt modelId="{D33CE002-1D7F-4553-B30F-E2A5A7D3B32A}" type="pres">
      <dgm:prSet presAssocID="{7EDA9370-AF4F-457E-AADD-84F605AA1C3C}" presName="horz2" presStyleCnt="0"/>
      <dgm:spPr/>
    </dgm:pt>
    <dgm:pt modelId="{6B2732B3-9CC8-419F-AE17-54890A442200}" type="pres">
      <dgm:prSet presAssocID="{7EDA9370-AF4F-457E-AADD-84F605AA1C3C}" presName="horzSpace2" presStyleCnt="0"/>
      <dgm:spPr/>
    </dgm:pt>
    <dgm:pt modelId="{8E209CA1-E259-4DC1-8FAB-531D179DB31F}" type="pres">
      <dgm:prSet presAssocID="{7EDA9370-AF4F-457E-AADD-84F605AA1C3C}" presName="tx2" presStyleLbl="revTx" presStyleIdx="18" presStyleCnt="20"/>
      <dgm:spPr/>
    </dgm:pt>
    <dgm:pt modelId="{7B71004A-620B-4190-AE46-38374401BA75}" type="pres">
      <dgm:prSet presAssocID="{7EDA9370-AF4F-457E-AADD-84F605AA1C3C}" presName="vert2" presStyleCnt="0"/>
      <dgm:spPr/>
    </dgm:pt>
    <dgm:pt modelId="{3B170484-6B13-4171-BFB3-E4EDF094625C}" type="pres">
      <dgm:prSet presAssocID="{7EDA9370-AF4F-457E-AADD-84F605AA1C3C}" presName="thinLine2b" presStyleLbl="callout" presStyleIdx="13" presStyleCnt="15"/>
      <dgm:spPr/>
    </dgm:pt>
    <dgm:pt modelId="{9CC45A46-13CD-43A7-ACBE-960C47AF2813}" type="pres">
      <dgm:prSet presAssocID="{7EDA9370-AF4F-457E-AADD-84F605AA1C3C}" presName="vertSpace2b" presStyleCnt="0"/>
      <dgm:spPr/>
    </dgm:pt>
    <dgm:pt modelId="{B14AC2E0-7C3C-40F0-86B4-8EA00C074D03}" type="pres">
      <dgm:prSet presAssocID="{5304E547-C162-40ED-B176-1256FA713CD2}" presName="horz2" presStyleCnt="0"/>
      <dgm:spPr/>
    </dgm:pt>
    <dgm:pt modelId="{BA889BA5-DF0D-4243-B6D5-B50580533428}" type="pres">
      <dgm:prSet presAssocID="{5304E547-C162-40ED-B176-1256FA713CD2}" presName="horzSpace2" presStyleCnt="0"/>
      <dgm:spPr/>
    </dgm:pt>
    <dgm:pt modelId="{AF153E9E-9C43-4E73-85F9-1BE6D7B447C7}" type="pres">
      <dgm:prSet presAssocID="{5304E547-C162-40ED-B176-1256FA713CD2}" presName="tx2" presStyleLbl="revTx" presStyleIdx="19" presStyleCnt="20"/>
      <dgm:spPr/>
    </dgm:pt>
    <dgm:pt modelId="{E1129E1D-F80A-4D20-AAAC-8A46E7893A00}" type="pres">
      <dgm:prSet presAssocID="{5304E547-C162-40ED-B176-1256FA713CD2}" presName="vert2" presStyleCnt="0"/>
      <dgm:spPr/>
    </dgm:pt>
    <dgm:pt modelId="{BD5A86B6-03F5-470B-BBF4-A4B4B555F9CD}" type="pres">
      <dgm:prSet presAssocID="{5304E547-C162-40ED-B176-1256FA713CD2}" presName="thinLine2b" presStyleLbl="callout" presStyleIdx="14" presStyleCnt="15"/>
      <dgm:spPr/>
    </dgm:pt>
    <dgm:pt modelId="{30B09795-E810-4A8E-AABF-7D51665B02B9}" type="pres">
      <dgm:prSet presAssocID="{5304E547-C162-40ED-B176-1256FA713CD2}" presName="vertSpace2b" presStyleCnt="0"/>
      <dgm:spPr/>
    </dgm:pt>
  </dgm:ptLst>
  <dgm:cxnLst>
    <dgm:cxn modelId="{025AA709-3536-43B1-BE9B-1F6832B050BF}" type="presOf" srcId="{126AA4BF-5915-47EA-900D-AC1BC91ED161}" destId="{8EBB8C0D-AF5C-4181-B106-C7692AC0D652}" srcOrd="0" destOrd="0" presId="urn:microsoft.com/office/officeart/2008/layout/LinedList"/>
    <dgm:cxn modelId="{4A0F7016-1327-4F5B-8AEF-0E7C9BCB4CD9}" type="presOf" srcId="{A1C92D8B-9F06-4E01-9C42-28C193D9A458}" destId="{8B502AC6-F84B-484F-8115-6C935E71F8C6}" srcOrd="0" destOrd="0" presId="urn:microsoft.com/office/officeart/2008/layout/LinedList"/>
    <dgm:cxn modelId="{202CFF16-D9EE-40DE-BBF5-C2AD8BECD908}" type="presOf" srcId="{C8DB02ED-9339-4BF1-B0C4-778C5CF7D2D4}" destId="{6E6C1B05-AC1E-4FC1-9F45-9C3D488110A9}" srcOrd="0" destOrd="0" presId="urn:microsoft.com/office/officeart/2008/layout/LinedList"/>
    <dgm:cxn modelId="{8C97441A-798E-4B48-8228-D5C39BDB778D}" srcId="{AA889612-C79D-4A7E-A4C5-AD4DF1DC9638}" destId="{6A6B6FB7-D27D-45D7-B131-1B5C9F1E1082}" srcOrd="1" destOrd="0" parTransId="{5DBDA8AA-8A3C-4DC7-A2D5-1E910DFA6F71}" sibTransId="{CC1E2586-9183-4C97-95D3-A8A91526B125}"/>
    <dgm:cxn modelId="{8E3B0627-CBAB-443C-9250-2E9B54F0E507}" srcId="{45F55F38-C0E2-4F2D-BC9C-95F2E60F8327}" destId="{126AA4BF-5915-47EA-900D-AC1BC91ED161}" srcOrd="1" destOrd="0" parTransId="{10EBD67B-F2D6-421E-98DD-113058477686}" sibTransId="{514BC184-D3A2-44FD-B509-56F52935AF5A}"/>
    <dgm:cxn modelId="{6D084F27-E535-4E69-90E8-50500A5ACECF}" type="presOf" srcId="{7CF5C970-A6EA-479A-A16A-B528F9215523}" destId="{78779332-CFD4-45C6-BA66-7F6BEE70FDED}" srcOrd="0" destOrd="0" presId="urn:microsoft.com/office/officeart/2008/layout/LinedList"/>
    <dgm:cxn modelId="{BD645127-2CBD-4500-803F-4A85CAD66CD5}" type="presOf" srcId="{11CD9CF6-0945-44C6-AAA2-116881243241}" destId="{DAA34671-066F-4E9A-8A2E-80153D052136}" srcOrd="0" destOrd="0" presId="urn:microsoft.com/office/officeart/2008/layout/LinedList"/>
    <dgm:cxn modelId="{92953329-29E6-464D-8517-64098BA08D7B}" type="presOf" srcId="{6A6B6FB7-D27D-45D7-B131-1B5C9F1E1082}" destId="{1C34587F-9D6B-46B6-95AD-A099F84B0047}" srcOrd="0" destOrd="0" presId="urn:microsoft.com/office/officeart/2008/layout/LinedList"/>
    <dgm:cxn modelId="{9C426030-915C-4F03-A982-E303BB8FB561}" srcId="{1BBCE2DE-3C04-406A-B18D-458BB05D4D8E}" destId="{A97F943F-2411-418B-AEBB-D4C806F30A44}" srcOrd="0" destOrd="0" parTransId="{9324F100-E21B-4862-9E68-CB7E45A24C2B}" sibTransId="{B9D8D693-0875-4E8E-BE98-892481FFCBD9}"/>
    <dgm:cxn modelId="{9B84E734-7AAE-40AB-BC41-5FDB5DB3EF1F}" srcId="{C557F672-E845-44F3-99B1-C2E983FE20CB}" destId="{7D111F0D-F58F-4066-ADEF-03AA3DE99C79}" srcOrd="1" destOrd="0" parTransId="{664DD384-B20F-4714-AAE8-BF68B6DB837D}" sibTransId="{FEFC9CC9-9519-45D0-B044-8BAB9D2990BE}"/>
    <dgm:cxn modelId="{23208D64-84D2-41E0-B145-7F244121FC3F}" type="presOf" srcId="{F925ACC1-4291-4C71-97FB-6DBB61F09E20}" destId="{627C293C-763C-4E13-AC7F-955635C4946B}" srcOrd="0" destOrd="0" presId="urn:microsoft.com/office/officeart/2008/layout/LinedList"/>
    <dgm:cxn modelId="{E4D38066-3C86-4593-AA41-40C6EEDE0C0C}" type="presOf" srcId="{BD14C8B8-A6AD-4F38-89F8-DF370FAAC2A0}" destId="{3E18FB69-FB8D-43F8-9288-D5D96133A36C}" srcOrd="0" destOrd="0" presId="urn:microsoft.com/office/officeart/2008/layout/LinedList"/>
    <dgm:cxn modelId="{DD5A8466-3DFE-4247-BBCE-CB8FFE612D57}" type="presOf" srcId="{1690D17F-66EA-44B7-A47E-1843E92E8B85}" destId="{124E0B3F-E4A0-424D-A670-DC4408FAD9CA}" srcOrd="0" destOrd="0" presId="urn:microsoft.com/office/officeart/2008/layout/LinedList"/>
    <dgm:cxn modelId="{B0BE6C67-A8A0-4E00-895C-DBEBCCF3B91D}" type="presOf" srcId="{0850CF29-9A04-4216-B3FB-AD76973E2F01}" destId="{33A4D0BA-F256-4D83-9561-4D26D1E1B838}" srcOrd="0" destOrd="0" presId="urn:microsoft.com/office/officeart/2008/layout/LinedList"/>
    <dgm:cxn modelId="{C8FEF167-157B-4029-8D87-598AB33C08BC}" type="presOf" srcId="{985E27AC-1AF4-4DD3-ACEF-66F379B7A558}" destId="{AA71D176-CC98-414D-99C1-A024A9D00361}" srcOrd="0" destOrd="0" presId="urn:microsoft.com/office/officeart/2008/layout/LinedList"/>
    <dgm:cxn modelId="{533BE568-3B8B-4021-BCF6-E334219225E8}" type="presOf" srcId="{1BBCE2DE-3C04-406A-B18D-458BB05D4D8E}" destId="{88132C9E-FAB8-4856-90EB-8A134B074B2F}" srcOrd="0" destOrd="0" presId="urn:microsoft.com/office/officeart/2008/layout/LinedList"/>
    <dgm:cxn modelId="{8F0F144B-25BC-4ACB-B1FF-F67EB9AD753E}" srcId="{C557F672-E845-44F3-99B1-C2E983FE20CB}" destId="{0850CF29-9A04-4216-B3FB-AD76973E2F01}" srcOrd="0" destOrd="0" parTransId="{93F2C7C6-2588-499B-A751-0CB7B62D4963}" sibTransId="{E4292015-42E1-4B8A-B401-B66F023A3219}"/>
    <dgm:cxn modelId="{2FC67351-6A59-4BC9-8A0E-B872ED4CCFD4}" type="presOf" srcId="{7D111F0D-F58F-4066-ADEF-03AA3DE99C79}" destId="{9BA15512-A3C3-4004-AB38-C809F4531548}" srcOrd="0" destOrd="0" presId="urn:microsoft.com/office/officeart/2008/layout/LinedList"/>
    <dgm:cxn modelId="{54D19B55-FC56-4D65-9345-263FB6606532}" srcId="{45F55F38-C0E2-4F2D-BC9C-95F2E60F8327}" destId="{11CD9CF6-0945-44C6-AAA2-116881243241}" srcOrd="0" destOrd="0" parTransId="{BB230618-1FE4-45FA-BE53-5B89B44E6A54}" sibTransId="{AC51DFA9-64FA-4847-BB0F-BC050D1BF301}"/>
    <dgm:cxn modelId="{36CBEB57-19BB-43B0-B277-E3ACCF072E11}" srcId="{499753A7-8D14-4ED6-AB9A-9B40476E00C3}" destId="{1690D17F-66EA-44B7-A47E-1843E92E8B85}" srcOrd="1" destOrd="0" parTransId="{7B53F578-37AD-4B94-A841-BFF79B8B8F5A}" sibTransId="{DAAF943D-A5EE-42F0-A7F4-09D4400B46EA}"/>
    <dgm:cxn modelId="{F5A73258-42C0-43DE-BB85-FD0ACF6C2E6A}" type="presOf" srcId="{45F55F38-C0E2-4F2D-BC9C-95F2E60F8327}" destId="{12E828A2-B72C-41E8-B76A-7E1858C81542}" srcOrd="0" destOrd="0" presId="urn:microsoft.com/office/officeart/2008/layout/LinedList"/>
    <dgm:cxn modelId="{51B5CC79-7C9D-476F-B041-854CD5CF425F}" type="presOf" srcId="{499753A7-8D14-4ED6-AB9A-9B40476E00C3}" destId="{81AF00B9-4FF9-49DD-950A-DC0E83EAB6E7}" srcOrd="0" destOrd="0" presId="urn:microsoft.com/office/officeart/2008/layout/LinedList"/>
    <dgm:cxn modelId="{E2B9E17A-0090-48E5-A770-D4E383617ED4}" type="presOf" srcId="{AA889612-C79D-4A7E-A4C5-AD4DF1DC9638}" destId="{7EA678FA-D9F3-4672-A1A2-0CB6C0DC3620}" srcOrd="0" destOrd="0" presId="urn:microsoft.com/office/officeart/2008/layout/LinedList"/>
    <dgm:cxn modelId="{3119667C-F3CF-463A-880E-C9C848381FF1}" type="presOf" srcId="{C557F672-E845-44F3-99B1-C2E983FE20CB}" destId="{46CDE0DB-BBCF-49BA-8730-716301911F37}" srcOrd="0" destOrd="0" presId="urn:microsoft.com/office/officeart/2008/layout/LinedList"/>
    <dgm:cxn modelId="{9209A295-4C2C-485F-A351-DF50E1831BFE}" srcId="{A1C92D8B-9F06-4E01-9C42-28C193D9A458}" destId="{AA889612-C79D-4A7E-A4C5-AD4DF1DC9638}" srcOrd="3" destOrd="0" parTransId="{FE57C3B9-A95F-44AA-AB78-0F595F25EEF6}" sibTransId="{F903E850-348A-4CCA-8787-7D662A2B1AAD}"/>
    <dgm:cxn modelId="{E2F183A4-023B-403F-AA8B-F17A3E942F8B}" type="presOf" srcId="{A97F943F-2411-418B-AEBB-D4C806F30A44}" destId="{3E83FC76-C564-4DA1-A3BA-54776CA62CED}" srcOrd="0" destOrd="0" presId="urn:microsoft.com/office/officeart/2008/layout/LinedList"/>
    <dgm:cxn modelId="{BFBA6AA9-3C43-450A-A8D0-7483BE472AD4}" srcId="{A1C92D8B-9F06-4E01-9C42-28C193D9A458}" destId="{1BBCE2DE-3C04-406A-B18D-458BB05D4D8E}" srcOrd="4" destOrd="0" parTransId="{B528E000-A1CB-4B8C-A6D6-393A1746B410}" sibTransId="{223FB45B-F6A0-44BD-8CAA-BC8DF359D541}"/>
    <dgm:cxn modelId="{21EB56AA-5555-437B-8940-0E4266142C96}" srcId="{45F55F38-C0E2-4F2D-BC9C-95F2E60F8327}" destId="{31C7568D-4B34-49CE-B615-27FFCB34E635}" srcOrd="2" destOrd="0" parTransId="{27256415-4DA4-406F-80C5-C2111796FFD4}" sibTransId="{D48E0E2A-8FE7-4099-997D-03ADFAF6C31A}"/>
    <dgm:cxn modelId="{E99F22AC-80F5-4962-AB80-5DDAC67C3E03}" srcId="{499753A7-8D14-4ED6-AB9A-9B40476E00C3}" destId="{F925ACC1-4291-4C71-97FB-6DBB61F09E20}" srcOrd="0" destOrd="0" parTransId="{3A42A49B-6355-4C20-8872-F307AE8516F7}" sibTransId="{A3AE1DE3-71A7-4068-BF33-6C18AC3309E0}"/>
    <dgm:cxn modelId="{9BAD80AC-DA1D-450F-B6A3-7607A551B075}" srcId="{C557F672-E845-44F3-99B1-C2E983FE20CB}" destId="{C8DB02ED-9339-4BF1-B0C4-778C5CF7D2D4}" srcOrd="2" destOrd="0" parTransId="{C49036ED-42E1-431B-8C8D-6690BDBF3766}" sibTransId="{CE58ED60-5660-462B-ACFD-A2BEE3A57615}"/>
    <dgm:cxn modelId="{459A49AD-0A82-4A4A-989E-25302A4325A6}" type="presOf" srcId="{31C7568D-4B34-49CE-B615-27FFCB34E635}" destId="{AD59F2AB-E06F-48C8-98B3-4A2D383F7F80}" srcOrd="0" destOrd="0" presId="urn:microsoft.com/office/officeart/2008/layout/LinedList"/>
    <dgm:cxn modelId="{DE375FBA-8EE6-49BF-835D-B20903C29F3C}" srcId="{A1C92D8B-9F06-4E01-9C42-28C193D9A458}" destId="{45F55F38-C0E2-4F2D-BC9C-95F2E60F8327}" srcOrd="2" destOrd="0" parTransId="{F7746078-2936-4BE3-B2D3-C12AB41E51E6}" sibTransId="{046DA19C-3678-4DD6-9D36-AA68D9E8C613}"/>
    <dgm:cxn modelId="{D26F69BF-047C-4CAF-AFAF-8628C12251C1}" srcId="{1BBCE2DE-3C04-406A-B18D-458BB05D4D8E}" destId="{7EDA9370-AF4F-457E-AADD-84F605AA1C3C}" srcOrd="1" destOrd="0" parTransId="{9A256CF9-514A-4615-9615-618AA950E058}" sibTransId="{B6FCE6CB-7A08-4548-B7DA-29369D2A54BE}"/>
    <dgm:cxn modelId="{354AD3C6-E82B-47EE-A83E-121E0F64E300}" srcId="{A1C92D8B-9F06-4E01-9C42-28C193D9A458}" destId="{C557F672-E845-44F3-99B1-C2E983FE20CB}" srcOrd="1" destOrd="0" parTransId="{37BCBD5B-1ACB-4112-B11C-5A6163DA13A5}" sibTransId="{73EFF6D4-56C3-489F-B9A3-97E482CF8A07}"/>
    <dgm:cxn modelId="{FFD41DC9-A0B6-4A64-8987-C8AC72D617AF}" type="presOf" srcId="{5304E547-C162-40ED-B176-1256FA713CD2}" destId="{AF153E9E-9C43-4E73-85F9-1BE6D7B447C7}" srcOrd="0" destOrd="0" presId="urn:microsoft.com/office/officeart/2008/layout/LinedList"/>
    <dgm:cxn modelId="{5BF0BDCC-C507-49E2-A4D8-F3654FC69AF5}" srcId="{A1C92D8B-9F06-4E01-9C42-28C193D9A458}" destId="{499753A7-8D14-4ED6-AB9A-9B40476E00C3}" srcOrd="0" destOrd="0" parTransId="{E68406E5-2C09-4C1F-8BE4-D57ECD741E43}" sibTransId="{C1A8B271-29A5-4636-985D-68B29CBAA3BD}"/>
    <dgm:cxn modelId="{2FC42CD2-F070-4C1D-A50A-23057D188386}" srcId="{499753A7-8D14-4ED6-AB9A-9B40476E00C3}" destId="{7CF5C970-A6EA-479A-A16A-B528F9215523}" srcOrd="2" destOrd="0" parTransId="{95153897-D72F-41AA-9E82-8E4CD9AF0D9A}" sibTransId="{DA8A9EDD-7C00-4FB1-803F-F6EE6D16F340}"/>
    <dgm:cxn modelId="{0C706FDE-636F-4E72-9339-76C6DE345144}" srcId="{1BBCE2DE-3C04-406A-B18D-458BB05D4D8E}" destId="{5304E547-C162-40ED-B176-1256FA713CD2}" srcOrd="2" destOrd="0" parTransId="{37E4EC00-04A7-4309-827B-F8130384D84A}" sibTransId="{1A694E7E-BC3A-42B4-A9A4-76F9D1F8B6BE}"/>
    <dgm:cxn modelId="{49A672E0-6164-408E-8906-4DB61C9BE90F}" srcId="{AA889612-C79D-4A7E-A4C5-AD4DF1DC9638}" destId="{985E27AC-1AF4-4DD3-ACEF-66F379B7A558}" srcOrd="0" destOrd="0" parTransId="{7A9C8208-ED29-44E2-9A5F-2DC48A7F504C}" sibTransId="{6EAF8F95-0F4C-4DEC-A104-EF8B7456D2A8}"/>
    <dgm:cxn modelId="{2021C0E1-140D-48D4-A974-7FF860F2BE08}" type="presOf" srcId="{7EDA9370-AF4F-457E-AADD-84F605AA1C3C}" destId="{8E209CA1-E259-4DC1-8FAB-531D179DB31F}" srcOrd="0" destOrd="0" presId="urn:microsoft.com/office/officeart/2008/layout/LinedList"/>
    <dgm:cxn modelId="{4D5742E3-A5F5-4F40-A805-C9C388097670}" srcId="{AA889612-C79D-4A7E-A4C5-AD4DF1DC9638}" destId="{BD14C8B8-A6AD-4F38-89F8-DF370FAAC2A0}" srcOrd="2" destOrd="0" parTransId="{88D74249-8ECE-4103-A7C4-117585F89CF3}" sibTransId="{7DACB75D-2182-4622-946A-30D52F0F89D6}"/>
    <dgm:cxn modelId="{A718D845-A4EA-4333-8F2A-FF27D4C56CF9}" type="presParOf" srcId="{8B502AC6-F84B-484F-8115-6C935E71F8C6}" destId="{228971E4-39ED-476B-9982-17B787296AE5}" srcOrd="0" destOrd="0" presId="urn:microsoft.com/office/officeart/2008/layout/LinedList"/>
    <dgm:cxn modelId="{D55C85BC-7837-43F7-9E92-5D9949BC9302}" type="presParOf" srcId="{8B502AC6-F84B-484F-8115-6C935E71F8C6}" destId="{6B71DB97-F26A-42FB-8A54-64451A10EA5A}" srcOrd="1" destOrd="0" presId="urn:microsoft.com/office/officeart/2008/layout/LinedList"/>
    <dgm:cxn modelId="{C1253055-141E-4DA6-823E-D6F8A13186C3}" type="presParOf" srcId="{6B71DB97-F26A-42FB-8A54-64451A10EA5A}" destId="{81AF00B9-4FF9-49DD-950A-DC0E83EAB6E7}" srcOrd="0" destOrd="0" presId="urn:microsoft.com/office/officeart/2008/layout/LinedList"/>
    <dgm:cxn modelId="{499EDFCC-4452-4F74-9428-C262A6CE39FE}" type="presParOf" srcId="{6B71DB97-F26A-42FB-8A54-64451A10EA5A}" destId="{4DF645AC-92ED-4D39-8771-F3EF54B5433C}" srcOrd="1" destOrd="0" presId="urn:microsoft.com/office/officeart/2008/layout/LinedList"/>
    <dgm:cxn modelId="{3C27E9AA-8607-4E1D-9AF7-D5CA2FA88AA1}" type="presParOf" srcId="{4DF645AC-92ED-4D39-8771-F3EF54B5433C}" destId="{D917B2C2-9EA1-40A8-9E85-3CD54FBCD63F}" srcOrd="0" destOrd="0" presId="urn:microsoft.com/office/officeart/2008/layout/LinedList"/>
    <dgm:cxn modelId="{D3F30953-DDF0-4C93-80C4-389B4192C956}" type="presParOf" srcId="{4DF645AC-92ED-4D39-8771-F3EF54B5433C}" destId="{DF53B6F0-C2DF-45DF-A344-E8B6E41EAF40}" srcOrd="1" destOrd="0" presId="urn:microsoft.com/office/officeart/2008/layout/LinedList"/>
    <dgm:cxn modelId="{799A3A08-CF32-4408-B155-0C6242BB003B}" type="presParOf" srcId="{DF53B6F0-C2DF-45DF-A344-E8B6E41EAF40}" destId="{C1F5B1D5-31DD-4398-84F6-460A591BF234}" srcOrd="0" destOrd="0" presId="urn:microsoft.com/office/officeart/2008/layout/LinedList"/>
    <dgm:cxn modelId="{E212B5D9-2470-4D37-AEA3-80797E3124A8}" type="presParOf" srcId="{DF53B6F0-C2DF-45DF-A344-E8B6E41EAF40}" destId="{627C293C-763C-4E13-AC7F-955635C4946B}" srcOrd="1" destOrd="0" presId="urn:microsoft.com/office/officeart/2008/layout/LinedList"/>
    <dgm:cxn modelId="{248FA3AD-7113-4D4A-B619-65040354E7D4}" type="presParOf" srcId="{DF53B6F0-C2DF-45DF-A344-E8B6E41EAF40}" destId="{7D3040A9-E03D-4C07-AB88-02342FF78F0B}" srcOrd="2" destOrd="0" presId="urn:microsoft.com/office/officeart/2008/layout/LinedList"/>
    <dgm:cxn modelId="{A566FFA1-C138-45C9-9751-FD5E423BB090}" type="presParOf" srcId="{4DF645AC-92ED-4D39-8771-F3EF54B5433C}" destId="{DA8A0863-9388-4A23-9B74-91442E4E38AA}" srcOrd="2" destOrd="0" presId="urn:microsoft.com/office/officeart/2008/layout/LinedList"/>
    <dgm:cxn modelId="{931ED4A2-328B-43AC-94D4-088F1409838F}" type="presParOf" srcId="{4DF645AC-92ED-4D39-8771-F3EF54B5433C}" destId="{AB33E782-64B2-4ADA-AC36-C25C42863677}" srcOrd="3" destOrd="0" presId="urn:microsoft.com/office/officeart/2008/layout/LinedList"/>
    <dgm:cxn modelId="{508B90BE-C894-4740-9BC7-191945F242ED}" type="presParOf" srcId="{4DF645AC-92ED-4D39-8771-F3EF54B5433C}" destId="{B559908D-A53C-47CE-812B-35BDC868692C}" srcOrd="4" destOrd="0" presId="urn:microsoft.com/office/officeart/2008/layout/LinedList"/>
    <dgm:cxn modelId="{F59D7437-E8BC-4856-98F2-436D0BA5EFB9}" type="presParOf" srcId="{B559908D-A53C-47CE-812B-35BDC868692C}" destId="{DE0A3EBA-D205-4461-904D-1FB67FF41AE6}" srcOrd="0" destOrd="0" presId="urn:microsoft.com/office/officeart/2008/layout/LinedList"/>
    <dgm:cxn modelId="{B6026EDA-C474-4EF4-898B-0318BA40C54D}" type="presParOf" srcId="{B559908D-A53C-47CE-812B-35BDC868692C}" destId="{124E0B3F-E4A0-424D-A670-DC4408FAD9CA}" srcOrd="1" destOrd="0" presId="urn:microsoft.com/office/officeart/2008/layout/LinedList"/>
    <dgm:cxn modelId="{16598E57-A624-4F8A-9847-5F4055348B70}" type="presParOf" srcId="{B559908D-A53C-47CE-812B-35BDC868692C}" destId="{AA00E8B5-3A9B-47FA-875C-BFB8AB801830}" srcOrd="2" destOrd="0" presId="urn:microsoft.com/office/officeart/2008/layout/LinedList"/>
    <dgm:cxn modelId="{B7F842E2-94F3-47CA-9E82-60E5904C158B}" type="presParOf" srcId="{4DF645AC-92ED-4D39-8771-F3EF54B5433C}" destId="{73634D70-E579-42C1-BF2A-8BFF41F03234}" srcOrd="5" destOrd="0" presId="urn:microsoft.com/office/officeart/2008/layout/LinedList"/>
    <dgm:cxn modelId="{2588B35B-822D-4891-A526-005411791EDB}" type="presParOf" srcId="{4DF645AC-92ED-4D39-8771-F3EF54B5433C}" destId="{344640C0-249C-41EB-9EBC-94486D018FA6}" srcOrd="6" destOrd="0" presId="urn:microsoft.com/office/officeart/2008/layout/LinedList"/>
    <dgm:cxn modelId="{91BAF018-27B0-4E27-824D-85FA23524FF3}" type="presParOf" srcId="{4DF645AC-92ED-4D39-8771-F3EF54B5433C}" destId="{9B417165-FA3F-49F3-9133-5AD90EE9057D}" srcOrd="7" destOrd="0" presId="urn:microsoft.com/office/officeart/2008/layout/LinedList"/>
    <dgm:cxn modelId="{C4490D9C-02A7-4385-BED8-7BAD194D9E1F}" type="presParOf" srcId="{9B417165-FA3F-49F3-9133-5AD90EE9057D}" destId="{193BC6EE-5340-4226-8010-4A9E523A6246}" srcOrd="0" destOrd="0" presId="urn:microsoft.com/office/officeart/2008/layout/LinedList"/>
    <dgm:cxn modelId="{4DD0C320-B858-4B49-AC0F-495464FD4CBF}" type="presParOf" srcId="{9B417165-FA3F-49F3-9133-5AD90EE9057D}" destId="{78779332-CFD4-45C6-BA66-7F6BEE70FDED}" srcOrd="1" destOrd="0" presId="urn:microsoft.com/office/officeart/2008/layout/LinedList"/>
    <dgm:cxn modelId="{B3CF4E9B-B424-4DD8-BD52-11FAABA6B05F}" type="presParOf" srcId="{9B417165-FA3F-49F3-9133-5AD90EE9057D}" destId="{6124FE04-AF5D-420D-A040-062E00190A5F}" srcOrd="2" destOrd="0" presId="urn:microsoft.com/office/officeart/2008/layout/LinedList"/>
    <dgm:cxn modelId="{8C302759-9A63-4D91-B902-01EEF71DC28C}" type="presParOf" srcId="{4DF645AC-92ED-4D39-8771-F3EF54B5433C}" destId="{C795F721-24A9-431F-A62E-03AB7E9C9F5E}" srcOrd="8" destOrd="0" presId="urn:microsoft.com/office/officeart/2008/layout/LinedList"/>
    <dgm:cxn modelId="{9859DD3E-BC02-468B-9A35-9183D677EAEF}" type="presParOf" srcId="{4DF645AC-92ED-4D39-8771-F3EF54B5433C}" destId="{5ED74473-114D-4FAE-B7C2-50D9963B7CD1}" srcOrd="9" destOrd="0" presId="urn:microsoft.com/office/officeart/2008/layout/LinedList"/>
    <dgm:cxn modelId="{440A1BE6-E929-4F7D-B4B4-176BBFC71D7F}" type="presParOf" srcId="{8B502AC6-F84B-484F-8115-6C935E71F8C6}" destId="{453D84FB-F61C-419C-9F5D-84D877F50E24}" srcOrd="2" destOrd="0" presId="urn:microsoft.com/office/officeart/2008/layout/LinedList"/>
    <dgm:cxn modelId="{2C3B65FF-7CFA-4F47-A5AC-92974998D254}" type="presParOf" srcId="{8B502AC6-F84B-484F-8115-6C935E71F8C6}" destId="{4E1F0CE7-1287-4CD1-B5CA-343CEF80F94E}" srcOrd="3" destOrd="0" presId="urn:microsoft.com/office/officeart/2008/layout/LinedList"/>
    <dgm:cxn modelId="{C0D52719-C0BE-4BA2-89F3-D44DEB352F85}" type="presParOf" srcId="{4E1F0CE7-1287-4CD1-B5CA-343CEF80F94E}" destId="{46CDE0DB-BBCF-49BA-8730-716301911F37}" srcOrd="0" destOrd="0" presId="urn:microsoft.com/office/officeart/2008/layout/LinedList"/>
    <dgm:cxn modelId="{096E1588-443A-40BA-B80F-57015D9E08B3}" type="presParOf" srcId="{4E1F0CE7-1287-4CD1-B5CA-343CEF80F94E}" destId="{3093D339-283A-43EA-A4F0-1A097D2F320E}" srcOrd="1" destOrd="0" presId="urn:microsoft.com/office/officeart/2008/layout/LinedList"/>
    <dgm:cxn modelId="{8C148AC9-8224-473D-B41D-34D9BF96A064}" type="presParOf" srcId="{3093D339-283A-43EA-A4F0-1A097D2F320E}" destId="{083A062A-AD97-4C4B-880A-D1090EBD0CA1}" srcOrd="0" destOrd="0" presId="urn:microsoft.com/office/officeart/2008/layout/LinedList"/>
    <dgm:cxn modelId="{23F64B07-040C-47ED-A309-3A47C67F6E4B}" type="presParOf" srcId="{3093D339-283A-43EA-A4F0-1A097D2F320E}" destId="{F0679EDA-0851-4B03-90E3-57E89F4C10E3}" srcOrd="1" destOrd="0" presId="urn:microsoft.com/office/officeart/2008/layout/LinedList"/>
    <dgm:cxn modelId="{AEA9E0DF-7AFE-4F29-990C-3EAC633EAC2B}" type="presParOf" srcId="{F0679EDA-0851-4B03-90E3-57E89F4C10E3}" destId="{F3BE00A3-804C-4BDA-8F27-2AC9E2267435}" srcOrd="0" destOrd="0" presId="urn:microsoft.com/office/officeart/2008/layout/LinedList"/>
    <dgm:cxn modelId="{616AD283-46BB-48EC-BC68-1AE8C5303240}" type="presParOf" srcId="{F0679EDA-0851-4B03-90E3-57E89F4C10E3}" destId="{33A4D0BA-F256-4D83-9561-4D26D1E1B838}" srcOrd="1" destOrd="0" presId="urn:microsoft.com/office/officeart/2008/layout/LinedList"/>
    <dgm:cxn modelId="{58FF8F87-E52B-4926-B47C-CB3883ED72F6}" type="presParOf" srcId="{F0679EDA-0851-4B03-90E3-57E89F4C10E3}" destId="{D45501A1-7982-49AB-BCEF-7CE4F64F575B}" srcOrd="2" destOrd="0" presId="urn:microsoft.com/office/officeart/2008/layout/LinedList"/>
    <dgm:cxn modelId="{D5D49CC2-E4C8-41A6-A9CC-8E76223948DD}" type="presParOf" srcId="{3093D339-283A-43EA-A4F0-1A097D2F320E}" destId="{2970C346-C480-440D-9B7C-7465D35196F5}" srcOrd="2" destOrd="0" presId="urn:microsoft.com/office/officeart/2008/layout/LinedList"/>
    <dgm:cxn modelId="{5261B1F5-4298-441D-A82F-655A676A94EE}" type="presParOf" srcId="{3093D339-283A-43EA-A4F0-1A097D2F320E}" destId="{92FB8A44-ED99-4561-9E20-323AA9E04759}" srcOrd="3" destOrd="0" presId="urn:microsoft.com/office/officeart/2008/layout/LinedList"/>
    <dgm:cxn modelId="{05618669-2328-444B-ABEA-98580321163E}" type="presParOf" srcId="{3093D339-283A-43EA-A4F0-1A097D2F320E}" destId="{A32F6F8B-2753-4E56-8DB0-C13B78CCBF9A}" srcOrd="4" destOrd="0" presId="urn:microsoft.com/office/officeart/2008/layout/LinedList"/>
    <dgm:cxn modelId="{9D29E7A8-85CC-449D-BD42-4B5F196413F8}" type="presParOf" srcId="{A32F6F8B-2753-4E56-8DB0-C13B78CCBF9A}" destId="{38860975-DF38-481C-8362-3015FF1BFC62}" srcOrd="0" destOrd="0" presId="urn:microsoft.com/office/officeart/2008/layout/LinedList"/>
    <dgm:cxn modelId="{DE6B3D3B-3522-4C07-89E8-F76EA130D67F}" type="presParOf" srcId="{A32F6F8B-2753-4E56-8DB0-C13B78CCBF9A}" destId="{9BA15512-A3C3-4004-AB38-C809F4531548}" srcOrd="1" destOrd="0" presId="urn:microsoft.com/office/officeart/2008/layout/LinedList"/>
    <dgm:cxn modelId="{4D92F5AA-3CD0-4D98-B6A0-D2D7E917E5E8}" type="presParOf" srcId="{A32F6F8B-2753-4E56-8DB0-C13B78CCBF9A}" destId="{1280E38E-F582-4CFB-822E-B7C489CA029C}" srcOrd="2" destOrd="0" presId="urn:microsoft.com/office/officeart/2008/layout/LinedList"/>
    <dgm:cxn modelId="{33768A9B-1AD3-4EF9-BD11-A2FFC81547DC}" type="presParOf" srcId="{3093D339-283A-43EA-A4F0-1A097D2F320E}" destId="{07EC57C1-CB74-4602-841F-7893EDF3C692}" srcOrd="5" destOrd="0" presId="urn:microsoft.com/office/officeart/2008/layout/LinedList"/>
    <dgm:cxn modelId="{F39F7526-07E0-490B-A9DD-50C4CF232073}" type="presParOf" srcId="{3093D339-283A-43EA-A4F0-1A097D2F320E}" destId="{626733B5-AC2B-4DD4-B6F2-179CC07BD006}" srcOrd="6" destOrd="0" presId="urn:microsoft.com/office/officeart/2008/layout/LinedList"/>
    <dgm:cxn modelId="{1EE453A9-8152-46C9-BD63-46CA114D129F}" type="presParOf" srcId="{3093D339-283A-43EA-A4F0-1A097D2F320E}" destId="{CCC44CA4-A998-4AFE-BD23-0D75D3288933}" srcOrd="7" destOrd="0" presId="urn:microsoft.com/office/officeart/2008/layout/LinedList"/>
    <dgm:cxn modelId="{B8949060-16DB-4BBA-8608-7E70414B2E9C}" type="presParOf" srcId="{CCC44CA4-A998-4AFE-BD23-0D75D3288933}" destId="{8B1653A3-BB93-41E7-88B5-1B924AAE34F1}" srcOrd="0" destOrd="0" presId="urn:microsoft.com/office/officeart/2008/layout/LinedList"/>
    <dgm:cxn modelId="{0A3CB9BF-6D18-4C87-B181-2767C73E8DEE}" type="presParOf" srcId="{CCC44CA4-A998-4AFE-BD23-0D75D3288933}" destId="{6E6C1B05-AC1E-4FC1-9F45-9C3D488110A9}" srcOrd="1" destOrd="0" presId="urn:microsoft.com/office/officeart/2008/layout/LinedList"/>
    <dgm:cxn modelId="{A64739A9-DE26-40BA-B208-C87C5FE2830F}" type="presParOf" srcId="{CCC44CA4-A998-4AFE-BD23-0D75D3288933}" destId="{94303DE7-644D-4D42-A43F-4AEBA908213C}" srcOrd="2" destOrd="0" presId="urn:microsoft.com/office/officeart/2008/layout/LinedList"/>
    <dgm:cxn modelId="{53ACBEBB-8A58-48E8-A505-CBA089B9799A}" type="presParOf" srcId="{3093D339-283A-43EA-A4F0-1A097D2F320E}" destId="{DA557584-DE18-4A91-AABD-F11B7D863453}" srcOrd="8" destOrd="0" presId="urn:microsoft.com/office/officeart/2008/layout/LinedList"/>
    <dgm:cxn modelId="{E019EA29-4456-4F63-B234-DF31006B9EA5}" type="presParOf" srcId="{3093D339-283A-43EA-A4F0-1A097D2F320E}" destId="{0EA9FBFC-2871-407A-B0E6-D92578FAFCE9}" srcOrd="9" destOrd="0" presId="urn:microsoft.com/office/officeart/2008/layout/LinedList"/>
    <dgm:cxn modelId="{FB36AD8A-675E-46A7-A76E-255489BE8BD4}" type="presParOf" srcId="{8B502AC6-F84B-484F-8115-6C935E71F8C6}" destId="{E5EAD45F-7820-4F11-8310-00B20E9FE0CF}" srcOrd="4" destOrd="0" presId="urn:microsoft.com/office/officeart/2008/layout/LinedList"/>
    <dgm:cxn modelId="{FB606C02-2370-4824-93F5-0239E17BEF09}" type="presParOf" srcId="{8B502AC6-F84B-484F-8115-6C935E71F8C6}" destId="{A236FAB8-BE2A-49D1-A17C-4AACF0B5F470}" srcOrd="5" destOrd="0" presId="urn:microsoft.com/office/officeart/2008/layout/LinedList"/>
    <dgm:cxn modelId="{CC21ADE8-F0CC-4C73-A46E-5D93ED16E9E9}" type="presParOf" srcId="{A236FAB8-BE2A-49D1-A17C-4AACF0B5F470}" destId="{12E828A2-B72C-41E8-B76A-7E1858C81542}" srcOrd="0" destOrd="0" presId="urn:microsoft.com/office/officeart/2008/layout/LinedList"/>
    <dgm:cxn modelId="{9E9C6E4E-3A72-486A-BA46-841AB8C5AF8F}" type="presParOf" srcId="{A236FAB8-BE2A-49D1-A17C-4AACF0B5F470}" destId="{529827CC-00A0-4985-A634-54F389906FAF}" srcOrd="1" destOrd="0" presId="urn:microsoft.com/office/officeart/2008/layout/LinedList"/>
    <dgm:cxn modelId="{20AEDEA1-954A-4A85-AD36-8F5CE4A9526B}" type="presParOf" srcId="{529827CC-00A0-4985-A634-54F389906FAF}" destId="{69F16C7D-A496-4E01-A5C9-BFD4839DB0BE}" srcOrd="0" destOrd="0" presId="urn:microsoft.com/office/officeart/2008/layout/LinedList"/>
    <dgm:cxn modelId="{C18F0E3C-BD55-45B1-AD54-76819CA1134C}" type="presParOf" srcId="{529827CC-00A0-4985-A634-54F389906FAF}" destId="{2BA6078F-325F-4E4A-ABE6-C8D66395D49E}" srcOrd="1" destOrd="0" presId="urn:microsoft.com/office/officeart/2008/layout/LinedList"/>
    <dgm:cxn modelId="{652DF938-087D-4020-B82B-7CF473F08E32}" type="presParOf" srcId="{2BA6078F-325F-4E4A-ABE6-C8D66395D49E}" destId="{5C0A6A62-C456-41C3-B07B-AE5299BB35C6}" srcOrd="0" destOrd="0" presId="urn:microsoft.com/office/officeart/2008/layout/LinedList"/>
    <dgm:cxn modelId="{B95BF500-9F1B-4CF1-B632-A2669123CEB9}" type="presParOf" srcId="{2BA6078F-325F-4E4A-ABE6-C8D66395D49E}" destId="{DAA34671-066F-4E9A-8A2E-80153D052136}" srcOrd="1" destOrd="0" presId="urn:microsoft.com/office/officeart/2008/layout/LinedList"/>
    <dgm:cxn modelId="{BD36082D-91E7-4656-BBE2-F9F53E67AD08}" type="presParOf" srcId="{2BA6078F-325F-4E4A-ABE6-C8D66395D49E}" destId="{892BF338-72EE-4437-AE29-78A9B832247A}" srcOrd="2" destOrd="0" presId="urn:microsoft.com/office/officeart/2008/layout/LinedList"/>
    <dgm:cxn modelId="{1E7C91DF-82F9-4BAC-A18D-8494CB74DB0B}" type="presParOf" srcId="{529827CC-00A0-4985-A634-54F389906FAF}" destId="{6C2E4F78-FD16-450D-A40D-412EE514ADD3}" srcOrd="2" destOrd="0" presId="urn:microsoft.com/office/officeart/2008/layout/LinedList"/>
    <dgm:cxn modelId="{DCD0C9B9-8DB7-469F-BB4A-A96351ADCC7B}" type="presParOf" srcId="{529827CC-00A0-4985-A634-54F389906FAF}" destId="{F8F8DC1C-0CEC-4DDF-94BE-D72D9FA8FD25}" srcOrd="3" destOrd="0" presId="urn:microsoft.com/office/officeart/2008/layout/LinedList"/>
    <dgm:cxn modelId="{CD7A4C6F-CD3C-4461-ACD6-F46DABC3008E}" type="presParOf" srcId="{529827CC-00A0-4985-A634-54F389906FAF}" destId="{8B46D784-7B8A-45C8-8748-4384D1FC79BB}" srcOrd="4" destOrd="0" presId="urn:microsoft.com/office/officeart/2008/layout/LinedList"/>
    <dgm:cxn modelId="{5BF5F857-D352-40D9-8C79-B1814C1E3175}" type="presParOf" srcId="{8B46D784-7B8A-45C8-8748-4384D1FC79BB}" destId="{21F585C7-F059-4649-B36D-CB1C32308A00}" srcOrd="0" destOrd="0" presId="urn:microsoft.com/office/officeart/2008/layout/LinedList"/>
    <dgm:cxn modelId="{72BBB1D8-5B43-490E-AE21-DD43E142EC40}" type="presParOf" srcId="{8B46D784-7B8A-45C8-8748-4384D1FC79BB}" destId="{8EBB8C0D-AF5C-4181-B106-C7692AC0D652}" srcOrd="1" destOrd="0" presId="urn:microsoft.com/office/officeart/2008/layout/LinedList"/>
    <dgm:cxn modelId="{5ADAF416-A7C0-4DE5-9FF1-CD899F2B55A8}" type="presParOf" srcId="{8B46D784-7B8A-45C8-8748-4384D1FC79BB}" destId="{1AB34C83-77E8-4274-8171-019E2D9F800B}" srcOrd="2" destOrd="0" presId="urn:microsoft.com/office/officeart/2008/layout/LinedList"/>
    <dgm:cxn modelId="{9B0E1270-42BE-44B7-81B5-EA21E6EF3A33}" type="presParOf" srcId="{529827CC-00A0-4985-A634-54F389906FAF}" destId="{9C823658-6988-4E80-BD58-FF3F4F08DD60}" srcOrd="5" destOrd="0" presId="urn:microsoft.com/office/officeart/2008/layout/LinedList"/>
    <dgm:cxn modelId="{84D21C31-4786-4B40-96AA-44177098ED94}" type="presParOf" srcId="{529827CC-00A0-4985-A634-54F389906FAF}" destId="{3D14EBD7-AC2F-46E4-A206-A9DC7F166F41}" srcOrd="6" destOrd="0" presId="urn:microsoft.com/office/officeart/2008/layout/LinedList"/>
    <dgm:cxn modelId="{4AC0A56F-4D91-4700-AA53-8159B0512F51}" type="presParOf" srcId="{529827CC-00A0-4985-A634-54F389906FAF}" destId="{37CF596E-D280-4641-B3AE-4231A8917A22}" srcOrd="7" destOrd="0" presId="urn:microsoft.com/office/officeart/2008/layout/LinedList"/>
    <dgm:cxn modelId="{708E789D-FE24-43DA-9912-9EC5954595AE}" type="presParOf" srcId="{37CF596E-D280-4641-B3AE-4231A8917A22}" destId="{81FFE362-08CB-463E-AECE-12BBF0C23FDE}" srcOrd="0" destOrd="0" presId="urn:microsoft.com/office/officeart/2008/layout/LinedList"/>
    <dgm:cxn modelId="{CF8EBAF2-0F19-4DF7-967D-485DDF033B96}" type="presParOf" srcId="{37CF596E-D280-4641-B3AE-4231A8917A22}" destId="{AD59F2AB-E06F-48C8-98B3-4A2D383F7F80}" srcOrd="1" destOrd="0" presId="urn:microsoft.com/office/officeart/2008/layout/LinedList"/>
    <dgm:cxn modelId="{040E745F-50AC-4AE5-B8BC-722758DB34CF}" type="presParOf" srcId="{37CF596E-D280-4641-B3AE-4231A8917A22}" destId="{4B2A4F5A-B194-4D93-A737-97569A4060ED}" srcOrd="2" destOrd="0" presId="urn:microsoft.com/office/officeart/2008/layout/LinedList"/>
    <dgm:cxn modelId="{5FDC0CFB-C2BE-4151-AB26-1B52059E0A02}" type="presParOf" srcId="{529827CC-00A0-4985-A634-54F389906FAF}" destId="{B1CF1856-DB26-49A2-B24F-DFFC37F8D536}" srcOrd="8" destOrd="0" presId="urn:microsoft.com/office/officeart/2008/layout/LinedList"/>
    <dgm:cxn modelId="{1E1F1744-5511-436C-8BA8-780C145345B4}" type="presParOf" srcId="{529827CC-00A0-4985-A634-54F389906FAF}" destId="{94BBB1B1-8A73-48DC-BE00-3A3A059B9889}" srcOrd="9" destOrd="0" presId="urn:microsoft.com/office/officeart/2008/layout/LinedList"/>
    <dgm:cxn modelId="{8DAB9E39-71A2-45CF-BAFF-CD6C4E0D5FC2}" type="presParOf" srcId="{8B502AC6-F84B-484F-8115-6C935E71F8C6}" destId="{935D3E48-8CAB-42F0-B6D9-F79227ADD0E9}" srcOrd="6" destOrd="0" presId="urn:microsoft.com/office/officeart/2008/layout/LinedList"/>
    <dgm:cxn modelId="{E2E48394-5AC6-4C72-BAB7-A1C6CE80FCBA}" type="presParOf" srcId="{8B502AC6-F84B-484F-8115-6C935E71F8C6}" destId="{65634AC6-5C67-4529-A4B7-8D72312BDC06}" srcOrd="7" destOrd="0" presId="urn:microsoft.com/office/officeart/2008/layout/LinedList"/>
    <dgm:cxn modelId="{4775F048-087F-41F7-946C-4CE9FDBD20B5}" type="presParOf" srcId="{65634AC6-5C67-4529-A4B7-8D72312BDC06}" destId="{7EA678FA-D9F3-4672-A1A2-0CB6C0DC3620}" srcOrd="0" destOrd="0" presId="urn:microsoft.com/office/officeart/2008/layout/LinedList"/>
    <dgm:cxn modelId="{457EA081-0EF2-4FBE-999C-19A243FA5AD4}" type="presParOf" srcId="{65634AC6-5C67-4529-A4B7-8D72312BDC06}" destId="{4C8921B0-9EFA-47CF-B7FF-3FBE59EEA99E}" srcOrd="1" destOrd="0" presId="urn:microsoft.com/office/officeart/2008/layout/LinedList"/>
    <dgm:cxn modelId="{E3EA5E96-FF64-428A-9E56-70282AF05CC3}" type="presParOf" srcId="{4C8921B0-9EFA-47CF-B7FF-3FBE59EEA99E}" destId="{A188457F-B0F8-404B-999C-6A14AAD0C02B}" srcOrd="0" destOrd="0" presId="urn:microsoft.com/office/officeart/2008/layout/LinedList"/>
    <dgm:cxn modelId="{B3378A5D-5141-4E08-82E1-B11AB41978A8}" type="presParOf" srcId="{4C8921B0-9EFA-47CF-B7FF-3FBE59EEA99E}" destId="{6CF3047B-BDF1-447D-B966-A30C8B93CE65}" srcOrd="1" destOrd="0" presId="urn:microsoft.com/office/officeart/2008/layout/LinedList"/>
    <dgm:cxn modelId="{1BD97E15-391C-4235-A23C-D8ACA5334D0C}" type="presParOf" srcId="{6CF3047B-BDF1-447D-B966-A30C8B93CE65}" destId="{C450A16F-FD43-4A6A-ABBC-123CC16773CF}" srcOrd="0" destOrd="0" presId="urn:microsoft.com/office/officeart/2008/layout/LinedList"/>
    <dgm:cxn modelId="{C2091386-6BE3-4763-BA88-9400BAD0C580}" type="presParOf" srcId="{6CF3047B-BDF1-447D-B966-A30C8B93CE65}" destId="{AA71D176-CC98-414D-99C1-A024A9D00361}" srcOrd="1" destOrd="0" presId="urn:microsoft.com/office/officeart/2008/layout/LinedList"/>
    <dgm:cxn modelId="{7E21A307-29B2-4A98-9AD8-5B5741777452}" type="presParOf" srcId="{6CF3047B-BDF1-447D-B966-A30C8B93CE65}" destId="{F17BFF98-8D3D-4473-BE93-EB8DFE1D64C1}" srcOrd="2" destOrd="0" presId="urn:microsoft.com/office/officeart/2008/layout/LinedList"/>
    <dgm:cxn modelId="{ECDDE8AD-6440-45C7-82BA-2C3B47920308}" type="presParOf" srcId="{4C8921B0-9EFA-47CF-B7FF-3FBE59EEA99E}" destId="{44279A6E-0BBF-49C5-BDC9-DE33C2A8D10F}" srcOrd="2" destOrd="0" presId="urn:microsoft.com/office/officeart/2008/layout/LinedList"/>
    <dgm:cxn modelId="{B92A0C0A-09B7-4878-BBE4-310116251DD0}" type="presParOf" srcId="{4C8921B0-9EFA-47CF-B7FF-3FBE59EEA99E}" destId="{5E26806C-F190-47BC-8779-DE47111C751F}" srcOrd="3" destOrd="0" presId="urn:microsoft.com/office/officeart/2008/layout/LinedList"/>
    <dgm:cxn modelId="{43F7AA1B-5BCD-4D17-B678-F43299567C7C}" type="presParOf" srcId="{4C8921B0-9EFA-47CF-B7FF-3FBE59EEA99E}" destId="{943AFB0F-FBD7-43B2-ACC5-655EA3713170}" srcOrd="4" destOrd="0" presId="urn:microsoft.com/office/officeart/2008/layout/LinedList"/>
    <dgm:cxn modelId="{0FD73F05-9C1E-4CF1-AA91-4175EED1BDF8}" type="presParOf" srcId="{943AFB0F-FBD7-43B2-ACC5-655EA3713170}" destId="{D637CBF2-5A50-4B66-8802-79F8543A1782}" srcOrd="0" destOrd="0" presId="urn:microsoft.com/office/officeart/2008/layout/LinedList"/>
    <dgm:cxn modelId="{7D353CD3-7B02-42BE-89E7-98743A0E9E4A}" type="presParOf" srcId="{943AFB0F-FBD7-43B2-ACC5-655EA3713170}" destId="{1C34587F-9D6B-46B6-95AD-A099F84B0047}" srcOrd="1" destOrd="0" presId="urn:microsoft.com/office/officeart/2008/layout/LinedList"/>
    <dgm:cxn modelId="{C7D13DB2-C138-4658-B43D-F1E127843A1F}" type="presParOf" srcId="{943AFB0F-FBD7-43B2-ACC5-655EA3713170}" destId="{EACC02E9-FCD2-4E49-ACFF-854E38CBD9A8}" srcOrd="2" destOrd="0" presId="urn:microsoft.com/office/officeart/2008/layout/LinedList"/>
    <dgm:cxn modelId="{FA876870-E704-4A6B-B590-97171574952F}" type="presParOf" srcId="{4C8921B0-9EFA-47CF-B7FF-3FBE59EEA99E}" destId="{34B77858-B239-4EBD-A559-562B8BB26B15}" srcOrd="5" destOrd="0" presId="urn:microsoft.com/office/officeart/2008/layout/LinedList"/>
    <dgm:cxn modelId="{587C3981-5847-464E-BDBC-0500B064390A}" type="presParOf" srcId="{4C8921B0-9EFA-47CF-B7FF-3FBE59EEA99E}" destId="{5FC63BBF-0ECD-455C-AE59-64C276AAADDD}" srcOrd="6" destOrd="0" presId="urn:microsoft.com/office/officeart/2008/layout/LinedList"/>
    <dgm:cxn modelId="{37257BAE-DDF8-477C-87AD-1513C165B597}" type="presParOf" srcId="{4C8921B0-9EFA-47CF-B7FF-3FBE59EEA99E}" destId="{30182502-9A08-41F2-9657-98D7468DC0C7}" srcOrd="7" destOrd="0" presId="urn:microsoft.com/office/officeart/2008/layout/LinedList"/>
    <dgm:cxn modelId="{CA44C520-61C7-4B1D-9889-8F71D36FA04A}" type="presParOf" srcId="{30182502-9A08-41F2-9657-98D7468DC0C7}" destId="{27F6FB6A-FAC5-48BD-AC7E-B40C6C1A2607}" srcOrd="0" destOrd="0" presId="urn:microsoft.com/office/officeart/2008/layout/LinedList"/>
    <dgm:cxn modelId="{B15D248D-F666-46DE-B8FB-9985CB8886F7}" type="presParOf" srcId="{30182502-9A08-41F2-9657-98D7468DC0C7}" destId="{3E18FB69-FB8D-43F8-9288-D5D96133A36C}" srcOrd="1" destOrd="0" presId="urn:microsoft.com/office/officeart/2008/layout/LinedList"/>
    <dgm:cxn modelId="{6BA01700-301A-4181-8AF5-51AC81FCE103}" type="presParOf" srcId="{30182502-9A08-41F2-9657-98D7468DC0C7}" destId="{43260EFF-8C94-4FA6-B15B-6BB084A06683}" srcOrd="2" destOrd="0" presId="urn:microsoft.com/office/officeart/2008/layout/LinedList"/>
    <dgm:cxn modelId="{28925DE4-1DC5-4855-B86D-778CC3424E81}" type="presParOf" srcId="{4C8921B0-9EFA-47CF-B7FF-3FBE59EEA99E}" destId="{CFA78EC5-E52B-4826-BBBB-BA2A2A2BD09E}" srcOrd="8" destOrd="0" presId="urn:microsoft.com/office/officeart/2008/layout/LinedList"/>
    <dgm:cxn modelId="{B78AA5C9-4D0B-4414-88C8-B0D2CC53C119}" type="presParOf" srcId="{4C8921B0-9EFA-47CF-B7FF-3FBE59EEA99E}" destId="{A2C1F5C1-43ED-404C-A6DB-00C3C41E5567}" srcOrd="9" destOrd="0" presId="urn:microsoft.com/office/officeart/2008/layout/LinedList"/>
    <dgm:cxn modelId="{511875A0-A029-4204-88D5-D75A130882F0}" type="presParOf" srcId="{8B502AC6-F84B-484F-8115-6C935E71F8C6}" destId="{453F655D-F5A8-40E0-B0CB-B234F5F044A5}" srcOrd="8" destOrd="0" presId="urn:microsoft.com/office/officeart/2008/layout/LinedList"/>
    <dgm:cxn modelId="{A9D2BA50-12F0-468E-8EF7-E8A3743CC192}" type="presParOf" srcId="{8B502AC6-F84B-484F-8115-6C935E71F8C6}" destId="{A50EE5A7-0F44-431F-AF7E-9B6162BD1D33}" srcOrd="9" destOrd="0" presId="urn:microsoft.com/office/officeart/2008/layout/LinedList"/>
    <dgm:cxn modelId="{B8CBCD51-A16F-4EEA-BF8D-C9BBA0729E6E}" type="presParOf" srcId="{A50EE5A7-0F44-431F-AF7E-9B6162BD1D33}" destId="{88132C9E-FAB8-4856-90EB-8A134B074B2F}" srcOrd="0" destOrd="0" presId="urn:microsoft.com/office/officeart/2008/layout/LinedList"/>
    <dgm:cxn modelId="{15CC94A8-23F7-4D34-87D8-AC4435897B65}" type="presParOf" srcId="{A50EE5A7-0F44-431F-AF7E-9B6162BD1D33}" destId="{E0C325C2-2F62-4EEC-BB2E-781EF311BF55}" srcOrd="1" destOrd="0" presId="urn:microsoft.com/office/officeart/2008/layout/LinedList"/>
    <dgm:cxn modelId="{3301ED58-A4F9-44B1-9C01-C115C04DF190}" type="presParOf" srcId="{E0C325C2-2F62-4EEC-BB2E-781EF311BF55}" destId="{E8127ED5-BF49-4457-B53E-904933C74F7D}" srcOrd="0" destOrd="0" presId="urn:microsoft.com/office/officeart/2008/layout/LinedList"/>
    <dgm:cxn modelId="{9428AD4F-8A04-4537-AD54-E434F7471245}" type="presParOf" srcId="{E0C325C2-2F62-4EEC-BB2E-781EF311BF55}" destId="{21B47D9E-DF21-4390-B54E-22F8A95B6F60}" srcOrd="1" destOrd="0" presId="urn:microsoft.com/office/officeart/2008/layout/LinedList"/>
    <dgm:cxn modelId="{36542869-20F0-4512-8EAC-79E920390552}" type="presParOf" srcId="{21B47D9E-DF21-4390-B54E-22F8A95B6F60}" destId="{52AD8D00-EDA1-41F0-B9FF-4D582AA6F064}" srcOrd="0" destOrd="0" presId="urn:microsoft.com/office/officeart/2008/layout/LinedList"/>
    <dgm:cxn modelId="{860F894C-DDC3-48BD-B3F3-E3CD528659AD}" type="presParOf" srcId="{21B47D9E-DF21-4390-B54E-22F8A95B6F60}" destId="{3E83FC76-C564-4DA1-A3BA-54776CA62CED}" srcOrd="1" destOrd="0" presId="urn:microsoft.com/office/officeart/2008/layout/LinedList"/>
    <dgm:cxn modelId="{C07BB448-9494-40A2-BB45-5BA13516B5D3}" type="presParOf" srcId="{21B47D9E-DF21-4390-B54E-22F8A95B6F60}" destId="{7B9A3876-FD1C-4A8C-90A9-D2D4D15281D3}" srcOrd="2" destOrd="0" presId="urn:microsoft.com/office/officeart/2008/layout/LinedList"/>
    <dgm:cxn modelId="{ABE1ABE5-0528-4B47-A04E-B8F16406662B}" type="presParOf" srcId="{E0C325C2-2F62-4EEC-BB2E-781EF311BF55}" destId="{09CE15F9-9697-45E1-9102-FD56F4168F27}" srcOrd="2" destOrd="0" presId="urn:microsoft.com/office/officeart/2008/layout/LinedList"/>
    <dgm:cxn modelId="{4EC0651E-D5AD-49A9-94AE-F1C678582EA8}" type="presParOf" srcId="{E0C325C2-2F62-4EEC-BB2E-781EF311BF55}" destId="{E02D5CE3-3CDA-430C-8A40-7D4B3BD24DC4}" srcOrd="3" destOrd="0" presId="urn:microsoft.com/office/officeart/2008/layout/LinedList"/>
    <dgm:cxn modelId="{38C9002F-06EB-400C-8E26-43343C4F8430}" type="presParOf" srcId="{E0C325C2-2F62-4EEC-BB2E-781EF311BF55}" destId="{D33CE002-1D7F-4553-B30F-E2A5A7D3B32A}" srcOrd="4" destOrd="0" presId="urn:microsoft.com/office/officeart/2008/layout/LinedList"/>
    <dgm:cxn modelId="{54EF1C92-FB2C-400F-AFCC-6D3F31E78C8C}" type="presParOf" srcId="{D33CE002-1D7F-4553-B30F-E2A5A7D3B32A}" destId="{6B2732B3-9CC8-419F-AE17-54890A442200}" srcOrd="0" destOrd="0" presId="urn:microsoft.com/office/officeart/2008/layout/LinedList"/>
    <dgm:cxn modelId="{4E762451-388E-478C-A1C2-E96298BC6D5E}" type="presParOf" srcId="{D33CE002-1D7F-4553-B30F-E2A5A7D3B32A}" destId="{8E209CA1-E259-4DC1-8FAB-531D179DB31F}" srcOrd="1" destOrd="0" presId="urn:microsoft.com/office/officeart/2008/layout/LinedList"/>
    <dgm:cxn modelId="{F9A9A567-135D-4B63-8252-148CC5DCEF00}" type="presParOf" srcId="{D33CE002-1D7F-4553-B30F-E2A5A7D3B32A}" destId="{7B71004A-620B-4190-AE46-38374401BA75}" srcOrd="2" destOrd="0" presId="urn:microsoft.com/office/officeart/2008/layout/LinedList"/>
    <dgm:cxn modelId="{E056089F-D5E0-4E45-A700-C7596E1B3B1E}" type="presParOf" srcId="{E0C325C2-2F62-4EEC-BB2E-781EF311BF55}" destId="{3B170484-6B13-4171-BFB3-E4EDF094625C}" srcOrd="5" destOrd="0" presId="urn:microsoft.com/office/officeart/2008/layout/LinedList"/>
    <dgm:cxn modelId="{6A4FC08D-3B5C-4494-B4BA-7382D0151178}" type="presParOf" srcId="{E0C325C2-2F62-4EEC-BB2E-781EF311BF55}" destId="{9CC45A46-13CD-43A7-ACBE-960C47AF2813}" srcOrd="6" destOrd="0" presId="urn:microsoft.com/office/officeart/2008/layout/LinedList"/>
    <dgm:cxn modelId="{0DEA0D2C-0012-4643-95DA-5DA6E9338059}" type="presParOf" srcId="{E0C325C2-2F62-4EEC-BB2E-781EF311BF55}" destId="{B14AC2E0-7C3C-40F0-86B4-8EA00C074D03}" srcOrd="7" destOrd="0" presId="urn:microsoft.com/office/officeart/2008/layout/LinedList"/>
    <dgm:cxn modelId="{299DD984-7B2F-474C-8C97-AA4EFA573806}" type="presParOf" srcId="{B14AC2E0-7C3C-40F0-86B4-8EA00C074D03}" destId="{BA889BA5-DF0D-4243-B6D5-B50580533428}" srcOrd="0" destOrd="0" presId="urn:microsoft.com/office/officeart/2008/layout/LinedList"/>
    <dgm:cxn modelId="{E6D4B623-E580-4764-8C3D-49A64AB856AF}" type="presParOf" srcId="{B14AC2E0-7C3C-40F0-86B4-8EA00C074D03}" destId="{AF153E9E-9C43-4E73-85F9-1BE6D7B447C7}" srcOrd="1" destOrd="0" presId="urn:microsoft.com/office/officeart/2008/layout/LinedList"/>
    <dgm:cxn modelId="{09D1D8D5-46A5-429A-A210-9BE7915E0DCF}" type="presParOf" srcId="{B14AC2E0-7C3C-40F0-86B4-8EA00C074D03}" destId="{E1129E1D-F80A-4D20-AAAC-8A46E7893A00}" srcOrd="2" destOrd="0" presId="urn:microsoft.com/office/officeart/2008/layout/LinedList"/>
    <dgm:cxn modelId="{0D0F4915-BBD5-4945-804C-2DBEC9C08638}" type="presParOf" srcId="{E0C325C2-2F62-4EEC-BB2E-781EF311BF55}" destId="{BD5A86B6-03F5-470B-BBF4-A4B4B555F9CD}" srcOrd="8" destOrd="0" presId="urn:microsoft.com/office/officeart/2008/layout/LinedList"/>
    <dgm:cxn modelId="{68D8989B-5AD4-48A9-954F-EA276E8BC986}" type="presParOf" srcId="{E0C325C2-2F62-4EEC-BB2E-781EF311BF55}" destId="{30B09795-E810-4A8E-AABF-7D51665B02B9}"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E9A998-CB4A-41D0-A53A-BBEFDF317735}">
      <dsp:nvSpPr>
        <dsp:cNvPr id="0" name=""/>
        <dsp:cNvSpPr/>
      </dsp:nvSpPr>
      <dsp:spPr>
        <a:xfrm>
          <a:off x="3120" y="1255"/>
          <a:ext cx="8677383" cy="164078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GB" sz="6500" kern="1200"/>
            <a:t>Soft OR</a:t>
          </a:r>
        </a:p>
      </dsp:txBody>
      <dsp:txXfrm>
        <a:off x="51177" y="49312"/>
        <a:ext cx="8581269" cy="1544675"/>
      </dsp:txXfrm>
    </dsp:sp>
    <dsp:sp modelId="{FCBF0E83-5673-4570-83E4-5F9BDAB26B78}">
      <dsp:nvSpPr>
        <dsp:cNvPr id="0" name=""/>
        <dsp:cNvSpPr/>
      </dsp:nvSpPr>
      <dsp:spPr>
        <a:xfrm>
          <a:off x="3120" y="1869277"/>
          <a:ext cx="2739073" cy="164078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Analytical Thinking</a:t>
          </a:r>
        </a:p>
      </dsp:txBody>
      <dsp:txXfrm>
        <a:off x="51177" y="1917334"/>
        <a:ext cx="2642959" cy="1544675"/>
      </dsp:txXfrm>
    </dsp:sp>
    <dsp:sp modelId="{EA79AFDC-D876-46C3-9B54-5173EB244C8E}">
      <dsp:nvSpPr>
        <dsp:cNvPr id="0" name=""/>
        <dsp:cNvSpPr/>
      </dsp:nvSpPr>
      <dsp:spPr>
        <a:xfrm>
          <a:off x="2972275" y="1869277"/>
          <a:ext cx="2739073" cy="164078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Presentational skill</a:t>
          </a:r>
        </a:p>
      </dsp:txBody>
      <dsp:txXfrm>
        <a:off x="3020332" y="1917334"/>
        <a:ext cx="2642959" cy="1544675"/>
      </dsp:txXfrm>
    </dsp:sp>
    <dsp:sp modelId="{A0B3F0B3-F0DE-4FDF-B1F1-D43D329646F8}">
      <dsp:nvSpPr>
        <dsp:cNvPr id="0" name=""/>
        <dsp:cNvSpPr/>
      </dsp:nvSpPr>
      <dsp:spPr>
        <a:xfrm>
          <a:off x="5941431" y="1869277"/>
          <a:ext cx="2739073" cy="164078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Toolkit of approaches*</a:t>
          </a:r>
        </a:p>
      </dsp:txBody>
      <dsp:txXfrm>
        <a:off x="5989488" y="1917334"/>
        <a:ext cx="2642959" cy="1544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C1296-59D7-4179-9179-7E1F09C9A233}">
      <dsp:nvSpPr>
        <dsp:cNvPr id="0" name=""/>
        <dsp:cNvSpPr/>
      </dsp:nvSpPr>
      <dsp:spPr>
        <a:xfrm>
          <a:off x="91646" y="564"/>
          <a:ext cx="3424601" cy="20547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Planning</a:t>
          </a:r>
        </a:p>
        <a:p>
          <a:pPr marL="228600" lvl="1" indent="-228600" algn="l" defTabSz="933450">
            <a:lnSpc>
              <a:spcPct val="90000"/>
            </a:lnSpc>
            <a:spcBef>
              <a:spcPct val="0"/>
            </a:spcBef>
            <a:spcAft>
              <a:spcPct val="15000"/>
            </a:spcAft>
            <a:buChar char="•"/>
          </a:pPr>
          <a:r>
            <a:rPr lang="en-GB" sz="2100" kern="1200"/>
            <a:t>Ownership and stakeholders</a:t>
          </a:r>
        </a:p>
        <a:p>
          <a:pPr marL="228600" lvl="1" indent="-228600" algn="l" defTabSz="933450">
            <a:lnSpc>
              <a:spcPct val="90000"/>
            </a:lnSpc>
            <a:spcBef>
              <a:spcPct val="0"/>
            </a:spcBef>
            <a:spcAft>
              <a:spcPct val="15000"/>
            </a:spcAft>
            <a:buChar char="•"/>
          </a:pPr>
          <a:r>
            <a:rPr lang="en-GB" sz="2100" kern="1200"/>
            <a:t>Purpose</a:t>
          </a:r>
        </a:p>
        <a:p>
          <a:pPr marL="228600" lvl="1" indent="-228600" algn="l" defTabSz="933450">
            <a:lnSpc>
              <a:spcPct val="90000"/>
            </a:lnSpc>
            <a:spcBef>
              <a:spcPct val="0"/>
            </a:spcBef>
            <a:spcAft>
              <a:spcPct val="15000"/>
            </a:spcAft>
            <a:buChar char="•"/>
          </a:pPr>
          <a:r>
            <a:rPr lang="en-GB" sz="2100" kern="1200"/>
            <a:t>Agenda</a:t>
          </a:r>
        </a:p>
      </dsp:txBody>
      <dsp:txXfrm>
        <a:off x="91646" y="564"/>
        <a:ext cx="3424601" cy="2054760"/>
      </dsp:txXfrm>
    </dsp:sp>
    <dsp:sp modelId="{9E2274F8-5F0C-447C-B116-80BF920D4FAB}">
      <dsp:nvSpPr>
        <dsp:cNvPr id="0" name=""/>
        <dsp:cNvSpPr/>
      </dsp:nvSpPr>
      <dsp:spPr>
        <a:xfrm>
          <a:off x="3858708" y="564"/>
          <a:ext cx="3424601" cy="20547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Facilitation</a:t>
          </a:r>
        </a:p>
        <a:p>
          <a:pPr marL="228600" lvl="1" indent="-228600" algn="l" defTabSz="933450">
            <a:lnSpc>
              <a:spcPct val="90000"/>
            </a:lnSpc>
            <a:spcBef>
              <a:spcPct val="0"/>
            </a:spcBef>
            <a:spcAft>
              <a:spcPct val="15000"/>
            </a:spcAft>
            <a:buChar char="•"/>
          </a:pPr>
          <a:r>
            <a:rPr lang="en-GB" sz="2100" kern="1200"/>
            <a:t>Goal setting</a:t>
          </a:r>
        </a:p>
        <a:p>
          <a:pPr marL="228600" lvl="1" indent="-228600" algn="l" defTabSz="933450">
            <a:lnSpc>
              <a:spcPct val="90000"/>
            </a:lnSpc>
            <a:spcBef>
              <a:spcPct val="0"/>
            </a:spcBef>
            <a:spcAft>
              <a:spcPct val="15000"/>
            </a:spcAft>
            <a:buChar char="•"/>
          </a:pPr>
          <a:r>
            <a:rPr lang="en-GB" sz="2100" kern="1200"/>
            <a:t>Active listening</a:t>
          </a:r>
        </a:p>
        <a:p>
          <a:pPr marL="228600" lvl="1" indent="-228600" algn="l" defTabSz="933450">
            <a:lnSpc>
              <a:spcPct val="90000"/>
            </a:lnSpc>
            <a:spcBef>
              <a:spcPct val="0"/>
            </a:spcBef>
            <a:spcAft>
              <a:spcPct val="15000"/>
            </a:spcAft>
            <a:buChar char="•"/>
          </a:pPr>
          <a:r>
            <a:rPr lang="en-GB" sz="2100" kern="1200"/>
            <a:t>Managing input</a:t>
          </a:r>
        </a:p>
        <a:p>
          <a:pPr marL="228600" lvl="1" indent="-228600" algn="l" defTabSz="933450">
            <a:lnSpc>
              <a:spcPct val="90000"/>
            </a:lnSpc>
            <a:spcBef>
              <a:spcPct val="0"/>
            </a:spcBef>
            <a:spcAft>
              <a:spcPct val="15000"/>
            </a:spcAft>
            <a:buChar char="•"/>
          </a:pPr>
          <a:r>
            <a:rPr lang="en-GB" sz="2100" kern="1200"/>
            <a:t>… and behaviour</a:t>
          </a:r>
        </a:p>
      </dsp:txBody>
      <dsp:txXfrm>
        <a:off x="3858708" y="564"/>
        <a:ext cx="3424601" cy="2054760"/>
      </dsp:txXfrm>
    </dsp:sp>
    <dsp:sp modelId="{B6460149-88BD-4A86-85F4-F70EDD1DCB1E}">
      <dsp:nvSpPr>
        <dsp:cNvPr id="0" name=""/>
        <dsp:cNvSpPr/>
      </dsp:nvSpPr>
      <dsp:spPr>
        <a:xfrm>
          <a:off x="81099" y="2377772"/>
          <a:ext cx="3424601" cy="20547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Follow-up</a:t>
          </a:r>
        </a:p>
        <a:p>
          <a:pPr marL="228600" lvl="1" indent="-228600" algn="l" defTabSz="933450">
            <a:lnSpc>
              <a:spcPct val="90000"/>
            </a:lnSpc>
            <a:spcBef>
              <a:spcPct val="0"/>
            </a:spcBef>
            <a:spcAft>
              <a:spcPct val="15000"/>
            </a:spcAft>
            <a:buChar char="•"/>
          </a:pPr>
          <a:r>
            <a:rPr lang="en-GB" sz="2100" kern="1200"/>
            <a:t>Following up</a:t>
          </a:r>
        </a:p>
        <a:p>
          <a:pPr marL="228600" lvl="1" indent="-228600" algn="l" defTabSz="933450">
            <a:lnSpc>
              <a:spcPct val="90000"/>
            </a:lnSpc>
            <a:spcBef>
              <a:spcPct val="0"/>
            </a:spcBef>
            <a:spcAft>
              <a:spcPct val="15000"/>
            </a:spcAft>
            <a:buChar char="•"/>
          </a:pPr>
          <a:r>
            <a:rPr lang="en-GB" sz="2100" kern="1200"/>
            <a:t>Writing up</a:t>
          </a:r>
        </a:p>
        <a:p>
          <a:pPr marL="228600" lvl="1" indent="-228600" algn="l" defTabSz="933450">
            <a:lnSpc>
              <a:spcPct val="90000"/>
            </a:lnSpc>
            <a:spcBef>
              <a:spcPct val="0"/>
            </a:spcBef>
            <a:spcAft>
              <a:spcPct val="15000"/>
            </a:spcAft>
            <a:buChar char="•"/>
          </a:pPr>
          <a:r>
            <a:rPr lang="en-GB" sz="2100" kern="1200"/>
            <a:t>Monitoring impact</a:t>
          </a:r>
        </a:p>
        <a:p>
          <a:pPr marL="228600" lvl="1" indent="-228600" algn="l" defTabSz="933450">
            <a:lnSpc>
              <a:spcPct val="90000"/>
            </a:lnSpc>
            <a:spcBef>
              <a:spcPct val="0"/>
            </a:spcBef>
            <a:spcAft>
              <a:spcPct val="15000"/>
            </a:spcAft>
            <a:buChar char="•"/>
          </a:pPr>
          <a:endParaRPr lang="en-GB" sz="2100" kern="1200"/>
        </a:p>
      </dsp:txBody>
      <dsp:txXfrm>
        <a:off x="81099" y="2377772"/>
        <a:ext cx="3424601" cy="20547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971E4-39ED-476B-9982-17B787296AE5}">
      <dsp:nvSpPr>
        <dsp:cNvPr id="0" name=""/>
        <dsp:cNvSpPr/>
      </dsp:nvSpPr>
      <dsp:spPr>
        <a:xfrm>
          <a:off x="0" y="607"/>
          <a:ext cx="8683625"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AF00B9-4FF9-49DD-950A-DC0E83EAB6E7}">
      <dsp:nvSpPr>
        <dsp:cNvPr id="0" name=""/>
        <dsp:cNvSpPr/>
      </dsp:nvSpPr>
      <dsp:spPr>
        <a:xfrm>
          <a:off x="0" y="607"/>
          <a:ext cx="1736725" cy="99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Define the problem</a:t>
          </a:r>
        </a:p>
      </dsp:txBody>
      <dsp:txXfrm>
        <a:off x="0" y="607"/>
        <a:ext cx="1736725" cy="995119"/>
      </dsp:txXfrm>
    </dsp:sp>
    <dsp:sp modelId="{627C293C-763C-4E13-AC7F-955635C4946B}">
      <dsp:nvSpPr>
        <dsp:cNvPr id="0" name=""/>
        <dsp:cNvSpPr/>
      </dsp:nvSpPr>
      <dsp:spPr>
        <a:xfrm>
          <a:off x="1866979" y="16156"/>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Context</a:t>
          </a:r>
        </a:p>
      </dsp:txBody>
      <dsp:txXfrm>
        <a:off x="1866979" y="16156"/>
        <a:ext cx="6816645" cy="310974"/>
      </dsp:txXfrm>
    </dsp:sp>
    <dsp:sp modelId="{DA8A0863-9388-4A23-9B74-91442E4E38AA}">
      <dsp:nvSpPr>
        <dsp:cNvPr id="0" name=""/>
        <dsp:cNvSpPr/>
      </dsp:nvSpPr>
      <dsp:spPr>
        <a:xfrm>
          <a:off x="1736725" y="327131"/>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4E0B3F-E4A0-424D-A670-DC4408FAD9CA}">
      <dsp:nvSpPr>
        <dsp:cNvPr id="0" name=""/>
        <dsp:cNvSpPr/>
      </dsp:nvSpPr>
      <dsp:spPr>
        <a:xfrm>
          <a:off x="1866979" y="342679"/>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Analytical questions</a:t>
          </a:r>
        </a:p>
      </dsp:txBody>
      <dsp:txXfrm>
        <a:off x="1866979" y="342679"/>
        <a:ext cx="6816645" cy="310974"/>
      </dsp:txXfrm>
    </dsp:sp>
    <dsp:sp modelId="{73634D70-E579-42C1-BF2A-8BFF41F03234}">
      <dsp:nvSpPr>
        <dsp:cNvPr id="0" name=""/>
        <dsp:cNvSpPr/>
      </dsp:nvSpPr>
      <dsp:spPr>
        <a:xfrm>
          <a:off x="1736725" y="653654"/>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779332-CFD4-45C6-BA66-7F6BEE70FDED}">
      <dsp:nvSpPr>
        <dsp:cNvPr id="0" name=""/>
        <dsp:cNvSpPr/>
      </dsp:nvSpPr>
      <dsp:spPr>
        <a:xfrm>
          <a:off x="1866979" y="669203"/>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Relevant factors</a:t>
          </a:r>
        </a:p>
      </dsp:txBody>
      <dsp:txXfrm>
        <a:off x="1866979" y="669203"/>
        <a:ext cx="6816645" cy="310974"/>
      </dsp:txXfrm>
    </dsp:sp>
    <dsp:sp modelId="{C795F721-24A9-431F-A62E-03AB7E9C9F5E}">
      <dsp:nvSpPr>
        <dsp:cNvPr id="0" name=""/>
        <dsp:cNvSpPr/>
      </dsp:nvSpPr>
      <dsp:spPr>
        <a:xfrm>
          <a:off x="1736725" y="980178"/>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3D84FB-F61C-419C-9F5D-84D877F50E24}">
      <dsp:nvSpPr>
        <dsp:cNvPr id="0" name=""/>
        <dsp:cNvSpPr/>
      </dsp:nvSpPr>
      <dsp:spPr>
        <a:xfrm>
          <a:off x="0" y="995726"/>
          <a:ext cx="8683625"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CDE0DB-BBCF-49BA-8730-716301911F37}">
      <dsp:nvSpPr>
        <dsp:cNvPr id="0" name=""/>
        <dsp:cNvSpPr/>
      </dsp:nvSpPr>
      <dsp:spPr>
        <a:xfrm>
          <a:off x="0" y="995726"/>
          <a:ext cx="1736725" cy="99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Embrace the complexity</a:t>
          </a:r>
        </a:p>
      </dsp:txBody>
      <dsp:txXfrm>
        <a:off x="0" y="995726"/>
        <a:ext cx="1736725" cy="995119"/>
      </dsp:txXfrm>
    </dsp:sp>
    <dsp:sp modelId="{33A4D0BA-F256-4D83-9561-4D26D1E1B838}">
      <dsp:nvSpPr>
        <dsp:cNvPr id="0" name=""/>
        <dsp:cNvSpPr/>
      </dsp:nvSpPr>
      <dsp:spPr>
        <a:xfrm>
          <a:off x="1866979" y="1011275"/>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Address </a:t>
          </a:r>
          <a:r>
            <a:rPr lang="en-GB" sz="1400" b="1" kern="1200"/>
            <a:t>the whole </a:t>
          </a:r>
          <a:r>
            <a:rPr lang="en-GB" sz="1400" kern="1200"/>
            <a:t>problem</a:t>
          </a:r>
        </a:p>
      </dsp:txBody>
      <dsp:txXfrm>
        <a:off x="1866979" y="1011275"/>
        <a:ext cx="6816645" cy="310974"/>
      </dsp:txXfrm>
    </dsp:sp>
    <dsp:sp modelId="{2970C346-C480-440D-9B7C-7465D35196F5}">
      <dsp:nvSpPr>
        <dsp:cNvPr id="0" name=""/>
        <dsp:cNvSpPr/>
      </dsp:nvSpPr>
      <dsp:spPr>
        <a:xfrm>
          <a:off x="1736725" y="1322250"/>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A15512-A3C3-4004-AB38-C809F4531548}">
      <dsp:nvSpPr>
        <dsp:cNvPr id="0" name=""/>
        <dsp:cNvSpPr/>
      </dsp:nvSpPr>
      <dsp:spPr>
        <a:xfrm>
          <a:off x="1866979" y="1337799"/>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Explore and eliminate ambiguity</a:t>
          </a:r>
        </a:p>
      </dsp:txBody>
      <dsp:txXfrm>
        <a:off x="1866979" y="1337799"/>
        <a:ext cx="6816645" cy="310974"/>
      </dsp:txXfrm>
    </dsp:sp>
    <dsp:sp modelId="{07EC57C1-CB74-4602-841F-7893EDF3C692}">
      <dsp:nvSpPr>
        <dsp:cNvPr id="0" name=""/>
        <dsp:cNvSpPr/>
      </dsp:nvSpPr>
      <dsp:spPr>
        <a:xfrm>
          <a:off x="1736725" y="1648774"/>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6C1B05-AC1E-4FC1-9F45-9C3D488110A9}">
      <dsp:nvSpPr>
        <dsp:cNvPr id="0" name=""/>
        <dsp:cNvSpPr/>
      </dsp:nvSpPr>
      <dsp:spPr>
        <a:xfrm>
          <a:off x="1866979" y="1664322"/>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Add a useful structure</a:t>
          </a:r>
        </a:p>
      </dsp:txBody>
      <dsp:txXfrm>
        <a:off x="1866979" y="1664322"/>
        <a:ext cx="6816645" cy="310974"/>
      </dsp:txXfrm>
    </dsp:sp>
    <dsp:sp modelId="{DA557584-DE18-4A91-AABD-F11B7D863453}">
      <dsp:nvSpPr>
        <dsp:cNvPr id="0" name=""/>
        <dsp:cNvSpPr/>
      </dsp:nvSpPr>
      <dsp:spPr>
        <a:xfrm>
          <a:off x="1736725" y="1975297"/>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EAD45F-7820-4F11-8310-00B20E9FE0CF}">
      <dsp:nvSpPr>
        <dsp:cNvPr id="0" name=""/>
        <dsp:cNvSpPr/>
      </dsp:nvSpPr>
      <dsp:spPr>
        <a:xfrm>
          <a:off x="0" y="1990846"/>
          <a:ext cx="8683625"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E828A2-B72C-41E8-B76A-7E1858C81542}">
      <dsp:nvSpPr>
        <dsp:cNvPr id="0" name=""/>
        <dsp:cNvSpPr/>
      </dsp:nvSpPr>
      <dsp:spPr>
        <a:xfrm>
          <a:off x="0" y="1990846"/>
          <a:ext cx="1736725" cy="99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Be practical</a:t>
          </a:r>
        </a:p>
      </dsp:txBody>
      <dsp:txXfrm>
        <a:off x="0" y="1990846"/>
        <a:ext cx="1736725" cy="995119"/>
      </dsp:txXfrm>
    </dsp:sp>
    <dsp:sp modelId="{DAA34671-066F-4E9A-8A2E-80153D052136}">
      <dsp:nvSpPr>
        <dsp:cNvPr id="0" name=""/>
        <dsp:cNvSpPr/>
      </dsp:nvSpPr>
      <dsp:spPr>
        <a:xfrm>
          <a:off x="1866979" y="2006395"/>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No “magic wands”</a:t>
          </a:r>
        </a:p>
      </dsp:txBody>
      <dsp:txXfrm>
        <a:off x="1866979" y="2006395"/>
        <a:ext cx="6816645" cy="310974"/>
      </dsp:txXfrm>
    </dsp:sp>
    <dsp:sp modelId="{6C2E4F78-FD16-450D-A40D-412EE514ADD3}">
      <dsp:nvSpPr>
        <dsp:cNvPr id="0" name=""/>
        <dsp:cNvSpPr/>
      </dsp:nvSpPr>
      <dsp:spPr>
        <a:xfrm>
          <a:off x="1736725" y="2317369"/>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BB8C0D-AF5C-4181-B106-C7692AC0D652}">
      <dsp:nvSpPr>
        <dsp:cNvPr id="0" name=""/>
        <dsp:cNvSpPr/>
      </dsp:nvSpPr>
      <dsp:spPr>
        <a:xfrm>
          <a:off x="1866979" y="2332918"/>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Consider data/evidence needed and how to obtain it</a:t>
          </a:r>
        </a:p>
      </dsp:txBody>
      <dsp:txXfrm>
        <a:off x="1866979" y="2332918"/>
        <a:ext cx="6816645" cy="310974"/>
      </dsp:txXfrm>
    </dsp:sp>
    <dsp:sp modelId="{9C823658-6988-4E80-BD58-FF3F4F08DD60}">
      <dsp:nvSpPr>
        <dsp:cNvPr id="0" name=""/>
        <dsp:cNvSpPr/>
      </dsp:nvSpPr>
      <dsp:spPr>
        <a:xfrm>
          <a:off x="1736725" y="2643893"/>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59F2AB-E06F-48C8-98B3-4A2D383F7F80}">
      <dsp:nvSpPr>
        <dsp:cNvPr id="0" name=""/>
        <dsp:cNvSpPr/>
      </dsp:nvSpPr>
      <dsp:spPr>
        <a:xfrm>
          <a:off x="1866979" y="2659442"/>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What are the risks?  Will it work?</a:t>
          </a:r>
        </a:p>
      </dsp:txBody>
      <dsp:txXfrm>
        <a:off x="1866979" y="2659442"/>
        <a:ext cx="6816645" cy="310974"/>
      </dsp:txXfrm>
    </dsp:sp>
    <dsp:sp modelId="{B1CF1856-DB26-49A2-B24F-DFFC37F8D536}">
      <dsp:nvSpPr>
        <dsp:cNvPr id="0" name=""/>
        <dsp:cNvSpPr/>
      </dsp:nvSpPr>
      <dsp:spPr>
        <a:xfrm>
          <a:off x="1736725" y="2970416"/>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5D3E48-8CAB-42F0-B6D9-F79227ADD0E9}">
      <dsp:nvSpPr>
        <dsp:cNvPr id="0" name=""/>
        <dsp:cNvSpPr/>
      </dsp:nvSpPr>
      <dsp:spPr>
        <a:xfrm>
          <a:off x="0" y="2985965"/>
          <a:ext cx="8683625"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A678FA-D9F3-4672-A1A2-0CB6C0DC3620}">
      <dsp:nvSpPr>
        <dsp:cNvPr id="0" name=""/>
        <dsp:cNvSpPr/>
      </dsp:nvSpPr>
      <dsp:spPr>
        <a:xfrm>
          <a:off x="0" y="2985965"/>
          <a:ext cx="1736725" cy="99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Involve people</a:t>
          </a:r>
        </a:p>
      </dsp:txBody>
      <dsp:txXfrm>
        <a:off x="0" y="2985965"/>
        <a:ext cx="1736725" cy="995119"/>
      </dsp:txXfrm>
    </dsp:sp>
    <dsp:sp modelId="{AA71D176-CC98-414D-99C1-A024A9D00361}">
      <dsp:nvSpPr>
        <dsp:cNvPr id="0" name=""/>
        <dsp:cNvSpPr/>
      </dsp:nvSpPr>
      <dsp:spPr>
        <a:xfrm>
          <a:off x="1866979" y="3001514"/>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Problem “owner” always involved and usually others as well</a:t>
          </a:r>
        </a:p>
      </dsp:txBody>
      <dsp:txXfrm>
        <a:off x="1866979" y="3001514"/>
        <a:ext cx="6816645" cy="310974"/>
      </dsp:txXfrm>
    </dsp:sp>
    <dsp:sp modelId="{44279A6E-0BBF-49C5-BDC9-DE33C2A8D10F}">
      <dsp:nvSpPr>
        <dsp:cNvPr id="0" name=""/>
        <dsp:cNvSpPr/>
      </dsp:nvSpPr>
      <dsp:spPr>
        <a:xfrm>
          <a:off x="1736725" y="3312489"/>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34587F-9D6B-46B6-95AD-A099F84B0047}">
      <dsp:nvSpPr>
        <dsp:cNvPr id="0" name=""/>
        <dsp:cNvSpPr/>
      </dsp:nvSpPr>
      <dsp:spPr>
        <a:xfrm>
          <a:off x="1866979" y="3328037"/>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Give appropriate value to knowledge and opinion</a:t>
          </a:r>
        </a:p>
      </dsp:txBody>
      <dsp:txXfrm>
        <a:off x="1866979" y="3328037"/>
        <a:ext cx="6816645" cy="310974"/>
      </dsp:txXfrm>
    </dsp:sp>
    <dsp:sp modelId="{34B77858-B239-4EBD-A559-562B8BB26B15}">
      <dsp:nvSpPr>
        <dsp:cNvPr id="0" name=""/>
        <dsp:cNvSpPr/>
      </dsp:nvSpPr>
      <dsp:spPr>
        <a:xfrm>
          <a:off x="1736725" y="3639012"/>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E18FB69-FB8D-43F8-9288-D5D96133A36C}">
      <dsp:nvSpPr>
        <dsp:cNvPr id="0" name=""/>
        <dsp:cNvSpPr/>
      </dsp:nvSpPr>
      <dsp:spPr>
        <a:xfrm>
          <a:off x="1866979" y="3654561"/>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Be sparing with the call on their time</a:t>
          </a:r>
        </a:p>
      </dsp:txBody>
      <dsp:txXfrm>
        <a:off x="1866979" y="3654561"/>
        <a:ext cx="6816645" cy="310974"/>
      </dsp:txXfrm>
    </dsp:sp>
    <dsp:sp modelId="{CFA78EC5-E52B-4826-BBBB-BA2A2A2BD09E}">
      <dsp:nvSpPr>
        <dsp:cNvPr id="0" name=""/>
        <dsp:cNvSpPr/>
      </dsp:nvSpPr>
      <dsp:spPr>
        <a:xfrm>
          <a:off x="1736725" y="3965536"/>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3F655D-F5A8-40E0-B0CB-B234F5F044A5}">
      <dsp:nvSpPr>
        <dsp:cNvPr id="0" name=""/>
        <dsp:cNvSpPr/>
      </dsp:nvSpPr>
      <dsp:spPr>
        <a:xfrm>
          <a:off x="0" y="3981085"/>
          <a:ext cx="8683625"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132C9E-FAB8-4856-90EB-8A134B074B2F}">
      <dsp:nvSpPr>
        <dsp:cNvPr id="0" name=""/>
        <dsp:cNvSpPr/>
      </dsp:nvSpPr>
      <dsp:spPr>
        <a:xfrm>
          <a:off x="0" y="3981085"/>
          <a:ext cx="1736725" cy="99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Generate an outcome</a:t>
          </a:r>
        </a:p>
      </dsp:txBody>
      <dsp:txXfrm>
        <a:off x="0" y="3981085"/>
        <a:ext cx="1736725" cy="995119"/>
      </dsp:txXfrm>
    </dsp:sp>
    <dsp:sp modelId="{3E83FC76-C564-4DA1-A3BA-54776CA62CED}">
      <dsp:nvSpPr>
        <dsp:cNvPr id="0" name=""/>
        <dsp:cNvSpPr/>
      </dsp:nvSpPr>
      <dsp:spPr>
        <a:xfrm>
          <a:off x="1866979" y="3996633"/>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Ensure shared understanding of the issues</a:t>
          </a:r>
        </a:p>
      </dsp:txBody>
      <dsp:txXfrm>
        <a:off x="1866979" y="3996633"/>
        <a:ext cx="6816645" cy="310974"/>
      </dsp:txXfrm>
    </dsp:sp>
    <dsp:sp modelId="{09CE15F9-9697-45E1-9102-FD56F4168F27}">
      <dsp:nvSpPr>
        <dsp:cNvPr id="0" name=""/>
        <dsp:cNvSpPr/>
      </dsp:nvSpPr>
      <dsp:spPr>
        <a:xfrm>
          <a:off x="1736725" y="4307608"/>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209CA1-E259-4DC1-8FAB-531D179DB31F}">
      <dsp:nvSpPr>
        <dsp:cNvPr id="0" name=""/>
        <dsp:cNvSpPr/>
      </dsp:nvSpPr>
      <dsp:spPr>
        <a:xfrm>
          <a:off x="1866979" y="4323157"/>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Write it up in an understandable format</a:t>
          </a:r>
        </a:p>
      </dsp:txBody>
      <dsp:txXfrm>
        <a:off x="1866979" y="4323157"/>
        <a:ext cx="6816645" cy="310974"/>
      </dsp:txXfrm>
    </dsp:sp>
    <dsp:sp modelId="{3B170484-6B13-4171-BFB3-E4EDF094625C}">
      <dsp:nvSpPr>
        <dsp:cNvPr id="0" name=""/>
        <dsp:cNvSpPr/>
      </dsp:nvSpPr>
      <dsp:spPr>
        <a:xfrm>
          <a:off x="1736725" y="4634132"/>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153E9E-9C43-4E73-85F9-1BE6D7B447C7}">
      <dsp:nvSpPr>
        <dsp:cNvPr id="0" name=""/>
        <dsp:cNvSpPr/>
      </dsp:nvSpPr>
      <dsp:spPr>
        <a:xfrm>
          <a:off x="1866979" y="4649680"/>
          <a:ext cx="6816645" cy="31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kern="1200"/>
            <a:t>Clearly specify the analysis and data required</a:t>
          </a:r>
        </a:p>
      </dsp:txBody>
      <dsp:txXfrm>
        <a:off x="1866979" y="4649680"/>
        <a:ext cx="6816645" cy="310974"/>
      </dsp:txXfrm>
    </dsp:sp>
    <dsp:sp modelId="{BD5A86B6-03F5-470B-BBF4-A4B4B555F9CD}">
      <dsp:nvSpPr>
        <dsp:cNvPr id="0" name=""/>
        <dsp:cNvSpPr/>
      </dsp:nvSpPr>
      <dsp:spPr>
        <a:xfrm>
          <a:off x="1736725" y="4960655"/>
          <a:ext cx="69469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495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t" anchorCtr="0" compatLnSpc="1">
            <a:prstTxWarp prst="textNoShape">
              <a:avLst/>
            </a:prstTxWarp>
          </a:bodyPr>
          <a:lstStyle>
            <a:lvl1pPr eaLnBrk="1" hangingPunct="1">
              <a:defRPr sz="1200">
                <a:latin typeface="Arial" charset="0"/>
              </a:defRPr>
            </a:lvl1pPr>
          </a:lstStyle>
          <a:p>
            <a:pPr>
              <a:defRPr/>
            </a:pPr>
            <a:endParaRPr lang="en-GB"/>
          </a:p>
        </p:txBody>
      </p:sp>
      <p:sp>
        <p:nvSpPr>
          <p:cNvPr id="107523" name="Rectangle 3"/>
          <p:cNvSpPr>
            <a:spLocks noGrp="1" noChangeArrowheads="1"/>
          </p:cNvSpPr>
          <p:nvPr>
            <p:ph type="dt" sz="quarter" idx="1"/>
          </p:nvPr>
        </p:nvSpPr>
        <p:spPr bwMode="auto">
          <a:xfrm>
            <a:off x="3854450" y="0"/>
            <a:ext cx="29495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t" anchorCtr="0" compatLnSpc="1">
            <a:prstTxWarp prst="textNoShape">
              <a:avLst/>
            </a:prstTxWarp>
          </a:bodyPr>
          <a:lstStyle>
            <a:lvl1pPr algn="r" eaLnBrk="1" hangingPunct="1">
              <a:defRPr sz="1200">
                <a:latin typeface="Arial" charset="0"/>
              </a:defRPr>
            </a:lvl1pPr>
          </a:lstStyle>
          <a:p>
            <a:pPr>
              <a:defRPr/>
            </a:pPr>
            <a:endParaRPr lang="en-GB"/>
          </a:p>
        </p:txBody>
      </p:sp>
      <p:sp>
        <p:nvSpPr>
          <p:cNvPr id="107524" name="Rectangle 4"/>
          <p:cNvSpPr>
            <a:spLocks noGrp="1" noChangeArrowheads="1"/>
          </p:cNvSpPr>
          <p:nvPr>
            <p:ph type="ftr" sz="quarter" idx="2"/>
          </p:nvPr>
        </p:nvSpPr>
        <p:spPr bwMode="auto">
          <a:xfrm>
            <a:off x="0" y="9445625"/>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b" anchorCtr="0" compatLnSpc="1">
            <a:prstTxWarp prst="textNoShape">
              <a:avLst/>
            </a:prstTxWarp>
          </a:bodyPr>
          <a:lstStyle>
            <a:lvl1pPr eaLnBrk="1" hangingPunct="1">
              <a:defRPr sz="1200">
                <a:latin typeface="Arial" charset="0"/>
              </a:defRPr>
            </a:lvl1pPr>
          </a:lstStyle>
          <a:p>
            <a:pPr>
              <a:defRPr/>
            </a:pPr>
            <a:endParaRPr lang="en-GB"/>
          </a:p>
        </p:txBody>
      </p:sp>
      <p:sp>
        <p:nvSpPr>
          <p:cNvPr id="107525" name="Rectangle 5"/>
          <p:cNvSpPr>
            <a:spLocks noGrp="1" noChangeArrowheads="1"/>
          </p:cNvSpPr>
          <p:nvPr>
            <p:ph type="sldNum" sz="quarter" idx="3"/>
          </p:nvPr>
        </p:nvSpPr>
        <p:spPr bwMode="auto">
          <a:xfrm>
            <a:off x="3854450" y="9445625"/>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b" anchorCtr="0" compatLnSpc="1">
            <a:prstTxWarp prst="textNoShape">
              <a:avLst/>
            </a:prstTxWarp>
          </a:bodyPr>
          <a:lstStyle>
            <a:lvl1pPr algn="r" eaLnBrk="1" hangingPunct="1">
              <a:defRPr sz="1200"/>
            </a:lvl1pPr>
          </a:lstStyle>
          <a:p>
            <a:pPr>
              <a:defRPr/>
            </a:pPr>
            <a:fld id="{077CE2C4-998F-4EA0-9105-468C988BD919}" type="slidenum">
              <a:rPr lang="en-GB" altLang="en-US"/>
              <a:pPr>
                <a:defRPr/>
              </a:pPr>
              <a:t>‹#›</a:t>
            </a:fld>
            <a:endParaRPr lang="en-GB" altLang="en-US"/>
          </a:p>
        </p:txBody>
      </p:sp>
    </p:spTree>
    <p:extLst>
      <p:ext uri="{BB962C8B-B14F-4D97-AF65-F5344CB8AC3E}">
        <p14:creationId xmlns:p14="http://schemas.microsoft.com/office/powerpoint/2010/main" val="1901083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bwMode="auto">
          <a:xfrm>
            <a:off x="0" y="0"/>
            <a:ext cx="294957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t" anchorCtr="0" compatLnSpc="1">
            <a:prstTxWarp prst="textNoShape">
              <a:avLst/>
            </a:prstTxWarp>
          </a:bodyPr>
          <a:lstStyle>
            <a:lvl1pPr eaLnBrk="1" hangingPunct="1">
              <a:defRPr sz="1200">
                <a:latin typeface="Arial" charset="0"/>
              </a:defRPr>
            </a:lvl1pPr>
          </a:lstStyle>
          <a:p>
            <a:pPr>
              <a:defRPr/>
            </a:pPr>
            <a:endParaRPr lang="en-GB"/>
          </a:p>
        </p:txBody>
      </p:sp>
      <p:sp>
        <p:nvSpPr>
          <p:cNvPr id="179203" name="Rectangle 3"/>
          <p:cNvSpPr>
            <a:spLocks noGrp="1" noChangeArrowheads="1"/>
          </p:cNvSpPr>
          <p:nvPr>
            <p:ph type="dt" idx="1"/>
          </p:nvPr>
        </p:nvSpPr>
        <p:spPr bwMode="auto">
          <a:xfrm>
            <a:off x="3854450" y="0"/>
            <a:ext cx="294957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t" anchorCtr="0" compatLnSpc="1">
            <a:prstTxWarp prst="textNoShape">
              <a:avLst/>
            </a:prstTxWarp>
          </a:bodyPr>
          <a:lstStyle>
            <a:lvl1pPr algn="r" eaLnBrk="1" hangingPunct="1">
              <a:defRPr sz="1200">
                <a:latin typeface="Arial" charset="0"/>
              </a:defRPr>
            </a:lvl1pPr>
          </a:lstStyle>
          <a:p>
            <a:pPr>
              <a:defRPr/>
            </a:pPr>
            <a:endParaRPr lang="en-GB"/>
          </a:p>
        </p:txBody>
      </p:sp>
      <p:sp>
        <p:nvSpPr>
          <p:cNvPr id="3076" name="Rectangle 4"/>
          <p:cNvSpPr>
            <a:spLocks noGrp="1" noRot="1" noChangeAspect="1" noChangeArrowheads="1" noTextEdit="1"/>
          </p:cNvSpPr>
          <p:nvPr>
            <p:ph type="sldImg" idx="2"/>
          </p:nvPr>
        </p:nvSpPr>
        <p:spPr bwMode="auto">
          <a:xfrm>
            <a:off x="915988" y="746125"/>
            <a:ext cx="4973637" cy="37290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9205" name="Rectangle 5"/>
          <p:cNvSpPr>
            <a:spLocks noGrp="1" noChangeArrowheads="1"/>
          </p:cNvSpPr>
          <p:nvPr>
            <p:ph type="body" sz="quarter" idx="3"/>
          </p:nvPr>
        </p:nvSpPr>
        <p:spPr bwMode="auto">
          <a:xfrm>
            <a:off x="681038" y="4722813"/>
            <a:ext cx="544512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79206" name="Rectangle 6"/>
          <p:cNvSpPr>
            <a:spLocks noGrp="1" noChangeArrowheads="1"/>
          </p:cNvSpPr>
          <p:nvPr>
            <p:ph type="ftr" sz="quarter" idx="4"/>
          </p:nvPr>
        </p:nvSpPr>
        <p:spPr bwMode="auto">
          <a:xfrm>
            <a:off x="0" y="9445625"/>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b" anchorCtr="0" compatLnSpc="1">
            <a:prstTxWarp prst="textNoShape">
              <a:avLst/>
            </a:prstTxWarp>
          </a:bodyPr>
          <a:lstStyle>
            <a:lvl1pPr eaLnBrk="1" hangingPunct="1">
              <a:defRPr sz="1200">
                <a:latin typeface="Arial" charset="0"/>
              </a:defRPr>
            </a:lvl1pPr>
          </a:lstStyle>
          <a:p>
            <a:pPr>
              <a:defRPr/>
            </a:pPr>
            <a:endParaRPr lang="en-GB"/>
          </a:p>
        </p:txBody>
      </p:sp>
      <p:sp>
        <p:nvSpPr>
          <p:cNvPr id="179207" name="Rectangle 7"/>
          <p:cNvSpPr>
            <a:spLocks noGrp="1" noChangeArrowheads="1"/>
          </p:cNvSpPr>
          <p:nvPr>
            <p:ph type="sldNum" sz="quarter" idx="5"/>
          </p:nvPr>
        </p:nvSpPr>
        <p:spPr bwMode="auto">
          <a:xfrm>
            <a:off x="3854450" y="9445625"/>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58" tIns="45729" rIns="91458" bIns="45729" numCol="1" anchor="b" anchorCtr="0" compatLnSpc="1">
            <a:prstTxWarp prst="textNoShape">
              <a:avLst/>
            </a:prstTxWarp>
          </a:bodyPr>
          <a:lstStyle>
            <a:lvl1pPr algn="r" eaLnBrk="1" hangingPunct="1">
              <a:defRPr sz="1200"/>
            </a:lvl1pPr>
          </a:lstStyle>
          <a:p>
            <a:pPr>
              <a:defRPr/>
            </a:pPr>
            <a:fld id="{560A8F18-BFD6-4AA7-9A73-9418C23E3C5C}" type="slidenum">
              <a:rPr lang="en-GB" altLang="en-US"/>
              <a:pPr>
                <a:defRPr/>
              </a:pPr>
              <a:t>‹#›</a:t>
            </a:fld>
            <a:endParaRPr lang="en-GB" altLang="en-US"/>
          </a:p>
        </p:txBody>
      </p:sp>
    </p:spTree>
    <p:extLst>
      <p:ext uri="{BB962C8B-B14F-4D97-AF65-F5344CB8AC3E}">
        <p14:creationId xmlns:p14="http://schemas.microsoft.com/office/powerpoint/2010/main" val="14683978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Title 2"/>
          <p:cNvSpPr txBox="1">
            <a:spLocks/>
          </p:cNvSpPr>
          <p:nvPr userDrawn="1"/>
        </p:nvSpPr>
        <p:spPr bwMode="auto">
          <a:xfrm>
            <a:off x="-2" y="0"/>
            <a:ext cx="9144000" cy="901820"/>
          </a:xfrm>
          <a:prstGeom prst="rect">
            <a:avLst/>
          </a:prstGeom>
          <a:solidFill>
            <a:srgbClr val="00437B"/>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just">
              <a:defRPr/>
            </a:pPr>
            <a:endParaRPr lang="en-GB" sz="1600">
              <a:solidFill>
                <a:schemeClr val="bg1"/>
              </a:solidFill>
            </a:endParaRPr>
          </a:p>
          <a:p>
            <a:pPr algn="just">
              <a:defRPr/>
            </a:pPr>
            <a:endParaRPr lang="en-GB" sz="2800">
              <a:solidFill>
                <a:schemeClr val="bg1"/>
              </a:solidFill>
            </a:endParaRPr>
          </a:p>
          <a:p>
            <a:pPr algn="just">
              <a:defRPr/>
            </a:pPr>
            <a:r>
              <a:rPr lang="en-GB" sz="2800" b="1">
                <a:solidFill>
                  <a:schemeClr val="bg1"/>
                </a:solidFill>
              </a:rPr>
              <a:t> </a:t>
            </a:r>
            <a:endParaRPr lang="en-GB" sz="2800">
              <a:solidFill>
                <a:schemeClr val="bg1"/>
              </a:solidFill>
            </a:endParaRPr>
          </a:p>
        </p:txBody>
      </p:sp>
      <p:sp>
        <p:nvSpPr>
          <p:cNvPr id="2" name="Title 1"/>
          <p:cNvSpPr>
            <a:spLocks noGrp="1"/>
          </p:cNvSpPr>
          <p:nvPr>
            <p:ph type="title"/>
          </p:nvPr>
        </p:nvSpPr>
        <p:spPr>
          <a:xfrm>
            <a:off x="-1" y="1"/>
            <a:ext cx="9143999" cy="901820"/>
          </a:xfrm>
        </p:spPr>
        <p:txBody>
          <a:bodyPr>
            <a:normAutofit/>
          </a:bodyPr>
          <a:lstStyle>
            <a:lvl1pPr>
              <a:defRPr sz="400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202019" y="1147313"/>
            <a:ext cx="8683189" cy="4977442"/>
          </a:xfrm>
        </p:spPr>
        <p:txBody>
          <a:bodyPr/>
          <a:lstStyle>
            <a:lvl1pPr>
              <a:defRPr>
                <a:latin typeface="Arial" panose="020B0604020202020204" pitchFamily="34" charset="0"/>
                <a:cs typeface="Arial" panose="020B0604020202020204" pitchFamily="34" charset="0"/>
              </a:defRPr>
            </a:lvl1pPr>
            <a:lvl2pPr marL="384048" indent="-182880">
              <a:buFont typeface="Arial" panose="020B0604020202020204" pitchFamily="34" charset="0"/>
              <a:buChar char="•"/>
              <a:defRPr>
                <a:latin typeface="Arial" panose="020B0604020202020204" pitchFamily="34" charset="0"/>
                <a:cs typeface="Arial" panose="020B0604020202020204" pitchFamily="34" charset="0"/>
              </a:defRPr>
            </a:lvl2pPr>
            <a:lvl3pPr marL="566928" indent="-182880">
              <a:buFont typeface="Arial" panose="020B0604020202020204" pitchFamily="34" charset="0"/>
              <a:buChar char="•"/>
              <a:defRPr>
                <a:latin typeface="Arial" panose="020B0604020202020204" pitchFamily="34" charset="0"/>
                <a:cs typeface="Arial" panose="020B0604020202020204" pitchFamily="34" charset="0"/>
              </a:defRPr>
            </a:lvl3pPr>
            <a:lvl4pPr marL="749808" indent="-182880">
              <a:buFont typeface="Arial" panose="020B0604020202020204" pitchFamily="34" charset="0"/>
              <a:buChar char="•"/>
              <a:defRPr>
                <a:latin typeface="Arial" panose="020B0604020202020204" pitchFamily="34" charset="0"/>
                <a:cs typeface="Arial" panose="020B0604020202020204" pitchFamily="34" charset="0"/>
              </a:defRPr>
            </a:lvl4pPr>
            <a:lvl5pPr marL="932688" indent="-18288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28D29-1ECB-41DF-951B-2A23F95AD026}" type="datetimeFigureOut">
              <a:rPr lang="en-US" smtClean="0"/>
              <a:t>4/22/2024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E3F4F-51B2-42EE-AFA2-40C4572185CC}" type="slidenum">
              <a:rPr lang="en-US" smtClean="0"/>
              <a:t>‹#›</a:t>
            </a:fld>
            <a:endParaRPr lang="en-US"/>
          </a:p>
        </p:txBody>
      </p:sp>
    </p:spTree>
    <p:extLst>
      <p:ext uri="{BB962C8B-B14F-4D97-AF65-F5344CB8AC3E}">
        <p14:creationId xmlns:p14="http://schemas.microsoft.com/office/powerpoint/2010/main" val="3428880408"/>
      </p:ext>
    </p:extLst>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4/22/2024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939580"/>
      </p:ext>
    </p:extLst>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5"/>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smtClean="0"/>
              <a:t>4/22/2024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98855223"/>
      </p:ext>
    </p:extLst>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smtClean="0"/>
              <a:t>4/22/2024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4516401"/>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smtClean="0"/>
              <a:t>4/22/2024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2"/>
          <p:cNvSpPr txBox="1">
            <a:spLocks/>
          </p:cNvSpPr>
          <p:nvPr userDrawn="1"/>
        </p:nvSpPr>
        <p:spPr bwMode="auto">
          <a:xfrm>
            <a:off x="0" y="0"/>
            <a:ext cx="9144000" cy="901820"/>
          </a:xfrm>
          <a:prstGeom prst="rect">
            <a:avLst/>
          </a:prstGeom>
          <a:solidFill>
            <a:srgbClr val="00437B"/>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just">
              <a:defRPr/>
            </a:pPr>
            <a:endParaRPr lang="en-GB" sz="1600">
              <a:solidFill>
                <a:schemeClr val="bg1"/>
              </a:solidFill>
            </a:endParaRPr>
          </a:p>
          <a:p>
            <a:pPr algn="just">
              <a:defRPr/>
            </a:pPr>
            <a:r>
              <a:rPr lang="en-GB" sz="2800">
                <a:solidFill>
                  <a:schemeClr val="bg1"/>
                </a:solidFill>
              </a:rPr>
              <a:t> </a:t>
            </a:r>
          </a:p>
          <a:p>
            <a:pPr algn="just">
              <a:defRPr/>
            </a:pPr>
            <a:r>
              <a:rPr lang="en-GB" sz="2800" b="1">
                <a:solidFill>
                  <a:schemeClr val="bg1"/>
                </a:solidFill>
              </a:rPr>
              <a:t> </a:t>
            </a:r>
            <a:endParaRPr lang="en-GB" sz="2800">
              <a:solidFill>
                <a:schemeClr val="bg1"/>
              </a:solidFill>
            </a:endParaRPr>
          </a:p>
        </p:txBody>
      </p:sp>
    </p:spTree>
    <p:extLst>
      <p:ext uri="{BB962C8B-B14F-4D97-AF65-F5344CB8AC3E}">
        <p14:creationId xmlns:p14="http://schemas.microsoft.com/office/powerpoint/2010/main" val="1632781432"/>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smtClean="0"/>
              <a:pPr/>
              <a:t>4/22/2024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
        <p:nvSpPr>
          <p:cNvPr id="10" name="Title 2"/>
          <p:cNvSpPr txBox="1">
            <a:spLocks/>
          </p:cNvSpPr>
          <p:nvPr userDrawn="1"/>
        </p:nvSpPr>
        <p:spPr bwMode="auto">
          <a:xfrm>
            <a:off x="0" y="0"/>
            <a:ext cx="9144000" cy="901820"/>
          </a:xfrm>
          <a:prstGeom prst="rect">
            <a:avLst/>
          </a:prstGeom>
          <a:solidFill>
            <a:srgbClr val="00437B"/>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just">
              <a:defRPr/>
            </a:pPr>
            <a:endParaRPr lang="en-GB" sz="1600">
              <a:solidFill>
                <a:schemeClr val="bg1"/>
              </a:solidFill>
            </a:endParaRPr>
          </a:p>
          <a:p>
            <a:pPr algn="just">
              <a:defRPr/>
            </a:pPr>
            <a:r>
              <a:rPr lang="en-GB" sz="2800">
                <a:solidFill>
                  <a:schemeClr val="bg1"/>
                </a:solidFill>
              </a:rPr>
              <a:t> </a:t>
            </a:r>
          </a:p>
          <a:p>
            <a:pPr algn="just">
              <a:defRPr/>
            </a:pPr>
            <a:r>
              <a:rPr lang="en-GB" sz="2800" b="1">
                <a:solidFill>
                  <a:schemeClr val="bg1"/>
                </a:solidFill>
              </a:rPr>
              <a:t> </a:t>
            </a:r>
            <a:endParaRPr lang="en-GB" sz="2800">
              <a:solidFill>
                <a:schemeClr val="bg1"/>
              </a:solidFill>
            </a:endParaRPr>
          </a:p>
        </p:txBody>
      </p:sp>
    </p:spTree>
    <p:extLst>
      <p:ext uri="{BB962C8B-B14F-4D97-AF65-F5344CB8AC3E}">
        <p14:creationId xmlns:p14="http://schemas.microsoft.com/office/powerpoint/2010/main" val="981994473"/>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96DFF08F-DC6B-4601-B491-B0F83F6DD2DA}" type="datetimeFigureOut">
              <a:rPr lang="en-US" smtClean="0"/>
              <a:pPr/>
              <a:t>4/22/2024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2895347186"/>
      </p:ext>
    </p:extLst>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4/22/2024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976776298"/>
      </p:ext>
    </p:extLst>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smtClean="0"/>
              <a:t>4/22/2024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10689881"/>
      </p:ext>
    </p:extLst>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smtClean="0"/>
              <a:t>4/22/2024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512475010"/>
      </p:ext>
    </p:extLst>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5122" name="Title Placeholder 1"/>
          <p:cNvSpPr>
            <a:spLocks noGrp="1"/>
          </p:cNvSpPr>
          <p:nvPr>
            <p:ph type="ctrTitle"/>
          </p:nvPr>
        </p:nvSpPr>
        <p:spPr>
          <a:xfrm>
            <a:off x="457200" y="3079750"/>
            <a:ext cx="7772400" cy="1400175"/>
          </a:xfrm>
        </p:spPr>
        <p:txBody>
          <a:bodyPr lIns="0" tIns="0" rIns="0" bIns="0"/>
          <a:lstStyle>
            <a:lvl1pPr>
              <a:defRPr sz="3700"/>
            </a:lvl1pPr>
          </a:lstStyle>
          <a:p>
            <a:pPr lvl="0"/>
            <a:r>
              <a:rPr lang="en-GB" noProof="0"/>
              <a:t>Click to edit Master title style</a:t>
            </a:r>
          </a:p>
        </p:txBody>
      </p:sp>
      <p:sp>
        <p:nvSpPr>
          <p:cNvPr id="6" name="Rectangle 5"/>
          <p:cNvSpPr/>
          <p:nvPr userDrawn="1"/>
        </p:nvSpPr>
        <p:spPr>
          <a:xfrm>
            <a:off x="8822056" y="2976880"/>
            <a:ext cx="321944" cy="3881120"/>
          </a:xfrm>
          <a:prstGeom prst="rect">
            <a:avLst/>
          </a:prstGeom>
          <a:solidFill>
            <a:srgbClr val="0043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4908276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smtClean="0"/>
              <a:pPr/>
              <a:t>4/22/2024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a:p>
        </p:txBody>
      </p:sp>
      <p:sp>
        <p:nvSpPr>
          <p:cNvPr id="12" name="TextBox 11">
            <a:extLst>
              <a:ext uri="{FF2B5EF4-FFF2-40B4-BE49-F238E27FC236}">
                <a16:creationId xmlns:a16="http://schemas.microsoft.com/office/drawing/2014/main" id="{886F97D9-B04F-B38E-4874-1E4B56659ED0}"/>
              </a:ext>
            </a:extLst>
          </p:cNvPr>
          <p:cNvSpPr txBox="1"/>
          <p:nvPr userDrawn="1">
            <p:extLst>
              <p:ext uri="{1162E1C5-73C7-4A58-AE30-91384D911F3F}">
                <p184:classification xmlns:p184="http://schemas.microsoft.com/office/powerpoint/2018/4/main" val="hdr"/>
              </p:ext>
            </p:extLst>
          </p:nvPr>
        </p:nvSpPr>
        <p:spPr>
          <a:xfrm>
            <a:off x="4353687" y="63500"/>
            <a:ext cx="471488" cy="182880"/>
          </a:xfrm>
          <a:prstGeom prst="rect">
            <a:avLst/>
          </a:prstGeom>
        </p:spPr>
        <p:txBody>
          <a:bodyPr horzOverflow="overflow" lIns="0" tIns="0" rIns="0" bIns="0">
            <a:spAutoFit/>
          </a:bodyPr>
          <a:lstStyle/>
          <a:p>
            <a:pPr algn="l"/>
            <a:r>
              <a:rPr lang="en-GB" sz="1200">
                <a:solidFill>
                  <a:srgbClr val="000000"/>
                </a:solidFill>
                <a:latin typeface="Calibri" panose="020F0502020204030204" pitchFamily="34" charset="0"/>
                <a:cs typeface="Calibri" panose="020F0502020204030204" pitchFamily="34" charset="0"/>
              </a:rPr>
              <a:t>Official</a:t>
            </a:r>
          </a:p>
        </p:txBody>
      </p:sp>
      <p:sp>
        <p:nvSpPr>
          <p:cNvPr id="13" name="TextBox 12">
            <a:extLst>
              <a:ext uri="{FF2B5EF4-FFF2-40B4-BE49-F238E27FC236}">
                <a16:creationId xmlns:a16="http://schemas.microsoft.com/office/drawing/2014/main" id="{D6F71517-25A4-033B-C881-55104675D2E8}"/>
              </a:ext>
            </a:extLst>
          </p:cNvPr>
          <p:cNvSpPr txBox="1"/>
          <p:nvPr userDrawn="1">
            <p:extLst>
              <p:ext uri="{1162E1C5-73C7-4A58-AE30-91384D911F3F}">
                <p184:classification xmlns:p184="http://schemas.microsoft.com/office/powerpoint/2018/4/main" val="ftr"/>
              </p:ext>
            </p:extLst>
          </p:nvPr>
        </p:nvSpPr>
        <p:spPr>
          <a:xfrm>
            <a:off x="4353687" y="6611620"/>
            <a:ext cx="471488" cy="184666"/>
          </a:xfrm>
          <a:prstGeom prst="rect">
            <a:avLst/>
          </a:prstGeom>
        </p:spPr>
        <p:txBody>
          <a:bodyPr horzOverflow="overflow" lIns="0" tIns="0" rIns="0" bIns="0">
            <a:spAutoFit/>
          </a:bodyPr>
          <a:lstStyle/>
          <a:p>
            <a:pPr algn="l"/>
            <a:r>
              <a:rPr lang="en-GB" sz="1200">
                <a:solidFill>
                  <a:schemeClr val="bg1"/>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3585755692"/>
      </p:ext>
    </p:extLst>
  </p:cSld>
  <p:clrMap bg1="lt1" tx1="dk1" bg2="lt2" tx2="dk2" accent1="accent1" accent2="accent2" accent3="accent3" accent4="accent4" accent5="accent5" accent6="accent6" hlink="hlink" folHlink="folHlink"/>
  <p:sldLayoutIdLst>
    <p:sldLayoutId id="2147484756" r:id="rId1"/>
    <p:sldLayoutId id="2147484757" r:id="rId2"/>
    <p:sldLayoutId id="2147484758" r:id="rId3"/>
    <p:sldLayoutId id="2147484759" r:id="rId4"/>
    <p:sldLayoutId id="2147484760" r:id="rId5"/>
    <p:sldLayoutId id="2147484761" r:id="rId6"/>
    <p:sldLayoutId id="2147484762" r:id="rId7"/>
    <p:sldLayoutId id="2147484763" r:id="rId8"/>
    <p:sldLayoutId id="2147484764" r:id="rId9"/>
    <p:sldLayoutId id="2147484765" r:id="rId10"/>
    <p:sldLayoutId id="2147484766" r:id="rId11"/>
  </p:sldLayoutIdLst>
  <p:transition spd="slow">
    <p:push/>
  </p:transition>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9D479-EF8F-9713-04FD-A3613F18CE1E}"/>
              </a:ext>
            </a:extLst>
          </p:cNvPr>
          <p:cNvSpPr>
            <a:spLocks noGrp="1"/>
          </p:cNvSpPr>
          <p:nvPr>
            <p:ph type="ctrTitle"/>
          </p:nvPr>
        </p:nvSpPr>
        <p:spPr>
          <a:xfrm>
            <a:off x="457200" y="3079750"/>
            <a:ext cx="7772400" cy="1400175"/>
          </a:xfrm>
        </p:spPr>
        <p:txBody>
          <a:bodyPr/>
          <a:lstStyle/>
          <a:p>
            <a:r>
              <a:rPr lang="en-GB"/>
              <a:t>Group Exercise – Problem Structuring</a:t>
            </a:r>
          </a:p>
        </p:txBody>
      </p:sp>
    </p:spTree>
    <p:extLst>
      <p:ext uri="{BB962C8B-B14F-4D97-AF65-F5344CB8AC3E}">
        <p14:creationId xmlns:p14="http://schemas.microsoft.com/office/powerpoint/2010/main" val="179785571"/>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0A7D-29BD-E6D4-1194-6C123A12EDF9}"/>
              </a:ext>
            </a:extLst>
          </p:cNvPr>
          <p:cNvSpPr>
            <a:spLocks noGrp="1"/>
          </p:cNvSpPr>
          <p:nvPr>
            <p:ph type="title"/>
          </p:nvPr>
        </p:nvSpPr>
        <p:spPr>
          <a:xfrm>
            <a:off x="-1" y="1"/>
            <a:ext cx="9143999" cy="901820"/>
          </a:xfrm>
        </p:spPr>
        <p:txBody>
          <a:bodyPr/>
          <a:lstStyle/>
          <a:p>
            <a:r>
              <a:rPr lang="en-GB"/>
              <a:t>Very brief intro to “Soft OR”</a:t>
            </a:r>
          </a:p>
        </p:txBody>
      </p:sp>
      <p:graphicFrame>
        <p:nvGraphicFramePr>
          <p:cNvPr id="10" name="Content Placeholder 9">
            <a:extLst>
              <a:ext uri="{FF2B5EF4-FFF2-40B4-BE49-F238E27FC236}">
                <a16:creationId xmlns:a16="http://schemas.microsoft.com/office/drawing/2014/main" id="{AF75670C-6CCF-E6E2-363C-60825E876D05}"/>
              </a:ext>
            </a:extLst>
          </p:cNvPr>
          <p:cNvGraphicFramePr>
            <a:graphicFrameLocks noGrp="1"/>
          </p:cNvGraphicFramePr>
          <p:nvPr>
            <p:ph idx="1"/>
            <p:extLst>
              <p:ext uri="{D42A27DB-BD31-4B8C-83A1-F6EECF244321}">
                <p14:modId xmlns:p14="http://schemas.microsoft.com/office/powerpoint/2010/main" val="1247051"/>
              </p:ext>
            </p:extLst>
          </p:nvPr>
        </p:nvGraphicFramePr>
        <p:xfrm>
          <a:off x="201613" y="1147763"/>
          <a:ext cx="8683625" cy="3511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1278784C-1CA4-8353-64B4-346AC3F77101}"/>
              </a:ext>
            </a:extLst>
          </p:cNvPr>
          <p:cNvSpPr txBox="1"/>
          <p:nvPr/>
        </p:nvSpPr>
        <p:spPr>
          <a:xfrm>
            <a:off x="201613" y="5021943"/>
            <a:ext cx="6199198" cy="923330"/>
          </a:xfrm>
          <a:prstGeom prst="rect">
            <a:avLst/>
          </a:prstGeom>
          <a:noFill/>
        </p:spPr>
        <p:txBody>
          <a:bodyPr wrap="none" rtlCol="0">
            <a:spAutoFit/>
          </a:bodyPr>
          <a:lstStyle/>
          <a:p>
            <a:r>
              <a:rPr lang="en-GB"/>
              <a:t>*Further reading:</a:t>
            </a:r>
          </a:p>
          <a:p>
            <a:r>
              <a:rPr lang="en-GB"/>
              <a:t>- Strategic Options Development and Analysis (Eden et al.)</a:t>
            </a:r>
          </a:p>
          <a:p>
            <a:r>
              <a:rPr lang="en-GB"/>
              <a:t>- Soft Systems Methodology (</a:t>
            </a:r>
            <a:r>
              <a:rPr lang="en-GB" err="1"/>
              <a:t>Pidd</a:t>
            </a:r>
            <a:r>
              <a:rPr lang="en-GB"/>
              <a:t> et al.)</a:t>
            </a:r>
          </a:p>
        </p:txBody>
      </p:sp>
    </p:spTree>
    <p:extLst>
      <p:ext uri="{BB962C8B-B14F-4D97-AF65-F5344CB8AC3E}">
        <p14:creationId xmlns:p14="http://schemas.microsoft.com/office/powerpoint/2010/main" val="2929964756"/>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887462-CDD9-4D53-0F05-BA620B7EB524}"/>
              </a:ext>
            </a:extLst>
          </p:cNvPr>
          <p:cNvSpPr>
            <a:spLocks noGrp="1"/>
          </p:cNvSpPr>
          <p:nvPr>
            <p:ph type="title"/>
          </p:nvPr>
        </p:nvSpPr>
        <p:spPr/>
        <p:txBody>
          <a:bodyPr/>
          <a:lstStyle/>
          <a:p>
            <a:r>
              <a:rPr lang="en-GB"/>
              <a:t>Examples – Rich Picture</a:t>
            </a:r>
          </a:p>
        </p:txBody>
      </p:sp>
      <p:pic>
        <p:nvPicPr>
          <p:cNvPr id="6" name="Picture 2">
            <a:extLst>
              <a:ext uri="{FF2B5EF4-FFF2-40B4-BE49-F238E27FC236}">
                <a16:creationId xmlns:a16="http://schemas.microsoft.com/office/drawing/2014/main" id="{E18CFC63-29CD-CE77-19C5-D24A1BAA3D6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9058" y="1036125"/>
            <a:ext cx="5625884" cy="5243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5326850"/>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2FD05F-DEED-B781-A914-C10039E0EF65}"/>
              </a:ext>
            </a:extLst>
          </p:cNvPr>
          <p:cNvSpPr>
            <a:spLocks noGrp="1"/>
          </p:cNvSpPr>
          <p:nvPr>
            <p:ph type="title"/>
          </p:nvPr>
        </p:nvSpPr>
        <p:spPr/>
        <p:txBody>
          <a:bodyPr/>
          <a:lstStyle/>
          <a:p>
            <a:r>
              <a:rPr lang="en-GB"/>
              <a:t>System mapping</a:t>
            </a:r>
          </a:p>
        </p:txBody>
      </p:sp>
      <p:sp>
        <p:nvSpPr>
          <p:cNvPr id="5" name="Content Placeholder 4">
            <a:extLst>
              <a:ext uri="{FF2B5EF4-FFF2-40B4-BE49-F238E27FC236}">
                <a16:creationId xmlns:a16="http://schemas.microsoft.com/office/drawing/2014/main" id="{1CEBABC6-19D2-B299-38F3-47D4FFFFB73D}"/>
              </a:ext>
            </a:extLst>
          </p:cNvPr>
          <p:cNvSpPr>
            <a:spLocks noGrp="1"/>
          </p:cNvSpPr>
          <p:nvPr>
            <p:ph idx="1"/>
          </p:nvPr>
        </p:nvSpPr>
        <p:spPr/>
        <p:txBody>
          <a:bodyPr/>
          <a:lstStyle/>
          <a:p>
            <a:endParaRPr lang="en-GB"/>
          </a:p>
        </p:txBody>
      </p:sp>
      <p:pic>
        <p:nvPicPr>
          <p:cNvPr id="6" name="Content Placeholder 6" descr="A diagram of a flowchart&#10;&#10;Description automatically generated">
            <a:extLst>
              <a:ext uri="{FF2B5EF4-FFF2-40B4-BE49-F238E27FC236}">
                <a16:creationId xmlns:a16="http://schemas.microsoft.com/office/drawing/2014/main" id="{C057B5A0-346F-BDCE-F0D0-227DDAB86256}"/>
              </a:ext>
            </a:extLst>
          </p:cNvPr>
          <p:cNvPicPr>
            <a:picLocks noChangeAspect="1"/>
          </p:cNvPicPr>
          <p:nvPr/>
        </p:nvPicPr>
        <p:blipFill>
          <a:blip r:embed="rId2"/>
          <a:stretch>
            <a:fillRect/>
          </a:stretch>
        </p:blipFill>
        <p:spPr>
          <a:xfrm>
            <a:off x="373474" y="986166"/>
            <a:ext cx="8340278" cy="5138589"/>
          </a:xfrm>
          <a:prstGeom prst="rect">
            <a:avLst/>
          </a:prstGeom>
        </p:spPr>
      </p:pic>
    </p:spTree>
    <p:extLst>
      <p:ext uri="{BB962C8B-B14F-4D97-AF65-F5344CB8AC3E}">
        <p14:creationId xmlns:p14="http://schemas.microsoft.com/office/powerpoint/2010/main" val="303296147"/>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DD2B74-71DA-A09B-A4E2-3E228F67535E}"/>
              </a:ext>
            </a:extLst>
          </p:cNvPr>
          <p:cNvSpPr>
            <a:spLocks noGrp="1"/>
          </p:cNvSpPr>
          <p:nvPr>
            <p:ph type="title"/>
          </p:nvPr>
        </p:nvSpPr>
        <p:spPr/>
        <p:txBody>
          <a:bodyPr/>
          <a:lstStyle/>
          <a:p>
            <a:r>
              <a:rPr lang="en-GB"/>
              <a:t>Working with groups</a:t>
            </a:r>
          </a:p>
        </p:txBody>
      </p:sp>
      <p:grpSp>
        <p:nvGrpSpPr>
          <p:cNvPr id="6" name="Group 5">
            <a:extLst>
              <a:ext uri="{FF2B5EF4-FFF2-40B4-BE49-F238E27FC236}">
                <a16:creationId xmlns:a16="http://schemas.microsoft.com/office/drawing/2014/main" id="{28E6D0A4-CC87-E617-C354-AD69C4493E1D}"/>
              </a:ext>
            </a:extLst>
          </p:cNvPr>
          <p:cNvGrpSpPr>
            <a:grpSpLocks/>
          </p:cNvGrpSpPr>
          <p:nvPr/>
        </p:nvGrpSpPr>
        <p:grpSpPr bwMode="auto">
          <a:xfrm>
            <a:off x="4571999" y="3428999"/>
            <a:ext cx="3846455" cy="2536371"/>
            <a:chOff x="417" y="1466"/>
            <a:chExt cx="1900" cy="1414"/>
          </a:xfrm>
        </p:grpSpPr>
        <p:sp>
          <p:nvSpPr>
            <p:cNvPr id="7" name="Freeform 6">
              <a:extLst>
                <a:ext uri="{FF2B5EF4-FFF2-40B4-BE49-F238E27FC236}">
                  <a16:creationId xmlns:a16="http://schemas.microsoft.com/office/drawing/2014/main" id="{41FAE011-41B8-0BF3-922E-92DD3DB8E60C}"/>
                </a:ext>
              </a:extLst>
            </p:cNvPr>
            <p:cNvSpPr>
              <a:spLocks/>
            </p:cNvSpPr>
            <p:nvPr/>
          </p:nvSpPr>
          <p:spPr bwMode="auto">
            <a:xfrm>
              <a:off x="672" y="1633"/>
              <a:ext cx="1645" cy="1247"/>
            </a:xfrm>
            <a:custGeom>
              <a:avLst/>
              <a:gdLst>
                <a:gd name="T0" fmla="*/ 1545 w 1645"/>
                <a:gd name="T1" fmla="*/ 0 h 1247"/>
                <a:gd name="T2" fmla="*/ 1644 w 1645"/>
                <a:gd name="T3" fmla="*/ 9 h 1247"/>
                <a:gd name="T4" fmla="*/ 1543 w 1645"/>
                <a:gd name="T5" fmla="*/ 423 h 1247"/>
                <a:gd name="T6" fmla="*/ 1606 w 1645"/>
                <a:gd name="T7" fmla="*/ 515 h 1247"/>
                <a:gd name="T8" fmla="*/ 1617 w 1645"/>
                <a:gd name="T9" fmla="*/ 600 h 1247"/>
                <a:gd name="T10" fmla="*/ 1606 w 1645"/>
                <a:gd name="T11" fmla="*/ 707 h 1247"/>
                <a:gd name="T12" fmla="*/ 1482 w 1645"/>
                <a:gd name="T13" fmla="*/ 1085 h 1247"/>
                <a:gd name="T14" fmla="*/ 1494 w 1645"/>
                <a:gd name="T15" fmla="*/ 1111 h 1247"/>
                <a:gd name="T16" fmla="*/ 1509 w 1645"/>
                <a:gd name="T17" fmla="*/ 1136 h 1247"/>
                <a:gd name="T18" fmla="*/ 1525 w 1645"/>
                <a:gd name="T19" fmla="*/ 1165 h 1247"/>
                <a:gd name="T20" fmla="*/ 1542 w 1645"/>
                <a:gd name="T21" fmla="*/ 1195 h 1247"/>
                <a:gd name="T22" fmla="*/ 1557 w 1645"/>
                <a:gd name="T23" fmla="*/ 1220 h 1247"/>
                <a:gd name="T24" fmla="*/ 1569 w 1645"/>
                <a:gd name="T25" fmla="*/ 1238 h 1247"/>
                <a:gd name="T26" fmla="*/ 1577 w 1645"/>
                <a:gd name="T27" fmla="*/ 1246 h 1247"/>
                <a:gd name="T28" fmla="*/ 55 w 1645"/>
                <a:gd name="T29" fmla="*/ 1246 h 1247"/>
                <a:gd name="T30" fmla="*/ 0 w 1645"/>
                <a:gd name="T31" fmla="*/ 1063 h 1247"/>
                <a:gd name="T32" fmla="*/ 1545 w 1645"/>
                <a:gd name="T33" fmla="*/ 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5" h="1247">
                  <a:moveTo>
                    <a:pt x="1545" y="0"/>
                  </a:moveTo>
                  <a:lnTo>
                    <a:pt x="1644" y="9"/>
                  </a:lnTo>
                  <a:lnTo>
                    <a:pt x="1543" y="423"/>
                  </a:lnTo>
                  <a:lnTo>
                    <a:pt x="1606" y="515"/>
                  </a:lnTo>
                  <a:lnTo>
                    <a:pt x="1617" y="600"/>
                  </a:lnTo>
                  <a:lnTo>
                    <a:pt x="1606" y="707"/>
                  </a:lnTo>
                  <a:lnTo>
                    <a:pt x="1482" y="1085"/>
                  </a:lnTo>
                  <a:lnTo>
                    <a:pt x="1494" y="1111"/>
                  </a:lnTo>
                  <a:lnTo>
                    <a:pt x="1509" y="1136"/>
                  </a:lnTo>
                  <a:lnTo>
                    <a:pt x="1525" y="1165"/>
                  </a:lnTo>
                  <a:lnTo>
                    <a:pt x="1542" y="1195"/>
                  </a:lnTo>
                  <a:lnTo>
                    <a:pt x="1557" y="1220"/>
                  </a:lnTo>
                  <a:lnTo>
                    <a:pt x="1569" y="1238"/>
                  </a:lnTo>
                  <a:lnTo>
                    <a:pt x="1577" y="1246"/>
                  </a:lnTo>
                  <a:lnTo>
                    <a:pt x="55" y="1246"/>
                  </a:lnTo>
                  <a:lnTo>
                    <a:pt x="0" y="1063"/>
                  </a:lnTo>
                  <a:lnTo>
                    <a:pt x="15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7">
              <a:extLst>
                <a:ext uri="{FF2B5EF4-FFF2-40B4-BE49-F238E27FC236}">
                  <a16:creationId xmlns:a16="http://schemas.microsoft.com/office/drawing/2014/main" id="{2C5561EA-2656-7C2C-2493-24CE43FDB5A8}"/>
                </a:ext>
              </a:extLst>
            </p:cNvPr>
            <p:cNvSpPr>
              <a:spLocks/>
            </p:cNvSpPr>
            <p:nvPr/>
          </p:nvSpPr>
          <p:spPr bwMode="auto">
            <a:xfrm>
              <a:off x="560" y="1557"/>
              <a:ext cx="656" cy="1081"/>
            </a:xfrm>
            <a:custGeom>
              <a:avLst/>
              <a:gdLst>
                <a:gd name="T0" fmla="*/ 0 w 656"/>
                <a:gd name="T1" fmla="*/ 0 h 1081"/>
                <a:gd name="T2" fmla="*/ 655 w 656"/>
                <a:gd name="T3" fmla="*/ 14 h 1081"/>
                <a:gd name="T4" fmla="*/ 341 w 656"/>
                <a:gd name="T5" fmla="*/ 1008 h 1081"/>
                <a:gd name="T6" fmla="*/ 235 w 656"/>
                <a:gd name="T7" fmla="*/ 1080 h 1081"/>
                <a:gd name="T8" fmla="*/ 31 w 656"/>
                <a:gd name="T9" fmla="*/ 494 h 1081"/>
                <a:gd name="T10" fmla="*/ 0 w 656"/>
                <a:gd name="T11" fmla="*/ 0 h 1081"/>
              </a:gdLst>
              <a:ahLst/>
              <a:cxnLst>
                <a:cxn ang="0">
                  <a:pos x="T0" y="T1"/>
                </a:cxn>
                <a:cxn ang="0">
                  <a:pos x="T2" y="T3"/>
                </a:cxn>
                <a:cxn ang="0">
                  <a:pos x="T4" y="T5"/>
                </a:cxn>
                <a:cxn ang="0">
                  <a:pos x="T6" y="T7"/>
                </a:cxn>
                <a:cxn ang="0">
                  <a:pos x="T8" y="T9"/>
                </a:cxn>
                <a:cxn ang="0">
                  <a:pos x="T10" y="T11"/>
                </a:cxn>
              </a:cxnLst>
              <a:rect l="0" t="0" r="r" b="b"/>
              <a:pathLst>
                <a:path w="656" h="1081">
                  <a:moveTo>
                    <a:pt x="0" y="0"/>
                  </a:moveTo>
                  <a:lnTo>
                    <a:pt x="655" y="14"/>
                  </a:lnTo>
                  <a:lnTo>
                    <a:pt x="341" y="1008"/>
                  </a:lnTo>
                  <a:lnTo>
                    <a:pt x="235" y="1080"/>
                  </a:lnTo>
                  <a:lnTo>
                    <a:pt x="31" y="494"/>
                  </a:lnTo>
                  <a:lnTo>
                    <a:pt x="0" y="0"/>
                  </a:lnTo>
                </a:path>
              </a:pathLst>
            </a:custGeom>
            <a:solidFill>
              <a:srgbClr val="C28F6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8">
              <a:extLst>
                <a:ext uri="{FF2B5EF4-FFF2-40B4-BE49-F238E27FC236}">
                  <a16:creationId xmlns:a16="http://schemas.microsoft.com/office/drawing/2014/main" id="{46775BF3-8A6A-12DD-1DDA-D512261D95B1}"/>
                </a:ext>
              </a:extLst>
            </p:cNvPr>
            <p:cNvSpPr>
              <a:spLocks/>
            </p:cNvSpPr>
            <p:nvPr/>
          </p:nvSpPr>
          <p:spPr bwMode="auto">
            <a:xfrm>
              <a:off x="1486" y="1604"/>
              <a:ext cx="764" cy="914"/>
            </a:xfrm>
            <a:custGeom>
              <a:avLst/>
              <a:gdLst>
                <a:gd name="T0" fmla="*/ 0 w 764"/>
                <a:gd name="T1" fmla="*/ 0 h 914"/>
                <a:gd name="T2" fmla="*/ 192 w 764"/>
                <a:gd name="T3" fmla="*/ 604 h 914"/>
                <a:gd name="T4" fmla="*/ 484 w 764"/>
                <a:gd name="T5" fmla="*/ 913 h 914"/>
                <a:gd name="T6" fmla="*/ 708 w 764"/>
                <a:gd name="T7" fmla="*/ 263 h 914"/>
                <a:gd name="T8" fmla="*/ 763 w 764"/>
                <a:gd name="T9" fmla="*/ 41 h 914"/>
                <a:gd name="T10" fmla="*/ 0 w 764"/>
                <a:gd name="T11" fmla="*/ 0 h 914"/>
              </a:gdLst>
              <a:ahLst/>
              <a:cxnLst>
                <a:cxn ang="0">
                  <a:pos x="T0" y="T1"/>
                </a:cxn>
                <a:cxn ang="0">
                  <a:pos x="T2" y="T3"/>
                </a:cxn>
                <a:cxn ang="0">
                  <a:pos x="T4" y="T5"/>
                </a:cxn>
                <a:cxn ang="0">
                  <a:pos x="T6" y="T7"/>
                </a:cxn>
                <a:cxn ang="0">
                  <a:pos x="T8" y="T9"/>
                </a:cxn>
                <a:cxn ang="0">
                  <a:pos x="T10" y="T11"/>
                </a:cxn>
              </a:cxnLst>
              <a:rect l="0" t="0" r="r" b="b"/>
              <a:pathLst>
                <a:path w="764" h="914">
                  <a:moveTo>
                    <a:pt x="0" y="0"/>
                  </a:moveTo>
                  <a:lnTo>
                    <a:pt x="192" y="604"/>
                  </a:lnTo>
                  <a:lnTo>
                    <a:pt x="484" y="913"/>
                  </a:lnTo>
                  <a:lnTo>
                    <a:pt x="708" y="263"/>
                  </a:lnTo>
                  <a:lnTo>
                    <a:pt x="763" y="41"/>
                  </a:lnTo>
                  <a:lnTo>
                    <a:pt x="0" y="0"/>
                  </a:lnTo>
                </a:path>
              </a:pathLst>
            </a:custGeom>
            <a:solidFill>
              <a:srgbClr val="C28F6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 name="Freeform 9">
              <a:extLst>
                <a:ext uri="{FF2B5EF4-FFF2-40B4-BE49-F238E27FC236}">
                  <a16:creationId xmlns:a16="http://schemas.microsoft.com/office/drawing/2014/main" id="{A2592B87-B407-B943-C696-1CFF70AE04A6}"/>
                </a:ext>
              </a:extLst>
            </p:cNvPr>
            <p:cNvSpPr>
              <a:spLocks/>
            </p:cNvSpPr>
            <p:nvPr/>
          </p:nvSpPr>
          <p:spPr bwMode="auto">
            <a:xfrm>
              <a:off x="890" y="1571"/>
              <a:ext cx="817" cy="859"/>
            </a:xfrm>
            <a:custGeom>
              <a:avLst/>
              <a:gdLst>
                <a:gd name="T0" fmla="*/ 265 w 817"/>
                <a:gd name="T1" fmla="*/ 0 h 859"/>
                <a:gd name="T2" fmla="*/ 0 w 817"/>
                <a:gd name="T3" fmla="*/ 666 h 859"/>
                <a:gd name="T4" fmla="*/ 71 w 817"/>
                <a:gd name="T5" fmla="*/ 858 h 859"/>
                <a:gd name="T6" fmla="*/ 283 w 817"/>
                <a:gd name="T7" fmla="*/ 654 h 859"/>
                <a:gd name="T8" fmla="*/ 407 w 817"/>
                <a:gd name="T9" fmla="*/ 598 h 859"/>
                <a:gd name="T10" fmla="*/ 816 w 817"/>
                <a:gd name="T11" fmla="*/ 679 h 859"/>
                <a:gd name="T12" fmla="*/ 625 w 817"/>
                <a:gd name="T13" fmla="*/ 39 h 859"/>
                <a:gd name="T14" fmla="*/ 265 w 817"/>
                <a:gd name="T15" fmla="*/ 0 h 8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7" h="859">
                  <a:moveTo>
                    <a:pt x="265" y="0"/>
                  </a:moveTo>
                  <a:lnTo>
                    <a:pt x="0" y="666"/>
                  </a:lnTo>
                  <a:lnTo>
                    <a:pt x="71" y="858"/>
                  </a:lnTo>
                  <a:lnTo>
                    <a:pt x="283" y="654"/>
                  </a:lnTo>
                  <a:lnTo>
                    <a:pt x="407" y="598"/>
                  </a:lnTo>
                  <a:lnTo>
                    <a:pt x="816" y="679"/>
                  </a:lnTo>
                  <a:lnTo>
                    <a:pt x="625" y="39"/>
                  </a:lnTo>
                  <a:lnTo>
                    <a:pt x="265" y="0"/>
                  </a:lnTo>
                </a:path>
              </a:pathLst>
            </a:custGeom>
            <a:solidFill>
              <a:srgbClr val="FFDBA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 name="Freeform 10">
              <a:extLst>
                <a:ext uri="{FF2B5EF4-FFF2-40B4-BE49-F238E27FC236}">
                  <a16:creationId xmlns:a16="http://schemas.microsoft.com/office/drawing/2014/main" id="{CF2EF6AF-C49A-E9E5-9D31-17E8E59ADA3F}"/>
                </a:ext>
              </a:extLst>
            </p:cNvPr>
            <p:cNvSpPr>
              <a:spLocks/>
            </p:cNvSpPr>
            <p:nvPr/>
          </p:nvSpPr>
          <p:spPr bwMode="auto">
            <a:xfrm>
              <a:off x="455" y="1848"/>
              <a:ext cx="1785" cy="965"/>
            </a:xfrm>
            <a:custGeom>
              <a:avLst/>
              <a:gdLst>
                <a:gd name="T0" fmla="*/ 304 w 1785"/>
                <a:gd name="T1" fmla="*/ 247 h 965"/>
                <a:gd name="T2" fmla="*/ 362 w 1785"/>
                <a:gd name="T3" fmla="*/ 208 h 965"/>
                <a:gd name="T4" fmla="*/ 419 w 1785"/>
                <a:gd name="T5" fmla="*/ 216 h 965"/>
                <a:gd name="T6" fmla="*/ 467 w 1785"/>
                <a:gd name="T7" fmla="*/ 255 h 965"/>
                <a:gd name="T8" fmla="*/ 516 w 1785"/>
                <a:gd name="T9" fmla="*/ 351 h 965"/>
                <a:gd name="T10" fmla="*/ 573 w 1785"/>
                <a:gd name="T11" fmla="*/ 488 h 965"/>
                <a:gd name="T12" fmla="*/ 622 w 1785"/>
                <a:gd name="T13" fmla="*/ 468 h 965"/>
                <a:gd name="T14" fmla="*/ 719 w 1785"/>
                <a:gd name="T15" fmla="*/ 367 h 965"/>
                <a:gd name="T16" fmla="*/ 788 w 1785"/>
                <a:gd name="T17" fmla="*/ 341 h 965"/>
                <a:gd name="T18" fmla="*/ 846 w 1785"/>
                <a:gd name="T19" fmla="*/ 301 h 965"/>
                <a:gd name="T20" fmla="*/ 877 w 1785"/>
                <a:gd name="T21" fmla="*/ 156 h 965"/>
                <a:gd name="T22" fmla="*/ 877 w 1785"/>
                <a:gd name="T23" fmla="*/ 72 h 965"/>
                <a:gd name="T24" fmla="*/ 908 w 1785"/>
                <a:gd name="T25" fmla="*/ 19 h 965"/>
                <a:gd name="T26" fmla="*/ 936 w 1785"/>
                <a:gd name="T27" fmla="*/ 0 h 965"/>
                <a:gd name="T28" fmla="*/ 1003 w 1785"/>
                <a:gd name="T29" fmla="*/ 0 h 965"/>
                <a:gd name="T30" fmla="*/ 1086 w 1785"/>
                <a:gd name="T31" fmla="*/ 36 h 965"/>
                <a:gd name="T32" fmla="*/ 1096 w 1785"/>
                <a:gd name="T33" fmla="*/ 125 h 965"/>
                <a:gd name="T34" fmla="*/ 1088 w 1785"/>
                <a:gd name="T35" fmla="*/ 311 h 965"/>
                <a:gd name="T36" fmla="*/ 1207 w 1785"/>
                <a:gd name="T37" fmla="*/ 369 h 965"/>
                <a:gd name="T38" fmla="*/ 1250 w 1785"/>
                <a:gd name="T39" fmla="*/ 262 h 965"/>
                <a:gd name="T40" fmla="*/ 1283 w 1785"/>
                <a:gd name="T41" fmla="*/ 95 h 965"/>
                <a:gd name="T42" fmla="*/ 1324 w 1785"/>
                <a:gd name="T43" fmla="*/ 61 h 965"/>
                <a:gd name="T44" fmla="*/ 1369 w 1785"/>
                <a:gd name="T45" fmla="*/ 48 h 965"/>
                <a:gd name="T46" fmla="*/ 1427 w 1785"/>
                <a:gd name="T47" fmla="*/ 54 h 965"/>
                <a:gd name="T48" fmla="*/ 1468 w 1785"/>
                <a:gd name="T49" fmla="*/ 88 h 965"/>
                <a:gd name="T50" fmla="*/ 1467 w 1785"/>
                <a:gd name="T51" fmla="*/ 206 h 965"/>
                <a:gd name="T52" fmla="*/ 1372 w 1785"/>
                <a:gd name="T53" fmla="*/ 490 h 965"/>
                <a:gd name="T54" fmla="*/ 1444 w 1785"/>
                <a:gd name="T55" fmla="*/ 576 h 965"/>
                <a:gd name="T56" fmla="*/ 1469 w 1785"/>
                <a:gd name="T57" fmla="*/ 565 h 965"/>
                <a:gd name="T58" fmla="*/ 1493 w 1785"/>
                <a:gd name="T59" fmla="*/ 506 h 965"/>
                <a:gd name="T60" fmla="*/ 1549 w 1785"/>
                <a:gd name="T61" fmla="*/ 218 h 965"/>
                <a:gd name="T62" fmla="*/ 1634 w 1785"/>
                <a:gd name="T63" fmla="*/ 139 h 965"/>
                <a:gd name="T64" fmla="*/ 1673 w 1785"/>
                <a:gd name="T65" fmla="*/ 128 h 965"/>
                <a:gd name="T66" fmla="*/ 1733 w 1785"/>
                <a:gd name="T67" fmla="*/ 153 h 965"/>
                <a:gd name="T68" fmla="*/ 1784 w 1785"/>
                <a:gd name="T69" fmla="*/ 200 h 965"/>
                <a:gd name="T70" fmla="*/ 1774 w 1785"/>
                <a:gd name="T71" fmla="*/ 365 h 965"/>
                <a:gd name="T72" fmla="*/ 1614 w 1785"/>
                <a:gd name="T73" fmla="*/ 689 h 965"/>
                <a:gd name="T74" fmla="*/ 1502 w 1785"/>
                <a:gd name="T75" fmla="*/ 940 h 965"/>
                <a:gd name="T76" fmla="*/ 243 w 1785"/>
                <a:gd name="T77" fmla="*/ 964 h 965"/>
                <a:gd name="T78" fmla="*/ 81 w 1785"/>
                <a:gd name="T79" fmla="*/ 645 h 965"/>
                <a:gd name="T80" fmla="*/ 0 w 1785"/>
                <a:gd name="T81" fmla="*/ 345 h 965"/>
                <a:gd name="T82" fmla="*/ 49 w 1785"/>
                <a:gd name="T83" fmla="*/ 237 h 965"/>
                <a:gd name="T84" fmla="*/ 113 w 1785"/>
                <a:gd name="T85" fmla="*/ 200 h 965"/>
                <a:gd name="T86" fmla="*/ 152 w 1785"/>
                <a:gd name="T87" fmla="*/ 217 h 965"/>
                <a:gd name="T88" fmla="*/ 197 w 1785"/>
                <a:gd name="T89" fmla="*/ 267 h 965"/>
                <a:gd name="T90" fmla="*/ 223 w 1785"/>
                <a:gd name="T91" fmla="*/ 333 h 965"/>
                <a:gd name="T92" fmla="*/ 253 w 1785"/>
                <a:gd name="T93" fmla="*/ 488 h 965"/>
                <a:gd name="T94" fmla="*/ 299 w 1785"/>
                <a:gd name="T95" fmla="*/ 649 h 965"/>
                <a:gd name="T96" fmla="*/ 340 w 1785"/>
                <a:gd name="T97" fmla="*/ 718 h 965"/>
                <a:gd name="T98" fmla="*/ 395 w 1785"/>
                <a:gd name="T99" fmla="*/ 740 h 965"/>
                <a:gd name="T100" fmla="*/ 427 w 1785"/>
                <a:gd name="T101" fmla="*/ 679 h 965"/>
                <a:gd name="T102" fmla="*/ 353 w 1785"/>
                <a:gd name="T103" fmla="*/ 439 h 965"/>
                <a:gd name="T104" fmla="*/ 288 w 1785"/>
                <a:gd name="T105" fmla="*/ 321 h 965"/>
                <a:gd name="T106" fmla="*/ 304 w 1785"/>
                <a:gd name="T107" fmla="*/ 247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85" h="965">
                  <a:moveTo>
                    <a:pt x="304" y="247"/>
                  </a:moveTo>
                  <a:lnTo>
                    <a:pt x="362" y="208"/>
                  </a:lnTo>
                  <a:lnTo>
                    <a:pt x="419" y="216"/>
                  </a:lnTo>
                  <a:lnTo>
                    <a:pt x="467" y="255"/>
                  </a:lnTo>
                  <a:lnTo>
                    <a:pt x="516" y="351"/>
                  </a:lnTo>
                  <a:lnTo>
                    <a:pt x="573" y="488"/>
                  </a:lnTo>
                  <a:lnTo>
                    <a:pt x="622" y="468"/>
                  </a:lnTo>
                  <a:lnTo>
                    <a:pt x="719" y="367"/>
                  </a:lnTo>
                  <a:lnTo>
                    <a:pt x="788" y="341"/>
                  </a:lnTo>
                  <a:lnTo>
                    <a:pt x="846" y="301"/>
                  </a:lnTo>
                  <a:lnTo>
                    <a:pt x="877" y="156"/>
                  </a:lnTo>
                  <a:lnTo>
                    <a:pt x="877" y="72"/>
                  </a:lnTo>
                  <a:lnTo>
                    <a:pt x="908" y="19"/>
                  </a:lnTo>
                  <a:lnTo>
                    <a:pt x="936" y="0"/>
                  </a:lnTo>
                  <a:lnTo>
                    <a:pt x="1003" y="0"/>
                  </a:lnTo>
                  <a:lnTo>
                    <a:pt x="1086" y="36"/>
                  </a:lnTo>
                  <a:lnTo>
                    <a:pt x="1096" y="125"/>
                  </a:lnTo>
                  <a:lnTo>
                    <a:pt x="1088" y="311"/>
                  </a:lnTo>
                  <a:lnTo>
                    <a:pt x="1207" y="369"/>
                  </a:lnTo>
                  <a:lnTo>
                    <a:pt x="1250" y="262"/>
                  </a:lnTo>
                  <a:lnTo>
                    <a:pt x="1283" y="95"/>
                  </a:lnTo>
                  <a:lnTo>
                    <a:pt x="1324" y="61"/>
                  </a:lnTo>
                  <a:lnTo>
                    <a:pt x="1369" y="48"/>
                  </a:lnTo>
                  <a:lnTo>
                    <a:pt x="1427" y="54"/>
                  </a:lnTo>
                  <a:lnTo>
                    <a:pt x="1468" y="88"/>
                  </a:lnTo>
                  <a:lnTo>
                    <a:pt x="1467" y="206"/>
                  </a:lnTo>
                  <a:lnTo>
                    <a:pt x="1372" y="490"/>
                  </a:lnTo>
                  <a:lnTo>
                    <a:pt x="1444" y="576"/>
                  </a:lnTo>
                  <a:lnTo>
                    <a:pt x="1469" y="565"/>
                  </a:lnTo>
                  <a:lnTo>
                    <a:pt x="1493" y="506"/>
                  </a:lnTo>
                  <a:lnTo>
                    <a:pt x="1549" y="218"/>
                  </a:lnTo>
                  <a:lnTo>
                    <a:pt x="1634" y="139"/>
                  </a:lnTo>
                  <a:lnTo>
                    <a:pt x="1673" y="128"/>
                  </a:lnTo>
                  <a:lnTo>
                    <a:pt x="1733" y="153"/>
                  </a:lnTo>
                  <a:lnTo>
                    <a:pt x="1784" y="200"/>
                  </a:lnTo>
                  <a:lnTo>
                    <a:pt x="1774" y="365"/>
                  </a:lnTo>
                  <a:lnTo>
                    <a:pt x="1614" y="689"/>
                  </a:lnTo>
                  <a:lnTo>
                    <a:pt x="1502" y="940"/>
                  </a:lnTo>
                  <a:lnTo>
                    <a:pt x="243" y="964"/>
                  </a:lnTo>
                  <a:lnTo>
                    <a:pt x="81" y="645"/>
                  </a:lnTo>
                  <a:lnTo>
                    <a:pt x="0" y="345"/>
                  </a:lnTo>
                  <a:lnTo>
                    <a:pt x="49" y="237"/>
                  </a:lnTo>
                  <a:lnTo>
                    <a:pt x="113" y="200"/>
                  </a:lnTo>
                  <a:lnTo>
                    <a:pt x="152" y="217"/>
                  </a:lnTo>
                  <a:lnTo>
                    <a:pt x="197" y="267"/>
                  </a:lnTo>
                  <a:lnTo>
                    <a:pt x="223" y="333"/>
                  </a:lnTo>
                  <a:lnTo>
                    <a:pt x="253" y="488"/>
                  </a:lnTo>
                  <a:lnTo>
                    <a:pt x="299" y="649"/>
                  </a:lnTo>
                  <a:lnTo>
                    <a:pt x="340" y="718"/>
                  </a:lnTo>
                  <a:lnTo>
                    <a:pt x="395" y="740"/>
                  </a:lnTo>
                  <a:lnTo>
                    <a:pt x="427" y="679"/>
                  </a:lnTo>
                  <a:lnTo>
                    <a:pt x="353" y="439"/>
                  </a:lnTo>
                  <a:lnTo>
                    <a:pt x="288" y="321"/>
                  </a:lnTo>
                  <a:lnTo>
                    <a:pt x="304" y="24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Freeform 11">
              <a:extLst>
                <a:ext uri="{FF2B5EF4-FFF2-40B4-BE49-F238E27FC236}">
                  <a16:creationId xmlns:a16="http://schemas.microsoft.com/office/drawing/2014/main" id="{0A00E7C9-3A6E-D517-777E-AE64BD807AD7}"/>
                </a:ext>
              </a:extLst>
            </p:cNvPr>
            <p:cNvSpPr>
              <a:spLocks/>
            </p:cNvSpPr>
            <p:nvPr/>
          </p:nvSpPr>
          <p:spPr bwMode="auto">
            <a:xfrm>
              <a:off x="782" y="1482"/>
              <a:ext cx="467" cy="563"/>
            </a:xfrm>
            <a:custGeom>
              <a:avLst/>
              <a:gdLst>
                <a:gd name="T0" fmla="*/ 0 w 467"/>
                <a:gd name="T1" fmla="*/ 134 h 563"/>
                <a:gd name="T2" fmla="*/ 116 w 467"/>
                <a:gd name="T3" fmla="*/ 98 h 563"/>
                <a:gd name="T4" fmla="*/ 248 w 467"/>
                <a:gd name="T5" fmla="*/ 54 h 563"/>
                <a:gd name="T6" fmla="*/ 347 w 467"/>
                <a:gd name="T7" fmla="*/ 4 h 563"/>
                <a:gd name="T8" fmla="*/ 393 w 467"/>
                <a:gd name="T9" fmla="*/ 0 h 563"/>
                <a:gd name="T10" fmla="*/ 444 w 467"/>
                <a:gd name="T11" fmla="*/ 4 h 563"/>
                <a:gd name="T12" fmla="*/ 466 w 467"/>
                <a:gd name="T13" fmla="*/ 31 h 563"/>
                <a:gd name="T14" fmla="*/ 465 w 467"/>
                <a:gd name="T15" fmla="*/ 63 h 563"/>
                <a:gd name="T16" fmla="*/ 426 w 467"/>
                <a:gd name="T17" fmla="*/ 88 h 563"/>
                <a:gd name="T18" fmla="*/ 420 w 467"/>
                <a:gd name="T19" fmla="*/ 213 h 563"/>
                <a:gd name="T20" fmla="*/ 429 w 467"/>
                <a:gd name="T21" fmla="*/ 394 h 563"/>
                <a:gd name="T22" fmla="*/ 452 w 467"/>
                <a:gd name="T23" fmla="*/ 478 h 563"/>
                <a:gd name="T24" fmla="*/ 429 w 467"/>
                <a:gd name="T25" fmla="*/ 485 h 563"/>
                <a:gd name="T26" fmla="*/ 130 w 467"/>
                <a:gd name="T27" fmla="*/ 562 h 563"/>
                <a:gd name="T28" fmla="*/ 47 w 467"/>
                <a:gd name="T29" fmla="*/ 338 h 563"/>
                <a:gd name="T30" fmla="*/ 0 w 467"/>
                <a:gd name="T31" fmla="*/ 134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7" h="563">
                  <a:moveTo>
                    <a:pt x="0" y="134"/>
                  </a:moveTo>
                  <a:lnTo>
                    <a:pt x="116" y="98"/>
                  </a:lnTo>
                  <a:lnTo>
                    <a:pt x="248" y="54"/>
                  </a:lnTo>
                  <a:lnTo>
                    <a:pt x="347" y="4"/>
                  </a:lnTo>
                  <a:lnTo>
                    <a:pt x="393" y="0"/>
                  </a:lnTo>
                  <a:lnTo>
                    <a:pt x="444" y="4"/>
                  </a:lnTo>
                  <a:lnTo>
                    <a:pt x="466" y="31"/>
                  </a:lnTo>
                  <a:lnTo>
                    <a:pt x="465" y="63"/>
                  </a:lnTo>
                  <a:lnTo>
                    <a:pt x="426" y="88"/>
                  </a:lnTo>
                  <a:lnTo>
                    <a:pt x="420" y="213"/>
                  </a:lnTo>
                  <a:lnTo>
                    <a:pt x="429" y="394"/>
                  </a:lnTo>
                  <a:lnTo>
                    <a:pt x="452" y="478"/>
                  </a:lnTo>
                  <a:lnTo>
                    <a:pt x="429" y="485"/>
                  </a:lnTo>
                  <a:lnTo>
                    <a:pt x="130" y="562"/>
                  </a:lnTo>
                  <a:lnTo>
                    <a:pt x="47" y="338"/>
                  </a:lnTo>
                  <a:lnTo>
                    <a:pt x="0" y="13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Freeform 12">
              <a:extLst>
                <a:ext uri="{FF2B5EF4-FFF2-40B4-BE49-F238E27FC236}">
                  <a16:creationId xmlns:a16="http://schemas.microsoft.com/office/drawing/2014/main" id="{69A41B54-F739-B4E2-A921-42175DC74939}"/>
                </a:ext>
              </a:extLst>
            </p:cNvPr>
            <p:cNvSpPr>
              <a:spLocks/>
            </p:cNvSpPr>
            <p:nvPr/>
          </p:nvSpPr>
          <p:spPr bwMode="auto">
            <a:xfrm>
              <a:off x="789" y="2159"/>
              <a:ext cx="1363" cy="642"/>
            </a:xfrm>
            <a:custGeom>
              <a:avLst/>
              <a:gdLst>
                <a:gd name="T0" fmla="*/ 0 w 1363"/>
                <a:gd name="T1" fmla="*/ 621 h 642"/>
                <a:gd name="T2" fmla="*/ 140 w 1363"/>
                <a:gd name="T3" fmla="*/ 406 h 642"/>
                <a:gd name="T4" fmla="*/ 295 w 1363"/>
                <a:gd name="T5" fmla="*/ 186 h 642"/>
                <a:gd name="T6" fmla="*/ 402 w 1363"/>
                <a:gd name="T7" fmla="*/ 98 h 642"/>
                <a:gd name="T8" fmla="*/ 486 w 1363"/>
                <a:gd name="T9" fmla="*/ 46 h 642"/>
                <a:gd name="T10" fmla="*/ 599 w 1363"/>
                <a:gd name="T11" fmla="*/ 9 h 642"/>
                <a:gd name="T12" fmla="*/ 753 w 1363"/>
                <a:gd name="T13" fmla="*/ 0 h 642"/>
                <a:gd name="T14" fmla="*/ 869 w 1363"/>
                <a:gd name="T15" fmla="*/ 43 h 642"/>
                <a:gd name="T16" fmla="*/ 1199 w 1363"/>
                <a:gd name="T17" fmla="*/ 349 h 642"/>
                <a:gd name="T18" fmla="*/ 1362 w 1363"/>
                <a:gd name="T19" fmla="*/ 604 h 642"/>
                <a:gd name="T20" fmla="*/ 1190 w 1363"/>
                <a:gd name="T21" fmla="*/ 625 h 642"/>
                <a:gd name="T22" fmla="*/ 31 w 1363"/>
                <a:gd name="T23" fmla="*/ 641 h 642"/>
                <a:gd name="T24" fmla="*/ 0 w 1363"/>
                <a:gd name="T25" fmla="*/ 621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3" h="642">
                  <a:moveTo>
                    <a:pt x="0" y="621"/>
                  </a:moveTo>
                  <a:lnTo>
                    <a:pt x="140" y="406"/>
                  </a:lnTo>
                  <a:lnTo>
                    <a:pt x="295" y="186"/>
                  </a:lnTo>
                  <a:lnTo>
                    <a:pt x="402" y="98"/>
                  </a:lnTo>
                  <a:lnTo>
                    <a:pt x="486" y="46"/>
                  </a:lnTo>
                  <a:lnTo>
                    <a:pt x="599" y="9"/>
                  </a:lnTo>
                  <a:lnTo>
                    <a:pt x="753" y="0"/>
                  </a:lnTo>
                  <a:lnTo>
                    <a:pt x="869" y="43"/>
                  </a:lnTo>
                  <a:lnTo>
                    <a:pt x="1199" y="349"/>
                  </a:lnTo>
                  <a:lnTo>
                    <a:pt x="1362" y="604"/>
                  </a:lnTo>
                  <a:lnTo>
                    <a:pt x="1190" y="625"/>
                  </a:lnTo>
                  <a:lnTo>
                    <a:pt x="31" y="641"/>
                  </a:lnTo>
                  <a:lnTo>
                    <a:pt x="0" y="621"/>
                  </a:lnTo>
                </a:path>
              </a:pathLst>
            </a:custGeom>
            <a:solidFill>
              <a:srgbClr val="E08238"/>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 name="Freeform 13">
              <a:extLst>
                <a:ext uri="{FF2B5EF4-FFF2-40B4-BE49-F238E27FC236}">
                  <a16:creationId xmlns:a16="http://schemas.microsoft.com/office/drawing/2014/main" id="{F9FA4FB9-3F05-937E-E7D9-C5E949E81106}"/>
                </a:ext>
              </a:extLst>
            </p:cNvPr>
            <p:cNvSpPr>
              <a:spLocks/>
            </p:cNvSpPr>
            <p:nvPr/>
          </p:nvSpPr>
          <p:spPr bwMode="auto">
            <a:xfrm>
              <a:off x="847" y="2200"/>
              <a:ext cx="444" cy="611"/>
            </a:xfrm>
            <a:custGeom>
              <a:avLst/>
              <a:gdLst>
                <a:gd name="T0" fmla="*/ 0 w 444"/>
                <a:gd name="T1" fmla="*/ 610 h 611"/>
                <a:gd name="T2" fmla="*/ 52 w 444"/>
                <a:gd name="T3" fmla="*/ 493 h 611"/>
                <a:gd name="T4" fmla="*/ 164 w 444"/>
                <a:gd name="T5" fmla="*/ 354 h 611"/>
                <a:gd name="T6" fmla="*/ 243 w 444"/>
                <a:gd name="T7" fmla="*/ 277 h 611"/>
                <a:gd name="T8" fmla="*/ 317 w 444"/>
                <a:gd name="T9" fmla="*/ 162 h 611"/>
                <a:gd name="T10" fmla="*/ 379 w 444"/>
                <a:gd name="T11" fmla="*/ 36 h 611"/>
                <a:gd name="T12" fmla="*/ 443 w 444"/>
                <a:gd name="T13" fmla="*/ 0 h 611"/>
                <a:gd name="T14" fmla="*/ 403 w 444"/>
                <a:gd name="T15" fmla="*/ 69 h 611"/>
                <a:gd name="T16" fmla="*/ 364 w 444"/>
                <a:gd name="T17" fmla="*/ 213 h 611"/>
                <a:gd name="T18" fmla="*/ 386 w 444"/>
                <a:gd name="T19" fmla="*/ 312 h 611"/>
                <a:gd name="T20" fmla="*/ 347 w 444"/>
                <a:gd name="T21" fmla="*/ 425 h 611"/>
                <a:gd name="T22" fmla="*/ 341 w 444"/>
                <a:gd name="T23" fmla="*/ 601 h 611"/>
                <a:gd name="T24" fmla="*/ 277 w 444"/>
                <a:gd name="T25" fmla="*/ 601 h 611"/>
                <a:gd name="T26" fmla="*/ 297 w 444"/>
                <a:gd name="T27" fmla="*/ 420 h 611"/>
                <a:gd name="T28" fmla="*/ 332 w 444"/>
                <a:gd name="T29" fmla="*/ 327 h 611"/>
                <a:gd name="T30" fmla="*/ 327 w 444"/>
                <a:gd name="T31" fmla="*/ 224 h 611"/>
                <a:gd name="T32" fmla="*/ 273 w 444"/>
                <a:gd name="T33" fmla="*/ 312 h 611"/>
                <a:gd name="T34" fmla="*/ 207 w 444"/>
                <a:gd name="T35" fmla="*/ 365 h 611"/>
                <a:gd name="T36" fmla="*/ 106 w 444"/>
                <a:gd name="T37" fmla="*/ 577 h 611"/>
                <a:gd name="T38" fmla="*/ 0 w 444"/>
                <a:gd name="T39" fmla="*/ 61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4" h="611">
                  <a:moveTo>
                    <a:pt x="0" y="610"/>
                  </a:moveTo>
                  <a:lnTo>
                    <a:pt x="52" y="493"/>
                  </a:lnTo>
                  <a:lnTo>
                    <a:pt x="164" y="354"/>
                  </a:lnTo>
                  <a:lnTo>
                    <a:pt x="243" y="277"/>
                  </a:lnTo>
                  <a:lnTo>
                    <a:pt x="317" y="162"/>
                  </a:lnTo>
                  <a:lnTo>
                    <a:pt x="379" y="36"/>
                  </a:lnTo>
                  <a:lnTo>
                    <a:pt x="443" y="0"/>
                  </a:lnTo>
                  <a:lnTo>
                    <a:pt x="403" y="69"/>
                  </a:lnTo>
                  <a:lnTo>
                    <a:pt x="364" y="213"/>
                  </a:lnTo>
                  <a:lnTo>
                    <a:pt x="386" y="312"/>
                  </a:lnTo>
                  <a:lnTo>
                    <a:pt x="347" y="425"/>
                  </a:lnTo>
                  <a:lnTo>
                    <a:pt x="341" y="601"/>
                  </a:lnTo>
                  <a:lnTo>
                    <a:pt x="277" y="601"/>
                  </a:lnTo>
                  <a:lnTo>
                    <a:pt x="297" y="420"/>
                  </a:lnTo>
                  <a:lnTo>
                    <a:pt x="332" y="327"/>
                  </a:lnTo>
                  <a:lnTo>
                    <a:pt x="327" y="224"/>
                  </a:lnTo>
                  <a:lnTo>
                    <a:pt x="273" y="312"/>
                  </a:lnTo>
                  <a:lnTo>
                    <a:pt x="207" y="365"/>
                  </a:lnTo>
                  <a:lnTo>
                    <a:pt x="106" y="577"/>
                  </a:lnTo>
                  <a:lnTo>
                    <a:pt x="0" y="610"/>
                  </a:lnTo>
                </a:path>
              </a:pathLst>
            </a:custGeom>
            <a:solidFill>
              <a:srgbClr val="F7A85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5" name="Freeform 14">
              <a:extLst>
                <a:ext uri="{FF2B5EF4-FFF2-40B4-BE49-F238E27FC236}">
                  <a16:creationId xmlns:a16="http://schemas.microsoft.com/office/drawing/2014/main" id="{97132C85-CC7C-15F4-3A60-8508AFD38C13}"/>
                </a:ext>
              </a:extLst>
            </p:cNvPr>
            <p:cNvSpPr>
              <a:spLocks/>
            </p:cNvSpPr>
            <p:nvPr/>
          </p:nvSpPr>
          <p:spPr bwMode="auto">
            <a:xfrm>
              <a:off x="1274" y="2168"/>
              <a:ext cx="129" cy="627"/>
            </a:xfrm>
            <a:custGeom>
              <a:avLst/>
              <a:gdLst>
                <a:gd name="T0" fmla="*/ 0 w 129"/>
                <a:gd name="T1" fmla="*/ 624 h 627"/>
                <a:gd name="T2" fmla="*/ 39 w 129"/>
                <a:gd name="T3" fmla="*/ 472 h 627"/>
                <a:gd name="T4" fmla="*/ 10 w 129"/>
                <a:gd name="T5" fmla="*/ 320 h 627"/>
                <a:gd name="T6" fmla="*/ 35 w 129"/>
                <a:gd name="T7" fmla="*/ 162 h 627"/>
                <a:gd name="T8" fmla="*/ 52 w 129"/>
                <a:gd name="T9" fmla="*/ 44 h 627"/>
                <a:gd name="T10" fmla="*/ 114 w 129"/>
                <a:gd name="T11" fmla="*/ 0 h 627"/>
                <a:gd name="T12" fmla="*/ 78 w 129"/>
                <a:gd name="T13" fmla="*/ 135 h 627"/>
                <a:gd name="T14" fmla="*/ 75 w 129"/>
                <a:gd name="T15" fmla="*/ 314 h 627"/>
                <a:gd name="T16" fmla="*/ 128 w 129"/>
                <a:gd name="T17" fmla="*/ 429 h 627"/>
                <a:gd name="T18" fmla="*/ 106 w 129"/>
                <a:gd name="T19" fmla="*/ 626 h 627"/>
                <a:gd name="T20" fmla="*/ 0 w 129"/>
                <a:gd name="T21" fmla="*/ 624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627">
                  <a:moveTo>
                    <a:pt x="0" y="624"/>
                  </a:moveTo>
                  <a:lnTo>
                    <a:pt x="39" y="472"/>
                  </a:lnTo>
                  <a:lnTo>
                    <a:pt x="10" y="320"/>
                  </a:lnTo>
                  <a:lnTo>
                    <a:pt x="35" y="162"/>
                  </a:lnTo>
                  <a:lnTo>
                    <a:pt x="52" y="44"/>
                  </a:lnTo>
                  <a:lnTo>
                    <a:pt x="114" y="0"/>
                  </a:lnTo>
                  <a:lnTo>
                    <a:pt x="78" y="135"/>
                  </a:lnTo>
                  <a:lnTo>
                    <a:pt x="75" y="314"/>
                  </a:lnTo>
                  <a:lnTo>
                    <a:pt x="128" y="429"/>
                  </a:lnTo>
                  <a:lnTo>
                    <a:pt x="106" y="626"/>
                  </a:lnTo>
                  <a:lnTo>
                    <a:pt x="0" y="624"/>
                  </a:lnTo>
                </a:path>
              </a:pathLst>
            </a:custGeom>
            <a:solidFill>
              <a:srgbClr val="F7A85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6" name="Freeform 15">
              <a:extLst>
                <a:ext uri="{FF2B5EF4-FFF2-40B4-BE49-F238E27FC236}">
                  <a16:creationId xmlns:a16="http://schemas.microsoft.com/office/drawing/2014/main" id="{316877AB-A640-3B8C-C93C-570B9EF8AD51}"/>
                </a:ext>
              </a:extLst>
            </p:cNvPr>
            <p:cNvSpPr>
              <a:spLocks/>
            </p:cNvSpPr>
            <p:nvPr/>
          </p:nvSpPr>
          <p:spPr bwMode="auto">
            <a:xfrm>
              <a:off x="1402" y="2182"/>
              <a:ext cx="257" cy="606"/>
            </a:xfrm>
            <a:custGeom>
              <a:avLst/>
              <a:gdLst>
                <a:gd name="T0" fmla="*/ 63 w 257"/>
                <a:gd name="T1" fmla="*/ 605 h 606"/>
                <a:gd name="T2" fmla="*/ 80 w 257"/>
                <a:gd name="T3" fmla="*/ 411 h 606"/>
                <a:gd name="T4" fmla="*/ 0 w 257"/>
                <a:gd name="T5" fmla="*/ 244 h 606"/>
                <a:gd name="T6" fmla="*/ 26 w 257"/>
                <a:gd name="T7" fmla="*/ 141 h 606"/>
                <a:gd name="T8" fmla="*/ 32 w 257"/>
                <a:gd name="T9" fmla="*/ 0 h 606"/>
                <a:gd name="T10" fmla="*/ 56 w 257"/>
                <a:gd name="T11" fmla="*/ 4 h 606"/>
                <a:gd name="T12" fmla="*/ 61 w 257"/>
                <a:gd name="T13" fmla="*/ 60 h 606"/>
                <a:gd name="T14" fmla="*/ 41 w 257"/>
                <a:gd name="T15" fmla="*/ 198 h 606"/>
                <a:gd name="T16" fmla="*/ 78 w 257"/>
                <a:gd name="T17" fmla="*/ 295 h 606"/>
                <a:gd name="T18" fmla="*/ 106 w 257"/>
                <a:gd name="T19" fmla="*/ 369 h 606"/>
                <a:gd name="T20" fmla="*/ 145 w 257"/>
                <a:gd name="T21" fmla="*/ 281 h 606"/>
                <a:gd name="T22" fmla="*/ 197 w 257"/>
                <a:gd name="T23" fmla="*/ 170 h 606"/>
                <a:gd name="T24" fmla="*/ 141 w 257"/>
                <a:gd name="T25" fmla="*/ 29 h 606"/>
                <a:gd name="T26" fmla="*/ 123 w 257"/>
                <a:gd name="T27" fmla="*/ 7 h 606"/>
                <a:gd name="T28" fmla="*/ 147 w 257"/>
                <a:gd name="T29" fmla="*/ 14 h 606"/>
                <a:gd name="T30" fmla="*/ 167 w 257"/>
                <a:gd name="T31" fmla="*/ 44 h 606"/>
                <a:gd name="T32" fmla="*/ 245 w 257"/>
                <a:gd name="T33" fmla="*/ 187 h 606"/>
                <a:gd name="T34" fmla="*/ 208 w 257"/>
                <a:gd name="T35" fmla="*/ 293 h 606"/>
                <a:gd name="T36" fmla="*/ 149 w 257"/>
                <a:gd name="T37" fmla="*/ 386 h 606"/>
                <a:gd name="T38" fmla="*/ 256 w 257"/>
                <a:gd name="T39" fmla="*/ 592 h 606"/>
                <a:gd name="T40" fmla="*/ 215 w 257"/>
                <a:gd name="T41" fmla="*/ 585 h 606"/>
                <a:gd name="T42" fmla="*/ 114 w 257"/>
                <a:gd name="T43" fmla="*/ 430 h 606"/>
                <a:gd name="T44" fmla="*/ 104 w 257"/>
                <a:gd name="T45" fmla="*/ 597 h 606"/>
                <a:gd name="T46" fmla="*/ 63 w 257"/>
                <a:gd name="T47" fmla="*/ 605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7" h="606">
                  <a:moveTo>
                    <a:pt x="63" y="605"/>
                  </a:moveTo>
                  <a:lnTo>
                    <a:pt x="80" y="411"/>
                  </a:lnTo>
                  <a:lnTo>
                    <a:pt x="0" y="244"/>
                  </a:lnTo>
                  <a:lnTo>
                    <a:pt x="26" y="141"/>
                  </a:lnTo>
                  <a:lnTo>
                    <a:pt x="32" y="0"/>
                  </a:lnTo>
                  <a:lnTo>
                    <a:pt x="56" y="4"/>
                  </a:lnTo>
                  <a:lnTo>
                    <a:pt x="61" y="60"/>
                  </a:lnTo>
                  <a:lnTo>
                    <a:pt x="41" y="198"/>
                  </a:lnTo>
                  <a:lnTo>
                    <a:pt x="78" y="295"/>
                  </a:lnTo>
                  <a:lnTo>
                    <a:pt x="106" y="369"/>
                  </a:lnTo>
                  <a:lnTo>
                    <a:pt x="145" y="281"/>
                  </a:lnTo>
                  <a:lnTo>
                    <a:pt x="197" y="170"/>
                  </a:lnTo>
                  <a:lnTo>
                    <a:pt x="141" y="29"/>
                  </a:lnTo>
                  <a:lnTo>
                    <a:pt x="123" y="7"/>
                  </a:lnTo>
                  <a:lnTo>
                    <a:pt x="147" y="14"/>
                  </a:lnTo>
                  <a:lnTo>
                    <a:pt x="167" y="44"/>
                  </a:lnTo>
                  <a:lnTo>
                    <a:pt x="245" y="187"/>
                  </a:lnTo>
                  <a:lnTo>
                    <a:pt x="208" y="293"/>
                  </a:lnTo>
                  <a:lnTo>
                    <a:pt x="149" y="386"/>
                  </a:lnTo>
                  <a:lnTo>
                    <a:pt x="256" y="592"/>
                  </a:lnTo>
                  <a:lnTo>
                    <a:pt x="215" y="585"/>
                  </a:lnTo>
                  <a:lnTo>
                    <a:pt x="114" y="430"/>
                  </a:lnTo>
                  <a:lnTo>
                    <a:pt x="104" y="597"/>
                  </a:lnTo>
                  <a:lnTo>
                    <a:pt x="63" y="605"/>
                  </a:lnTo>
                </a:path>
              </a:pathLst>
            </a:custGeom>
            <a:solidFill>
              <a:srgbClr val="F7A85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 name="Freeform 16">
              <a:extLst>
                <a:ext uri="{FF2B5EF4-FFF2-40B4-BE49-F238E27FC236}">
                  <a16:creationId xmlns:a16="http://schemas.microsoft.com/office/drawing/2014/main" id="{E07D5EEC-B419-F229-4BA9-974883E331C0}"/>
                </a:ext>
              </a:extLst>
            </p:cNvPr>
            <p:cNvSpPr>
              <a:spLocks/>
            </p:cNvSpPr>
            <p:nvPr/>
          </p:nvSpPr>
          <p:spPr bwMode="auto">
            <a:xfrm>
              <a:off x="1472" y="2215"/>
              <a:ext cx="83" cy="244"/>
            </a:xfrm>
            <a:custGeom>
              <a:avLst/>
              <a:gdLst>
                <a:gd name="T0" fmla="*/ 21 w 83"/>
                <a:gd name="T1" fmla="*/ 0 h 244"/>
                <a:gd name="T2" fmla="*/ 0 w 83"/>
                <a:gd name="T3" fmla="*/ 165 h 244"/>
                <a:gd name="T4" fmla="*/ 27 w 83"/>
                <a:gd name="T5" fmla="*/ 243 h 244"/>
                <a:gd name="T6" fmla="*/ 82 w 83"/>
                <a:gd name="T7" fmla="*/ 139 h 244"/>
                <a:gd name="T8" fmla="*/ 49 w 83"/>
                <a:gd name="T9" fmla="*/ 25 h 244"/>
                <a:gd name="T10" fmla="*/ 43 w 83"/>
                <a:gd name="T11" fmla="*/ 145 h 244"/>
                <a:gd name="T12" fmla="*/ 27 w 83"/>
                <a:gd name="T13" fmla="*/ 83 h 244"/>
                <a:gd name="T14" fmla="*/ 21 w 83"/>
                <a:gd name="T15" fmla="*/ 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244">
                  <a:moveTo>
                    <a:pt x="21" y="0"/>
                  </a:moveTo>
                  <a:lnTo>
                    <a:pt x="0" y="165"/>
                  </a:lnTo>
                  <a:lnTo>
                    <a:pt x="27" y="243"/>
                  </a:lnTo>
                  <a:lnTo>
                    <a:pt x="82" y="139"/>
                  </a:lnTo>
                  <a:lnTo>
                    <a:pt x="49" y="25"/>
                  </a:lnTo>
                  <a:lnTo>
                    <a:pt x="43" y="145"/>
                  </a:lnTo>
                  <a:lnTo>
                    <a:pt x="27" y="83"/>
                  </a:lnTo>
                  <a:lnTo>
                    <a:pt x="21" y="0"/>
                  </a:lnTo>
                </a:path>
              </a:pathLst>
            </a:custGeom>
            <a:solidFill>
              <a:srgbClr val="F7A85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 name="Freeform 17">
              <a:extLst>
                <a:ext uri="{FF2B5EF4-FFF2-40B4-BE49-F238E27FC236}">
                  <a16:creationId xmlns:a16="http://schemas.microsoft.com/office/drawing/2014/main" id="{24E857BF-6F60-FF55-702A-3EE4C0E3FCC4}"/>
                </a:ext>
              </a:extLst>
            </p:cNvPr>
            <p:cNvSpPr>
              <a:spLocks/>
            </p:cNvSpPr>
            <p:nvPr/>
          </p:nvSpPr>
          <p:spPr bwMode="auto">
            <a:xfrm>
              <a:off x="1597" y="2225"/>
              <a:ext cx="424" cy="583"/>
            </a:xfrm>
            <a:custGeom>
              <a:avLst/>
              <a:gdLst>
                <a:gd name="T0" fmla="*/ 0 w 424"/>
                <a:gd name="T1" fmla="*/ 0 h 583"/>
                <a:gd name="T2" fmla="*/ 112 w 424"/>
                <a:gd name="T3" fmla="*/ 95 h 583"/>
                <a:gd name="T4" fmla="*/ 295 w 424"/>
                <a:gd name="T5" fmla="*/ 267 h 583"/>
                <a:gd name="T6" fmla="*/ 375 w 424"/>
                <a:gd name="T7" fmla="*/ 400 h 583"/>
                <a:gd name="T8" fmla="*/ 420 w 424"/>
                <a:gd name="T9" fmla="*/ 461 h 583"/>
                <a:gd name="T10" fmla="*/ 423 w 424"/>
                <a:gd name="T11" fmla="*/ 568 h 583"/>
                <a:gd name="T12" fmla="*/ 143 w 424"/>
                <a:gd name="T13" fmla="*/ 582 h 583"/>
                <a:gd name="T14" fmla="*/ 75 w 424"/>
                <a:gd name="T15" fmla="*/ 468 h 583"/>
                <a:gd name="T16" fmla="*/ 108 w 424"/>
                <a:gd name="T17" fmla="*/ 254 h 583"/>
                <a:gd name="T18" fmla="*/ 90 w 424"/>
                <a:gd name="T19" fmla="*/ 196 h 583"/>
                <a:gd name="T20" fmla="*/ 152 w 424"/>
                <a:gd name="T21" fmla="*/ 243 h 583"/>
                <a:gd name="T22" fmla="*/ 180 w 424"/>
                <a:gd name="T23" fmla="*/ 365 h 583"/>
                <a:gd name="T24" fmla="*/ 149 w 424"/>
                <a:gd name="T25" fmla="*/ 471 h 583"/>
                <a:gd name="T26" fmla="*/ 195 w 424"/>
                <a:gd name="T27" fmla="*/ 549 h 583"/>
                <a:gd name="T28" fmla="*/ 227 w 424"/>
                <a:gd name="T29" fmla="*/ 444 h 583"/>
                <a:gd name="T30" fmla="*/ 307 w 424"/>
                <a:gd name="T31" fmla="*/ 545 h 583"/>
                <a:gd name="T32" fmla="*/ 350 w 424"/>
                <a:gd name="T33" fmla="*/ 526 h 583"/>
                <a:gd name="T34" fmla="*/ 355 w 424"/>
                <a:gd name="T35" fmla="*/ 465 h 583"/>
                <a:gd name="T36" fmla="*/ 213 w 424"/>
                <a:gd name="T37" fmla="*/ 309 h 583"/>
                <a:gd name="T38" fmla="*/ 201 w 424"/>
                <a:gd name="T39" fmla="*/ 203 h 583"/>
                <a:gd name="T40" fmla="*/ 77 w 424"/>
                <a:gd name="T41" fmla="*/ 124 h 583"/>
                <a:gd name="T42" fmla="*/ 0 w 424"/>
                <a:gd name="T43" fmla="*/ 0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4" h="583">
                  <a:moveTo>
                    <a:pt x="0" y="0"/>
                  </a:moveTo>
                  <a:lnTo>
                    <a:pt x="112" y="95"/>
                  </a:lnTo>
                  <a:lnTo>
                    <a:pt x="295" y="267"/>
                  </a:lnTo>
                  <a:lnTo>
                    <a:pt x="375" y="400"/>
                  </a:lnTo>
                  <a:lnTo>
                    <a:pt x="420" y="461"/>
                  </a:lnTo>
                  <a:lnTo>
                    <a:pt x="423" y="568"/>
                  </a:lnTo>
                  <a:lnTo>
                    <a:pt x="143" y="582"/>
                  </a:lnTo>
                  <a:lnTo>
                    <a:pt x="75" y="468"/>
                  </a:lnTo>
                  <a:lnTo>
                    <a:pt x="108" y="254"/>
                  </a:lnTo>
                  <a:lnTo>
                    <a:pt x="90" y="196"/>
                  </a:lnTo>
                  <a:lnTo>
                    <a:pt x="152" y="243"/>
                  </a:lnTo>
                  <a:lnTo>
                    <a:pt x="180" y="365"/>
                  </a:lnTo>
                  <a:lnTo>
                    <a:pt x="149" y="471"/>
                  </a:lnTo>
                  <a:lnTo>
                    <a:pt x="195" y="549"/>
                  </a:lnTo>
                  <a:lnTo>
                    <a:pt x="227" y="444"/>
                  </a:lnTo>
                  <a:lnTo>
                    <a:pt x="307" y="545"/>
                  </a:lnTo>
                  <a:lnTo>
                    <a:pt x="350" y="526"/>
                  </a:lnTo>
                  <a:lnTo>
                    <a:pt x="355" y="465"/>
                  </a:lnTo>
                  <a:lnTo>
                    <a:pt x="213" y="309"/>
                  </a:lnTo>
                  <a:lnTo>
                    <a:pt x="201" y="203"/>
                  </a:lnTo>
                  <a:lnTo>
                    <a:pt x="77" y="124"/>
                  </a:lnTo>
                  <a:lnTo>
                    <a:pt x="0" y="0"/>
                  </a:lnTo>
                </a:path>
              </a:pathLst>
            </a:custGeom>
            <a:solidFill>
              <a:srgbClr val="F7A85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 name="Freeform 18">
              <a:extLst>
                <a:ext uri="{FF2B5EF4-FFF2-40B4-BE49-F238E27FC236}">
                  <a16:creationId xmlns:a16="http://schemas.microsoft.com/office/drawing/2014/main" id="{8E747683-285F-C1DA-438F-B9BDF2D020AA}"/>
                </a:ext>
              </a:extLst>
            </p:cNvPr>
            <p:cNvSpPr>
              <a:spLocks/>
            </p:cNvSpPr>
            <p:nvPr/>
          </p:nvSpPr>
          <p:spPr bwMode="auto">
            <a:xfrm>
              <a:off x="913" y="2610"/>
              <a:ext cx="312" cy="194"/>
            </a:xfrm>
            <a:custGeom>
              <a:avLst/>
              <a:gdLst>
                <a:gd name="T0" fmla="*/ 0 w 312"/>
                <a:gd name="T1" fmla="*/ 107 h 194"/>
                <a:gd name="T2" fmla="*/ 59 w 312"/>
                <a:gd name="T3" fmla="*/ 0 h 194"/>
                <a:gd name="T4" fmla="*/ 311 w 312"/>
                <a:gd name="T5" fmla="*/ 9 h 194"/>
                <a:gd name="T6" fmla="*/ 245 w 312"/>
                <a:gd name="T7" fmla="*/ 193 h 194"/>
                <a:gd name="T8" fmla="*/ 33 w 312"/>
                <a:gd name="T9" fmla="*/ 137 h 194"/>
                <a:gd name="T10" fmla="*/ 0 w 312"/>
                <a:gd name="T11" fmla="*/ 107 h 194"/>
              </a:gdLst>
              <a:ahLst/>
              <a:cxnLst>
                <a:cxn ang="0">
                  <a:pos x="T0" y="T1"/>
                </a:cxn>
                <a:cxn ang="0">
                  <a:pos x="T2" y="T3"/>
                </a:cxn>
                <a:cxn ang="0">
                  <a:pos x="T4" y="T5"/>
                </a:cxn>
                <a:cxn ang="0">
                  <a:pos x="T6" y="T7"/>
                </a:cxn>
                <a:cxn ang="0">
                  <a:pos x="T8" y="T9"/>
                </a:cxn>
                <a:cxn ang="0">
                  <a:pos x="T10" y="T11"/>
                </a:cxn>
              </a:cxnLst>
              <a:rect l="0" t="0" r="r" b="b"/>
              <a:pathLst>
                <a:path w="312" h="194">
                  <a:moveTo>
                    <a:pt x="0" y="107"/>
                  </a:moveTo>
                  <a:lnTo>
                    <a:pt x="59" y="0"/>
                  </a:lnTo>
                  <a:lnTo>
                    <a:pt x="311" y="9"/>
                  </a:lnTo>
                  <a:lnTo>
                    <a:pt x="245" y="193"/>
                  </a:lnTo>
                  <a:lnTo>
                    <a:pt x="33" y="137"/>
                  </a:lnTo>
                  <a:lnTo>
                    <a:pt x="0" y="107"/>
                  </a:lnTo>
                </a:path>
              </a:pathLst>
            </a:custGeom>
            <a:solidFill>
              <a:srgbClr val="FFE5E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 name="Freeform 19">
              <a:extLst>
                <a:ext uri="{FF2B5EF4-FFF2-40B4-BE49-F238E27FC236}">
                  <a16:creationId xmlns:a16="http://schemas.microsoft.com/office/drawing/2014/main" id="{7CB25AC3-54AD-79E6-FDCD-126989DE1516}"/>
                </a:ext>
              </a:extLst>
            </p:cNvPr>
            <p:cNvSpPr>
              <a:spLocks/>
            </p:cNvSpPr>
            <p:nvPr/>
          </p:nvSpPr>
          <p:spPr bwMode="auto">
            <a:xfrm>
              <a:off x="1060" y="2331"/>
              <a:ext cx="204" cy="121"/>
            </a:xfrm>
            <a:custGeom>
              <a:avLst/>
              <a:gdLst>
                <a:gd name="T0" fmla="*/ 0 w 204"/>
                <a:gd name="T1" fmla="*/ 102 h 121"/>
                <a:gd name="T2" fmla="*/ 44 w 204"/>
                <a:gd name="T3" fmla="*/ 27 h 121"/>
                <a:gd name="T4" fmla="*/ 203 w 204"/>
                <a:gd name="T5" fmla="*/ 0 h 121"/>
                <a:gd name="T6" fmla="*/ 160 w 204"/>
                <a:gd name="T7" fmla="*/ 120 h 121"/>
                <a:gd name="T8" fmla="*/ 27 w 204"/>
                <a:gd name="T9" fmla="*/ 118 h 121"/>
                <a:gd name="T10" fmla="*/ 0 w 204"/>
                <a:gd name="T11" fmla="*/ 102 h 121"/>
              </a:gdLst>
              <a:ahLst/>
              <a:cxnLst>
                <a:cxn ang="0">
                  <a:pos x="T0" y="T1"/>
                </a:cxn>
                <a:cxn ang="0">
                  <a:pos x="T2" y="T3"/>
                </a:cxn>
                <a:cxn ang="0">
                  <a:pos x="T4" y="T5"/>
                </a:cxn>
                <a:cxn ang="0">
                  <a:pos x="T6" y="T7"/>
                </a:cxn>
                <a:cxn ang="0">
                  <a:pos x="T8" y="T9"/>
                </a:cxn>
                <a:cxn ang="0">
                  <a:pos x="T10" y="T11"/>
                </a:cxn>
              </a:cxnLst>
              <a:rect l="0" t="0" r="r" b="b"/>
              <a:pathLst>
                <a:path w="204" h="121">
                  <a:moveTo>
                    <a:pt x="0" y="102"/>
                  </a:moveTo>
                  <a:lnTo>
                    <a:pt x="44" y="27"/>
                  </a:lnTo>
                  <a:lnTo>
                    <a:pt x="203" y="0"/>
                  </a:lnTo>
                  <a:lnTo>
                    <a:pt x="160" y="120"/>
                  </a:lnTo>
                  <a:lnTo>
                    <a:pt x="27" y="118"/>
                  </a:lnTo>
                  <a:lnTo>
                    <a:pt x="0" y="102"/>
                  </a:lnTo>
                </a:path>
              </a:pathLst>
            </a:custGeom>
            <a:solidFill>
              <a:srgbClr val="FFE5E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 name="Freeform 20">
              <a:extLst>
                <a:ext uri="{FF2B5EF4-FFF2-40B4-BE49-F238E27FC236}">
                  <a16:creationId xmlns:a16="http://schemas.microsoft.com/office/drawing/2014/main" id="{0561E360-9BB4-CD9B-D33A-F933CE6A2D12}"/>
                </a:ext>
              </a:extLst>
            </p:cNvPr>
            <p:cNvSpPr>
              <a:spLocks/>
            </p:cNvSpPr>
            <p:nvPr/>
          </p:nvSpPr>
          <p:spPr bwMode="auto">
            <a:xfrm>
              <a:off x="1335" y="2202"/>
              <a:ext cx="112" cy="76"/>
            </a:xfrm>
            <a:custGeom>
              <a:avLst/>
              <a:gdLst>
                <a:gd name="T0" fmla="*/ 0 w 112"/>
                <a:gd name="T1" fmla="*/ 65 h 76"/>
                <a:gd name="T2" fmla="*/ 4 w 112"/>
                <a:gd name="T3" fmla="*/ 2 h 76"/>
                <a:gd name="T4" fmla="*/ 109 w 112"/>
                <a:gd name="T5" fmla="*/ 0 h 76"/>
                <a:gd name="T6" fmla="*/ 111 w 112"/>
                <a:gd name="T7" fmla="*/ 75 h 76"/>
                <a:gd name="T8" fmla="*/ 0 w 112"/>
                <a:gd name="T9" fmla="*/ 65 h 76"/>
              </a:gdLst>
              <a:ahLst/>
              <a:cxnLst>
                <a:cxn ang="0">
                  <a:pos x="T0" y="T1"/>
                </a:cxn>
                <a:cxn ang="0">
                  <a:pos x="T2" y="T3"/>
                </a:cxn>
                <a:cxn ang="0">
                  <a:pos x="T4" y="T5"/>
                </a:cxn>
                <a:cxn ang="0">
                  <a:pos x="T6" y="T7"/>
                </a:cxn>
                <a:cxn ang="0">
                  <a:pos x="T8" y="T9"/>
                </a:cxn>
              </a:cxnLst>
              <a:rect l="0" t="0" r="r" b="b"/>
              <a:pathLst>
                <a:path w="112" h="76">
                  <a:moveTo>
                    <a:pt x="0" y="65"/>
                  </a:moveTo>
                  <a:lnTo>
                    <a:pt x="4" y="2"/>
                  </a:lnTo>
                  <a:lnTo>
                    <a:pt x="109" y="0"/>
                  </a:lnTo>
                  <a:lnTo>
                    <a:pt x="111" y="75"/>
                  </a:lnTo>
                  <a:lnTo>
                    <a:pt x="0" y="65"/>
                  </a:lnTo>
                </a:path>
              </a:pathLst>
            </a:custGeom>
            <a:solidFill>
              <a:srgbClr val="FFE5E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Freeform 21">
              <a:extLst>
                <a:ext uri="{FF2B5EF4-FFF2-40B4-BE49-F238E27FC236}">
                  <a16:creationId xmlns:a16="http://schemas.microsoft.com/office/drawing/2014/main" id="{745F6A8E-90C2-93B7-3ADA-73F1D4A46516}"/>
                </a:ext>
              </a:extLst>
            </p:cNvPr>
            <p:cNvSpPr>
              <a:spLocks/>
            </p:cNvSpPr>
            <p:nvPr/>
          </p:nvSpPr>
          <p:spPr bwMode="auto">
            <a:xfrm>
              <a:off x="1539" y="2245"/>
              <a:ext cx="156" cy="87"/>
            </a:xfrm>
            <a:custGeom>
              <a:avLst/>
              <a:gdLst>
                <a:gd name="T0" fmla="*/ 0 w 156"/>
                <a:gd name="T1" fmla="*/ 28 h 87"/>
                <a:gd name="T2" fmla="*/ 76 w 156"/>
                <a:gd name="T3" fmla="*/ 0 h 87"/>
                <a:gd name="T4" fmla="*/ 155 w 156"/>
                <a:gd name="T5" fmla="*/ 71 h 87"/>
                <a:gd name="T6" fmla="*/ 22 w 156"/>
                <a:gd name="T7" fmla="*/ 86 h 87"/>
                <a:gd name="T8" fmla="*/ 0 w 156"/>
                <a:gd name="T9" fmla="*/ 28 h 87"/>
              </a:gdLst>
              <a:ahLst/>
              <a:cxnLst>
                <a:cxn ang="0">
                  <a:pos x="T0" y="T1"/>
                </a:cxn>
                <a:cxn ang="0">
                  <a:pos x="T2" y="T3"/>
                </a:cxn>
                <a:cxn ang="0">
                  <a:pos x="T4" y="T5"/>
                </a:cxn>
                <a:cxn ang="0">
                  <a:pos x="T6" y="T7"/>
                </a:cxn>
                <a:cxn ang="0">
                  <a:pos x="T8" y="T9"/>
                </a:cxn>
              </a:cxnLst>
              <a:rect l="0" t="0" r="r" b="b"/>
              <a:pathLst>
                <a:path w="156" h="87">
                  <a:moveTo>
                    <a:pt x="0" y="28"/>
                  </a:moveTo>
                  <a:lnTo>
                    <a:pt x="76" y="0"/>
                  </a:lnTo>
                  <a:lnTo>
                    <a:pt x="155" y="71"/>
                  </a:lnTo>
                  <a:lnTo>
                    <a:pt x="22" y="86"/>
                  </a:lnTo>
                  <a:lnTo>
                    <a:pt x="0" y="28"/>
                  </a:lnTo>
                </a:path>
              </a:pathLst>
            </a:custGeom>
            <a:solidFill>
              <a:srgbClr val="FFE5E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 name="Freeform 22">
              <a:extLst>
                <a:ext uri="{FF2B5EF4-FFF2-40B4-BE49-F238E27FC236}">
                  <a16:creationId xmlns:a16="http://schemas.microsoft.com/office/drawing/2014/main" id="{94E11C6D-355D-737B-D66C-911B02DAFC38}"/>
                </a:ext>
              </a:extLst>
            </p:cNvPr>
            <p:cNvSpPr>
              <a:spLocks/>
            </p:cNvSpPr>
            <p:nvPr/>
          </p:nvSpPr>
          <p:spPr bwMode="auto">
            <a:xfrm>
              <a:off x="1630" y="2416"/>
              <a:ext cx="253" cy="143"/>
            </a:xfrm>
            <a:custGeom>
              <a:avLst/>
              <a:gdLst>
                <a:gd name="T0" fmla="*/ 0 w 253"/>
                <a:gd name="T1" fmla="*/ 34 h 143"/>
                <a:gd name="T2" fmla="*/ 165 w 253"/>
                <a:gd name="T3" fmla="*/ 0 h 143"/>
                <a:gd name="T4" fmla="*/ 252 w 253"/>
                <a:gd name="T5" fmla="*/ 105 h 143"/>
                <a:gd name="T6" fmla="*/ 45 w 253"/>
                <a:gd name="T7" fmla="*/ 142 h 143"/>
                <a:gd name="T8" fmla="*/ 0 w 253"/>
                <a:gd name="T9" fmla="*/ 34 h 143"/>
              </a:gdLst>
              <a:ahLst/>
              <a:cxnLst>
                <a:cxn ang="0">
                  <a:pos x="T0" y="T1"/>
                </a:cxn>
                <a:cxn ang="0">
                  <a:pos x="T2" y="T3"/>
                </a:cxn>
                <a:cxn ang="0">
                  <a:pos x="T4" y="T5"/>
                </a:cxn>
                <a:cxn ang="0">
                  <a:pos x="T6" y="T7"/>
                </a:cxn>
                <a:cxn ang="0">
                  <a:pos x="T8" y="T9"/>
                </a:cxn>
              </a:cxnLst>
              <a:rect l="0" t="0" r="r" b="b"/>
              <a:pathLst>
                <a:path w="253" h="143">
                  <a:moveTo>
                    <a:pt x="0" y="34"/>
                  </a:moveTo>
                  <a:lnTo>
                    <a:pt x="165" y="0"/>
                  </a:lnTo>
                  <a:lnTo>
                    <a:pt x="252" y="105"/>
                  </a:lnTo>
                  <a:lnTo>
                    <a:pt x="45" y="142"/>
                  </a:lnTo>
                  <a:lnTo>
                    <a:pt x="0" y="34"/>
                  </a:lnTo>
                </a:path>
              </a:pathLst>
            </a:custGeom>
            <a:solidFill>
              <a:srgbClr val="FFE5E5"/>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 name="Freeform 23">
              <a:extLst>
                <a:ext uri="{FF2B5EF4-FFF2-40B4-BE49-F238E27FC236}">
                  <a16:creationId xmlns:a16="http://schemas.microsoft.com/office/drawing/2014/main" id="{CC751947-78F5-1FF1-8609-B96A1E97A645}"/>
                </a:ext>
              </a:extLst>
            </p:cNvPr>
            <p:cNvSpPr>
              <a:spLocks/>
            </p:cNvSpPr>
            <p:nvPr/>
          </p:nvSpPr>
          <p:spPr bwMode="auto">
            <a:xfrm>
              <a:off x="441" y="2092"/>
              <a:ext cx="397" cy="652"/>
            </a:xfrm>
            <a:custGeom>
              <a:avLst/>
              <a:gdLst>
                <a:gd name="T0" fmla="*/ 0 w 397"/>
                <a:gd name="T1" fmla="*/ 157 h 652"/>
                <a:gd name="T2" fmla="*/ 24 w 397"/>
                <a:gd name="T3" fmla="*/ 49 h 652"/>
                <a:gd name="T4" fmla="*/ 75 w 397"/>
                <a:gd name="T5" fmla="*/ 0 h 652"/>
                <a:gd name="T6" fmla="*/ 150 w 397"/>
                <a:gd name="T7" fmla="*/ 5 h 652"/>
                <a:gd name="T8" fmla="*/ 184 w 397"/>
                <a:gd name="T9" fmla="*/ 42 h 652"/>
                <a:gd name="T10" fmla="*/ 210 w 397"/>
                <a:gd name="T11" fmla="*/ 130 h 652"/>
                <a:gd name="T12" fmla="*/ 230 w 397"/>
                <a:gd name="T13" fmla="*/ 268 h 652"/>
                <a:gd name="T14" fmla="*/ 282 w 397"/>
                <a:gd name="T15" fmla="*/ 402 h 652"/>
                <a:gd name="T16" fmla="*/ 313 w 397"/>
                <a:gd name="T17" fmla="*/ 476 h 652"/>
                <a:gd name="T18" fmla="*/ 396 w 397"/>
                <a:gd name="T19" fmla="*/ 486 h 652"/>
                <a:gd name="T20" fmla="*/ 388 w 397"/>
                <a:gd name="T21" fmla="*/ 528 h 652"/>
                <a:gd name="T22" fmla="*/ 278 w 397"/>
                <a:gd name="T23" fmla="*/ 651 h 652"/>
                <a:gd name="T24" fmla="*/ 171 w 397"/>
                <a:gd name="T25" fmla="*/ 574 h 652"/>
                <a:gd name="T26" fmla="*/ 19 w 397"/>
                <a:gd name="T27" fmla="*/ 270 h 652"/>
                <a:gd name="T28" fmla="*/ 0 w 397"/>
                <a:gd name="T29" fmla="*/ 157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7" h="652">
                  <a:moveTo>
                    <a:pt x="0" y="157"/>
                  </a:moveTo>
                  <a:lnTo>
                    <a:pt x="24" y="49"/>
                  </a:lnTo>
                  <a:lnTo>
                    <a:pt x="75" y="0"/>
                  </a:lnTo>
                  <a:lnTo>
                    <a:pt x="150" y="5"/>
                  </a:lnTo>
                  <a:lnTo>
                    <a:pt x="184" y="42"/>
                  </a:lnTo>
                  <a:lnTo>
                    <a:pt x="210" y="130"/>
                  </a:lnTo>
                  <a:lnTo>
                    <a:pt x="230" y="268"/>
                  </a:lnTo>
                  <a:lnTo>
                    <a:pt x="282" y="402"/>
                  </a:lnTo>
                  <a:lnTo>
                    <a:pt x="313" y="476"/>
                  </a:lnTo>
                  <a:lnTo>
                    <a:pt x="396" y="486"/>
                  </a:lnTo>
                  <a:lnTo>
                    <a:pt x="388" y="528"/>
                  </a:lnTo>
                  <a:lnTo>
                    <a:pt x="278" y="651"/>
                  </a:lnTo>
                  <a:lnTo>
                    <a:pt x="171" y="574"/>
                  </a:lnTo>
                  <a:lnTo>
                    <a:pt x="19" y="270"/>
                  </a:lnTo>
                  <a:lnTo>
                    <a:pt x="0" y="157"/>
                  </a:lnTo>
                </a:path>
              </a:pathLst>
            </a:custGeom>
            <a:solidFill>
              <a:srgbClr val="FF737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 name="Freeform 24">
              <a:extLst>
                <a:ext uri="{FF2B5EF4-FFF2-40B4-BE49-F238E27FC236}">
                  <a16:creationId xmlns:a16="http://schemas.microsoft.com/office/drawing/2014/main" id="{FFAAA56B-1DD9-C54D-F30C-1841684CCF50}"/>
                </a:ext>
              </a:extLst>
            </p:cNvPr>
            <p:cNvSpPr>
              <a:spLocks/>
            </p:cNvSpPr>
            <p:nvPr/>
          </p:nvSpPr>
          <p:spPr bwMode="auto">
            <a:xfrm>
              <a:off x="759" y="2088"/>
              <a:ext cx="281" cy="382"/>
            </a:xfrm>
            <a:custGeom>
              <a:avLst/>
              <a:gdLst>
                <a:gd name="T0" fmla="*/ 0 w 281"/>
                <a:gd name="T1" fmla="*/ 48 h 382"/>
                <a:gd name="T2" fmla="*/ 29 w 281"/>
                <a:gd name="T3" fmla="*/ 2 h 382"/>
                <a:gd name="T4" fmla="*/ 98 w 281"/>
                <a:gd name="T5" fmla="*/ 0 h 382"/>
                <a:gd name="T6" fmla="*/ 153 w 281"/>
                <a:gd name="T7" fmla="*/ 46 h 382"/>
                <a:gd name="T8" fmla="*/ 173 w 281"/>
                <a:gd name="T9" fmla="*/ 152 h 382"/>
                <a:gd name="T10" fmla="*/ 225 w 281"/>
                <a:gd name="T11" fmla="*/ 240 h 382"/>
                <a:gd name="T12" fmla="*/ 280 w 281"/>
                <a:gd name="T13" fmla="*/ 250 h 382"/>
                <a:gd name="T14" fmla="*/ 175 w 281"/>
                <a:gd name="T15" fmla="*/ 381 h 382"/>
                <a:gd name="T16" fmla="*/ 121 w 281"/>
                <a:gd name="T17" fmla="*/ 378 h 382"/>
                <a:gd name="T18" fmla="*/ 40 w 281"/>
                <a:gd name="T19" fmla="*/ 190 h 382"/>
                <a:gd name="T20" fmla="*/ 0 w 281"/>
                <a:gd name="T21" fmla="*/ 48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1" h="382">
                  <a:moveTo>
                    <a:pt x="0" y="48"/>
                  </a:moveTo>
                  <a:lnTo>
                    <a:pt x="29" y="2"/>
                  </a:lnTo>
                  <a:lnTo>
                    <a:pt x="98" y="0"/>
                  </a:lnTo>
                  <a:lnTo>
                    <a:pt x="153" y="46"/>
                  </a:lnTo>
                  <a:lnTo>
                    <a:pt x="173" y="152"/>
                  </a:lnTo>
                  <a:lnTo>
                    <a:pt x="225" y="240"/>
                  </a:lnTo>
                  <a:lnTo>
                    <a:pt x="280" y="250"/>
                  </a:lnTo>
                  <a:lnTo>
                    <a:pt x="175" y="381"/>
                  </a:lnTo>
                  <a:lnTo>
                    <a:pt x="121" y="378"/>
                  </a:lnTo>
                  <a:lnTo>
                    <a:pt x="40" y="190"/>
                  </a:lnTo>
                  <a:lnTo>
                    <a:pt x="0" y="48"/>
                  </a:lnTo>
                </a:path>
              </a:pathLst>
            </a:custGeom>
            <a:solidFill>
              <a:srgbClr val="FF737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 name="Freeform 25">
              <a:extLst>
                <a:ext uri="{FF2B5EF4-FFF2-40B4-BE49-F238E27FC236}">
                  <a16:creationId xmlns:a16="http://schemas.microsoft.com/office/drawing/2014/main" id="{5A5F382F-3182-F25C-ECDA-2836BB571504}"/>
                </a:ext>
              </a:extLst>
            </p:cNvPr>
            <p:cNvSpPr>
              <a:spLocks/>
            </p:cNvSpPr>
            <p:nvPr/>
          </p:nvSpPr>
          <p:spPr bwMode="auto">
            <a:xfrm>
              <a:off x="1301" y="1872"/>
              <a:ext cx="274" cy="293"/>
            </a:xfrm>
            <a:custGeom>
              <a:avLst/>
              <a:gdLst>
                <a:gd name="T0" fmla="*/ 87 w 274"/>
                <a:gd name="T1" fmla="*/ 29 h 293"/>
                <a:gd name="T2" fmla="*/ 61 w 274"/>
                <a:gd name="T3" fmla="*/ 63 h 293"/>
                <a:gd name="T4" fmla="*/ 36 w 274"/>
                <a:gd name="T5" fmla="*/ 167 h 293"/>
                <a:gd name="T6" fmla="*/ 41 w 274"/>
                <a:gd name="T7" fmla="*/ 242 h 293"/>
                <a:gd name="T8" fmla="*/ 0 w 274"/>
                <a:gd name="T9" fmla="*/ 276 h 293"/>
                <a:gd name="T10" fmla="*/ 11 w 274"/>
                <a:gd name="T11" fmla="*/ 292 h 293"/>
                <a:gd name="T12" fmla="*/ 240 w 274"/>
                <a:gd name="T13" fmla="*/ 286 h 293"/>
                <a:gd name="T14" fmla="*/ 254 w 274"/>
                <a:gd name="T15" fmla="*/ 232 h 293"/>
                <a:gd name="T16" fmla="*/ 273 w 274"/>
                <a:gd name="T17" fmla="*/ 56 h 293"/>
                <a:gd name="T18" fmla="*/ 238 w 274"/>
                <a:gd name="T19" fmla="*/ 12 h 293"/>
                <a:gd name="T20" fmla="*/ 140 w 274"/>
                <a:gd name="T21" fmla="*/ 0 h 293"/>
                <a:gd name="T22" fmla="*/ 87 w 274"/>
                <a:gd name="T23" fmla="*/ 29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93">
                  <a:moveTo>
                    <a:pt x="87" y="29"/>
                  </a:moveTo>
                  <a:lnTo>
                    <a:pt x="61" y="63"/>
                  </a:lnTo>
                  <a:lnTo>
                    <a:pt x="36" y="167"/>
                  </a:lnTo>
                  <a:lnTo>
                    <a:pt x="41" y="242"/>
                  </a:lnTo>
                  <a:lnTo>
                    <a:pt x="0" y="276"/>
                  </a:lnTo>
                  <a:lnTo>
                    <a:pt x="11" y="292"/>
                  </a:lnTo>
                  <a:lnTo>
                    <a:pt x="240" y="286"/>
                  </a:lnTo>
                  <a:lnTo>
                    <a:pt x="254" y="232"/>
                  </a:lnTo>
                  <a:lnTo>
                    <a:pt x="273" y="56"/>
                  </a:lnTo>
                  <a:lnTo>
                    <a:pt x="238" y="12"/>
                  </a:lnTo>
                  <a:lnTo>
                    <a:pt x="140" y="0"/>
                  </a:lnTo>
                  <a:lnTo>
                    <a:pt x="87" y="29"/>
                  </a:lnTo>
                </a:path>
              </a:pathLst>
            </a:custGeom>
            <a:solidFill>
              <a:srgbClr val="FF737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 name="Freeform 26">
              <a:extLst>
                <a:ext uri="{FF2B5EF4-FFF2-40B4-BE49-F238E27FC236}">
                  <a16:creationId xmlns:a16="http://schemas.microsoft.com/office/drawing/2014/main" id="{C5369982-748A-B28F-EC77-EC6E87A02F2A}"/>
                </a:ext>
              </a:extLst>
            </p:cNvPr>
            <p:cNvSpPr>
              <a:spLocks/>
            </p:cNvSpPr>
            <p:nvPr/>
          </p:nvSpPr>
          <p:spPr bwMode="auto">
            <a:xfrm>
              <a:off x="1680" y="1929"/>
              <a:ext cx="245" cy="389"/>
            </a:xfrm>
            <a:custGeom>
              <a:avLst/>
              <a:gdLst>
                <a:gd name="T0" fmla="*/ 239 w 245"/>
                <a:gd name="T1" fmla="*/ 36 h 389"/>
                <a:gd name="T2" fmla="*/ 189 w 245"/>
                <a:gd name="T3" fmla="*/ 2 h 389"/>
                <a:gd name="T4" fmla="*/ 107 w 245"/>
                <a:gd name="T5" fmla="*/ 0 h 389"/>
                <a:gd name="T6" fmla="*/ 65 w 245"/>
                <a:gd name="T7" fmla="*/ 41 h 389"/>
                <a:gd name="T8" fmla="*/ 52 w 245"/>
                <a:gd name="T9" fmla="*/ 115 h 389"/>
                <a:gd name="T10" fmla="*/ 43 w 245"/>
                <a:gd name="T11" fmla="*/ 159 h 389"/>
                <a:gd name="T12" fmla="*/ 24 w 245"/>
                <a:gd name="T13" fmla="*/ 223 h 389"/>
                <a:gd name="T14" fmla="*/ 30 w 245"/>
                <a:gd name="T15" fmla="*/ 254 h 389"/>
                <a:gd name="T16" fmla="*/ 0 w 245"/>
                <a:gd name="T17" fmla="*/ 279 h 389"/>
                <a:gd name="T18" fmla="*/ 15 w 245"/>
                <a:gd name="T19" fmla="*/ 324 h 389"/>
                <a:gd name="T20" fmla="*/ 116 w 245"/>
                <a:gd name="T21" fmla="*/ 388 h 389"/>
                <a:gd name="T22" fmla="*/ 169 w 245"/>
                <a:gd name="T23" fmla="*/ 368 h 389"/>
                <a:gd name="T24" fmla="*/ 219 w 245"/>
                <a:gd name="T25" fmla="*/ 152 h 389"/>
                <a:gd name="T26" fmla="*/ 244 w 245"/>
                <a:gd name="T27" fmla="*/ 81 h 389"/>
                <a:gd name="T28" fmla="*/ 239 w 245"/>
                <a:gd name="T29" fmla="*/ 36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5" h="389">
                  <a:moveTo>
                    <a:pt x="239" y="36"/>
                  </a:moveTo>
                  <a:lnTo>
                    <a:pt x="189" y="2"/>
                  </a:lnTo>
                  <a:lnTo>
                    <a:pt x="107" y="0"/>
                  </a:lnTo>
                  <a:lnTo>
                    <a:pt x="65" y="41"/>
                  </a:lnTo>
                  <a:lnTo>
                    <a:pt x="52" y="115"/>
                  </a:lnTo>
                  <a:lnTo>
                    <a:pt x="43" y="159"/>
                  </a:lnTo>
                  <a:lnTo>
                    <a:pt x="24" y="223"/>
                  </a:lnTo>
                  <a:lnTo>
                    <a:pt x="30" y="254"/>
                  </a:lnTo>
                  <a:lnTo>
                    <a:pt x="0" y="279"/>
                  </a:lnTo>
                  <a:lnTo>
                    <a:pt x="15" y="324"/>
                  </a:lnTo>
                  <a:lnTo>
                    <a:pt x="116" y="388"/>
                  </a:lnTo>
                  <a:lnTo>
                    <a:pt x="169" y="368"/>
                  </a:lnTo>
                  <a:lnTo>
                    <a:pt x="219" y="152"/>
                  </a:lnTo>
                  <a:lnTo>
                    <a:pt x="244" y="81"/>
                  </a:lnTo>
                  <a:lnTo>
                    <a:pt x="239" y="36"/>
                  </a:lnTo>
                </a:path>
              </a:pathLst>
            </a:custGeom>
            <a:solidFill>
              <a:srgbClr val="FF737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 name="Freeform 27">
              <a:extLst>
                <a:ext uri="{FF2B5EF4-FFF2-40B4-BE49-F238E27FC236}">
                  <a16:creationId xmlns:a16="http://schemas.microsoft.com/office/drawing/2014/main" id="{E927B2CD-AE2F-B75C-A3E8-7473AA7B5E98}"/>
                </a:ext>
              </a:extLst>
            </p:cNvPr>
            <p:cNvSpPr>
              <a:spLocks/>
            </p:cNvSpPr>
            <p:nvPr/>
          </p:nvSpPr>
          <p:spPr bwMode="auto">
            <a:xfrm>
              <a:off x="1931" y="2021"/>
              <a:ext cx="316" cy="541"/>
            </a:xfrm>
            <a:custGeom>
              <a:avLst/>
              <a:gdLst>
                <a:gd name="T0" fmla="*/ 315 w 316"/>
                <a:gd name="T1" fmla="*/ 63 h 541"/>
                <a:gd name="T2" fmla="*/ 267 w 316"/>
                <a:gd name="T3" fmla="*/ 4 h 541"/>
                <a:gd name="T4" fmla="*/ 180 w 316"/>
                <a:gd name="T5" fmla="*/ 0 h 541"/>
                <a:gd name="T6" fmla="*/ 145 w 316"/>
                <a:gd name="T7" fmla="*/ 28 h 541"/>
                <a:gd name="T8" fmla="*/ 98 w 316"/>
                <a:gd name="T9" fmla="*/ 112 h 541"/>
                <a:gd name="T10" fmla="*/ 78 w 316"/>
                <a:gd name="T11" fmla="*/ 230 h 541"/>
                <a:gd name="T12" fmla="*/ 58 w 316"/>
                <a:gd name="T13" fmla="*/ 271 h 541"/>
                <a:gd name="T14" fmla="*/ 47 w 316"/>
                <a:gd name="T15" fmla="*/ 358 h 541"/>
                <a:gd name="T16" fmla="*/ 13 w 316"/>
                <a:gd name="T17" fmla="*/ 372 h 541"/>
                <a:gd name="T18" fmla="*/ 0 w 316"/>
                <a:gd name="T19" fmla="*/ 429 h 541"/>
                <a:gd name="T20" fmla="*/ 78 w 316"/>
                <a:gd name="T21" fmla="*/ 540 h 541"/>
                <a:gd name="T22" fmla="*/ 182 w 316"/>
                <a:gd name="T23" fmla="*/ 460 h 541"/>
                <a:gd name="T24" fmla="*/ 270 w 316"/>
                <a:gd name="T25" fmla="*/ 341 h 541"/>
                <a:gd name="T26" fmla="*/ 313 w 316"/>
                <a:gd name="T27" fmla="*/ 142 h 541"/>
                <a:gd name="T28" fmla="*/ 315 w 316"/>
                <a:gd name="T29" fmla="*/ 63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6" h="541">
                  <a:moveTo>
                    <a:pt x="315" y="63"/>
                  </a:moveTo>
                  <a:lnTo>
                    <a:pt x="267" y="4"/>
                  </a:lnTo>
                  <a:lnTo>
                    <a:pt x="180" y="0"/>
                  </a:lnTo>
                  <a:lnTo>
                    <a:pt x="145" y="28"/>
                  </a:lnTo>
                  <a:lnTo>
                    <a:pt x="98" y="112"/>
                  </a:lnTo>
                  <a:lnTo>
                    <a:pt x="78" y="230"/>
                  </a:lnTo>
                  <a:lnTo>
                    <a:pt x="58" y="271"/>
                  </a:lnTo>
                  <a:lnTo>
                    <a:pt x="47" y="358"/>
                  </a:lnTo>
                  <a:lnTo>
                    <a:pt x="13" y="372"/>
                  </a:lnTo>
                  <a:lnTo>
                    <a:pt x="0" y="429"/>
                  </a:lnTo>
                  <a:lnTo>
                    <a:pt x="78" y="540"/>
                  </a:lnTo>
                  <a:lnTo>
                    <a:pt x="182" y="460"/>
                  </a:lnTo>
                  <a:lnTo>
                    <a:pt x="270" y="341"/>
                  </a:lnTo>
                  <a:lnTo>
                    <a:pt x="313" y="142"/>
                  </a:lnTo>
                  <a:lnTo>
                    <a:pt x="315" y="63"/>
                  </a:lnTo>
                </a:path>
              </a:pathLst>
            </a:custGeom>
            <a:solidFill>
              <a:srgbClr val="FF737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 name="Freeform 28">
              <a:extLst>
                <a:ext uri="{FF2B5EF4-FFF2-40B4-BE49-F238E27FC236}">
                  <a16:creationId xmlns:a16="http://schemas.microsoft.com/office/drawing/2014/main" id="{C2A5E4C2-5354-0A10-707D-878AED527E0E}"/>
                </a:ext>
              </a:extLst>
            </p:cNvPr>
            <p:cNvSpPr>
              <a:spLocks/>
            </p:cNvSpPr>
            <p:nvPr/>
          </p:nvSpPr>
          <p:spPr bwMode="auto">
            <a:xfrm>
              <a:off x="943" y="1966"/>
              <a:ext cx="276" cy="108"/>
            </a:xfrm>
            <a:custGeom>
              <a:avLst/>
              <a:gdLst>
                <a:gd name="T0" fmla="*/ 0 w 276"/>
                <a:gd name="T1" fmla="*/ 67 h 108"/>
                <a:gd name="T2" fmla="*/ 266 w 276"/>
                <a:gd name="T3" fmla="*/ 0 h 108"/>
                <a:gd name="T4" fmla="*/ 275 w 276"/>
                <a:gd name="T5" fmla="*/ 57 h 108"/>
                <a:gd name="T6" fmla="*/ 29 w 276"/>
                <a:gd name="T7" fmla="*/ 107 h 108"/>
                <a:gd name="T8" fmla="*/ 0 w 276"/>
                <a:gd name="T9" fmla="*/ 67 h 108"/>
              </a:gdLst>
              <a:ahLst/>
              <a:cxnLst>
                <a:cxn ang="0">
                  <a:pos x="T0" y="T1"/>
                </a:cxn>
                <a:cxn ang="0">
                  <a:pos x="T2" y="T3"/>
                </a:cxn>
                <a:cxn ang="0">
                  <a:pos x="T4" y="T5"/>
                </a:cxn>
                <a:cxn ang="0">
                  <a:pos x="T6" y="T7"/>
                </a:cxn>
                <a:cxn ang="0">
                  <a:pos x="T8" y="T9"/>
                </a:cxn>
              </a:cxnLst>
              <a:rect l="0" t="0" r="r" b="b"/>
              <a:pathLst>
                <a:path w="276" h="108">
                  <a:moveTo>
                    <a:pt x="0" y="67"/>
                  </a:moveTo>
                  <a:lnTo>
                    <a:pt x="266" y="0"/>
                  </a:lnTo>
                  <a:lnTo>
                    <a:pt x="275" y="57"/>
                  </a:lnTo>
                  <a:lnTo>
                    <a:pt x="29" y="107"/>
                  </a:lnTo>
                  <a:lnTo>
                    <a:pt x="0" y="67"/>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 name="Freeform 29">
              <a:extLst>
                <a:ext uri="{FF2B5EF4-FFF2-40B4-BE49-F238E27FC236}">
                  <a16:creationId xmlns:a16="http://schemas.microsoft.com/office/drawing/2014/main" id="{0600A410-6B31-3D2F-4617-9FD324D98ED5}"/>
                </a:ext>
              </a:extLst>
            </p:cNvPr>
            <p:cNvSpPr>
              <a:spLocks/>
            </p:cNvSpPr>
            <p:nvPr/>
          </p:nvSpPr>
          <p:spPr bwMode="auto">
            <a:xfrm>
              <a:off x="761" y="1624"/>
              <a:ext cx="130" cy="364"/>
            </a:xfrm>
            <a:custGeom>
              <a:avLst/>
              <a:gdLst>
                <a:gd name="T0" fmla="*/ 0 w 130"/>
                <a:gd name="T1" fmla="*/ 92 h 364"/>
                <a:gd name="T2" fmla="*/ 12 w 130"/>
                <a:gd name="T3" fmla="*/ 29 h 364"/>
                <a:gd name="T4" fmla="*/ 30 w 130"/>
                <a:gd name="T5" fmla="*/ 2 h 364"/>
                <a:gd name="T6" fmla="*/ 58 w 130"/>
                <a:gd name="T7" fmla="*/ 0 h 364"/>
                <a:gd name="T8" fmla="*/ 78 w 130"/>
                <a:gd name="T9" fmla="*/ 31 h 364"/>
                <a:gd name="T10" fmla="*/ 67 w 130"/>
                <a:gd name="T11" fmla="*/ 63 h 364"/>
                <a:gd name="T12" fmla="*/ 53 w 130"/>
                <a:gd name="T13" fmla="*/ 81 h 364"/>
                <a:gd name="T14" fmla="*/ 129 w 130"/>
                <a:gd name="T15" fmla="*/ 363 h 364"/>
                <a:gd name="T16" fmla="*/ 38 w 130"/>
                <a:gd name="T17" fmla="*/ 316 h 364"/>
                <a:gd name="T18" fmla="*/ 43 w 130"/>
                <a:gd name="T19" fmla="*/ 223 h 364"/>
                <a:gd name="T20" fmla="*/ 0 w 130"/>
                <a:gd name="T21" fmla="*/ 92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364">
                  <a:moveTo>
                    <a:pt x="0" y="92"/>
                  </a:moveTo>
                  <a:lnTo>
                    <a:pt x="12" y="29"/>
                  </a:lnTo>
                  <a:lnTo>
                    <a:pt x="30" y="2"/>
                  </a:lnTo>
                  <a:lnTo>
                    <a:pt x="58" y="0"/>
                  </a:lnTo>
                  <a:lnTo>
                    <a:pt x="78" y="31"/>
                  </a:lnTo>
                  <a:lnTo>
                    <a:pt x="67" y="63"/>
                  </a:lnTo>
                  <a:lnTo>
                    <a:pt x="53" y="81"/>
                  </a:lnTo>
                  <a:lnTo>
                    <a:pt x="129" y="363"/>
                  </a:lnTo>
                  <a:lnTo>
                    <a:pt x="38" y="316"/>
                  </a:lnTo>
                  <a:lnTo>
                    <a:pt x="43" y="223"/>
                  </a:lnTo>
                  <a:lnTo>
                    <a:pt x="0" y="92"/>
                  </a:lnTo>
                </a:path>
              </a:pathLst>
            </a:custGeom>
            <a:solidFill>
              <a:srgbClr val="A38C8C"/>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 name="Freeform 30">
              <a:extLst>
                <a:ext uri="{FF2B5EF4-FFF2-40B4-BE49-F238E27FC236}">
                  <a16:creationId xmlns:a16="http://schemas.microsoft.com/office/drawing/2014/main" id="{BBED3A69-E05E-1936-7485-1BEA59216139}"/>
                </a:ext>
              </a:extLst>
            </p:cNvPr>
            <p:cNvSpPr>
              <a:spLocks/>
            </p:cNvSpPr>
            <p:nvPr/>
          </p:nvSpPr>
          <p:spPr bwMode="auto">
            <a:xfrm>
              <a:off x="838" y="1569"/>
              <a:ext cx="370" cy="159"/>
            </a:xfrm>
            <a:custGeom>
              <a:avLst/>
              <a:gdLst>
                <a:gd name="T0" fmla="*/ 6 w 370"/>
                <a:gd name="T1" fmla="*/ 116 h 159"/>
                <a:gd name="T2" fmla="*/ 104 w 370"/>
                <a:gd name="T3" fmla="*/ 61 h 159"/>
                <a:gd name="T4" fmla="*/ 208 w 370"/>
                <a:gd name="T5" fmla="*/ 24 h 159"/>
                <a:gd name="T6" fmla="*/ 369 w 370"/>
                <a:gd name="T7" fmla="*/ 0 h 159"/>
                <a:gd name="T8" fmla="*/ 356 w 370"/>
                <a:gd name="T9" fmla="*/ 158 h 159"/>
                <a:gd name="T10" fmla="*/ 73 w 370"/>
                <a:gd name="T11" fmla="*/ 136 h 159"/>
                <a:gd name="T12" fmla="*/ 0 w 370"/>
                <a:gd name="T13" fmla="*/ 150 h 159"/>
                <a:gd name="T14" fmla="*/ 6 w 370"/>
                <a:gd name="T15" fmla="*/ 116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0" h="159">
                  <a:moveTo>
                    <a:pt x="6" y="116"/>
                  </a:moveTo>
                  <a:lnTo>
                    <a:pt x="104" y="61"/>
                  </a:lnTo>
                  <a:lnTo>
                    <a:pt x="208" y="24"/>
                  </a:lnTo>
                  <a:lnTo>
                    <a:pt x="369" y="0"/>
                  </a:lnTo>
                  <a:lnTo>
                    <a:pt x="356" y="158"/>
                  </a:lnTo>
                  <a:lnTo>
                    <a:pt x="73" y="136"/>
                  </a:lnTo>
                  <a:lnTo>
                    <a:pt x="0" y="150"/>
                  </a:lnTo>
                  <a:lnTo>
                    <a:pt x="6" y="116"/>
                  </a:lnTo>
                </a:path>
              </a:pathLst>
            </a:custGeom>
            <a:solidFill>
              <a:srgbClr val="A38C8C"/>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 name="Freeform 31">
              <a:extLst>
                <a:ext uri="{FF2B5EF4-FFF2-40B4-BE49-F238E27FC236}">
                  <a16:creationId xmlns:a16="http://schemas.microsoft.com/office/drawing/2014/main" id="{AA39D70A-95DC-7651-E27B-E3A8C8E87992}"/>
                </a:ext>
              </a:extLst>
            </p:cNvPr>
            <p:cNvSpPr>
              <a:spLocks/>
            </p:cNvSpPr>
            <p:nvPr/>
          </p:nvSpPr>
          <p:spPr bwMode="auto">
            <a:xfrm>
              <a:off x="759" y="2137"/>
              <a:ext cx="149" cy="327"/>
            </a:xfrm>
            <a:custGeom>
              <a:avLst/>
              <a:gdLst>
                <a:gd name="T0" fmla="*/ 0 w 149"/>
                <a:gd name="T1" fmla="*/ 0 h 327"/>
                <a:gd name="T2" fmla="*/ 55 w 149"/>
                <a:gd name="T3" fmla="*/ 49 h 327"/>
                <a:gd name="T4" fmla="*/ 104 w 149"/>
                <a:gd name="T5" fmla="*/ 149 h 327"/>
                <a:gd name="T6" fmla="*/ 130 w 149"/>
                <a:gd name="T7" fmla="*/ 255 h 327"/>
                <a:gd name="T8" fmla="*/ 148 w 149"/>
                <a:gd name="T9" fmla="*/ 326 h 327"/>
                <a:gd name="T10" fmla="*/ 93 w 149"/>
                <a:gd name="T11" fmla="*/ 318 h 327"/>
                <a:gd name="T12" fmla="*/ 6 w 149"/>
                <a:gd name="T13" fmla="*/ 71 h 327"/>
                <a:gd name="T14" fmla="*/ 0 w 149"/>
                <a:gd name="T15" fmla="*/ 0 h 3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 h="327">
                  <a:moveTo>
                    <a:pt x="0" y="0"/>
                  </a:moveTo>
                  <a:lnTo>
                    <a:pt x="55" y="49"/>
                  </a:lnTo>
                  <a:lnTo>
                    <a:pt x="104" y="149"/>
                  </a:lnTo>
                  <a:lnTo>
                    <a:pt x="130" y="255"/>
                  </a:lnTo>
                  <a:lnTo>
                    <a:pt x="148" y="326"/>
                  </a:lnTo>
                  <a:lnTo>
                    <a:pt x="93" y="318"/>
                  </a:lnTo>
                  <a:lnTo>
                    <a:pt x="6" y="71"/>
                  </a:lnTo>
                  <a:lnTo>
                    <a:pt x="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 name="Freeform 32">
              <a:extLst>
                <a:ext uri="{FF2B5EF4-FFF2-40B4-BE49-F238E27FC236}">
                  <a16:creationId xmlns:a16="http://schemas.microsoft.com/office/drawing/2014/main" id="{00095545-461F-7BC8-077D-48530089F3DD}"/>
                </a:ext>
              </a:extLst>
            </p:cNvPr>
            <p:cNvSpPr>
              <a:spLocks/>
            </p:cNvSpPr>
            <p:nvPr/>
          </p:nvSpPr>
          <p:spPr bwMode="auto">
            <a:xfrm>
              <a:off x="821" y="2134"/>
              <a:ext cx="75" cy="59"/>
            </a:xfrm>
            <a:custGeom>
              <a:avLst/>
              <a:gdLst>
                <a:gd name="T0" fmla="*/ 0 w 75"/>
                <a:gd name="T1" fmla="*/ 13 h 59"/>
                <a:gd name="T2" fmla="*/ 74 w 75"/>
                <a:gd name="T3" fmla="*/ 0 h 59"/>
                <a:gd name="T4" fmla="*/ 68 w 75"/>
                <a:gd name="T5" fmla="*/ 58 h 59"/>
                <a:gd name="T6" fmla="*/ 0 w 75"/>
                <a:gd name="T7" fmla="*/ 13 h 59"/>
              </a:gdLst>
              <a:ahLst/>
              <a:cxnLst>
                <a:cxn ang="0">
                  <a:pos x="T0" y="T1"/>
                </a:cxn>
                <a:cxn ang="0">
                  <a:pos x="T2" y="T3"/>
                </a:cxn>
                <a:cxn ang="0">
                  <a:pos x="T4" y="T5"/>
                </a:cxn>
                <a:cxn ang="0">
                  <a:pos x="T6" y="T7"/>
                </a:cxn>
              </a:cxnLst>
              <a:rect l="0" t="0" r="r" b="b"/>
              <a:pathLst>
                <a:path w="75" h="59">
                  <a:moveTo>
                    <a:pt x="0" y="13"/>
                  </a:moveTo>
                  <a:lnTo>
                    <a:pt x="74" y="0"/>
                  </a:lnTo>
                  <a:lnTo>
                    <a:pt x="68" y="58"/>
                  </a:lnTo>
                  <a:lnTo>
                    <a:pt x="0" y="13"/>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4" name="Freeform 33">
              <a:extLst>
                <a:ext uri="{FF2B5EF4-FFF2-40B4-BE49-F238E27FC236}">
                  <a16:creationId xmlns:a16="http://schemas.microsoft.com/office/drawing/2014/main" id="{9F01883A-AD68-E5F4-62C4-F5CF627123B8}"/>
                </a:ext>
              </a:extLst>
            </p:cNvPr>
            <p:cNvSpPr>
              <a:spLocks/>
            </p:cNvSpPr>
            <p:nvPr/>
          </p:nvSpPr>
          <p:spPr bwMode="auto">
            <a:xfrm>
              <a:off x="908" y="2279"/>
              <a:ext cx="47" cy="72"/>
            </a:xfrm>
            <a:custGeom>
              <a:avLst/>
              <a:gdLst>
                <a:gd name="T0" fmla="*/ 0 w 47"/>
                <a:gd name="T1" fmla="*/ 0 h 72"/>
                <a:gd name="T2" fmla="*/ 46 w 47"/>
                <a:gd name="T3" fmla="*/ 9 h 72"/>
                <a:gd name="T4" fmla="*/ 37 w 47"/>
                <a:gd name="T5" fmla="*/ 71 h 72"/>
                <a:gd name="T6" fmla="*/ 0 w 47"/>
                <a:gd name="T7" fmla="*/ 0 h 72"/>
              </a:gdLst>
              <a:ahLst/>
              <a:cxnLst>
                <a:cxn ang="0">
                  <a:pos x="T0" y="T1"/>
                </a:cxn>
                <a:cxn ang="0">
                  <a:pos x="T2" y="T3"/>
                </a:cxn>
                <a:cxn ang="0">
                  <a:pos x="T4" y="T5"/>
                </a:cxn>
                <a:cxn ang="0">
                  <a:pos x="T6" y="T7"/>
                </a:cxn>
              </a:cxnLst>
              <a:rect l="0" t="0" r="r" b="b"/>
              <a:pathLst>
                <a:path w="47" h="72">
                  <a:moveTo>
                    <a:pt x="0" y="0"/>
                  </a:moveTo>
                  <a:lnTo>
                    <a:pt x="46" y="9"/>
                  </a:lnTo>
                  <a:lnTo>
                    <a:pt x="37" y="71"/>
                  </a:lnTo>
                  <a:lnTo>
                    <a:pt x="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 name="Freeform 34">
              <a:extLst>
                <a:ext uri="{FF2B5EF4-FFF2-40B4-BE49-F238E27FC236}">
                  <a16:creationId xmlns:a16="http://schemas.microsoft.com/office/drawing/2014/main" id="{22052F8A-B3B2-C907-9D07-DE3B19548BF4}"/>
                </a:ext>
              </a:extLst>
            </p:cNvPr>
            <p:cNvSpPr>
              <a:spLocks/>
            </p:cNvSpPr>
            <p:nvPr/>
          </p:nvSpPr>
          <p:spPr bwMode="auto">
            <a:xfrm>
              <a:off x="1352" y="2018"/>
              <a:ext cx="60" cy="77"/>
            </a:xfrm>
            <a:custGeom>
              <a:avLst/>
              <a:gdLst>
                <a:gd name="T0" fmla="*/ 0 w 60"/>
                <a:gd name="T1" fmla="*/ 76 h 77"/>
                <a:gd name="T2" fmla="*/ 6 w 60"/>
                <a:gd name="T3" fmla="*/ 0 h 77"/>
                <a:gd name="T4" fmla="*/ 59 w 60"/>
                <a:gd name="T5" fmla="*/ 0 h 77"/>
                <a:gd name="T6" fmla="*/ 0 w 60"/>
                <a:gd name="T7" fmla="*/ 76 h 77"/>
              </a:gdLst>
              <a:ahLst/>
              <a:cxnLst>
                <a:cxn ang="0">
                  <a:pos x="T0" y="T1"/>
                </a:cxn>
                <a:cxn ang="0">
                  <a:pos x="T2" y="T3"/>
                </a:cxn>
                <a:cxn ang="0">
                  <a:pos x="T4" y="T5"/>
                </a:cxn>
                <a:cxn ang="0">
                  <a:pos x="T6" y="T7"/>
                </a:cxn>
              </a:cxnLst>
              <a:rect l="0" t="0" r="r" b="b"/>
              <a:pathLst>
                <a:path w="60" h="77">
                  <a:moveTo>
                    <a:pt x="0" y="76"/>
                  </a:moveTo>
                  <a:lnTo>
                    <a:pt x="6" y="0"/>
                  </a:lnTo>
                  <a:lnTo>
                    <a:pt x="59" y="0"/>
                  </a:lnTo>
                  <a:lnTo>
                    <a:pt x="0" y="76"/>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 name="Freeform 35">
              <a:extLst>
                <a:ext uri="{FF2B5EF4-FFF2-40B4-BE49-F238E27FC236}">
                  <a16:creationId xmlns:a16="http://schemas.microsoft.com/office/drawing/2014/main" id="{79096F8B-5EDC-857D-7C5A-4E4AC96769FB}"/>
                </a:ext>
              </a:extLst>
            </p:cNvPr>
            <p:cNvSpPr>
              <a:spLocks/>
            </p:cNvSpPr>
            <p:nvPr/>
          </p:nvSpPr>
          <p:spPr bwMode="auto">
            <a:xfrm>
              <a:off x="1406" y="1915"/>
              <a:ext cx="78" cy="63"/>
            </a:xfrm>
            <a:custGeom>
              <a:avLst/>
              <a:gdLst>
                <a:gd name="T0" fmla="*/ 21 w 78"/>
                <a:gd name="T1" fmla="*/ 62 h 63"/>
                <a:gd name="T2" fmla="*/ 0 w 78"/>
                <a:gd name="T3" fmla="*/ 0 h 63"/>
                <a:gd name="T4" fmla="*/ 77 w 78"/>
                <a:gd name="T5" fmla="*/ 0 h 63"/>
                <a:gd name="T6" fmla="*/ 21 w 78"/>
                <a:gd name="T7" fmla="*/ 62 h 63"/>
              </a:gdLst>
              <a:ahLst/>
              <a:cxnLst>
                <a:cxn ang="0">
                  <a:pos x="T0" y="T1"/>
                </a:cxn>
                <a:cxn ang="0">
                  <a:pos x="T2" y="T3"/>
                </a:cxn>
                <a:cxn ang="0">
                  <a:pos x="T4" y="T5"/>
                </a:cxn>
                <a:cxn ang="0">
                  <a:pos x="T6" y="T7"/>
                </a:cxn>
              </a:cxnLst>
              <a:rect l="0" t="0" r="r" b="b"/>
              <a:pathLst>
                <a:path w="78" h="63">
                  <a:moveTo>
                    <a:pt x="21" y="62"/>
                  </a:moveTo>
                  <a:lnTo>
                    <a:pt x="0" y="0"/>
                  </a:lnTo>
                  <a:lnTo>
                    <a:pt x="77" y="0"/>
                  </a:lnTo>
                  <a:lnTo>
                    <a:pt x="21" y="62"/>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 name="Freeform 36">
              <a:extLst>
                <a:ext uri="{FF2B5EF4-FFF2-40B4-BE49-F238E27FC236}">
                  <a16:creationId xmlns:a16="http://schemas.microsoft.com/office/drawing/2014/main" id="{AE8DE0EA-15DB-FFCC-E3B5-27FFA9A17EA7}"/>
                </a:ext>
              </a:extLst>
            </p:cNvPr>
            <p:cNvSpPr>
              <a:spLocks/>
            </p:cNvSpPr>
            <p:nvPr/>
          </p:nvSpPr>
          <p:spPr bwMode="auto">
            <a:xfrm>
              <a:off x="1443" y="2028"/>
              <a:ext cx="76" cy="94"/>
            </a:xfrm>
            <a:custGeom>
              <a:avLst/>
              <a:gdLst>
                <a:gd name="T0" fmla="*/ 5 w 76"/>
                <a:gd name="T1" fmla="*/ 93 h 94"/>
                <a:gd name="T2" fmla="*/ 0 w 76"/>
                <a:gd name="T3" fmla="*/ 15 h 94"/>
                <a:gd name="T4" fmla="*/ 75 w 76"/>
                <a:gd name="T5" fmla="*/ 0 h 94"/>
                <a:gd name="T6" fmla="*/ 5 w 76"/>
                <a:gd name="T7" fmla="*/ 93 h 94"/>
              </a:gdLst>
              <a:ahLst/>
              <a:cxnLst>
                <a:cxn ang="0">
                  <a:pos x="T0" y="T1"/>
                </a:cxn>
                <a:cxn ang="0">
                  <a:pos x="T2" y="T3"/>
                </a:cxn>
                <a:cxn ang="0">
                  <a:pos x="T4" y="T5"/>
                </a:cxn>
                <a:cxn ang="0">
                  <a:pos x="T6" y="T7"/>
                </a:cxn>
              </a:cxnLst>
              <a:rect l="0" t="0" r="r" b="b"/>
              <a:pathLst>
                <a:path w="76" h="94">
                  <a:moveTo>
                    <a:pt x="5" y="93"/>
                  </a:moveTo>
                  <a:lnTo>
                    <a:pt x="0" y="15"/>
                  </a:lnTo>
                  <a:lnTo>
                    <a:pt x="75" y="0"/>
                  </a:lnTo>
                  <a:lnTo>
                    <a:pt x="5" y="93"/>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 name="Freeform 37">
              <a:extLst>
                <a:ext uri="{FF2B5EF4-FFF2-40B4-BE49-F238E27FC236}">
                  <a16:creationId xmlns:a16="http://schemas.microsoft.com/office/drawing/2014/main" id="{66D03C77-61C3-41F0-91A5-4E0A3F6E9C0E}"/>
                </a:ext>
              </a:extLst>
            </p:cNvPr>
            <p:cNvSpPr>
              <a:spLocks/>
            </p:cNvSpPr>
            <p:nvPr/>
          </p:nvSpPr>
          <p:spPr bwMode="auto">
            <a:xfrm>
              <a:off x="1457" y="1906"/>
              <a:ext cx="126" cy="259"/>
            </a:xfrm>
            <a:custGeom>
              <a:avLst/>
              <a:gdLst>
                <a:gd name="T0" fmla="*/ 107 w 126"/>
                <a:gd name="T1" fmla="*/ 0 h 259"/>
                <a:gd name="T2" fmla="*/ 71 w 126"/>
                <a:gd name="T3" fmla="*/ 42 h 259"/>
                <a:gd name="T4" fmla="*/ 69 w 126"/>
                <a:gd name="T5" fmla="*/ 95 h 259"/>
                <a:gd name="T6" fmla="*/ 71 w 126"/>
                <a:gd name="T7" fmla="*/ 196 h 259"/>
                <a:gd name="T8" fmla="*/ 0 w 126"/>
                <a:gd name="T9" fmla="*/ 255 h 259"/>
                <a:gd name="T10" fmla="*/ 94 w 126"/>
                <a:gd name="T11" fmla="*/ 258 h 259"/>
                <a:gd name="T12" fmla="*/ 125 w 126"/>
                <a:gd name="T13" fmla="*/ 31 h 259"/>
                <a:gd name="T14" fmla="*/ 107 w 126"/>
                <a:gd name="T15" fmla="*/ 0 h 2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259">
                  <a:moveTo>
                    <a:pt x="107" y="0"/>
                  </a:moveTo>
                  <a:lnTo>
                    <a:pt x="71" y="42"/>
                  </a:lnTo>
                  <a:lnTo>
                    <a:pt x="69" y="95"/>
                  </a:lnTo>
                  <a:lnTo>
                    <a:pt x="71" y="196"/>
                  </a:lnTo>
                  <a:lnTo>
                    <a:pt x="0" y="255"/>
                  </a:lnTo>
                  <a:lnTo>
                    <a:pt x="94" y="258"/>
                  </a:lnTo>
                  <a:lnTo>
                    <a:pt x="125" y="31"/>
                  </a:lnTo>
                  <a:lnTo>
                    <a:pt x="107"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 name="Freeform 38">
              <a:extLst>
                <a:ext uri="{FF2B5EF4-FFF2-40B4-BE49-F238E27FC236}">
                  <a16:creationId xmlns:a16="http://schemas.microsoft.com/office/drawing/2014/main" id="{FA78DFFD-ED1E-15B3-FFEF-B50E677916F1}"/>
                </a:ext>
              </a:extLst>
            </p:cNvPr>
            <p:cNvSpPr>
              <a:spLocks/>
            </p:cNvSpPr>
            <p:nvPr/>
          </p:nvSpPr>
          <p:spPr bwMode="auto">
            <a:xfrm>
              <a:off x="1756" y="1953"/>
              <a:ext cx="65" cy="82"/>
            </a:xfrm>
            <a:custGeom>
              <a:avLst/>
              <a:gdLst>
                <a:gd name="T0" fmla="*/ 64 w 65"/>
                <a:gd name="T1" fmla="*/ 0 h 82"/>
                <a:gd name="T2" fmla="*/ 0 w 65"/>
                <a:gd name="T3" fmla="*/ 33 h 82"/>
                <a:gd name="T4" fmla="*/ 24 w 65"/>
                <a:gd name="T5" fmla="*/ 81 h 82"/>
                <a:gd name="T6" fmla="*/ 64 w 65"/>
                <a:gd name="T7" fmla="*/ 0 h 82"/>
              </a:gdLst>
              <a:ahLst/>
              <a:cxnLst>
                <a:cxn ang="0">
                  <a:pos x="T0" y="T1"/>
                </a:cxn>
                <a:cxn ang="0">
                  <a:pos x="T2" y="T3"/>
                </a:cxn>
                <a:cxn ang="0">
                  <a:pos x="T4" y="T5"/>
                </a:cxn>
                <a:cxn ang="0">
                  <a:pos x="T6" y="T7"/>
                </a:cxn>
              </a:cxnLst>
              <a:rect l="0" t="0" r="r" b="b"/>
              <a:pathLst>
                <a:path w="65" h="82">
                  <a:moveTo>
                    <a:pt x="64" y="0"/>
                  </a:moveTo>
                  <a:lnTo>
                    <a:pt x="0" y="33"/>
                  </a:lnTo>
                  <a:lnTo>
                    <a:pt x="24" y="81"/>
                  </a:lnTo>
                  <a:lnTo>
                    <a:pt x="64"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 name="Freeform 39">
              <a:extLst>
                <a:ext uri="{FF2B5EF4-FFF2-40B4-BE49-F238E27FC236}">
                  <a16:creationId xmlns:a16="http://schemas.microsoft.com/office/drawing/2014/main" id="{7B73134C-227C-8E59-7C56-39FEE51689DF}"/>
                </a:ext>
              </a:extLst>
            </p:cNvPr>
            <p:cNvSpPr>
              <a:spLocks/>
            </p:cNvSpPr>
            <p:nvPr/>
          </p:nvSpPr>
          <p:spPr bwMode="auto">
            <a:xfrm>
              <a:off x="1748" y="2093"/>
              <a:ext cx="64" cy="90"/>
            </a:xfrm>
            <a:custGeom>
              <a:avLst/>
              <a:gdLst>
                <a:gd name="T0" fmla="*/ 63 w 64"/>
                <a:gd name="T1" fmla="*/ 0 h 90"/>
                <a:gd name="T2" fmla="*/ 22 w 64"/>
                <a:gd name="T3" fmla="*/ 4 h 90"/>
                <a:gd name="T4" fmla="*/ 0 w 64"/>
                <a:gd name="T5" fmla="*/ 14 h 90"/>
                <a:gd name="T6" fmla="*/ 3 w 64"/>
                <a:gd name="T7" fmla="*/ 89 h 90"/>
                <a:gd name="T8" fmla="*/ 63 w 64"/>
                <a:gd name="T9" fmla="*/ 0 h 90"/>
              </a:gdLst>
              <a:ahLst/>
              <a:cxnLst>
                <a:cxn ang="0">
                  <a:pos x="T0" y="T1"/>
                </a:cxn>
                <a:cxn ang="0">
                  <a:pos x="T2" y="T3"/>
                </a:cxn>
                <a:cxn ang="0">
                  <a:pos x="T4" y="T5"/>
                </a:cxn>
                <a:cxn ang="0">
                  <a:pos x="T6" y="T7"/>
                </a:cxn>
                <a:cxn ang="0">
                  <a:pos x="T8" y="T9"/>
                </a:cxn>
              </a:cxnLst>
              <a:rect l="0" t="0" r="r" b="b"/>
              <a:pathLst>
                <a:path w="64" h="90">
                  <a:moveTo>
                    <a:pt x="63" y="0"/>
                  </a:moveTo>
                  <a:lnTo>
                    <a:pt x="22" y="4"/>
                  </a:lnTo>
                  <a:lnTo>
                    <a:pt x="0" y="14"/>
                  </a:lnTo>
                  <a:lnTo>
                    <a:pt x="3" y="89"/>
                  </a:lnTo>
                  <a:lnTo>
                    <a:pt x="63"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 name="Freeform 40">
              <a:extLst>
                <a:ext uri="{FF2B5EF4-FFF2-40B4-BE49-F238E27FC236}">
                  <a16:creationId xmlns:a16="http://schemas.microsoft.com/office/drawing/2014/main" id="{CC18C398-0586-138B-6464-2942BDEA1D19}"/>
                </a:ext>
              </a:extLst>
            </p:cNvPr>
            <p:cNvSpPr>
              <a:spLocks/>
            </p:cNvSpPr>
            <p:nvPr/>
          </p:nvSpPr>
          <p:spPr bwMode="auto">
            <a:xfrm>
              <a:off x="1793" y="1986"/>
              <a:ext cx="133" cy="333"/>
            </a:xfrm>
            <a:custGeom>
              <a:avLst/>
              <a:gdLst>
                <a:gd name="T0" fmla="*/ 121 w 133"/>
                <a:gd name="T1" fmla="*/ 0 h 333"/>
                <a:gd name="T2" fmla="*/ 86 w 133"/>
                <a:gd name="T3" fmla="*/ 32 h 333"/>
                <a:gd name="T4" fmla="*/ 53 w 133"/>
                <a:gd name="T5" fmla="*/ 88 h 333"/>
                <a:gd name="T6" fmla="*/ 23 w 133"/>
                <a:gd name="T7" fmla="*/ 172 h 333"/>
                <a:gd name="T8" fmla="*/ 21 w 133"/>
                <a:gd name="T9" fmla="*/ 253 h 333"/>
                <a:gd name="T10" fmla="*/ 0 w 133"/>
                <a:gd name="T11" fmla="*/ 317 h 333"/>
                <a:gd name="T12" fmla="*/ 47 w 133"/>
                <a:gd name="T13" fmla="*/ 332 h 333"/>
                <a:gd name="T14" fmla="*/ 132 w 133"/>
                <a:gd name="T15" fmla="*/ 36 h 333"/>
                <a:gd name="T16" fmla="*/ 121 w 133"/>
                <a:gd name="T17"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3" h="333">
                  <a:moveTo>
                    <a:pt x="121" y="0"/>
                  </a:moveTo>
                  <a:lnTo>
                    <a:pt x="86" y="32"/>
                  </a:lnTo>
                  <a:lnTo>
                    <a:pt x="53" y="88"/>
                  </a:lnTo>
                  <a:lnTo>
                    <a:pt x="23" y="172"/>
                  </a:lnTo>
                  <a:lnTo>
                    <a:pt x="21" y="253"/>
                  </a:lnTo>
                  <a:lnTo>
                    <a:pt x="0" y="317"/>
                  </a:lnTo>
                  <a:lnTo>
                    <a:pt x="47" y="332"/>
                  </a:lnTo>
                  <a:lnTo>
                    <a:pt x="132" y="36"/>
                  </a:lnTo>
                  <a:lnTo>
                    <a:pt x="121"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 name="Freeform 41">
              <a:extLst>
                <a:ext uri="{FF2B5EF4-FFF2-40B4-BE49-F238E27FC236}">
                  <a16:creationId xmlns:a16="http://schemas.microsoft.com/office/drawing/2014/main" id="{E6222E4F-360A-D83B-69A1-2B7C4D108E28}"/>
                </a:ext>
              </a:extLst>
            </p:cNvPr>
            <p:cNvSpPr>
              <a:spLocks/>
            </p:cNvSpPr>
            <p:nvPr/>
          </p:nvSpPr>
          <p:spPr bwMode="auto">
            <a:xfrm>
              <a:off x="2060" y="2191"/>
              <a:ext cx="99" cy="123"/>
            </a:xfrm>
            <a:custGeom>
              <a:avLst/>
              <a:gdLst>
                <a:gd name="T0" fmla="*/ 98 w 99"/>
                <a:gd name="T1" fmla="*/ 0 h 123"/>
                <a:gd name="T2" fmla="*/ 0 w 99"/>
                <a:gd name="T3" fmla="*/ 17 h 123"/>
                <a:gd name="T4" fmla="*/ 26 w 99"/>
                <a:gd name="T5" fmla="*/ 122 h 123"/>
                <a:gd name="T6" fmla="*/ 98 w 99"/>
                <a:gd name="T7" fmla="*/ 0 h 123"/>
              </a:gdLst>
              <a:ahLst/>
              <a:cxnLst>
                <a:cxn ang="0">
                  <a:pos x="T0" y="T1"/>
                </a:cxn>
                <a:cxn ang="0">
                  <a:pos x="T2" y="T3"/>
                </a:cxn>
                <a:cxn ang="0">
                  <a:pos x="T4" y="T5"/>
                </a:cxn>
                <a:cxn ang="0">
                  <a:pos x="T6" y="T7"/>
                </a:cxn>
              </a:cxnLst>
              <a:rect l="0" t="0" r="r" b="b"/>
              <a:pathLst>
                <a:path w="99" h="123">
                  <a:moveTo>
                    <a:pt x="98" y="0"/>
                  </a:moveTo>
                  <a:lnTo>
                    <a:pt x="0" y="17"/>
                  </a:lnTo>
                  <a:lnTo>
                    <a:pt x="26" y="122"/>
                  </a:lnTo>
                  <a:lnTo>
                    <a:pt x="98"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3" name="Freeform 42">
              <a:extLst>
                <a:ext uri="{FF2B5EF4-FFF2-40B4-BE49-F238E27FC236}">
                  <a16:creationId xmlns:a16="http://schemas.microsoft.com/office/drawing/2014/main" id="{4F30F867-23CB-A205-FC30-C2FA834DABEB}"/>
                </a:ext>
              </a:extLst>
            </p:cNvPr>
            <p:cNvSpPr>
              <a:spLocks/>
            </p:cNvSpPr>
            <p:nvPr/>
          </p:nvSpPr>
          <p:spPr bwMode="auto">
            <a:xfrm>
              <a:off x="2005" y="2340"/>
              <a:ext cx="71" cy="90"/>
            </a:xfrm>
            <a:custGeom>
              <a:avLst/>
              <a:gdLst>
                <a:gd name="T0" fmla="*/ 70 w 71"/>
                <a:gd name="T1" fmla="*/ 0 h 90"/>
                <a:gd name="T2" fmla="*/ 2 w 71"/>
                <a:gd name="T3" fmla="*/ 3 h 90"/>
                <a:gd name="T4" fmla="*/ 0 w 71"/>
                <a:gd name="T5" fmla="*/ 89 h 90"/>
                <a:gd name="T6" fmla="*/ 70 w 71"/>
                <a:gd name="T7" fmla="*/ 0 h 90"/>
              </a:gdLst>
              <a:ahLst/>
              <a:cxnLst>
                <a:cxn ang="0">
                  <a:pos x="T0" y="T1"/>
                </a:cxn>
                <a:cxn ang="0">
                  <a:pos x="T2" y="T3"/>
                </a:cxn>
                <a:cxn ang="0">
                  <a:pos x="T4" y="T5"/>
                </a:cxn>
                <a:cxn ang="0">
                  <a:pos x="T6" y="T7"/>
                </a:cxn>
              </a:cxnLst>
              <a:rect l="0" t="0" r="r" b="b"/>
              <a:pathLst>
                <a:path w="71" h="90">
                  <a:moveTo>
                    <a:pt x="70" y="0"/>
                  </a:moveTo>
                  <a:lnTo>
                    <a:pt x="2" y="3"/>
                  </a:lnTo>
                  <a:lnTo>
                    <a:pt x="0" y="89"/>
                  </a:lnTo>
                  <a:lnTo>
                    <a:pt x="7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4" name="Freeform 43">
              <a:extLst>
                <a:ext uri="{FF2B5EF4-FFF2-40B4-BE49-F238E27FC236}">
                  <a16:creationId xmlns:a16="http://schemas.microsoft.com/office/drawing/2014/main" id="{FCAFABFC-E7A5-C601-C3A6-7CA7FCEBAE1A}"/>
                </a:ext>
              </a:extLst>
            </p:cNvPr>
            <p:cNvSpPr>
              <a:spLocks/>
            </p:cNvSpPr>
            <p:nvPr/>
          </p:nvSpPr>
          <p:spPr bwMode="auto">
            <a:xfrm>
              <a:off x="2056" y="2073"/>
              <a:ext cx="88" cy="89"/>
            </a:xfrm>
            <a:custGeom>
              <a:avLst/>
              <a:gdLst>
                <a:gd name="T0" fmla="*/ 87 w 88"/>
                <a:gd name="T1" fmla="*/ 0 h 89"/>
                <a:gd name="T2" fmla="*/ 0 w 88"/>
                <a:gd name="T3" fmla="*/ 15 h 89"/>
                <a:gd name="T4" fmla="*/ 5 w 88"/>
                <a:gd name="T5" fmla="*/ 88 h 89"/>
                <a:gd name="T6" fmla="*/ 87 w 88"/>
                <a:gd name="T7" fmla="*/ 0 h 89"/>
              </a:gdLst>
              <a:ahLst/>
              <a:cxnLst>
                <a:cxn ang="0">
                  <a:pos x="T0" y="T1"/>
                </a:cxn>
                <a:cxn ang="0">
                  <a:pos x="T2" y="T3"/>
                </a:cxn>
                <a:cxn ang="0">
                  <a:pos x="T4" y="T5"/>
                </a:cxn>
                <a:cxn ang="0">
                  <a:pos x="T6" y="T7"/>
                </a:cxn>
              </a:cxnLst>
              <a:rect l="0" t="0" r="r" b="b"/>
              <a:pathLst>
                <a:path w="88" h="89">
                  <a:moveTo>
                    <a:pt x="87" y="0"/>
                  </a:moveTo>
                  <a:lnTo>
                    <a:pt x="0" y="15"/>
                  </a:lnTo>
                  <a:lnTo>
                    <a:pt x="5" y="88"/>
                  </a:lnTo>
                  <a:lnTo>
                    <a:pt x="87"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5" name="Freeform 44">
              <a:extLst>
                <a:ext uri="{FF2B5EF4-FFF2-40B4-BE49-F238E27FC236}">
                  <a16:creationId xmlns:a16="http://schemas.microsoft.com/office/drawing/2014/main" id="{3DBE53AE-4ECD-E62A-AC19-EC9E22A92B9F}"/>
                </a:ext>
              </a:extLst>
            </p:cNvPr>
            <p:cNvSpPr>
              <a:spLocks/>
            </p:cNvSpPr>
            <p:nvPr/>
          </p:nvSpPr>
          <p:spPr bwMode="auto">
            <a:xfrm>
              <a:off x="2069" y="2117"/>
              <a:ext cx="179" cy="421"/>
            </a:xfrm>
            <a:custGeom>
              <a:avLst/>
              <a:gdLst>
                <a:gd name="T0" fmla="*/ 173 w 179"/>
                <a:gd name="T1" fmla="*/ 0 h 421"/>
                <a:gd name="T2" fmla="*/ 136 w 179"/>
                <a:gd name="T3" fmla="*/ 34 h 421"/>
                <a:gd name="T4" fmla="*/ 105 w 179"/>
                <a:gd name="T5" fmla="*/ 117 h 421"/>
                <a:gd name="T6" fmla="*/ 60 w 179"/>
                <a:gd name="T7" fmla="*/ 254 h 421"/>
                <a:gd name="T8" fmla="*/ 8 w 179"/>
                <a:gd name="T9" fmla="*/ 346 h 421"/>
                <a:gd name="T10" fmla="*/ 0 w 179"/>
                <a:gd name="T11" fmla="*/ 420 h 421"/>
                <a:gd name="T12" fmla="*/ 35 w 179"/>
                <a:gd name="T13" fmla="*/ 420 h 421"/>
                <a:gd name="T14" fmla="*/ 123 w 179"/>
                <a:gd name="T15" fmla="*/ 262 h 421"/>
                <a:gd name="T16" fmla="*/ 178 w 179"/>
                <a:gd name="T17" fmla="*/ 76 h 421"/>
                <a:gd name="T18" fmla="*/ 173 w 179"/>
                <a:gd name="T19"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421">
                  <a:moveTo>
                    <a:pt x="173" y="0"/>
                  </a:moveTo>
                  <a:lnTo>
                    <a:pt x="136" y="34"/>
                  </a:lnTo>
                  <a:lnTo>
                    <a:pt x="105" y="117"/>
                  </a:lnTo>
                  <a:lnTo>
                    <a:pt x="60" y="254"/>
                  </a:lnTo>
                  <a:lnTo>
                    <a:pt x="8" y="346"/>
                  </a:lnTo>
                  <a:lnTo>
                    <a:pt x="0" y="420"/>
                  </a:lnTo>
                  <a:lnTo>
                    <a:pt x="35" y="420"/>
                  </a:lnTo>
                  <a:lnTo>
                    <a:pt x="123" y="262"/>
                  </a:lnTo>
                  <a:lnTo>
                    <a:pt x="178" y="76"/>
                  </a:lnTo>
                  <a:lnTo>
                    <a:pt x="173"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6" name="Freeform 45">
              <a:extLst>
                <a:ext uri="{FF2B5EF4-FFF2-40B4-BE49-F238E27FC236}">
                  <a16:creationId xmlns:a16="http://schemas.microsoft.com/office/drawing/2014/main" id="{2F40E46B-75AA-8BA1-B179-715EF5B2DFD3}"/>
                </a:ext>
              </a:extLst>
            </p:cNvPr>
            <p:cNvSpPr>
              <a:spLocks/>
            </p:cNvSpPr>
            <p:nvPr/>
          </p:nvSpPr>
          <p:spPr bwMode="auto">
            <a:xfrm>
              <a:off x="543" y="2152"/>
              <a:ext cx="67" cy="76"/>
            </a:xfrm>
            <a:custGeom>
              <a:avLst/>
              <a:gdLst>
                <a:gd name="T0" fmla="*/ 0 w 67"/>
                <a:gd name="T1" fmla="*/ 13 h 76"/>
                <a:gd name="T2" fmla="*/ 66 w 67"/>
                <a:gd name="T3" fmla="*/ 0 h 76"/>
                <a:gd name="T4" fmla="*/ 61 w 67"/>
                <a:gd name="T5" fmla="*/ 75 h 76"/>
                <a:gd name="T6" fmla="*/ 0 w 67"/>
                <a:gd name="T7" fmla="*/ 13 h 76"/>
              </a:gdLst>
              <a:ahLst/>
              <a:cxnLst>
                <a:cxn ang="0">
                  <a:pos x="T0" y="T1"/>
                </a:cxn>
                <a:cxn ang="0">
                  <a:pos x="T2" y="T3"/>
                </a:cxn>
                <a:cxn ang="0">
                  <a:pos x="T4" y="T5"/>
                </a:cxn>
                <a:cxn ang="0">
                  <a:pos x="T6" y="T7"/>
                </a:cxn>
              </a:cxnLst>
              <a:rect l="0" t="0" r="r" b="b"/>
              <a:pathLst>
                <a:path w="67" h="76">
                  <a:moveTo>
                    <a:pt x="0" y="13"/>
                  </a:moveTo>
                  <a:lnTo>
                    <a:pt x="66" y="0"/>
                  </a:lnTo>
                  <a:lnTo>
                    <a:pt x="61" y="75"/>
                  </a:lnTo>
                  <a:lnTo>
                    <a:pt x="0" y="13"/>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7" name="Freeform 46">
              <a:extLst>
                <a:ext uri="{FF2B5EF4-FFF2-40B4-BE49-F238E27FC236}">
                  <a16:creationId xmlns:a16="http://schemas.microsoft.com/office/drawing/2014/main" id="{B99E58AF-2E93-CF37-6932-C887F7C9FB0F}"/>
                </a:ext>
              </a:extLst>
            </p:cNvPr>
            <p:cNvSpPr>
              <a:spLocks/>
            </p:cNvSpPr>
            <p:nvPr/>
          </p:nvSpPr>
          <p:spPr bwMode="auto">
            <a:xfrm>
              <a:off x="574" y="2312"/>
              <a:ext cx="80" cy="96"/>
            </a:xfrm>
            <a:custGeom>
              <a:avLst/>
              <a:gdLst>
                <a:gd name="T0" fmla="*/ 0 w 80"/>
                <a:gd name="T1" fmla="*/ 0 h 96"/>
                <a:gd name="T2" fmla="*/ 79 w 80"/>
                <a:gd name="T3" fmla="*/ 6 h 96"/>
                <a:gd name="T4" fmla="*/ 64 w 80"/>
                <a:gd name="T5" fmla="*/ 95 h 96"/>
                <a:gd name="T6" fmla="*/ 0 w 80"/>
                <a:gd name="T7" fmla="*/ 0 h 96"/>
              </a:gdLst>
              <a:ahLst/>
              <a:cxnLst>
                <a:cxn ang="0">
                  <a:pos x="T0" y="T1"/>
                </a:cxn>
                <a:cxn ang="0">
                  <a:pos x="T2" y="T3"/>
                </a:cxn>
                <a:cxn ang="0">
                  <a:pos x="T4" y="T5"/>
                </a:cxn>
                <a:cxn ang="0">
                  <a:pos x="T6" y="T7"/>
                </a:cxn>
              </a:cxnLst>
              <a:rect l="0" t="0" r="r" b="b"/>
              <a:pathLst>
                <a:path w="80" h="96">
                  <a:moveTo>
                    <a:pt x="0" y="0"/>
                  </a:moveTo>
                  <a:lnTo>
                    <a:pt x="79" y="6"/>
                  </a:lnTo>
                  <a:lnTo>
                    <a:pt x="64" y="95"/>
                  </a:lnTo>
                  <a:lnTo>
                    <a:pt x="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8" name="Freeform 47">
              <a:extLst>
                <a:ext uri="{FF2B5EF4-FFF2-40B4-BE49-F238E27FC236}">
                  <a16:creationId xmlns:a16="http://schemas.microsoft.com/office/drawing/2014/main" id="{CF4F9361-1DEF-8B90-5372-A7D877B5D879}"/>
                </a:ext>
              </a:extLst>
            </p:cNvPr>
            <p:cNvSpPr>
              <a:spLocks/>
            </p:cNvSpPr>
            <p:nvPr/>
          </p:nvSpPr>
          <p:spPr bwMode="auto">
            <a:xfrm>
              <a:off x="650" y="2482"/>
              <a:ext cx="58" cy="96"/>
            </a:xfrm>
            <a:custGeom>
              <a:avLst/>
              <a:gdLst>
                <a:gd name="T0" fmla="*/ 0 w 58"/>
                <a:gd name="T1" fmla="*/ 0 h 96"/>
                <a:gd name="T2" fmla="*/ 57 w 58"/>
                <a:gd name="T3" fmla="*/ 5 h 96"/>
                <a:gd name="T4" fmla="*/ 47 w 58"/>
                <a:gd name="T5" fmla="*/ 95 h 96"/>
                <a:gd name="T6" fmla="*/ 0 w 58"/>
                <a:gd name="T7" fmla="*/ 0 h 96"/>
              </a:gdLst>
              <a:ahLst/>
              <a:cxnLst>
                <a:cxn ang="0">
                  <a:pos x="T0" y="T1"/>
                </a:cxn>
                <a:cxn ang="0">
                  <a:pos x="T2" y="T3"/>
                </a:cxn>
                <a:cxn ang="0">
                  <a:pos x="T4" y="T5"/>
                </a:cxn>
                <a:cxn ang="0">
                  <a:pos x="T6" y="T7"/>
                </a:cxn>
              </a:cxnLst>
              <a:rect l="0" t="0" r="r" b="b"/>
              <a:pathLst>
                <a:path w="58" h="96">
                  <a:moveTo>
                    <a:pt x="0" y="0"/>
                  </a:moveTo>
                  <a:lnTo>
                    <a:pt x="57" y="5"/>
                  </a:lnTo>
                  <a:lnTo>
                    <a:pt x="47" y="95"/>
                  </a:lnTo>
                  <a:lnTo>
                    <a:pt x="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9" name="Freeform 48">
              <a:extLst>
                <a:ext uri="{FF2B5EF4-FFF2-40B4-BE49-F238E27FC236}">
                  <a16:creationId xmlns:a16="http://schemas.microsoft.com/office/drawing/2014/main" id="{AB4F2AEE-F55F-1B15-D111-C4E22B62A343}"/>
                </a:ext>
              </a:extLst>
            </p:cNvPr>
            <p:cNvSpPr>
              <a:spLocks/>
            </p:cNvSpPr>
            <p:nvPr/>
          </p:nvSpPr>
          <p:spPr bwMode="auto">
            <a:xfrm>
              <a:off x="448" y="2222"/>
              <a:ext cx="246" cy="495"/>
            </a:xfrm>
            <a:custGeom>
              <a:avLst/>
              <a:gdLst>
                <a:gd name="T0" fmla="*/ 0 w 246"/>
                <a:gd name="T1" fmla="*/ 0 h 495"/>
                <a:gd name="T2" fmla="*/ 58 w 246"/>
                <a:gd name="T3" fmla="*/ 34 h 495"/>
                <a:gd name="T4" fmla="*/ 93 w 246"/>
                <a:gd name="T5" fmla="*/ 102 h 495"/>
                <a:gd name="T6" fmla="*/ 108 w 246"/>
                <a:gd name="T7" fmla="*/ 196 h 495"/>
                <a:gd name="T8" fmla="*/ 182 w 246"/>
                <a:gd name="T9" fmla="*/ 351 h 495"/>
                <a:gd name="T10" fmla="*/ 225 w 246"/>
                <a:gd name="T11" fmla="*/ 420 h 495"/>
                <a:gd name="T12" fmla="*/ 245 w 246"/>
                <a:gd name="T13" fmla="*/ 494 h 495"/>
                <a:gd name="T14" fmla="*/ 160 w 246"/>
                <a:gd name="T15" fmla="*/ 466 h 495"/>
                <a:gd name="T16" fmla="*/ 10 w 246"/>
                <a:gd name="T17" fmla="*/ 149 h 495"/>
                <a:gd name="T18" fmla="*/ 0 w 246"/>
                <a:gd name="T19" fmla="*/ 0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 h="495">
                  <a:moveTo>
                    <a:pt x="0" y="0"/>
                  </a:moveTo>
                  <a:lnTo>
                    <a:pt x="58" y="34"/>
                  </a:lnTo>
                  <a:lnTo>
                    <a:pt x="93" y="102"/>
                  </a:lnTo>
                  <a:lnTo>
                    <a:pt x="108" y="196"/>
                  </a:lnTo>
                  <a:lnTo>
                    <a:pt x="182" y="351"/>
                  </a:lnTo>
                  <a:lnTo>
                    <a:pt x="225" y="420"/>
                  </a:lnTo>
                  <a:lnTo>
                    <a:pt x="245" y="494"/>
                  </a:lnTo>
                  <a:lnTo>
                    <a:pt x="160" y="466"/>
                  </a:lnTo>
                  <a:lnTo>
                    <a:pt x="10" y="149"/>
                  </a:lnTo>
                  <a:lnTo>
                    <a:pt x="0"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0" name="Freeform 49">
              <a:extLst>
                <a:ext uri="{FF2B5EF4-FFF2-40B4-BE49-F238E27FC236}">
                  <a16:creationId xmlns:a16="http://schemas.microsoft.com/office/drawing/2014/main" id="{62E9F6D6-C8F9-A077-BF43-7ED8F086E7A5}"/>
                </a:ext>
              </a:extLst>
            </p:cNvPr>
            <p:cNvSpPr>
              <a:spLocks/>
            </p:cNvSpPr>
            <p:nvPr/>
          </p:nvSpPr>
          <p:spPr bwMode="auto">
            <a:xfrm>
              <a:off x="770" y="2557"/>
              <a:ext cx="68" cy="126"/>
            </a:xfrm>
            <a:custGeom>
              <a:avLst/>
              <a:gdLst>
                <a:gd name="T0" fmla="*/ 8 w 68"/>
                <a:gd name="T1" fmla="*/ 0 h 126"/>
                <a:gd name="T2" fmla="*/ 0 w 68"/>
                <a:gd name="T3" fmla="*/ 125 h 126"/>
                <a:gd name="T4" fmla="*/ 67 w 68"/>
                <a:gd name="T5" fmla="*/ 21 h 126"/>
                <a:gd name="T6" fmla="*/ 8 w 68"/>
                <a:gd name="T7" fmla="*/ 0 h 126"/>
              </a:gdLst>
              <a:ahLst/>
              <a:cxnLst>
                <a:cxn ang="0">
                  <a:pos x="T0" y="T1"/>
                </a:cxn>
                <a:cxn ang="0">
                  <a:pos x="T2" y="T3"/>
                </a:cxn>
                <a:cxn ang="0">
                  <a:pos x="T4" y="T5"/>
                </a:cxn>
                <a:cxn ang="0">
                  <a:pos x="T6" y="T7"/>
                </a:cxn>
              </a:cxnLst>
              <a:rect l="0" t="0" r="r" b="b"/>
              <a:pathLst>
                <a:path w="68" h="126">
                  <a:moveTo>
                    <a:pt x="8" y="0"/>
                  </a:moveTo>
                  <a:lnTo>
                    <a:pt x="0" y="125"/>
                  </a:lnTo>
                  <a:lnTo>
                    <a:pt x="67" y="21"/>
                  </a:lnTo>
                  <a:lnTo>
                    <a:pt x="8"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 name="Freeform 50">
              <a:extLst>
                <a:ext uri="{FF2B5EF4-FFF2-40B4-BE49-F238E27FC236}">
                  <a16:creationId xmlns:a16="http://schemas.microsoft.com/office/drawing/2014/main" id="{28168559-7E20-2DD0-3B66-3571A4F33987}"/>
                </a:ext>
              </a:extLst>
            </p:cNvPr>
            <p:cNvSpPr>
              <a:spLocks/>
            </p:cNvSpPr>
            <p:nvPr/>
          </p:nvSpPr>
          <p:spPr bwMode="auto">
            <a:xfrm>
              <a:off x="970" y="2315"/>
              <a:ext cx="84" cy="95"/>
            </a:xfrm>
            <a:custGeom>
              <a:avLst/>
              <a:gdLst>
                <a:gd name="T0" fmla="*/ 42 w 84"/>
                <a:gd name="T1" fmla="*/ 0 h 95"/>
                <a:gd name="T2" fmla="*/ 0 w 84"/>
                <a:gd name="T3" fmla="*/ 94 h 95"/>
                <a:gd name="T4" fmla="*/ 83 w 84"/>
                <a:gd name="T5" fmla="*/ 16 h 95"/>
                <a:gd name="T6" fmla="*/ 53 w 84"/>
                <a:gd name="T7" fmla="*/ 1 h 95"/>
                <a:gd name="T8" fmla="*/ 42 w 84"/>
                <a:gd name="T9" fmla="*/ 0 h 95"/>
              </a:gdLst>
              <a:ahLst/>
              <a:cxnLst>
                <a:cxn ang="0">
                  <a:pos x="T0" y="T1"/>
                </a:cxn>
                <a:cxn ang="0">
                  <a:pos x="T2" y="T3"/>
                </a:cxn>
                <a:cxn ang="0">
                  <a:pos x="T4" y="T5"/>
                </a:cxn>
                <a:cxn ang="0">
                  <a:pos x="T6" y="T7"/>
                </a:cxn>
                <a:cxn ang="0">
                  <a:pos x="T8" y="T9"/>
                </a:cxn>
              </a:cxnLst>
              <a:rect l="0" t="0" r="r" b="b"/>
              <a:pathLst>
                <a:path w="84" h="95">
                  <a:moveTo>
                    <a:pt x="42" y="0"/>
                  </a:moveTo>
                  <a:lnTo>
                    <a:pt x="0" y="94"/>
                  </a:lnTo>
                  <a:lnTo>
                    <a:pt x="83" y="16"/>
                  </a:lnTo>
                  <a:lnTo>
                    <a:pt x="53" y="1"/>
                  </a:lnTo>
                  <a:lnTo>
                    <a:pt x="42" y="0"/>
                  </a:lnTo>
                </a:path>
              </a:pathLst>
            </a:custGeom>
            <a:solidFill>
              <a:srgbClr val="D9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2" name="Freeform 51">
              <a:extLst>
                <a:ext uri="{FF2B5EF4-FFF2-40B4-BE49-F238E27FC236}">
                  <a16:creationId xmlns:a16="http://schemas.microsoft.com/office/drawing/2014/main" id="{794C4440-317D-9610-FE65-F6026ACD4A49}"/>
                </a:ext>
              </a:extLst>
            </p:cNvPr>
            <p:cNvSpPr>
              <a:spLocks/>
            </p:cNvSpPr>
            <p:nvPr/>
          </p:nvSpPr>
          <p:spPr bwMode="auto">
            <a:xfrm>
              <a:off x="691" y="2152"/>
              <a:ext cx="1548" cy="677"/>
            </a:xfrm>
            <a:custGeom>
              <a:avLst/>
              <a:gdLst>
                <a:gd name="T0" fmla="*/ 0 w 1548"/>
                <a:gd name="T1" fmla="*/ 613 h 677"/>
                <a:gd name="T2" fmla="*/ 82 w 1548"/>
                <a:gd name="T3" fmla="*/ 501 h 677"/>
                <a:gd name="T4" fmla="*/ 181 w 1548"/>
                <a:gd name="T5" fmla="*/ 372 h 677"/>
                <a:gd name="T6" fmla="*/ 296 w 1548"/>
                <a:gd name="T7" fmla="*/ 234 h 677"/>
                <a:gd name="T8" fmla="*/ 382 w 1548"/>
                <a:gd name="T9" fmla="*/ 139 h 677"/>
                <a:gd name="T10" fmla="*/ 477 w 1548"/>
                <a:gd name="T11" fmla="*/ 53 h 677"/>
                <a:gd name="T12" fmla="*/ 577 w 1548"/>
                <a:gd name="T13" fmla="*/ 10 h 677"/>
                <a:gd name="T14" fmla="*/ 678 w 1548"/>
                <a:gd name="T15" fmla="*/ 1 h 677"/>
                <a:gd name="T16" fmla="*/ 811 w 1548"/>
                <a:gd name="T17" fmla="*/ 0 h 677"/>
                <a:gd name="T18" fmla="*/ 897 w 1548"/>
                <a:gd name="T19" fmla="*/ 18 h 677"/>
                <a:gd name="T20" fmla="*/ 967 w 1548"/>
                <a:gd name="T21" fmla="*/ 50 h 677"/>
                <a:gd name="T22" fmla="*/ 1103 w 1548"/>
                <a:gd name="T23" fmla="*/ 164 h 677"/>
                <a:gd name="T24" fmla="*/ 1298 w 1548"/>
                <a:gd name="T25" fmla="*/ 327 h 677"/>
                <a:gd name="T26" fmla="*/ 1532 w 1548"/>
                <a:gd name="T27" fmla="*/ 627 h 677"/>
                <a:gd name="T28" fmla="*/ 1547 w 1548"/>
                <a:gd name="T29" fmla="*/ 668 h 677"/>
                <a:gd name="T30" fmla="*/ 1473 w 1548"/>
                <a:gd name="T31" fmla="*/ 676 h 677"/>
                <a:gd name="T32" fmla="*/ 1388 w 1548"/>
                <a:gd name="T33" fmla="*/ 518 h 677"/>
                <a:gd name="T34" fmla="*/ 1210 w 1548"/>
                <a:gd name="T35" fmla="*/ 307 h 677"/>
                <a:gd name="T36" fmla="*/ 1001 w 1548"/>
                <a:gd name="T37" fmla="*/ 111 h 677"/>
                <a:gd name="T38" fmla="*/ 882 w 1548"/>
                <a:gd name="T39" fmla="*/ 36 h 677"/>
                <a:gd name="T40" fmla="*/ 810 w 1548"/>
                <a:gd name="T41" fmla="*/ 16 h 677"/>
                <a:gd name="T42" fmla="*/ 696 w 1548"/>
                <a:gd name="T43" fmla="*/ 16 h 677"/>
                <a:gd name="T44" fmla="*/ 588 w 1548"/>
                <a:gd name="T45" fmla="*/ 36 h 677"/>
                <a:gd name="T46" fmla="*/ 512 w 1548"/>
                <a:gd name="T47" fmla="*/ 63 h 677"/>
                <a:gd name="T48" fmla="*/ 415 w 1548"/>
                <a:gd name="T49" fmla="*/ 148 h 677"/>
                <a:gd name="T50" fmla="*/ 251 w 1548"/>
                <a:gd name="T51" fmla="*/ 347 h 677"/>
                <a:gd name="T52" fmla="*/ 107 w 1548"/>
                <a:gd name="T53" fmla="*/ 572 h 677"/>
                <a:gd name="T54" fmla="*/ 72 w 1548"/>
                <a:gd name="T55" fmla="*/ 641 h 677"/>
                <a:gd name="T56" fmla="*/ 8 w 1548"/>
                <a:gd name="T57" fmla="*/ 647 h 677"/>
                <a:gd name="T58" fmla="*/ 0 w 1548"/>
                <a:gd name="T59" fmla="*/ 613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8" h="677">
                  <a:moveTo>
                    <a:pt x="0" y="613"/>
                  </a:moveTo>
                  <a:lnTo>
                    <a:pt x="82" y="501"/>
                  </a:lnTo>
                  <a:lnTo>
                    <a:pt x="181" y="372"/>
                  </a:lnTo>
                  <a:lnTo>
                    <a:pt x="296" y="234"/>
                  </a:lnTo>
                  <a:lnTo>
                    <a:pt x="382" y="139"/>
                  </a:lnTo>
                  <a:lnTo>
                    <a:pt x="477" y="53"/>
                  </a:lnTo>
                  <a:lnTo>
                    <a:pt x="577" y="10"/>
                  </a:lnTo>
                  <a:lnTo>
                    <a:pt x="678" y="1"/>
                  </a:lnTo>
                  <a:lnTo>
                    <a:pt x="811" y="0"/>
                  </a:lnTo>
                  <a:lnTo>
                    <a:pt x="897" y="18"/>
                  </a:lnTo>
                  <a:lnTo>
                    <a:pt x="967" y="50"/>
                  </a:lnTo>
                  <a:lnTo>
                    <a:pt x="1103" y="164"/>
                  </a:lnTo>
                  <a:lnTo>
                    <a:pt x="1298" y="327"/>
                  </a:lnTo>
                  <a:lnTo>
                    <a:pt x="1532" y="627"/>
                  </a:lnTo>
                  <a:lnTo>
                    <a:pt x="1547" y="668"/>
                  </a:lnTo>
                  <a:lnTo>
                    <a:pt x="1473" y="676"/>
                  </a:lnTo>
                  <a:lnTo>
                    <a:pt x="1388" y="518"/>
                  </a:lnTo>
                  <a:lnTo>
                    <a:pt x="1210" y="307"/>
                  </a:lnTo>
                  <a:lnTo>
                    <a:pt x="1001" y="111"/>
                  </a:lnTo>
                  <a:lnTo>
                    <a:pt x="882" y="36"/>
                  </a:lnTo>
                  <a:lnTo>
                    <a:pt x="810" y="16"/>
                  </a:lnTo>
                  <a:lnTo>
                    <a:pt x="696" y="16"/>
                  </a:lnTo>
                  <a:lnTo>
                    <a:pt x="588" y="36"/>
                  </a:lnTo>
                  <a:lnTo>
                    <a:pt x="512" y="63"/>
                  </a:lnTo>
                  <a:lnTo>
                    <a:pt x="415" y="148"/>
                  </a:lnTo>
                  <a:lnTo>
                    <a:pt x="251" y="347"/>
                  </a:lnTo>
                  <a:lnTo>
                    <a:pt x="107" y="572"/>
                  </a:lnTo>
                  <a:lnTo>
                    <a:pt x="72" y="641"/>
                  </a:lnTo>
                  <a:lnTo>
                    <a:pt x="8" y="647"/>
                  </a:lnTo>
                  <a:lnTo>
                    <a:pt x="0" y="61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3" name="Freeform 52">
              <a:extLst>
                <a:ext uri="{FF2B5EF4-FFF2-40B4-BE49-F238E27FC236}">
                  <a16:creationId xmlns:a16="http://schemas.microsoft.com/office/drawing/2014/main" id="{C9B842B5-1DBC-F394-48C4-265905905B18}"/>
                </a:ext>
              </a:extLst>
            </p:cNvPr>
            <p:cNvSpPr>
              <a:spLocks/>
            </p:cNvSpPr>
            <p:nvPr/>
          </p:nvSpPr>
          <p:spPr bwMode="auto">
            <a:xfrm>
              <a:off x="872" y="2586"/>
              <a:ext cx="370" cy="209"/>
            </a:xfrm>
            <a:custGeom>
              <a:avLst/>
              <a:gdLst>
                <a:gd name="T0" fmla="*/ 190 w 370"/>
                <a:gd name="T1" fmla="*/ 197 h 209"/>
                <a:gd name="T2" fmla="*/ 0 w 370"/>
                <a:gd name="T3" fmla="*/ 143 h 209"/>
                <a:gd name="T4" fmla="*/ 60 w 370"/>
                <a:gd name="T5" fmla="*/ 70 h 209"/>
                <a:gd name="T6" fmla="*/ 101 w 370"/>
                <a:gd name="T7" fmla="*/ 0 h 209"/>
                <a:gd name="T8" fmla="*/ 170 w 370"/>
                <a:gd name="T9" fmla="*/ 19 h 209"/>
                <a:gd name="T10" fmla="*/ 297 w 370"/>
                <a:gd name="T11" fmla="*/ 11 h 209"/>
                <a:gd name="T12" fmla="*/ 369 w 370"/>
                <a:gd name="T13" fmla="*/ 6 h 209"/>
                <a:gd name="T14" fmla="*/ 334 w 370"/>
                <a:gd name="T15" fmla="*/ 208 h 209"/>
                <a:gd name="T16" fmla="*/ 275 w 370"/>
                <a:gd name="T17" fmla="*/ 202 h 209"/>
                <a:gd name="T18" fmla="*/ 334 w 370"/>
                <a:gd name="T19" fmla="*/ 34 h 209"/>
                <a:gd name="T20" fmla="*/ 254 w 370"/>
                <a:gd name="T21" fmla="*/ 45 h 209"/>
                <a:gd name="T22" fmla="*/ 178 w 370"/>
                <a:gd name="T23" fmla="*/ 36 h 209"/>
                <a:gd name="T24" fmla="*/ 114 w 370"/>
                <a:gd name="T25" fmla="*/ 31 h 209"/>
                <a:gd name="T26" fmla="*/ 71 w 370"/>
                <a:gd name="T27" fmla="*/ 118 h 209"/>
                <a:gd name="T28" fmla="*/ 190 w 370"/>
                <a:gd name="T29" fmla="*/ 19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0" h="209">
                  <a:moveTo>
                    <a:pt x="190" y="197"/>
                  </a:moveTo>
                  <a:lnTo>
                    <a:pt x="0" y="143"/>
                  </a:lnTo>
                  <a:lnTo>
                    <a:pt x="60" y="70"/>
                  </a:lnTo>
                  <a:lnTo>
                    <a:pt x="101" y="0"/>
                  </a:lnTo>
                  <a:lnTo>
                    <a:pt x="170" y="19"/>
                  </a:lnTo>
                  <a:lnTo>
                    <a:pt x="297" y="11"/>
                  </a:lnTo>
                  <a:lnTo>
                    <a:pt x="369" y="6"/>
                  </a:lnTo>
                  <a:lnTo>
                    <a:pt x="334" y="208"/>
                  </a:lnTo>
                  <a:lnTo>
                    <a:pt x="275" y="202"/>
                  </a:lnTo>
                  <a:lnTo>
                    <a:pt x="334" y="34"/>
                  </a:lnTo>
                  <a:lnTo>
                    <a:pt x="254" y="45"/>
                  </a:lnTo>
                  <a:lnTo>
                    <a:pt x="178" y="36"/>
                  </a:lnTo>
                  <a:lnTo>
                    <a:pt x="114" y="31"/>
                  </a:lnTo>
                  <a:lnTo>
                    <a:pt x="71" y="118"/>
                  </a:lnTo>
                  <a:lnTo>
                    <a:pt x="190" y="19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4" name="Freeform 53">
              <a:extLst>
                <a:ext uri="{FF2B5EF4-FFF2-40B4-BE49-F238E27FC236}">
                  <a16:creationId xmlns:a16="http://schemas.microsoft.com/office/drawing/2014/main" id="{453A541F-7E6D-E3F2-A32B-A2F135DF6BDE}"/>
                </a:ext>
              </a:extLst>
            </p:cNvPr>
            <p:cNvSpPr>
              <a:spLocks/>
            </p:cNvSpPr>
            <p:nvPr/>
          </p:nvSpPr>
          <p:spPr bwMode="auto">
            <a:xfrm>
              <a:off x="1029" y="2331"/>
              <a:ext cx="236" cy="130"/>
            </a:xfrm>
            <a:custGeom>
              <a:avLst/>
              <a:gdLst>
                <a:gd name="T0" fmla="*/ 75 w 236"/>
                <a:gd name="T1" fmla="*/ 27 h 130"/>
                <a:gd name="T2" fmla="*/ 0 w 236"/>
                <a:gd name="T3" fmla="*/ 116 h 130"/>
                <a:gd name="T4" fmla="*/ 42 w 236"/>
                <a:gd name="T5" fmla="*/ 128 h 130"/>
                <a:gd name="T6" fmla="*/ 159 w 236"/>
                <a:gd name="T7" fmla="*/ 120 h 130"/>
                <a:gd name="T8" fmla="*/ 225 w 236"/>
                <a:gd name="T9" fmla="*/ 129 h 130"/>
                <a:gd name="T10" fmla="*/ 218 w 236"/>
                <a:gd name="T11" fmla="*/ 93 h 130"/>
                <a:gd name="T12" fmla="*/ 235 w 236"/>
                <a:gd name="T13" fmla="*/ 0 h 130"/>
                <a:gd name="T14" fmla="*/ 124 w 236"/>
                <a:gd name="T15" fmla="*/ 16 h 130"/>
                <a:gd name="T16" fmla="*/ 213 w 236"/>
                <a:gd name="T17" fmla="*/ 25 h 130"/>
                <a:gd name="T18" fmla="*/ 195 w 236"/>
                <a:gd name="T19" fmla="*/ 88 h 130"/>
                <a:gd name="T20" fmla="*/ 136 w 236"/>
                <a:gd name="T21" fmla="*/ 100 h 130"/>
                <a:gd name="T22" fmla="*/ 68 w 236"/>
                <a:gd name="T23" fmla="*/ 112 h 130"/>
                <a:gd name="T24" fmla="*/ 45 w 236"/>
                <a:gd name="T25" fmla="*/ 105 h 130"/>
                <a:gd name="T26" fmla="*/ 75 w 236"/>
                <a:gd name="T27" fmla="*/ 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6" h="130">
                  <a:moveTo>
                    <a:pt x="75" y="27"/>
                  </a:moveTo>
                  <a:lnTo>
                    <a:pt x="0" y="116"/>
                  </a:lnTo>
                  <a:lnTo>
                    <a:pt x="42" y="128"/>
                  </a:lnTo>
                  <a:lnTo>
                    <a:pt x="159" y="120"/>
                  </a:lnTo>
                  <a:lnTo>
                    <a:pt x="225" y="129"/>
                  </a:lnTo>
                  <a:lnTo>
                    <a:pt x="218" y="93"/>
                  </a:lnTo>
                  <a:lnTo>
                    <a:pt x="235" y="0"/>
                  </a:lnTo>
                  <a:lnTo>
                    <a:pt x="124" y="16"/>
                  </a:lnTo>
                  <a:lnTo>
                    <a:pt x="213" y="25"/>
                  </a:lnTo>
                  <a:lnTo>
                    <a:pt x="195" y="88"/>
                  </a:lnTo>
                  <a:lnTo>
                    <a:pt x="136" y="100"/>
                  </a:lnTo>
                  <a:lnTo>
                    <a:pt x="68" y="112"/>
                  </a:lnTo>
                  <a:lnTo>
                    <a:pt x="45" y="105"/>
                  </a:lnTo>
                  <a:lnTo>
                    <a:pt x="75"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 name="Freeform 54">
              <a:extLst>
                <a:ext uri="{FF2B5EF4-FFF2-40B4-BE49-F238E27FC236}">
                  <a16:creationId xmlns:a16="http://schemas.microsoft.com/office/drawing/2014/main" id="{0AC4847E-48DF-06A1-196B-E0C339F906CD}"/>
                </a:ext>
              </a:extLst>
            </p:cNvPr>
            <p:cNvSpPr>
              <a:spLocks/>
            </p:cNvSpPr>
            <p:nvPr/>
          </p:nvSpPr>
          <p:spPr bwMode="auto">
            <a:xfrm>
              <a:off x="1322" y="2202"/>
              <a:ext cx="143" cy="88"/>
            </a:xfrm>
            <a:custGeom>
              <a:avLst/>
              <a:gdLst>
                <a:gd name="T0" fmla="*/ 17 w 143"/>
                <a:gd name="T1" fmla="*/ 2 h 88"/>
                <a:gd name="T2" fmla="*/ 0 w 143"/>
                <a:gd name="T3" fmla="*/ 87 h 88"/>
                <a:gd name="T4" fmla="*/ 39 w 143"/>
                <a:gd name="T5" fmla="*/ 78 h 88"/>
                <a:gd name="T6" fmla="*/ 123 w 143"/>
                <a:gd name="T7" fmla="*/ 84 h 88"/>
                <a:gd name="T8" fmla="*/ 142 w 143"/>
                <a:gd name="T9" fmla="*/ 79 h 88"/>
                <a:gd name="T10" fmla="*/ 122 w 143"/>
                <a:gd name="T11" fmla="*/ 0 h 88"/>
                <a:gd name="T12" fmla="*/ 47 w 143"/>
                <a:gd name="T13" fmla="*/ 0 h 88"/>
                <a:gd name="T14" fmla="*/ 119 w 143"/>
                <a:gd name="T15" fmla="*/ 13 h 88"/>
                <a:gd name="T16" fmla="*/ 112 w 143"/>
                <a:gd name="T17" fmla="*/ 68 h 88"/>
                <a:gd name="T18" fmla="*/ 26 w 143"/>
                <a:gd name="T19" fmla="*/ 67 h 88"/>
                <a:gd name="T20" fmla="*/ 17 w 143"/>
                <a:gd name="T21" fmla="*/ 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88">
                  <a:moveTo>
                    <a:pt x="17" y="2"/>
                  </a:moveTo>
                  <a:lnTo>
                    <a:pt x="0" y="87"/>
                  </a:lnTo>
                  <a:lnTo>
                    <a:pt x="39" y="78"/>
                  </a:lnTo>
                  <a:lnTo>
                    <a:pt x="123" y="84"/>
                  </a:lnTo>
                  <a:lnTo>
                    <a:pt x="142" y="79"/>
                  </a:lnTo>
                  <a:lnTo>
                    <a:pt x="122" y="0"/>
                  </a:lnTo>
                  <a:lnTo>
                    <a:pt x="47" y="0"/>
                  </a:lnTo>
                  <a:lnTo>
                    <a:pt x="119" y="13"/>
                  </a:lnTo>
                  <a:lnTo>
                    <a:pt x="112" y="68"/>
                  </a:lnTo>
                  <a:lnTo>
                    <a:pt x="26" y="67"/>
                  </a:lnTo>
                  <a:lnTo>
                    <a:pt x="17" y="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6" name="Freeform 55">
              <a:extLst>
                <a:ext uri="{FF2B5EF4-FFF2-40B4-BE49-F238E27FC236}">
                  <a16:creationId xmlns:a16="http://schemas.microsoft.com/office/drawing/2014/main" id="{E844537F-3B2C-96CC-FE6C-4634608694B3}"/>
                </a:ext>
              </a:extLst>
            </p:cNvPr>
            <p:cNvSpPr>
              <a:spLocks/>
            </p:cNvSpPr>
            <p:nvPr/>
          </p:nvSpPr>
          <p:spPr bwMode="auto">
            <a:xfrm>
              <a:off x="1514" y="2245"/>
              <a:ext cx="214" cy="110"/>
            </a:xfrm>
            <a:custGeom>
              <a:avLst/>
              <a:gdLst>
                <a:gd name="T0" fmla="*/ 102 w 214"/>
                <a:gd name="T1" fmla="*/ 0 h 110"/>
                <a:gd name="T2" fmla="*/ 65 w 214"/>
                <a:gd name="T3" fmla="*/ 9 h 110"/>
                <a:gd name="T4" fmla="*/ 0 w 214"/>
                <a:gd name="T5" fmla="*/ 16 h 110"/>
                <a:gd name="T6" fmla="*/ 6 w 214"/>
                <a:gd name="T7" fmla="*/ 32 h 110"/>
                <a:gd name="T8" fmla="*/ 39 w 214"/>
                <a:gd name="T9" fmla="*/ 109 h 110"/>
                <a:gd name="T10" fmla="*/ 68 w 214"/>
                <a:gd name="T11" fmla="*/ 95 h 110"/>
                <a:gd name="T12" fmla="*/ 170 w 214"/>
                <a:gd name="T13" fmla="*/ 81 h 110"/>
                <a:gd name="T14" fmla="*/ 213 w 214"/>
                <a:gd name="T15" fmla="*/ 81 h 110"/>
                <a:gd name="T16" fmla="*/ 171 w 214"/>
                <a:gd name="T17" fmla="*/ 51 h 110"/>
                <a:gd name="T18" fmla="*/ 119 w 214"/>
                <a:gd name="T19" fmla="*/ 18 h 110"/>
                <a:gd name="T20" fmla="*/ 167 w 214"/>
                <a:gd name="T21" fmla="*/ 65 h 110"/>
                <a:gd name="T22" fmla="*/ 97 w 214"/>
                <a:gd name="T23" fmla="*/ 71 h 110"/>
                <a:gd name="T24" fmla="*/ 62 w 214"/>
                <a:gd name="T25" fmla="*/ 78 h 110"/>
                <a:gd name="T26" fmla="*/ 26 w 214"/>
                <a:gd name="T27" fmla="*/ 27 h 110"/>
                <a:gd name="T28" fmla="*/ 79 w 214"/>
                <a:gd name="T29" fmla="*/ 18 h 110"/>
                <a:gd name="T30" fmla="*/ 102 w 214"/>
                <a:gd name="T3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4" h="110">
                  <a:moveTo>
                    <a:pt x="102" y="0"/>
                  </a:moveTo>
                  <a:lnTo>
                    <a:pt x="65" y="9"/>
                  </a:lnTo>
                  <a:lnTo>
                    <a:pt x="0" y="16"/>
                  </a:lnTo>
                  <a:lnTo>
                    <a:pt x="6" y="32"/>
                  </a:lnTo>
                  <a:lnTo>
                    <a:pt x="39" y="109"/>
                  </a:lnTo>
                  <a:lnTo>
                    <a:pt x="68" y="95"/>
                  </a:lnTo>
                  <a:lnTo>
                    <a:pt x="170" y="81"/>
                  </a:lnTo>
                  <a:lnTo>
                    <a:pt x="213" y="81"/>
                  </a:lnTo>
                  <a:lnTo>
                    <a:pt x="171" y="51"/>
                  </a:lnTo>
                  <a:lnTo>
                    <a:pt x="119" y="18"/>
                  </a:lnTo>
                  <a:lnTo>
                    <a:pt x="167" y="65"/>
                  </a:lnTo>
                  <a:lnTo>
                    <a:pt x="97" y="71"/>
                  </a:lnTo>
                  <a:lnTo>
                    <a:pt x="62" y="78"/>
                  </a:lnTo>
                  <a:lnTo>
                    <a:pt x="26" y="27"/>
                  </a:lnTo>
                  <a:lnTo>
                    <a:pt x="79" y="18"/>
                  </a:lnTo>
                  <a:lnTo>
                    <a:pt x="102"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7" name="Freeform 56">
              <a:extLst>
                <a:ext uri="{FF2B5EF4-FFF2-40B4-BE49-F238E27FC236}">
                  <a16:creationId xmlns:a16="http://schemas.microsoft.com/office/drawing/2014/main" id="{15E9B744-9FB5-7E30-9372-94BEDE3ACC1A}"/>
                </a:ext>
              </a:extLst>
            </p:cNvPr>
            <p:cNvSpPr>
              <a:spLocks/>
            </p:cNvSpPr>
            <p:nvPr/>
          </p:nvSpPr>
          <p:spPr bwMode="auto">
            <a:xfrm>
              <a:off x="1601" y="2399"/>
              <a:ext cx="328" cy="168"/>
            </a:xfrm>
            <a:custGeom>
              <a:avLst/>
              <a:gdLst>
                <a:gd name="T0" fmla="*/ 175 w 328"/>
                <a:gd name="T1" fmla="*/ 0 h 168"/>
                <a:gd name="T2" fmla="*/ 115 w 328"/>
                <a:gd name="T3" fmla="*/ 29 h 168"/>
                <a:gd name="T4" fmla="*/ 0 w 328"/>
                <a:gd name="T5" fmla="*/ 27 h 168"/>
                <a:gd name="T6" fmla="*/ 9 w 328"/>
                <a:gd name="T7" fmla="*/ 53 h 168"/>
                <a:gd name="T8" fmla="*/ 71 w 328"/>
                <a:gd name="T9" fmla="*/ 167 h 168"/>
                <a:gd name="T10" fmla="*/ 131 w 328"/>
                <a:gd name="T11" fmla="*/ 167 h 168"/>
                <a:gd name="T12" fmla="*/ 148 w 328"/>
                <a:gd name="T13" fmla="*/ 162 h 168"/>
                <a:gd name="T14" fmla="*/ 185 w 328"/>
                <a:gd name="T15" fmla="*/ 151 h 168"/>
                <a:gd name="T16" fmla="*/ 223 w 328"/>
                <a:gd name="T17" fmla="*/ 140 h 168"/>
                <a:gd name="T18" fmla="*/ 243 w 328"/>
                <a:gd name="T19" fmla="*/ 136 h 168"/>
                <a:gd name="T20" fmla="*/ 327 w 328"/>
                <a:gd name="T21" fmla="*/ 134 h 168"/>
                <a:gd name="T22" fmla="*/ 209 w 328"/>
                <a:gd name="T23" fmla="*/ 26 h 168"/>
                <a:gd name="T24" fmla="*/ 270 w 328"/>
                <a:gd name="T25" fmla="*/ 113 h 168"/>
                <a:gd name="T26" fmla="*/ 220 w 328"/>
                <a:gd name="T27" fmla="*/ 120 h 168"/>
                <a:gd name="T28" fmla="*/ 85 w 328"/>
                <a:gd name="T29" fmla="*/ 148 h 168"/>
                <a:gd name="T30" fmla="*/ 43 w 328"/>
                <a:gd name="T31" fmla="*/ 57 h 168"/>
                <a:gd name="T32" fmla="*/ 175 w 328"/>
                <a:gd name="T33" fmla="*/ 20 h 168"/>
                <a:gd name="T34" fmla="*/ 175 w 328"/>
                <a:gd name="T3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8" h="168">
                  <a:moveTo>
                    <a:pt x="175" y="0"/>
                  </a:moveTo>
                  <a:lnTo>
                    <a:pt x="115" y="29"/>
                  </a:lnTo>
                  <a:lnTo>
                    <a:pt x="0" y="27"/>
                  </a:lnTo>
                  <a:lnTo>
                    <a:pt x="9" y="53"/>
                  </a:lnTo>
                  <a:lnTo>
                    <a:pt x="71" y="167"/>
                  </a:lnTo>
                  <a:lnTo>
                    <a:pt x="131" y="167"/>
                  </a:lnTo>
                  <a:lnTo>
                    <a:pt x="148" y="162"/>
                  </a:lnTo>
                  <a:lnTo>
                    <a:pt x="185" y="151"/>
                  </a:lnTo>
                  <a:lnTo>
                    <a:pt x="223" y="140"/>
                  </a:lnTo>
                  <a:lnTo>
                    <a:pt x="243" y="136"/>
                  </a:lnTo>
                  <a:lnTo>
                    <a:pt x="327" y="134"/>
                  </a:lnTo>
                  <a:lnTo>
                    <a:pt x="209" y="26"/>
                  </a:lnTo>
                  <a:lnTo>
                    <a:pt x="270" y="113"/>
                  </a:lnTo>
                  <a:lnTo>
                    <a:pt x="220" y="120"/>
                  </a:lnTo>
                  <a:lnTo>
                    <a:pt x="85" y="148"/>
                  </a:lnTo>
                  <a:lnTo>
                    <a:pt x="43" y="57"/>
                  </a:lnTo>
                  <a:lnTo>
                    <a:pt x="175" y="20"/>
                  </a:lnTo>
                  <a:lnTo>
                    <a:pt x="17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 name="Freeform 57">
              <a:extLst>
                <a:ext uri="{FF2B5EF4-FFF2-40B4-BE49-F238E27FC236}">
                  <a16:creationId xmlns:a16="http://schemas.microsoft.com/office/drawing/2014/main" id="{E41C6435-EF09-B99C-7952-D288EB477049}"/>
                </a:ext>
              </a:extLst>
            </p:cNvPr>
            <p:cNvSpPr>
              <a:spLocks/>
            </p:cNvSpPr>
            <p:nvPr/>
          </p:nvSpPr>
          <p:spPr bwMode="auto">
            <a:xfrm>
              <a:off x="1443" y="2028"/>
              <a:ext cx="76" cy="94"/>
            </a:xfrm>
            <a:custGeom>
              <a:avLst/>
              <a:gdLst>
                <a:gd name="T0" fmla="*/ 0 w 76"/>
                <a:gd name="T1" fmla="*/ 15 h 94"/>
                <a:gd name="T2" fmla="*/ 27 w 76"/>
                <a:gd name="T3" fmla="*/ 32 h 94"/>
                <a:gd name="T4" fmla="*/ 75 w 76"/>
                <a:gd name="T5" fmla="*/ 0 h 94"/>
                <a:gd name="T6" fmla="*/ 44 w 76"/>
                <a:gd name="T7" fmla="*/ 45 h 94"/>
                <a:gd name="T8" fmla="*/ 65 w 76"/>
                <a:gd name="T9" fmla="*/ 89 h 94"/>
                <a:gd name="T10" fmla="*/ 32 w 76"/>
                <a:gd name="T11" fmla="*/ 62 h 94"/>
                <a:gd name="T12" fmla="*/ 5 w 76"/>
                <a:gd name="T13" fmla="*/ 93 h 94"/>
                <a:gd name="T14" fmla="*/ 12 w 76"/>
                <a:gd name="T15" fmla="*/ 53 h 94"/>
                <a:gd name="T16" fmla="*/ 0 w 76"/>
                <a:gd name="T17" fmla="*/ 1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94">
                  <a:moveTo>
                    <a:pt x="0" y="15"/>
                  </a:moveTo>
                  <a:lnTo>
                    <a:pt x="27" y="32"/>
                  </a:lnTo>
                  <a:lnTo>
                    <a:pt x="75" y="0"/>
                  </a:lnTo>
                  <a:lnTo>
                    <a:pt x="44" y="45"/>
                  </a:lnTo>
                  <a:lnTo>
                    <a:pt x="65" y="89"/>
                  </a:lnTo>
                  <a:lnTo>
                    <a:pt x="32" y="62"/>
                  </a:lnTo>
                  <a:lnTo>
                    <a:pt x="5" y="93"/>
                  </a:lnTo>
                  <a:lnTo>
                    <a:pt x="12" y="53"/>
                  </a:lnTo>
                  <a:lnTo>
                    <a:pt x="0" y="1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9" name="Freeform 58">
              <a:extLst>
                <a:ext uri="{FF2B5EF4-FFF2-40B4-BE49-F238E27FC236}">
                  <a16:creationId xmlns:a16="http://schemas.microsoft.com/office/drawing/2014/main" id="{5C02DBB6-8191-1537-082A-12CAF8E085D2}"/>
                </a:ext>
              </a:extLst>
            </p:cNvPr>
            <p:cNvSpPr>
              <a:spLocks/>
            </p:cNvSpPr>
            <p:nvPr/>
          </p:nvSpPr>
          <p:spPr bwMode="auto">
            <a:xfrm>
              <a:off x="1353" y="2018"/>
              <a:ext cx="65" cy="77"/>
            </a:xfrm>
            <a:custGeom>
              <a:avLst/>
              <a:gdLst>
                <a:gd name="T0" fmla="*/ 6 w 65"/>
                <a:gd name="T1" fmla="*/ 0 h 77"/>
                <a:gd name="T2" fmla="*/ 28 w 65"/>
                <a:gd name="T3" fmla="*/ 23 h 77"/>
                <a:gd name="T4" fmla="*/ 59 w 65"/>
                <a:gd name="T5" fmla="*/ 0 h 77"/>
                <a:gd name="T6" fmla="*/ 45 w 65"/>
                <a:gd name="T7" fmla="*/ 38 h 77"/>
                <a:gd name="T8" fmla="*/ 64 w 65"/>
                <a:gd name="T9" fmla="*/ 71 h 77"/>
                <a:gd name="T10" fmla="*/ 34 w 65"/>
                <a:gd name="T11" fmla="*/ 53 h 77"/>
                <a:gd name="T12" fmla="*/ 0 w 65"/>
                <a:gd name="T13" fmla="*/ 76 h 77"/>
                <a:gd name="T14" fmla="*/ 18 w 65"/>
                <a:gd name="T15" fmla="*/ 42 h 77"/>
                <a:gd name="T16" fmla="*/ 6 w 65"/>
                <a:gd name="T1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77">
                  <a:moveTo>
                    <a:pt x="6" y="0"/>
                  </a:moveTo>
                  <a:lnTo>
                    <a:pt x="28" y="23"/>
                  </a:lnTo>
                  <a:lnTo>
                    <a:pt x="59" y="0"/>
                  </a:lnTo>
                  <a:lnTo>
                    <a:pt x="45" y="38"/>
                  </a:lnTo>
                  <a:lnTo>
                    <a:pt x="64" y="71"/>
                  </a:lnTo>
                  <a:lnTo>
                    <a:pt x="34" y="53"/>
                  </a:lnTo>
                  <a:lnTo>
                    <a:pt x="0" y="76"/>
                  </a:lnTo>
                  <a:lnTo>
                    <a:pt x="18" y="42"/>
                  </a:lnTo>
                  <a:lnTo>
                    <a:pt x="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0" name="Freeform 59">
              <a:extLst>
                <a:ext uri="{FF2B5EF4-FFF2-40B4-BE49-F238E27FC236}">
                  <a16:creationId xmlns:a16="http://schemas.microsoft.com/office/drawing/2014/main" id="{173792E5-3EEC-8D7F-64A0-D0571A78A848}"/>
                </a:ext>
              </a:extLst>
            </p:cNvPr>
            <p:cNvSpPr>
              <a:spLocks/>
            </p:cNvSpPr>
            <p:nvPr/>
          </p:nvSpPr>
          <p:spPr bwMode="auto">
            <a:xfrm>
              <a:off x="746" y="1606"/>
              <a:ext cx="136" cy="381"/>
            </a:xfrm>
            <a:custGeom>
              <a:avLst/>
              <a:gdLst>
                <a:gd name="T0" fmla="*/ 135 w 136"/>
                <a:gd name="T1" fmla="*/ 380 h 381"/>
                <a:gd name="T2" fmla="*/ 84 w 136"/>
                <a:gd name="T3" fmla="*/ 375 h 381"/>
                <a:gd name="T4" fmla="*/ 26 w 136"/>
                <a:gd name="T5" fmla="*/ 338 h 381"/>
                <a:gd name="T6" fmla="*/ 47 w 136"/>
                <a:gd name="T7" fmla="*/ 302 h 381"/>
                <a:gd name="T8" fmla="*/ 41 w 136"/>
                <a:gd name="T9" fmla="*/ 227 h 381"/>
                <a:gd name="T10" fmla="*/ 18 w 136"/>
                <a:gd name="T11" fmla="*/ 173 h 381"/>
                <a:gd name="T12" fmla="*/ 0 w 136"/>
                <a:gd name="T13" fmla="*/ 100 h 381"/>
                <a:gd name="T14" fmla="*/ 8 w 136"/>
                <a:gd name="T15" fmla="*/ 56 h 381"/>
                <a:gd name="T16" fmla="*/ 21 w 136"/>
                <a:gd name="T17" fmla="*/ 13 h 381"/>
                <a:gd name="T18" fmla="*/ 43 w 136"/>
                <a:gd name="T19" fmla="*/ 1 h 381"/>
                <a:gd name="T20" fmla="*/ 63 w 136"/>
                <a:gd name="T21" fmla="*/ 0 h 381"/>
                <a:gd name="T22" fmla="*/ 84 w 136"/>
                <a:gd name="T23" fmla="*/ 8 h 381"/>
                <a:gd name="T24" fmla="*/ 101 w 136"/>
                <a:gd name="T25" fmla="*/ 38 h 381"/>
                <a:gd name="T26" fmla="*/ 107 w 136"/>
                <a:gd name="T27" fmla="*/ 63 h 381"/>
                <a:gd name="T28" fmla="*/ 98 w 136"/>
                <a:gd name="T29" fmla="*/ 79 h 381"/>
                <a:gd name="T30" fmla="*/ 76 w 136"/>
                <a:gd name="T31" fmla="*/ 90 h 381"/>
                <a:gd name="T32" fmla="*/ 86 w 136"/>
                <a:gd name="T33" fmla="*/ 61 h 381"/>
                <a:gd name="T34" fmla="*/ 68 w 136"/>
                <a:gd name="T35" fmla="*/ 32 h 381"/>
                <a:gd name="T36" fmla="*/ 47 w 136"/>
                <a:gd name="T37" fmla="*/ 32 h 381"/>
                <a:gd name="T38" fmla="*/ 31 w 136"/>
                <a:gd name="T39" fmla="*/ 56 h 381"/>
                <a:gd name="T40" fmla="*/ 19 w 136"/>
                <a:gd name="T41" fmla="*/ 90 h 381"/>
                <a:gd name="T42" fmla="*/ 23 w 136"/>
                <a:gd name="T43" fmla="*/ 120 h 381"/>
                <a:gd name="T44" fmla="*/ 35 w 136"/>
                <a:gd name="T45" fmla="*/ 157 h 381"/>
                <a:gd name="T46" fmla="*/ 58 w 136"/>
                <a:gd name="T47" fmla="*/ 204 h 381"/>
                <a:gd name="T48" fmla="*/ 72 w 136"/>
                <a:gd name="T49" fmla="*/ 250 h 381"/>
                <a:gd name="T50" fmla="*/ 78 w 136"/>
                <a:gd name="T51" fmla="*/ 282 h 381"/>
                <a:gd name="T52" fmla="*/ 63 w 136"/>
                <a:gd name="T53" fmla="*/ 326 h 381"/>
                <a:gd name="T54" fmla="*/ 135 w 136"/>
                <a:gd name="T55" fmla="*/ 380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6" h="381">
                  <a:moveTo>
                    <a:pt x="135" y="380"/>
                  </a:moveTo>
                  <a:lnTo>
                    <a:pt x="84" y="375"/>
                  </a:lnTo>
                  <a:lnTo>
                    <a:pt x="26" y="338"/>
                  </a:lnTo>
                  <a:lnTo>
                    <a:pt x="47" y="302"/>
                  </a:lnTo>
                  <a:lnTo>
                    <a:pt x="41" y="227"/>
                  </a:lnTo>
                  <a:lnTo>
                    <a:pt x="18" y="173"/>
                  </a:lnTo>
                  <a:lnTo>
                    <a:pt x="0" y="100"/>
                  </a:lnTo>
                  <a:lnTo>
                    <a:pt x="8" y="56"/>
                  </a:lnTo>
                  <a:lnTo>
                    <a:pt x="21" y="13"/>
                  </a:lnTo>
                  <a:lnTo>
                    <a:pt x="43" y="1"/>
                  </a:lnTo>
                  <a:lnTo>
                    <a:pt x="63" y="0"/>
                  </a:lnTo>
                  <a:lnTo>
                    <a:pt x="84" y="8"/>
                  </a:lnTo>
                  <a:lnTo>
                    <a:pt x="101" y="38"/>
                  </a:lnTo>
                  <a:lnTo>
                    <a:pt x="107" y="63"/>
                  </a:lnTo>
                  <a:lnTo>
                    <a:pt x="98" y="79"/>
                  </a:lnTo>
                  <a:lnTo>
                    <a:pt x="76" y="90"/>
                  </a:lnTo>
                  <a:lnTo>
                    <a:pt x="86" y="61"/>
                  </a:lnTo>
                  <a:lnTo>
                    <a:pt x="68" y="32"/>
                  </a:lnTo>
                  <a:lnTo>
                    <a:pt x="47" y="32"/>
                  </a:lnTo>
                  <a:lnTo>
                    <a:pt x="31" y="56"/>
                  </a:lnTo>
                  <a:lnTo>
                    <a:pt x="19" y="90"/>
                  </a:lnTo>
                  <a:lnTo>
                    <a:pt x="23" y="120"/>
                  </a:lnTo>
                  <a:lnTo>
                    <a:pt x="35" y="157"/>
                  </a:lnTo>
                  <a:lnTo>
                    <a:pt x="58" y="204"/>
                  </a:lnTo>
                  <a:lnTo>
                    <a:pt x="72" y="250"/>
                  </a:lnTo>
                  <a:lnTo>
                    <a:pt x="78" y="282"/>
                  </a:lnTo>
                  <a:lnTo>
                    <a:pt x="63" y="326"/>
                  </a:lnTo>
                  <a:lnTo>
                    <a:pt x="135" y="38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1" name="Freeform 60">
              <a:extLst>
                <a:ext uri="{FF2B5EF4-FFF2-40B4-BE49-F238E27FC236}">
                  <a16:creationId xmlns:a16="http://schemas.microsoft.com/office/drawing/2014/main" id="{BCDFA067-7E07-568D-09AE-2EDF6DEB876B}"/>
                </a:ext>
              </a:extLst>
            </p:cNvPr>
            <p:cNvSpPr>
              <a:spLocks/>
            </p:cNvSpPr>
            <p:nvPr/>
          </p:nvSpPr>
          <p:spPr bwMode="auto">
            <a:xfrm>
              <a:off x="814" y="1590"/>
              <a:ext cx="445" cy="467"/>
            </a:xfrm>
            <a:custGeom>
              <a:avLst/>
              <a:gdLst>
                <a:gd name="T0" fmla="*/ 0 w 445"/>
                <a:gd name="T1" fmla="*/ 116 h 467"/>
                <a:gd name="T2" fmla="*/ 43 w 445"/>
                <a:gd name="T3" fmla="*/ 321 h 467"/>
                <a:gd name="T4" fmla="*/ 80 w 445"/>
                <a:gd name="T5" fmla="*/ 443 h 467"/>
                <a:gd name="T6" fmla="*/ 101 w 445"/>
                <a:gd name="T7" fmla="*/ 466 h 467"/>
                <a:gd name="T8" fmla="*/ 316 w 445"/>
                <a:gd name="T9" fmla="*/ 404 h 467"/>
                <a:gd name="T10" fmla="*/ 444 w 445"/>
                <a:gd name="T11" fmla="*/ 391 h 467"/>
                <a:gd name="T12" fmla="*/ 417 w 445"/>
                <a:gd name="T13" fmla="*/ 313 h 467"/>
                <a:gd name="T14" fmla="*/ 400 w 445"/>
                <a:gd name="T15" fmla="*/ 104 h 467"/>
                <a:gd name="T16" fmla="*/ 408 w 445"/>
                <a:gd name="T17" fmla="*/ 0 h 467"/>
                <a:gd name="T18" fmla="*/ 379 w 445"/>
                <a:gd name="T19" fmla="*/ 0 h 467"/>
                <a:gd name="T20" fmla="*/ 375 w 445"/>
                <a:gd name="T21" fmla="*/ 70 h 467"/>
                <a:gd name="T22" fmla="*/ 379 w 445"/>
                <a:gd name="T23" fmla="*/ 261 h 467"/>
                <a:gd name="T24" fmla="*/ 404 w 445"/>
                <a:gd name="T25" fmla="*/ 367 h 467"/>
                <a:gd name="T26" fmla="*/ 312 w 445"/>
                <a:gd name="T27" fmla="*/ 382 h 467"/>
                <a:gd name="T28" fmla="*/ 123 w 445"/>
                <a:gd name="T29" fmla="*/ 431 h 467"/>
                <a:gd name="T30" fmla="*/ 88 w 445"/>
                <a:gd name="T31" fmla="*/ 367 h 467"/>
                <a:gd name="T32" fmla="*/ 0 w 445"/>
                <a:gd name="T33" fmla="*/ 11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467">
                  <a:moveTo>
                    <a:pt x="0" y="116"/>
                  </a:moveTo>
                  <a:lnTo>
                    <a:pt x="43" y="321"/>
                  </a:lnTo>
                  <a:lnTo>
                    <a:pt x="80" y="443"/>
                  </a:lnTo>
                  <a:lnTo>
                    <a:pt x="101" y="466"/>
                  </a:lnTo>
                  <a:lnTo>
                    <a:pt x="316" y="404"/>
                  </a:lnTo>
                  <a:lnTo>
                    <a:pt x="444" y="391"/>
                  </a:lnTo>
                  <a:lnTo>
                    <a:pt x="417" y="313"/>
                  </a:lnTo>
                  <a:lnTo>
                    <a:pt x="400" y="104"/>
                  </a:lnTo>
                  <a:lnTo>
                    <a:pt x="408" y="0"/>
                  </a:lnTo>
                  <a:lnTo>
                    <a:pt x="379" y="0"/>
                  </a:lnTo>
                  <a:lnTo>
                    <a:pt x="375" y="70"/>
                  </a:lnTo>
                  <a:lnTo>
                    <a:pt x="379" y="261"/>
                  </a:lnTo>
                  <a:lnTo>
                    <a:pt x="404" y="367"/>
                  </a:lnTo>
                  <a:lnTo>
                    <a:pt x="312" y="382"/>
                  </a:lnTo>
                  <a:lnTo>
                    <a:pt x="123" y="431"/>
                  </a:lnTo>
                  <a:lnTo>
                    <a:pt x="88" y="367"/>
                  </a:lnTo>
                  <a:lnTo>
                    <a:pt x="0" y="11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2" name="Freeform 61">
              <a:extLst>
                <a:ext uri="{FF2B5EF4-FFF2-40B4-BE49-F238E27FC236}">
                  <a16:creationId xmlns:a16="http://schemas.microsoft.com/office/drawing/2014/main" id="{08A9BA5D-33BA-F736-6350-46F5618DE909}"/>
                </a:ext>
              </a:extLst>
            </p:cNvPr>
            <p:cNvSpPr>
              <a:spLocks/>
            </p:cNvSpPr>
            <p:nvPr/>
          </p:nvSpPr>
          <p:spPr bwMode="auto">
            <a:xfrm>
              <a:off x="947" y="1977"/>
              <a:ext cx="295" cy="115"/>
            </a:xfrm>
            <a:custGeom>
              <a:avLst/>
              <a:gdLst>
                <a:gd name="T0" fmla="*/ 7 w 295"/>
                <a:gd name="T1" fmla="*/ 59 h 115"/>
                <a:gd name="T2" fmla="*/ 0 w 295"/>
                <a:gd name="T3" fmla="*/ 104 h 115"/>
                <a:gd name="T4" fmla="*/ 15 w 295"/>
                <a:gd name="T5" fmla="*/ 114 h 115"/>
                <a:gd name="T6" fmla="*/ 294 w 295"/>
                <a:gd name="T7" fmla="*/ 57 h 115"/>
                <a:gd name="T8" fmla="*/ 273 w 295"/>
                <a:gd name="T9" fmla="*/ 2 h 115"/>
                <a:gd name="T10" fmla="*/ 253 w 295"/>
                <a:gd name="T11" fmla="*/ 0 h 115"/>
                <a:gd name="T12" fmla="*/ 268 w 295"/>
                <a:gd name="T13" fmla="*/ 34 h 115"/>
                <a:gd name="T14" fmla="*/ 35 w 295"/>
                <a:gd name="T15" fmla="*/ 84 h 115"/>
                <a:gd name="T16" fmla="*/ 26 w 295"/>
                <a:gd name="T17" fmla="*/ 57 h 115"/>
                <a:gd name="T18" fmla="*/ 7 w 295"/>
                <a:gd name="T19" fmla="*/ 5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5" h="115">
                  <a:moveTo>
                    <a:pt x="7" y="59"/>
                  </a:moveTo>
                  <a:lnTo>
                    <a:pt x="0" y="104"/>
                  </a:lnTo>
                  <a:lnTo>
                    <a:pt x="15" y="114"/>
                  </a:lnTo>
                  <a:lnTo>
                    <a:pt x="294" y="57"/>
                  </a:lnTo>
                  <a:lnTo>
                    <a:pt x="273" y="2"/>
                  </a:lnTo>
                  <a:lnTo>
                    <a:pt x="253" y="0"/>
                  </a:lnTo>
                  <a:lnTo>
                    <a:pt x="268" y="34"/>
                  </a:lnTo>
                  <a:lnTo>
                    <a:pt x="35" y="84"/>
                  </a:lnTo>
                  <a:lnTo>
                    <a:pt x="26" y="57"/>
                  </a:lnTo>
                  <a:lnTo>
                    <a:pt x="7" y="5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3" name="Freeform 62">
              <a:extLst>
                <a:ext uri="{FF2B5EF4-FFF2-40B4-BE49-F238E27FC236}">
                  <a16:creationId xmlns:a16="http://schemas.microsoft.com/office/drawing/2014/main" id="{AF5396DD-D3C8-8544-612C-E5D8944A56A7}"/>
                </a:ext>
              </a:extLst>
            </p:cNvPr>
            <p:cNvSpPr>
              <a:spLocks/>
            </p:cNvSpPr>
            <p:nvPr/>
          </p:nvSpPr>
          <p:spPr bwMode="auto">
            <a:xfrm>
              <a:off x="989" y="2068"/>
              <a:ext cx="45" cy="220"/>
            </a:xfrm>
            <a:custGeom>
              <a:avLst/>
              <a:gdLst>
                <a:gd name="T0" fmla="*/ 18 w 45"/>
                <a:gd name="T1" fmla="*/ 10 h 220"/>
                <a:gd name="T2" fmla="*/ 0 w 45"/>
                <a:gd name="T3" fmla="*/ 159 h 220"/>
                <a:gd name="T4" fmla="*/ 14 w 45"/>
                <a:gd name="T5" fmla="*/ 219 h 220"/>
                <a:gd name="T6" fmla="*/ 44 w 45"/>
                <a:gd name="T7" fmla="*/ 0 h 220"/>
                <a:gd name="T8" fmla="*/ 18 w 45"/>
                <a:gd name="T9" fmla="*/ 10 h 220"/>
              </a:gdLst>
              <a:ahLst/>
              <a:cxnLst>
                <a:cxn ang="0">
                  <a:pos x="T0" y="T1"/>
                </a:cxn>
                <a:cxn ang="0">
                  <a:pos x="T2" y="T3"/>
                </a:cxn>
                <a:cxn ang="0">
                  <a:pos x="T4" y="T5"/>
                </a:cxn>
                <a:cxn ang="0">
                  <a:pos x="T6" y="T7"/>
                </a:cxn>
                <a:cxn ang="0">
                  <a:pos x="T8" y="T9"/>
                </a:cxn>
              </a:cxnLst>
              <a:rect l="0" t="0" r="r" b="b"/>
              <a:pathLst>
                <a:path w="45" h="220">
                  <a:moveTo>
                    <a:pt x="18" y="10"/>
                  </a:moveTo>
                  <a:lnTo>
                    <a:pt x="0" y="159"/>
                  </a:lnTo>
                  <a:lnTo>
                    <a:pt x="14" y="219"/>
                  </a:lnTo>
                  <a:lnTo>
                    <a:pt x="44" y="0"/>
                  </a:lnTo>
                  <a:lnTo>
                    <a:pt x="18" y="1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 name="Freeform 63">
              <a:extLst>
                <a:ext uri="{FF2B5EF4-FFF2-40B4-BE49-F238E27FC236}">
                  <a16:creationId xmlns:a16="http://schemas.microsoft.com/office/drawing/2014/main" id="{ED6815D0-9953-A10E-3E7A-DB79E91DD3BB}"/>
                </a:ext>
              </a:extLst>
            </p:cNvPr>
            <p:cNvSpPr>
              <a:spLocks/>
            </p:cNvSpPr>
            <p:nvPr/>
          </p:nvSpPr>
          <p:spPr bwMode="auto">
            <a:xfrm>
              <a:off x="1146" y="2031"/>
              <a:ext cx="99" cy="161"/>
            </a:xfrm>
            <a:custGeom>
              <a:avLst/>
              <a:gdLst>
                <a:gd name="T0" fmla="*/ 0 w 99"/>
                <a:gd name="T1" fmla="*/ 14 h 161"/>
                <a:gd name="T2" fmla="*/ 70 w 99"/>
                <a:gd name="T3" fmla="*/ 160 h 161"/>
                <a:gd name="T4" fmla="*/ 98 w 99"/>
                <a:gd name="T5" fmla="*/ 143 h 161"/>
                <a:gd name="T6" fmla="*/ 15 w 99"/>
                <a:gd name="T7" fmla="*/ 0 h 161"/>
                <a:gd name="T8" fmla="*/ 0 w 99"/>
                <a:gd name="T9" fmla="*/ 14 h 161"/>
              </a:gdLst>
              <a:ahLst/>
              <a:cxnLst>
                <a:cxn ang="0">
                  <a:pos x="T0" y="T1"/>
                </a:cxn>
                <a:cxn ang="0">
                  <a:pos x="T2" y="T3"/>
                </a:cxn>
                <a:cxn ang="0">
                  <a:pos x="T4" y="T5"/>
                </a:cxn>
                <a:cxn ang="0">
                  <a:pos x="T6" y="T7"/>
                </a:cxn>
                <a:cxn ang="0">
                  <a:pos x="T8" y="T9"/>
                </a:cxn>
              </a:cxnLst>
              <a:rect l="0" t="0" r="r" b="b"/>
              <a:pathLst>
                <a:path w="99" h="161">
                  <a:moveTo>
                    <a:pt x="0" y="14"/>
                  </a:moveTo>
                  <a:lnTo>
                    <a:pt x="70" y="160"/>
                  </a:lnTo>
                  <a:lnTo>
                    <a:pt x="98" y="143"/>
                  </a:lnTo>
                  <a:lnTo>
                    <a:pt x="15" y="0"/>
                  </a:lnTo>
                  <a:lnTo>
                    <a:pt x="0" y="1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5" name="Freeform 64">
              <a:extLst>
                <a:ext uri="{FF2B5EF4-FFF2-40B4-BE49-F238E27FC236}">
                  <a16:creationId xmlns:a16="http://schemas.microsoft.com/office/drawing/2014/main" id="{8FF3EAC5-C3A0-00C2-F5AC-1EB9CE788797}"/>
                </a:ext>
              </a:extLst>
            </p:cNvPr>
            <p:cNvSpPr>
              <a:spLocks/>
            </p:cNvSpPr>
            <p:nvPr/>
          </p:nvSpPr>
          <p:spPr bwMode="auto">
            <a:xfrm>
              <a:off x="791" y="1466"/>
              <a:ext cx="475" cy="192"/>
            </a:xfrm>
            <a:custGeom>
              <a:avLst/>
              <a:gdLst>
                <a:gd name="T0" fmla="*/ 0 w 475"/>
                <a:gd name="T1" fmla="*/ 140 h 192"/>
                <a:gd name="T2" fmla="*/ 107 w 475"/>
                <a:gd name="T3" fmla="*/ 113 h 192"/>
                <a:gd name="T4" fmla="*/ 187 w 475"/>
                <a:gd name="T5" fmla="*/ 90 h 192"/>
                <a:gd name="T6" fmla="*/ 258 w 475"/>
                <a:gd name="T7" fmla="*/ 47 h 192"/>
                <a:gd name="T8" fmla="*/ 316 w 475"/>
                <a:gd name="T9" fmla="*/ 13 h 192"/>
                <a:gd name="T10" fmla="*/ 365 w 475"/>
                <a:gd name="T11" fmla="*/ 0 h 192"/>
                <a:gd name="T12" fmla="*/ 433 w 475"/>
                <a:gd name="T13" fmla="*/ 9 h 192"/>
                <a:gd name="T14" fmla="*/ 465 w 475"/>
                <a:gd name="T15" fmla="*/ 34 h 192"/>
                <a:gd name="T16" fmla="*/ 474 w 475"/>
                <a:gd name="T17" fmla="*/ 77 h 192"/>
                <a:gd name="T18" fmla="*/ 468 w 475"/>
                <a:gd name="T19" fmla="*/ 102 h 192"/>
                <a:gd name="T20" fmla="*/ 431 w 475"/>
                <a:gd name="T21" fmla="*/ 123 h 192"/>
                <a:gd name="T22" fmla="*/ 349 w 475"/>
                <a:gd name="T23" fmla="*/ 127 h 192"/>
                <a:gd name="T24" fmla="*/ 206 w 475"/>
                <a:gd name="T25" fmla="*/ 154 h 192"/>
                <a:gd name="T26" fmla="*/ 97 w 475"/>
                <a:gd name="T27" fmla="*/ 191 h 192"/>
                <a:gd name="T28" fmla="*/ 218 w 475"/>
                <a:gd name="T29" fmla="*/ 125 h 192"/>
                <a:gd name="T30" fmla="*/ 410 w 475"/>
                <a:gd name="T31" fmla="*/ 95 h 192"/>
                <a:gd name="T32" fmla="*/ 448 w 475"/>
                <a:gd name="T33" fmla="*/ 79 h 192"/>
                <a:gd name="T34" fmla="*/ 442 w 475"/>
                <a:gd name="T35" fmla="*/ 47 h 192"/>
                <a:gd name="T36" fmla="*/ 370 w 475"/>
                <a:gd name="T37" fmla="*/ 22 h 192"/>
                <a:gd name="T38" fmla="*/ 297 w 475"/>
                <a:gd name="T39" fmla="*/ 43 h 192"/>
                <a:gd name="T40" fmla="*/ 225 w 475"/>
                <a:gd name="T41" fmla="*/ 85 h 192"/>
                <a:gd name="T42" fmla="*/ 141 w 475"/>
                <a:gd name="T43" fmla="*/ 118 h 192"/>
                <a:gd name="T44" fmla="*/ 0 w 475"/>
                <a:gd name="T45" fmla="*/ 14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5" h="192">
                  <a:moveTo>
                    <a:pt x="0" y="140"/>
                  </a:moveTo>
                  <a:lnTo>
                    <a:pt x="107" y="113"/>
                  </a:lnTo>
                  <a:lnTo>
                    <a:pt x="187" y="90"/>
                  </a:lnTo>
                  <a:lnTo>
                    <a:pt x="258" y="47"/>
                  </a:lnTo>
                  <a:lnTo>
                    <a:pt x="316" y="13"/>
                  </a:lnTo>
                  <a:lnTo>
                    <a:pt x="365" y="0"/>
                  </a:lnTo>
                  <a:lnTo>
                    <a:pt x="433" y="9"/>
                  </a:lnTo>
                  <a:lnTo>
                    <a:pt x="465" y="34"/>
                  </a:lnTo>
                  <a:lnTo>
                    <a:pt x="474" y="77"/>
                  </a:lnTo>
                  <a:lnTo>
                    <a:pt x="468" y="102"/>
                  </a:lnTo>
                  <a:lnTo>
                    <a:pt x="431" y="123"/>
                  </a:lnTo>
                  <a:lnTo>
                    <a:pt x="349" y="127"/>
                  </a:lnTo>
                  <a:lnTo>
                    <a:pt x="206" y="154"/>
                  </a:lnTo>
                  <a:lnTo>
                    <a:pt x="97" y="191"/>
                  </a:lnTo>
                  <a:lnTo>
                    <a:pt x="218" y="125"/>
                  </a:lnTo>
                  <a:lnTo>
                    <a:pt x="410" y="95"/>
                  </a:lnTo>
                  <a:lnTo>
                    <a:pt x="448" y="79"/>
                  </a:lnTo>
                  <a:lnTo>
                    <a:pt x="442" y="47"/>
                  </a:lnTo>
                  <a:lnTo>
                    <a:pt x="370" y="22"/>
                  </a:lnTo>
                  <a:lnTo>
                    <a:pt x="297" y="43"/>
                  </a:lnTo>
                  <a:lnTo>
                    <a:pt x="225" y="85"/>
                  </a:lnTo>
                  <a:lnTo>
                    <a:pt x="141" y="118"/>
                  </a:lnTo>
                  <a:lnTo>
                    <a:pt x="0" y="1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6" name="Freeform 65">
              <a:extLst>
                <a:ext uri="{FF2B5EF4-FFF2-40B4-BE49-F238E27FC236}">
                  <a16:creationId xmlns:a16="http://schemas.microsoft.com/office/drawing/2014/main" id="{3818E058-9A93-962C-8EE0-81A07835AEB0}"/>
                </a:ext>
              </a:extLst>
            </p:cNvPr>
            <p:cNvSpPr>
              <a:spLocks/>
            </p:cNvSpPr>
            <p:nvPr/>
          </p:nvSpPr>
          <p:spPr bwMode="auto">
            <a:xfrm>
              <a:off x="725" y="2037"/>
              <a:ext cx="320" cy="560"/>
            </a:xfrm>
            <a:custGeom>
              <a:avLst/>
              <a:gdLst>
                <a:gd name="T0" fmla="*/ 319 w 320"/>
                <a:gd name="T1" fmla="*/ 321 h 560"/>
                <a:gd name="T2" fmla="*/ 299 w 320"/>
                <a:gd name="T3" fmla="*/ 279 h 560"/>
                <a:gd name="T4" fmla="*/ 252 w 320"/>
                <a:gd name="T5" fmla="*/ 145 h 560"/>
                <a:gd name="T6" fmla="*/ 195 w 320"/>
                <a:gd name="T7" fmla="*/ 56 h 560"/>
                <a:gd name="T8" fmla="*/ 151 w 320"/>
                <a:gd name="T9" fmla="*/ 15 h 560"/>
                <a:gd name="T10" fmla="*/ 98 w 320"/>
                <a:gd name="T11" fmla="*/ 0 h 560"/>
                <a:gd name="T12" fmla="*/ 63 w 320"/>
                <a:gd name="T13" fmla="*/ 8 h 560"/>
                <a:gd name="T14" fmla="*/ 15 w 320"/>
                <a:gd name="T15" fmla="*/ 40 h 560"/>
                <a:gd name="T16" fmla="*/ 0 w 320"/>
                <a:gd name="T17" fmla="*/ 77 h 560"/>
                <a:gd name="T18" fmla="*/ 7 w 320"/>
                <a:gd name="T19" fmla="*/ 133 h 560"/>
                <a:gd name="T20" fmla="*/ 38 w 320"/>
                <a:gd name="T21" fmla="*/ 247 h 560"/>
                <a:gd name="T22" fmla="*/ 94 w 320"/>
                <a:gd name="T23" fmla="*/ 372 h 560"/>
                <a:gd name="T24" fmla="*/ 106 w 320"/>
                <a:gd name="T25" fmla="*/ 420 h 560"/>
                <a:gd name="T26" fmla="*/ 120 w 320"/>
                <a:gd name="T27" fmla="*/ 479 h 560"/>
                <a:gd name="T28" fmla="*/ 153 w 320"/>
                <a:gd name="T29" fmla="*/ 559 h 560"/>
                <a:gd name="T30" fmla="*/ 243 w 320"/>
                <a:gd name="T31" fmla="*/ 426 h 560"/>
                <a:gd name="T32" fmla="*/ 220 w 320"/>
                <a:gd name="T33" fmla="*/ 395 h 560"/>
                <a:gd name="T34" fmla="*/ 192 w 320"/>
                <a:gd name="T35" fmla="*/ 386 h 560"/>
                <a:gd name="T36" fmla="*/ 153 w 320"/>
                <a:gd name="T37" fmla="*/ 402 h 560"/>
                <a:gd name="T38" fmla="*/ 118 w 320"/>
                <a:gd name="T39" fmla="*/ 279 h 560"/>
                <a:gd name="T40" fmla="*/ 79 w 320"/>
                <a:gd name="T41" fmla="*/ 193 h 560"/>
                <a:gd name="T42" fmla="*/ 48 w 320"/>
                <a:gd name="T43" fmla="*/ 131 h 560"/>
                <a:gd name="T44" fmla="*/ 55 w 320"/>
                <a:gd name="T45" fmla="*/ 70 h 560"/>
                <a:gd name="T46" fmla="*/ 87 w 320"/>
                <a:gd name="T47" fmla="*/ 42 h 560"/>
                <a:gd name="T48" fmla="*/ 118 w 320"/>
                <a:gd name="T49" fmla="*/ 31 h 560"/>
                <a:gd name="T50" fmla="*/ 182 w 320"/>
                <a:gd name="T51" fmla="*/ 63 h 560"/>
                <a:gd name="T52" fmla="*/ 225 w 320"/>
                <a:gd name="T53" fmla="*/ 151 h 560"/>
                <a:gd name="T54" fmla="*/ 260 w 320"/>
                <a:gd name="T55" fmla="*/ 229 h 560"/>
                <a:gd name="T56" fmla="*/ 293 w 320"/>
                <a:gd name="T57" fmla="*/ 352 h 560"/>
                <a:gd name="T58" fmla="*/ 319 w 320"/>
                <a:gd name="T59" fmla="*/ 321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0" h="560">
                  <a:moveTo>
                    <a:pt x="319" y="321"/>
                  </a:moveTo>
                  <a:lnTo>
                    <a:pt x="299" y="279"/>
                  </a:lnTo>
                  <a:lnTo>
                    <a:pt x="252" y="145"/>
                  </a:lnTo>
                  <a:lnTo>
                    <a:pt x="195" y="56"/>
                  </a:lnTo>
                  <a:lnTo>
                    <a:pt x="151" y="15"/>
                  </a:lnTo>
                  <a:lnTo>
                    <a:pt x="98" y="0"/>
                  </a:lnTo>
                  <a:lnTo>
                    <a:pt x="63" y="8"/>
                  </a:lnTo>
                  <a:lnTo>
                    <a:pt x="15" y="40"/>
                  </a:lnTo>
                  <a:lnTo>
                    <a:pt x="0" y="77"/>
                  </a:lnTo>
                  <a:lnTo>
                    <a:pt x="7" y="133"/>
                  </a:lnTo>
                  <a:lnTo>
                    <a:pt x="38" y="247"/>
                  </a:lnTo>
                  <a:lnTo>
                    <a:pt x="94" y="372"/>
                  </a:lnTo>
                  <a:lnTo>
                    <a:pt x="106" y="420"/>
                  </a:lnTo>
                  <a:lnTo>
                    <a:pt x="120" y="479"/>
                  </a:lnTo>
                  <a:lnTo>
                    <a:pt x="153" y="559"/>
                  </a:lnTo>
                  <a:lnTo>
                    <a:pt x="243" y="426"/>
                  </a:lnTo>
                  <a:lnTo>
                    <a:pt x="220" y="395"/>
                  </a:lnTo>
                  <a:lnTo>
                    <a:pt x="192" y="386"/>
                  </a:lnTo>
                  <a:lnTo>
                    <a:pt x="153" y="402"/>
                  </a:lnTo>
                  <a:lnTo>
                    <a:pt x="118" y="279"/>
                  </a:lnTo>
                  <a:lnTo>
                    <a:pt x="79" y="193"/>
                  </a:lnTo>
                  <a:lnTo>
                    <a:pt x="48" y="131"/>
                  </a:lnTo>
                  <a:lnTo>
                    <a:pt x="55" y="70"/>
                  </a:lnTo>
                  <a:lnTo>
                    <a:pt x="87" y="42"/>
                  </a:lnTo>
                  <a:lnTo>
                    <a:pt x="118" y="31"/>
                  </a:lnTo>
                  <a:lnTo>
                    <a:pt x="182" y="63"/>
                  </a:lnTo>
                  <a:lnTo>
                    <a:pt x="225" y="151"/>
                  </a:lnTo>
                  <a:lnTo>
                    <a:pt x="260" y="229"/>
                  </a:lnTo>
                  <a:lnTo>
                    <a:pt x="293" y="352"/>
                  </a:lnTo>
                  <a:lnTo>
                    <a:pt x="319" y="3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7" name="Freeform 66">
              <a:extLst>
                <a:ext uri="{FF2B5EF4-FFF2-40B4-BE49-F238E27FC236}">
                  <a16:creationId xmlns:a16="http://schemas.microsoft.com/office/drawing/2014/main" id="{8626FED0-2A11-3A5A-A95C-D6F65132F48B}"/>
                </a:ext>
              </a:extLst>
            </p:cNvPr>
            <p:cNvSpPr>
              <a:spLocks/>
            </p:cNvSpPr>
            <p:nvPr/>
          </p:nvSpPr>
          <p:spPr bwMode="auto">
            <a:xfrm>
              <a:off x="817" y="2132"/>
              <a:ext cx="90" cy="99"/>
            </a:xfrm>
            <a:custGeom>
              <a:avLst/>
              <a:gdLst>
                <a:gd name="T0" fmla="*/ 0 w 90"/>
                <a:gd name="T1" fmla="*/ 13 h 99"/>
                <a:gd name="T2" fmla="*/ 47 w 90"/>
                <a:gd name="T3" fmla="*/ 27 h 99"/>
                <a:gd name="T4" fmla="*/ 74 w 90"/>
                <a:gd name="T5" fmla="*/ 0 h 99"/>
                <a:gd name="T6" fmla="*/ 60 w 90"/>
                <a:gd name="T7" fmla="*/ 36 h 99"/>
                <a:gd name="T8" fmla="*/ 89 w 90"/>
                <a:gd name="T9" fmla="*/ 91 h 99"/>
                <a:gd name="T10" fmla="*/ 63 w 90"/>
                <a:gd name="T11" fmla="*/ 68 h 99"/>
                <a:gd name="T12" fmla="*/ 33 w 90"/>
                <a:gd name="T13" fmla="*/ 98 h 99"/>
                <a:gd name="T14" fmla="*/ 43 w 90"/>
                <a:gd name="T15" fmla="*/ 54 h 99"/>
                <a:gd name="T16" fmla="*/ 0 w 90"/>
                <a:gd name="T17" fmla="*/ 1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99">
                  <a:moveTo>
                    <a:pt x="0" y="13"/>
                  </a:moveTo>
                  <a:lnTo>
                    <a:pt x="47" y="27"/>
                  </a:lnTo>
                  <a:lnTo>
                    <a:pt x="74" y="0"/>
                  </a:lnTo>
                  <a:lnTo>
                    <a:pt x="60" y="36"/>
                  </a:lnTo>
                  <a:lnTo>
                    <a:pt x="89" y="91"/>
                  </a:lnTo>
                  <a:lnTo>
                    <a:pt x="63" y="68"/>
                  </a:lnTo>
                  <a:lnTo>
                    <a:pt x="33" y="98"/>
                  </a:lnTo>
                  <a:lnTo>
                    <a:pt x="43" y="54"/>
                  </a:lnTo>
                  <a:lnTo>
                    <a:pt x="0" y="1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8" name="Freeform 67">
              <a:extLst>
                <a:ext uri="{FF2B5EF4-FFF2-40B4-BE49-F238E27FC236}">
                  <a16:creationId xmlns:a16="http://schemas.microsoft.com/office/drawing/2014/main" id="{AC228DBE-2351-22E6-AF76-E102502168F7}"/>
                </a:ext>
              </a:extLst>
            </p:cNvPr>
            <p:cNvSpPr>
              <a:spLocks/>
            </p:cNvSpPr>
            <p:nvPr/>
          </p:nvSpPr>
          <p:spPr bwMode="auto">
            <a:xfrm>
              <a:off x="904" y="2275"/>
              <a:ext cx="55" cy="108"/>
            </a:xfrm>
            <a:custGeom>
              <a:avLst/>
              <a:gdLst>
                <a:gd name="T0" fmla="*/ 0 w 55"/>
                <a:gd name="T1" fmla="*/ 0 h 108"/>
                <a:gd name="T2" fmla="*/ 23 w 55"/>
                <a:gd name="T3" fmla="*/ 25 h 108"/>
                <a:gd name="T4" fmla="*/ 45 w 55"/>
                <a:gd name="T5" fmla="*/ 18 h 108"/>
                <a:gd name="T6" fmla="*/ 36 w 55"/>
                <a:gd name="T7" fmla="*/ 47 h 108"/>
                <a:gd name="T8" fmla="*/ 54 w 55"/>
                <a:gd name="T9" fmla="*/ 107 h 108"/>
                <a:gd name="T10" fmla="*/ 33 w 55"/>
                <a:gd name="T11" fmla="*/ 75 h 108"/>
                <a:gd name="T12" fmla="*/ 3 w 55"/>
                <a:gd name="T13" fmla="*/ 93 h 108"/>
                <a:gd name="T14" fmla="*/ 17 w 55"/>
                <a:gd name="T15" fmla="*/ 54 h 108"/>
                <a:gd name="T16" fmla="*/ 0 w 55"/>
                <a:gd name="T17"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108">
                  <a:moveTo>
                    <a:pt x="0" y="0"/>
                  </a:moveTo>
                  <a:lnTo>
                    <a:pt x="23" y="25"/>
                  </a:lnTo>
                  <a:lnTo>
                    <a:pt x="45" y="18"/>
                  </a:lnTo>
                  <a:lnTo>
                    <a:pt x="36" y="47"/>
                  </a:lnTo>
                  <a:lnTo>
                    <a:pt x="54" y="107"/>
                  </a:lnTo>
                  <a:lnTo>
                    <a:pt x="33" y="75"/>
                  </a:lnTo>
                  <a:lnTo>
                    <a:pt x="3" y="93"/>
                  </a:lnTo>
                  <a:lnTo>
                    <a:pt x="17" y="5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9" name="Freeform 68">
              <a:extLst>
                <a:ext uri="{FF2B5EF4-FFF2-40B4-BE49-F238E27FC236}">
                  <a16:creationId xmlns:a16="http://schemas.microsoft.com/office/drawing/2014/main" id="{B00F60FC-E966-805B-FD20-197B5FA57DD9}"/>
                </a:ext>
              </a:extLst>
            </p:cNvPr>
            <p:cNvSpPr>
              <a:spLocks/>
            </p:cNvSpPr>
            <p:nvPr/>
          </p:nvSpPr>
          <p:spPr bwMode="auto">
            <a:xfrm>
              <a:off x="1014" y="2300"/>
              <a:ext cx="65" cy="88"/>
            </a:xfrm>
            <a:custGeom>
              <a:avLst/>
              <a:gdLst>
                <a:gd name="T0" fmla="*/ 0 w 65"/>
                <a:gd name="T1" fmla="*/ 14 h 88"/>
                <a:gd name="T2" fmla="*/ 23 w 65"/>
                <a:gd name="T3" fmla="*/ 4 h 88"/>
                <a:gd name="T4" fmla="*/ 40 w 65"/>
                <a:gd name="T5" fmla="*/ 0 h 88"/>
                <a:gd name="T6" fmla="*/ 64 w 65"/>
                <a:gd name="T7" fmla="*/ 16 h 88"/>
                <a:gd name="T8" fmla="*/ 17 w 65"/>
                <a:gd name="T9" fmla="*/ 87 h 88"/>
                <a:gd name="T10" fmla="*/ 0 w 65"/>
                <a:gd name="T11" fmla="*/ 14 h 88"/>
              </a:gdLst>
              <a:ahLst/>
              <a:cxnLst>
                <a:cxn ang="0">
                  <a:pos x="T0" y="T1"/>
                </a:cxn>
                <a:cxn ang="0">
                  <a:pos x="T2" y="T3"/>
                </a:cxn>
                <a:cxn ang="0">
                  <a:pos x="T4" y="T5"/>
                </a:cxn>
                <a:cxn ang="0">
                  <a:pos x="T6" y="T7"/>
                </a:cxn>
                <a:cxn ang="0">
                  <a:pos x="T8" y="T9"/>
                </a:cxn>
                <a:cxn ang="0">
                  <a:pos x="T10" y="T11"/>
                </a:cxn>
              </a:cxnLst>
              <a:rect l="0" t="0" r="r" b="b"/>
              <a:pathLst>
                <a:path w="65" h="88">
                  <a:moveTo>
                    <a:pt x="0" y="14"/>
                  </a:moveTo>
                  <a:lnTo>
                    <a:pt x="23" y="4"/>
                  </a:lnTo>
                  <a:lnTo>
                    <a:pt x="40" y="0"/>
                  </a:lnTo>
                  <a:lnTo>
                    <a:pt x="64" y="16"/>
                  </a:lnTo>
                  <a:lnTo>
                    <a:pt x="17" y="87"/>
                  </a:lnTo>
                  <a:lnTo>
                    <a:pt x="0" y="1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0" name="Freeform 69">
              <a:extLst>
                <a:ext uri="{FF2B5EF4-FFF2-40B4-BE49-F238E27FC236}">
                  <a16:creationId xmlns:a16="http://schemas.microsoft.com/office/drawing/2014/main" id="{924CDDF5-F4C2-90C2-6127-2AC21F874C40}"/>
                </a:ext>
              </a:extLst>
            </p:cNvPr>
            <p:cNvSpPr>
              <a:spLocks/>
            </p:cNvSpPr>
            <p:nvPr/>
          </p:nvSpPr>
          <p:spPr bwMode="auto">
            <a:xfrm>
              <a:off x="1613" y="1881"/>
              <a:ext cx="341" cy="511"/>
            </a:xfrm>
            <a:custGeom>
              <a:avLst/>
              <a:gdLst>
                <a:gd name="T0" fmla="*/ 0 w 341"/>
                <a:gd name="T1" fmla="*/ 306 h 511"/>
                <a:gd name="T2" fmla="*/ 15 w 341"/>
                <a:gd name="T3" fmla="*/ 290 h 511"/>
                <a:gd name="T4" fmla="*/ 35 w 341"/>
                <a:gd name="T5" fmla="*/ 283 h 511"/>
                <a:gd name="T6" fmla="*/ 59 w 341"/>
                <a:gd name="T7" fmla="*/ 288 h 511"/>
                <a:gd name="T8" fmla="*/ 75 w 341"/>
                <a:gd name="T9" fmla="*/ 213 h 511"/>
                <a:gd name="T10" fmla="*/ 102 w 341"/>
                <a:gd name="T11" fmla="*/ 101 h 511"/>
                <a:gd name="T12" fmla="*/ 125 w 341"/>
                <a:gd name="T13" fmla="*/ 45 h 511"/>
                <a:gd name="T14" fmla="*/ 167 w 341"/>
                <a:gd name="T15" fmla="*/ 11 h 511"/>
                <a:gd name="T16" fmla="*/ 225 w 341"/>
                <a:gd name="T17" fmla="*/ 0 h 511"/>
                <a:gd name="T18" fmla="*/ 292 w 341"/>
                <a:gd name="T19" fmla="*/ 16 h 511"/>
                <a:gd name="T20" fmla="*/ 324 w 341"/>
                <a:gd name="T21" fmla="*/ 50 h 511"/>
                <a:gd name="T22" fmla="*/ 340 w 341"/>
                <a:gd name="T23" fmla="*/ 114 h 511"/>
                <a:gd name="T24" fmla="*/ 330 w 341"/>
                <a:gd name="T25" fmla="*/ 188 h 511"/>
                <a:gd name="T26" fmla="*/ 266 w 341"/>
                <a:gd name="T27" fmla="*/ 352 h 511"/>
                <a:gd name="T28" fmla="*/ 255 w 341"/>
                <a:gd name="T29" fmla="*/ 408 h 511"/>
                <a:gd name="T30" fmla="*/ 262 w 341"/>
                <a:gd name="T31" fmla="*/ 450 h 511"/>
                <a:gd name="T32" fmla="*/ 241 w 341"/>
                <a:gd name="T33" fmla="*/ 510 h 511"/>
                <a:gd name="T34" fmla="*/ 117 w 341"/>
                <a:gd name="T35" fmla="*/ 406 h 511"/>
                <a:gd name="T36" fmla="*/ 144 w 341"/>
                <a:gd name="T37" fmla="*/ 386 h 511"/>
                <a:gd name="T38" fmla="*/ 188 w 341"/>
                <a:gd name="T39" fmla="*/ 380 h 511"/>
                <a:gd name="T40" fmla="*/ 216 w 341"/>
                <a:gd name="T41" fmla="*/ 394 h 511"/>
                <a:gd name="T42" fmla="*/ 232 w 341"/>
                <a:gd name="T43" fmla="*/ 283 h 511"/>
                <a:gd name="T44" fmla="*/ 260 w 341"/>
                <a:gd name="T45" fmla="*/ 187 h 511"/>
                <a:gd name="T46" fmla="*/ 297 w 341"/>
                <a:gd name="T47" fmla="*/ 114 h 511"/>
                <a:gd name="T48" fmla="*/ 287 w 341"/>
                <a:gd name="T49" fmla="*/ 71 h 511"/>
                <a:gd name="T50" fmla="*/ 266 w 341"/>
                <a:gd name="T51" fmla="*/ 37 h 511"/>
                <a:gd name="T52" fmla="*/ 202 w 341"/>
                <a:gd name="T53" fmla="*/ 23 h 511"/>
                <a:gd name="T54" fmla="*/ 161 w 341"/>
                <a:gd name="T55" fmla="*/ 37 h 511"/>
                <a:gd name="T56" fmla="*/ 126 w 341"/>
                <a:gd name="T57" fmla="*/ 71 h 511"/>
                <a:gd name="T58" fmla="*/ 112 w 341"/>
                <a:gd name="T59" fmla="*/ 131 h 511"/>
                <a:gd name="T60" fmla="*/ 91 w 341"/>
                <a:gd name="T61" fmla="*/ 229 h 511"/>
                <a:gd name="T62" fmla="*/ 73 w 341"/>
                <a:gd name="T63" fmla="*/ 310 h 511"/>
                <a:gd name="T64" fmla="*/ 92 w 341"/>
                <a:gd name="T65" fmla="*/ 369 h 511"/>
                <a:gd name="T66" fmla="*/ 0 w 341"/>
                <a:gd name="T67" fmla="*/ 306 h 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1" h="511">
                  <a:moveTo>
                    <a:pt x="0" y="306"/>
                  </a:moveTo>
                  <a:lnTo>
                    <a:pt x="15" y="290"/>
                  </a:lnTo>
                  <a:lnTo>
                    <a:pt x="35" y="283"/>
                  </a:lnTo>
                  <a:lnTo>
                    <a:pt x="59" y="288"/>
                  </a:lnTo>
                  <a:lnTo>
                    <a:pt x="75" y="213"/>
                  </a:lnTo>
                  <a:lnTo>
                    <a:pt x="102" y="101"/>
                  </a:lnTo>
                  <a:lnTo>
                    <a:pt x="125" y="45"/>
                  </a:lnTo>
                  <a:lnTo>
                    <a:pt x="167" y="11"/>
                  </a:lnTo>
                  <a:lnTo>
                    <a:pt x="225" y="0"/>
                  </a:lnTo>
                  <a:lnTo>
                    <a:pt x="292" y="16"/>
                  </a:lnTo>
                  <a:lnTo>
                    <a:pt x="324" y="50"/>
                  </a:lnTo>
                  <a:lnTo>
                    <a:pt x="340" y="114"/>
                  </a:lnTo>
                  <a:lnTo>
                    <a:pt x="330" y="188"/>
                  </a:lnTo>
                  <a:lnTo>
                    <a:pt x="266" y="352"/>
                  </a:lnTo>
                  <a:lnTo>
                    <a:pt x="255" y="408"/>
                  </a:lnTo>
                  <a:lnTo>
                    <a:pt x="262" y="450"/>
                  </a:lnTo>
                  <a:lnTo>
                    <a:pt x="241" y="510"/>
                  </a:lnTo>
                  <a:lnTo>
                    <a:pt x="117" y="406"/>
                  </a:lnTo>
                  <a:lnTo>
                    <a:pt x="144" y="386"/>
                  </a:lnTo>
                  <a:lnTo>
                    <a:pt x="188" y="380"/>
                  </a:lnTo>
                  <a:lnTo>
                    <a:pt x="216" y="394"/>
                  </a:lnTo>
                  <a:lnTo>
                    <a:pt x="232" y="283"/>
                  </a:lnTo>
                  <a:lnTo>
                    <a:pt x="260" y="187"/>
                  </a:lnTo>
                  <a:lnTo>
                    <a:pt x="297" y="114"/>
                  </a:lnTo>
                  <a:lnTo>
                    <a:pt x="287" y="71"/>
                  </a:lnTo>
                  <a:lnTo>
                    <a:pt x="266" y="37"/>
                  </a:lnTo>
                  <a:lnTo>
                    <a:pt x="202" y="23"/>
                  </a:lnTo>
                  <a:lnTo>
                    <a:pt x="161" y="37"/>
                  </a:lnTo>
                  <a:lnTo>
                    <a:pt x="126" y="71"/>
                  </a:lnTo>
                  <a:lnTo>
                    <a:pt x="112" y="131"/>
                  </a:lnTo>
                  <a:lnTo>
                    <a:pt x="91" y="229"/>
                  </a:lnTo>
                  <a:lnTo>
                    <a:pt x="73" y="310"/>
                  </a:lnTo>
                  <a:lnTo>
                    <a:pt x="92" y="369"/>
                  </a:lnTo>
                  <a:lnTo>
                    <a:pt x="0" y="30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1" name="Freeform 70">
              <a:extLst>
                <a:ext uri="{FF2B5EF4-FFF2-40B4-BE49-F238E27FC236}">
                  <a16:creationId xmlns:a16="http://schemas.microsoft.com/office/drawing/2014/main" id="{CCE2F81C-BB80-54E7-2935-D0DA62289489}"/>
                </a:ext>
              </a:extLst>
            </p:cNvPr>
            <p:cNvSpPr>
              <a:spLocks/>
            </p:cNvSpPr>
            <p:nvPr/>
          </p:nvSpPr>
          <p:spPr bwMode="auto">
            <a:xfrm>
              <a:off x="1747" y="2097"/>
              <a:ext cx="65" cy="94"/>
            </a:xfrm>
            <a:custGeom>
              <a:avLst/>
              <a:gdLst>
                <a:gd name="T0" fmla="*/ 0 w 65"/>
                <a:gd name="T1" fmla="*/ 14 h 94"/>
                <a:gd name="T2" fmla="*/ 19 w 65"/>
                <a:gd name="T3" fmla="*/ 24 h 94"/>
                <a:gd name="T4" fmla="*/ 64 w 65"/>
                <a:gd name="T5" fmla="*/ 0 h 94"/>
                <a:gd name="T6" fmla="*/ 42 w 65"/>
                <a:gd name="T7" fmla="*/ 40 h 94"/>
                <a:gd name="T8" fmla="*/ 58 w 65"/>
                <a:gd name="T9" fmla="*/ 76 h 94"/>
                <a:gd name="T10" fmla="*/ 30 w 65"/>
                <a:gd name="T11" fmla="*/ 58 h 94"/>
                <a:gd name="T12" fmla="*/ 3 w 65"/>
                <a:gd name="T13" fmla="*/ 93 h 94"/>
                <a:gd name="T14" fmla="*/ 10 w 65"/>
                <a:gd name="T15" fmla="*/ 54 h 94"/>
                <a:gd name="T16" fmla="*/ 0 w 65"/>
                <a:gd name="T17" fmla="*/ 1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94">
                  <a:moveTo>
                    <a:pt x="0" y="14"/>
                  </a:moveTo>
                  <a:lnTo>
                    <a:pt x="19" y="24"/>
                  </a:lnTo>
                  <a:lnTo>
                    <a:pt x="64" y="0"/>
                  </a:lnTo>
                  <a:lnTo>
                    <a:pt x="42" y="40"/>
                  </a:lnTo>
                  <a:lnTo>
                    <a:pt x="58" y="76"/>
                  </a:lnTo>
                  <a:lnTo>
                    <a:pt x="30" y="58"/>
                  </a:lnTo>
                  <a:lnTo>
                    <a:pt x="3" y="93"/>
                  </a:lnTo>
                  <a:lnTo>
                    <a:pt x="10" y="54"/>
                  </a:lnTo>
                  <a:lnTo>
                    <a:pt x="0" y="1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2" name="Freeform 71">
              <a:extLst>
                <a:ext uri="{FF2B5EF4-FFF2-40B4-BE49-F238E27FC236}">
                  <a16:creationId xmlns:a16="http://schemas.microsoft.com/office/drawing/2014/main" id="{E6320863-DA1E-B1E7-6B64-05DDBB77E747}"/>
                </a:ext>
              </a:extLst>
            </p:cNvPr>
            <p:cNvSpPr>
              <a:spLocks/>
            </p:cNvSpPr>
            <p:nvPr/>
          </p:nvSpPr>
          <p:spPr bwMode="auto">
            <a:xfrm>
              <a:off x="1756" y="1957"/>
              <a:ext cx="71" cy="100"/>
            </a:xfrm>
            <a:custGeom>
              <a:avLst/>
              <a:gdLst>
                <a:gd name="T0" fmla="*/ 0 w 71"/>
                <a:gd name="T1" fmla="*/ 34 h 100"/>
                <a:gd name="T2" fmla="*/ 31 w 71"/>
                <a:gd name="T3" fmla="*/ 32 h 100"/>
                <a:gd name="T4" fmla="*/ 64 w 71"/>
                <a:gd name="T5" fmla="*/ 0 h 100"/>
                <a:gd name="T6" fmla="*/ 47 w 71"/>
                <a:gd name="T7" fmla="*/ 44 h 100"/>
                <a:gd name="T8" fmla="*/ 70 w 71"/>
                <a:gd name="T9" fmla="*/ 79 h 100"/>
                <a:gd name="T10" fmla="*/ 41 w 71"/>
                <a:gd name="T11" fmla="*/ 67 h 100"/>
                <a:gd name="T12" fmla="*/ 17 w 71"/>
                <a:gd name="T13" fmla="*/ 99 h 100"/>
                <a:gd name="T14" fmla="*/ 20 w 71"/>
                <a:gd name="T15" fmla="*/ 60 h 100"/>
                <a:gd name="T16" fmla="*/ 0 w 71"/>
                <a:gd name="T17" fmla="*/ 3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00">
                  <a:moveTo>
                    <a:pt x="0" y="34"/>
                  </a:moveTo>
                  <a:lnTo>
                    <a:pt x="31" y="32"/>
                  </a:lnTo>
                  <a:lnTo>
                    <a:pt x="64" y="0"/>
                  </a:lnTo>
                  <a:lnTo>
                    <a:pt x="47" y="44"/>
                  </a:lnTo>
                  <a:lnTo>
                    <a:pt x="70" y="79"/>
                  </a:lnTo>
                  <a:lnTo>
                    <a:pt x="41" y="67"/>
                  </a:lnTo>
                  <a:lnTo>
                    <a:pt x="17" y="99"/>
                  </a:lnTo>
                  <a:lnTo>
                    <a:pt x="20" y="60"/>
                  </a:lnTo>
                  <a:lnTo>
                    <a:pt x="0" y="3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3" name="Freeform 72">
              <a:extLst>
                <a:ext uri="{FF2B5EF4-FFF2-40B4-BE49-F238E27FC236}">
                  <a16:creationId xmlns:a16="http://schemas.microsoft.com/office/drawing/2014/main" id="{5EE1E3CA-1DA2-3B86-B663-F4C08CB81626}"/>
                </a:ext>
              </a:extLst>
            </p:cNvPr>
            <p:cNvSpPr>
              <a:spLocks/>
            </p:cNvSpPr>
            <p:nvPr/>
          </p:nvSpPr>
          <p:spPr bwMode="auto">
            <a:xfrm>
              <a:off x="1859" y="1961"/>
              <a:ext cx="408" cy="689"/>
            </a:xfrm>
            <a:custGeom>
              <a:avLst/>
              <a:gdLst>
                <a:gd name="T0" fmla="*/ 0 w 408"/>
                <a:gd name="T1" fmla="*/ 441 h 689"/>
                <a:gd name="T2" fmla="*/ 26 w 408"/>
                <a:gd name="T3" fmla="*/ 423 h 689"/>
                <a:gd name="T4" fmla="*/ 74 w 408"/>
                <a:gd name="T5" fmla="*/ 411 h 689"/>
                <a:gd name="T6" fmla="*/ 101 w 408"/>
                <a:gd name="T7" fmla="*/ 298 h 689"/>
                <a:gd name="T8" fmla="*/ 121 w 408"/>
                <a:gd name="T9" fmla="*/ 172 h 689"/>
                <a:gd name="T10" fmla="*/ 144 w 408"/>
                <a:gd name="T11" fmla="*/ 105 h 689"/>
                <a:gd name="T12" fmla="*/ 174 w 408"/>
                <a:gd name="T13" fmla="*/ 51 h 689"/>
                <a:gd name="T14" fmla="*/ 218 w 408"/>
                <a:gd name="T15" fmla="*/ 12 h 689"/>
                <a:gd name="T16" fmla="*/ 266 w 408"/>
                <a:gd name="T17" fmla="*/ 0 h 689"/>
                <a:gd name="T18" fmla="*/ 334 w 408"/>
                <a:gd name="T19" fmla="*/ 31 h 689"/>
                <a:gd name="T20" fmla="*/ 401 w 408"/>
                <a:gd name="T21" fmla="*/ 116 h 689"/>
                <a:gd name="T22" fmla="*/ 407 w 408"/>
                <a:gd name="T23" fmla="*/ 215 h 689"/>
                <a:gd name="T24" fmla="*/ 389 w 408"/>
                <a:gd name="T25" fmla="*/ 338 h 689"/>
                <a:gd name="T26" fmla="*/ 324 w 408"/>
                <a:gd name="T27" fmla="*/ 537 h 689"/>
                <a:gd name="T28" fmla="*/ 253 w 408"/>
                <a:gd name="T29" fmla="*/ 688 h 689"/>
                <a:gd name="T30" fmla="*/ 190 w 408"/>
                <a:gd name="T31" fmla="*/ 666 h 689"/>
                <a:gd name="T32" fmla="*/ 146 w 408"/>
                <a:gd name="T33" fmla="*/ 570 h 689"/>
                <a:gd name="T34" fmla="*/ 185 w 408"/>
                <a:gd name="T35" fmla="*/ 530 h 689"/>
                <a:gd name="T36" fmla="*/ 236 w 408"/>
                <a:gd name="T37" fmla="*/ 545 h 689"/>
                <a:gd name="T38" fmla="*/ 283 w 408"/>
                <a:gd name="T39" fmla="*/ 448 h 689"/>
                <a:gd name="T40" fmla="*/ 316 w 408"/>
                <a:gd name="T41" fmla="*/ 342 h 689"/>
                <a:gd name="T42" fmla="*/ 353 w 408"/>
                <a:gd name="T43" fmla="*/ 217 h 689"/>
                <a:gd name="T44" fmla="*/ 378 w 408"/>
                <a:gd name="T45" fmla="*/ 174 h 689"/>
                <a:gd name="T46" fmla="*/ 368 w 408"/>
                <a:gd name="T47" fmla="*/ 116 h 689"/>
                <a:gd name="T48" fmla="*/ 298 w 408"/>
                <a:gd name="T49" fmla="*/ 51 h 689"/>
                <a:gd name="T50" fmla="*/ 262 w 408"/>
                <a:gd name="T51" fmla="*/ 34 h 689"/>
                <a:gd name="T52" fmla="*/ 231 w 408"/>
                <a:gd name="T53" fmla="*/ 41 h 689"/>
                <a:gd name="T54" fmla="*/ 193 w 408"/>
                <a:gd name="T55" fmla="*/ 75 h 689"/>
                <a:gd name="T56" fmla="*/ 155 w 408"/>
                <a:gd name="T57" fmla="*/ 146 h 689"/>
                <a:gd name="T58" fmla="*/ 131 w 408"/>
                <a:gd name="T59" fmla="*/ 226 h 689"/>
                <a:gd name="T60" fmla="*/ 117 w 408"/>
                <a:gd name="T61" fmla="*/ 307 h 689"/>
                <a:gd name="T62" fmla="*/ 108 w 408"/>
                <a:gd name="T63" fmla="*/ 386 h 689"/>
                <a:gd name="T64" fmla="*/ 93 w 408"/>
                <a:gd name="T65" fmla="*/ 417 h 689"/>
                <a:gd name="T66" fmla="*/ 90 w 408"/>
                <a:gd name="T67" fmla="*/ 525 h 689"/>
                <a:gd name="T68" fmla="*/ 0 w 408"/>
                <a:gd name="T69" fmla="*/ 441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8" h="689">
                  <a:moveTo>
                    <a:pt x="0" y="441"/>
                  </a:moveTo>
                  <a:lnTo>
                    <a:pt x="26" y="423"/>
                  </a:lnTo>
                  <a:lnTo>
                    <a:pt x="74" y="411"/>
                  </a:lnTo>
                  <a:lnTo>
                    <a:pt x="101" y="298"/>
                  </a:lnTo>
                  <a:lnTo>
                    <a:pt x="121" y="172"/>
                  </a:lnTo>
                  <a:lnTo>
                    <a:pt x="144" y="105"/>
                  </a:lnTo>
                  <a:lnTo>
                    <a:pt x="174" y="51"/>
                  </a:lnTo>
                  <a:lnTo>
                    <a:pt x="218" y="12"/>
                  </a:lnTo>
                  <a:lnTo>
                    <a:pt x="266" y="0"/>
                  </a:lnTo>
                  <a:lnTo>
                    <a:pt x="334" y="31"/>
                  </a:lnTo>
                  <a:lnTo>
                    <a:pt x="401" y="116"/>
                  </a:lnTo>
                  <a:lnTo>
                    <a:pt x="407" y="215"/>
                  </a:lnTo>
                  <a:lnTo>
                    <a:pt x="389" y="338"/>
                  </a:lnTo>
                  <a:lnTo>
                    <a:pt x="324" y="537"/>
                  </a:lnTo>
                  <a:lnTo>
                    <a:pt x="253" y="688"/>
                  </a:lnTo>
                  <a:lnTo>
                    <a:pt x="190" y="666"/>
                  </a:lnTo>
                  <a:lnTo>
                    <a:pt x="146" y="570"/>
                  </a:lnTo>
                  <a:lnTo>
                    <a:pt x="185" y="530"/>
                  </a:lnTo>
                  <a:lnTo>
                    <a:pt x="236" y="545"/>
                  </a:lnTo>
                  <a:lnTo>
                    <a:pt x="283" y="448"/>
                  </a:lnTo>
                  <a:lnTo>
                    <a:pt x="316" y="342"/>
                  </a:lnTo>
                  <a:lnTo>
                    <a:pt x="353" y="217"/>
                  </a:lnTo>
                  <a:lnTo>
                    <a:pt x="378" y="174"/>
                  </a:lnTo>
                  <a:lnTo>
                    <a:pt x="368" y="116"/>
                  </a:lnTo>
                  <a:lnTo>
                    <a:pt x="298" y="51"/>
                  </a:lnTo>
                  <a:lnTo>
                    <a:pt x="262" y="34"/>
                  </a:lnTo>
                  <a:lnTo>
                    <a:pt x="231" y="41"/>
                  </a:lnTo>
                  <a:lnTo>
                    <a:pt x="193" y="75"/>
                  </a:lnTo>
                  <a:lnTo>
                    <a:pt x="155" y="146"/>
                  </a:lnTo>
                  <a:lnTo>
                    <a:pt x="131" y="226"/>
                  </a:lnTo>
                  <a:lnTo>
                    <a:pt x="117" y="307"/>
                  </a:lnTo>
                  <a:lnTo>
                    <a:pt x="108" y="386"/>
                  </a:lnTo>
                  <a:lnTo>
                    <a:pt x="93" y="417"/>
                  </a:lnTo>
                  <a:lnTo>
                    <a:pt x="90" y="525"/>
                  </a:lnTo>
                  <a:lnTo>
                    <a:pt x="0" y="44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4" name="Freeform 73">
              <a:extLst>
                <a:ext uri="{FF2B5EF4-FFF2-40B4-BE49-F238E27FC236}">
                  <a16:creationId xmlns:a16="http://schemas.microsoft.com/office/drawing/2014/main" id="{7DE9390A-D1AA-F28D-8469-AFECC629A544}"/>
                </a:ext>
              </a:extLst>
            </p:cNvPr>
            <p:cNvSpPr>
              <a:spLocks/>
            </p:cNvSpPr>
            <p:nvPr/>
          </p:nvSpPr>
          <p:spPr bwMode="auto">
            <a:xfrm>
              <a:off x="1998" y="2340"/>
              <a:ext cx="78" cy="100"/>
            </a:xfrm>
            <a:custGeom>
              <a:avLst/>
              <a:gdLst>
                <a:gd name="T0" fmla="*/ 0 w 78"/>
                <a:gd name="T1" fmla="*/ 2 h 100"/>
                <a:gd name="T2" fmla="*/ 23 w 78"/>
                <a:gd name="T3" fmla="*/ 20 h 100"/>
                <a:gd name="T4" fmla="*/ 77 w 78"/>
                <a:gd name="T5" fmla="*/ 0 h 100"/>
                <a:gd name="T6" fmla="*/ 42 w 78"/>
                <a:gd name="T7" fmla="*/ 34 h 100"/>
                <a:gd name="T8" fmla="*/ 62 w 78"/>
                <a:gd name="T9" fmla="*/ 75 h 100"/>
                <a:gd name="T10" fmla="*/ 30 w 78"/>
                <a:gd name="T11" fmla="*/ 56 h 100"/>
                <a:gd name="T12" fmla="*/ 1 w 78"/>
                <a:gd name="T13" fmla="*/ 99 h 100"/>
                <a:gd name="T14" fmla="*/ 11 w 78"/>
                <a:gd name="T15" fmla="*/ 42 h 100"/>
                <a:gd name="T16" fmla="*/ 0 w 78"/>
                <a:gd name="T17" fmla="*/ 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100">
                  <a:moveTo>
                    <a:pt x="0" y="2"/>
                  </a:moveTo>
                  <a:lnTo>
                    <a:pt x="23" y="20"/>
                  </a:lnTo>
                  <a:lnTo>
                    <a:pt x="77" y="0"/>
                  </a:lnTo>
                  <a:lnTo>
                    <a:pt x="42" y="34"/>
                  </a:lnTo>
                  <a:lnTo>
                    <a:pt x="62" y="75"/>
                  </a:lnTo>
                  <a:lnTo>
                    <a:pt x="30" y="56"/>
                  </a:lnTo>
                  <a:lnTo>
                    <a:pt x="1" y="99"/>
                  </a:lnTo>
                  <a:lnTo>
                    <a:pt x="11" y="42"/>
                  </a:lnTo>
                  <a:lnTo>
                    <a:pt x="0" y="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5" name="Freeform 74">
              <a:extLst>
                <a:ext uri="{FF2B5EF4-FFF2-40B4-BE49-F238E27FC236}">
                  <a16:creationId xmlns:a16="http://schemas.microsoft.com/office/drawing/2014/main" id="{21BD4F0B-184C-1B59-8509-59FBB7A5026B}"/>
                </a:ext>
              </a:extLst>
            </p:cNvPr>
            <p:cNvSpPr>
              <a:spLocks/>
            </p:cNvSpPr>
            <p:nvPr/>
          </p:nvSpPr>
          <p:spPr bwMode="auto">
            <a:xfrm>
              <a:off x="2056" y="2073"/>
              <a:ext cx="88" cy="101"/>
            </a:xfrm>
            <a:custGeom>
              <a:avLst/>
              <a:gdLst>
                <a:gd name="T0" fmla="*/ 0 w 88"/>
                <a:gd name="T1" fmla="*/ 15 h 101"/>
                <a:gd name="T2" fmla="*/ 26 w 88"/>
                <a:gd name="T3" fmla="*/ 17 h 101"/>
                <a:gd name="T4" fmla="*/ 87 w 88"/>
                <a:gd name="T5" fmla="*/ 0 h 101"/>
                <a:gd name="T6" fmla="*/ 53 w 88"/>
                <a:gd name="T7" fmla="*/ 33 h 101"/>
                <a:gd name="T8" fmla="*/ 70 w 88"/>
                <a:gd name="T9" fmla="*/ 82 h 101"/>
                <a:gd name="T10" fmla="*/ 36 w 88"/>
                <a:gd name="T11" fmla="*/ 53 h 101"/>
                <a:gd name="T12" fmla="*/ 1 w 88"/>
                <a:gd name="T13" fmla="*/ 100 h 101"/>
                <a:gd name="T14" fmla="*/ 19 w 88"/>
                <a:gd name="T15" fmla="*/ 36 h 101"/>
                <a:gd name="T16" fmla="*/ 0 w 88"/>
                <a:gd name="T17" fmla="*/ 1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01">
                  <a:moveTo>
                    <a:pt x="0" y="15"/>
                  </a:moveTo>
                  <a:lnTo>
                    <a:pt x="26" y="17"/>
                  </a:lnTo>
                  <a:lnTo>
                    <a:pt x="87" y="0"/>
                  </a:lnTo>
                  <a:lnTo>
                    <a:pt x="53" y="33"/>
                  </a:lnTo>
                  <a:lnTo>
                    <a:pt x="70" y="82"/>
                  </a:lnTo>
                  <a:lnTo>
                    <a:pt x="36" y="53"/>
                  </a:lnTo>
                  <a:lnTo>
                    <a:pt x="1" y="100"/>
                  </a:lnTo>
                  <a:lnTo>
                    <a:pt x="19" y="36"/>
                  </a:lnTo>
                  <a:lnTo>
                    <a:pt x="0" y="1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 name="Freeform 75">
              <a:extLst>
                <a:ext uri="{FF2B5EF4-FFF2-40B4-BE49-F238E27FC236}">
                  <a16:creationId xmlns:a16="http://schemas.microsoft.com/office/drawing/2014/main" id="{BA53CFFD-B0A3-BF35-D1A5-99E29BD0FF54}"/>
                </a:ext>
              </a:extLst>
            </p:cNvPr>
            <p:cNvSpPr>
              <a:spLocks/>
            </p:cNvSpPr>
            <p:nvPr/>
          </p:nvSpPr>
          <p:spPr bwMode="auto">
            <a:xfrm>
              <a:off x="2066" y="2204"/>
              <a:ext cx="100" cy="118"/>
            </a:xfrm>
            <a:custGeom>
              <a:avLst/>
              <a:gdLst>
                <a:gd name="T0" fmla="*/ 0 w 100"/>
                <a:gd name="T1" fmla="*/ 14 h 118"/>
                <a:gd name="T2" fmla="*/ 36 w 100"/>
                <a:gd name="T3" fmla="*/ 30 h 118"/>
                <a:gd name="T4" fmla="*/ 64 w 100"/>
                <a:gd name="T5" fmla="*/ 9 h 118"/>
                <a:gd name="T6" fmla="*/ 99 w 100"/>
                <a:gd name="T7" fmla="*/ 0 h 118"/>
                <a:gd name="T8" fmla="*/ 57 w 100"/>
                <a:gd name="T9" fmla="*/ 46 h 118"/>
                <a:gd name="T10" fmla="*/ 75 w 100"/>
                <a:gd name="T11" fmla="*/ 95 h 118"/>
                <a:gd name="T12" fmla="*/ 46 w 100"/>
                <a:gd name="T13" fmla="*/ 72 h 118"/>
                <a:gd name="T14" fmla="*/ 18 w 100"/>
                <a:gd name="T15" fmla="*/ 117 h 118"/>
                <a:gd name="T16" fmla="*/ 27 w 100"/>
                <a:gd name="T17" fmla="*/ 62 h 118"/>
                <a:gd name="T18" fmla="*/ 0 w 100"/>
                <a:gd name="T19" fmla="*/ 1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18">
                  <a:moveTo>
                    <a:pt x="0" y="14"/>
                  </a:moveTo>
                  <a:lnTo>
                    <a:pt x="36" y="30"/>
                  </a:lnTo>
                  <a:lnTo>
                    <a:pt x="64" y="9"/>
                  </a:lnTo>
                  <a:lnTo>
                    <a:pt x="99" y="0"/>
                  </a:lnTo>
                  <a:lnTo>
                    <a:pt x="57" y="46"/>
                  </a:lnTo>
                  <a:lnTo>
                    <a:pt x="75" y="95"/>
                  </a:lnTo>
                  <a:lnTo>
                    <a:pt x="46" y="72"/>
                  </a:lnTo>
                  <a:lnTo>
                    <a:pt x="18" y="117"/>
                  </a:lnTo>
                  <a:lnTo>
                    <a:pt x="27" y="62"/>
                  </a:lnTo>
                  <a:lnTo>
                    <a:pt x="0" y="1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7" name="Freeform 76">
              <a:extLst>
                <a:ext uri="{FF2B5EF4-FFF2-40B4-BE49-F238E27FC236}">
                  <a16:creationId xmlns:a16="http://schemas.microsoft.com/office/drawing/2014/main" id="{EE119543-BC50-C41C-91DC-397F55FC5146}"/>
                </a:ext>
              </a:extLst>
            </p:cNvPr>
            <p:cNvSpPr>
              <a:spLocks/>
            </p:cNvSpPr>
            <p:nvPr/>
          </p:nvSpPr>
          <p:spPr bwMode="auto">
            <a:xfrm>
              <a:off x="417" y="2035"/>
              <a:ext cx="457" cy="766"/>
            </a:xfrm>
            <a:custGeom>
              <a:avLst/>
              <a:gdLst>
                <a:gd name="T0" fmla="*/ 456 w 457"/>
                <a:gd name="T1" fmla="*/ 531 h 766"/>
                <a:gd name="T2" fmla="*/ 418 w 457"/>
                <a:gd name="T3" fmla="*/ 511 h 766"/>
                <a:gd name="T4" fmla="*/ 368 w 457"/>
                <a:gd name="T5" fmla="*/ 511 h 766"/>
                <a:gd name="T6" fmla="*/ 333 w 457"/>
                <a:gd name="T7" fmla="*/ 381 h 766"/>
                <a:gd name="T8" fmla="*/ 290 w 457"/>
                <a:gd name="T9" fmla="*/ 265 h 766"/>
                <a:gd name="T10" fmla="*/ 260 w 457"/>
                <a:gd name="T11" fmla="*/ 124 h 766"/>
                <a:gd name="T12" fmla="*/ 233 w 457"/>
                <a:gd name="T13" fmla="*/ 59 h 766"/>
                <a:gd name="T14" fmla="*/ 181 w 457"/>
                <a:gd name="T15" fmla="*/ 12 h 766"/>
                <a:gd name="T16" fmla="*/ 128 w 457"/>
                <a:gd name="T17" fmla="*/ 0 h 766"/>
                <a:gd name="T18" fmla="*/ 72 w 457"/>
                <a:gd name="T19" fmla="*/ 35 h 766"/>
                <a:gd name="T20" fmla="*/ 36 w 457"/>
                <a:gd name="T21" fmla="*/ 90 h 766"/>
                <a:gd name="T22" fmla="*/ 0 w 457"/>
                <a:gd name="T23" fmla="*/ 197 h 766"/>
                <a:gd name="T24" fmla="*/ 5 w 457"/>
                <a:gd name="T25" fmla="*/ 314 h 766"/>
                <a:gd name="T26" fmla="*/ 64 w 457"/>
                <a:gd name="T27" fmla="*/ 484 h 766"/>
                <a:gd name="T28" fmla="*/ 135 w 457"/>
                <a:gd name="T29" fmla="*/ 613 h 766"/>
                <a:gd name="T30" fmla="*/ 237 w 457"/>
                <a:gd name="T31" fmla="*/ 753 h 766"/>
                <a:gd name="T32" fmla="*/ 279 w 457"/>
                <a:gd name="T33" fmla="*/ 765 h 766"/>
                <a:gd name="T34" fmla="*/ 357 w 457"/>
                <a:gd name="T35" fmla="*/ 669 h 766"/>
                <a:gd name="T36" fmla="*/ 296 w 457"/>
                <a:gd name="T37" fmla="*/ 633 h 766"/>
                <a:gd name="T38" fmla="*/ 236 w 457"/>
                <a:gd name="T39" fmla="*/ 642 h 766"/>
                <a:gd name="T40" fmla="*/ 159 w 457"/>
                <a:gd name="T41" fmla="*/ 535 h 766"/>
                <a:gd name="T42" fmla="*/ 107 w 457"/>
                <a:gd name="T43" fmla="*/ 423 h 766"/>
                <a:gd name="T44" fmla="*/ 65 w 457"/>
                <a:gd name="T45" fmla="*/ 277 h 766"/>
                <a:gd name="T46" fmla="*/ 43 w 457"/>
                <a:gd name="T47" fmla="*/ 179 h 766"/>
                <a:gd name="T48" fmla="*/ 64 w 457"/>
                <a:gd name="T49" fmla="*/ 112 h 766"/>
                <a:gd name="T50" fmla="*/ 99 w 457"/>
                <a:gd name="T51" fmla="*/ 73 h 766"/>
                <a:gd name="T52" fmla="*/ 143 w 457"/>
                <a:gd name="T53" fmla="*/ 35 h 766"/>
                <a:gd name="T54" fmla="*/ 184 w 457"/>
                <a:gd name="T55" fmla="*/ 41 h 766"/>
                <a:gd name="T56" fmla="*/ 225 w 457"/>
                <a:gd name="T57" fmla="*/ 91 h 766"/>
                <a:gd name="T58" fmla="*/ 250 w 457"/>
                <a:gd name="T59" fmla="*/ 193 h 766"/>
                <a:gd name="T60" fmla="*/ 275 w 457"/>
                <a:gd name="T61" fmla="*/ 308 h 766"/>
                <a:gd name="T62" fmla="*/ 322 w 457"/>
                <a:gd name="T63" fmla="*/ 432 h 766"/>
                <a:gd name="T64" fmla="*/ 357 w 457"/>
                <a:gd name="T65" fmla="*/ 531 h 766"/>
                <a:gd name="T66" fmla="*/ 397 w 457"/>
                <a:gd name="T67" fmla="*/ 594 h 766"/>
                <a:gd name="T68" fmla="*/ 456 w 457"/>
                <a:gd name="T69" fmla="*/ 531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7" h="766">
                  <a:moveTo>
                    <a:pt x="456" y="531"/>
                  </a:moveTo>
                  <a:lnTo>
                    <a:pt x="418" y="511"/>
                  </a:lnTo>
                  <a:lnTo>
                    <a:pt x="368" y="511"/>
                  </a:lnTo>
                  <a:lnTo>
                    <a:pt x="333" y="381"/>
                  </a:lnTo>
                  <a:lnTo>
                    <a:pt x="290" y="265"/>
                  </a:lnTo>
                  <a:lnTo>
                    <a:pt x="260" y="124"/>
                  </a:lnTo>
                  <a:lnTo>
                    <a:pt x="233" y="59"/>
                  </a:lnTo>
                  <a:lnTo>
                    <a:pt x="181" y="12"/>
                  </a:lnTo>
                  <a:lnTo>
                    <a:pt x="128" y="0"/>
                  </a:lnTo>
                  <a:lnTo>
                    <a:pt x="72" y="35"/>
                  </a:lnTo>
                  <a:lnTo>
                    <a:pt x="36" y="90"/>
                  </a:lnTo>
                  <a:lnTo>
                    <a:pt x="0" y="197"/>
                  </a:lnTo>
                  <a:lnTo>
                    <a:pt x="5" y="314"/>
                  </a:lnTo>
                  <a:lnTo>
                    <a:pt x="64" y="484"/>
                  </a:lnTo>
                  <a:lnTo>
                    <a:pt x="135" y="613"/>
                  </a:lnTo>
                  <a:lnTo>
                    <a:pt x="237" y="753"/>
                  </a:lnTo>
                  <a:lnTo>
                    <a:pt x="279" y="765"/>
                  </a:lnTo>
                  <a:lnTo>
                    <a:pt x="357" y="669"/>
                  </a:lnTo>
                  <a:lnTo>
                    <a:pt x="296" y="633"/>
                  </a:lnTo>
                  <a:lnTo>
                    <a:pt x="236" y="642"/>
                  </a:lnTo>
                  <a:lnTo>
                    <a:pt x="159" y="535"/>
                  </a:lnTo>
                  <a:lnTo>
                    <a:pt x="107" y="423"/>
                  </a:lnTo>
                  <a:lnTo>
                    <a:pt x="65" y="277"/>
                  </a:lnTo>
                  <a:lnTo>
                    <a:pt x="43" y="179"/>
                  </a:lnTo>
                  <a:lnTo>
                    <a:pt x="64" y="112"/>
                  </a:lnTo>
                  <a:lnTo>
                    <a:pt x="99" y="73"/>
                  </a:lnTo>
                  <a:lnTo>
                    <a:pt x="143" y="35"/>
                  </a:lnTo>
                  <a:lnTo>
                    <a:pt x="184" y="41"/>
                  </a:lnTo>
                  <a:lnTo>
                    <a:pt x="225" y="91"/>
                  </a:lnTo>
                  <a:lnTo>
                    <a:pt x="250" y="193"/>
                  </a:lnTo>
                  <a:lnTo>
                    <a:pt x="275" y="308"/>
                  </a:lnTo>
                  <a:lnTo>
                    <a:pt x="322" y="432"/>
                  </a:lnTo>
                  <a:lnTo>
                    <a:pt x="357" y="531"/>
                  </a:lnTo>
                  <a:lnTo>
                    <a:pt x="397" y="594"/>
                  </a:lnTo>
                  <a:lnTo>
                    <a:pt x="456" y="53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8" name="Freeform 77">
              <a:extLst>
                <a:ext uri="{FF2B5EF4-FFF2-40B4-BE49-F238E27FC236}">
                  <a16:creationId xmlns:a16="http://schemas.microsoft.com/office/drawing/2014/main" id="{B39746DB-6CFA-2976-840F-9FD90693C7E9}"/>
                </a:ext>
              </a:extLst>
            </p:cNvPr>
            <p:cNvSpPr>
              <a:spLocks/>
            </p:cNvSpPr>
            <p:nvPr/>
          </p:nvSpPr>
          <p:spPr bwMode="auto">
            <a:xfrm>
              <a:off x="539" y="2158"/>
              <a:ext cx="76" cy="98"/>
            </a:xfrm>
            <a:custGeom>
              <a:avLst/>
              <a:gdLst>
                <a:gd name="T0" fmla="*/ 0 w 76"/>
                <a:gd name="T1" fmla="*/ 4 h 98"/>
                <a:gd name="T2" fmla="*/ 34 w 76"/>
                <a:gd name="T3" fmla="*/ 20 h 98"/>
                <a:gd name="T4" fmla="*/ 73 w 76"/>
                <a:gd name="T5" fmla="*/ 0 h 98"/>
                <a:gd name="T6" fmla="*/ 55 w 76"/>
                <a:gd name="T7" fmla="*/ 32 h 98"/>
                <a:gd name="T8" fmla="*/ 75 w 76"/>
                <a:gd name="T9" fmla="*/ 97 h 98"/>
                <a:gd name="T10" fmla="*/ 53 w 76"/>
                <a:gd name="T11" fmla="*/ 61 h 98"/>
                <a:gd name="T12" fmla="*/ 10 w 76"/>
                <a:gd name="T13" fmla="*/ 80 h 98"/>
                <a:gd name="T14" fmla="*/ 32 w 76"/>
                <a:gd name="T15" fmla="*/ 46 h 98"/>
                <a:gd name="T16" fmla="*/ 0 w 76"/>
                <a:gd name="T17" fmla="*/ 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98">
                  <a:moveTo>
                    <a:pt x="0" y="4"/>
                  </a:moveTo>
                  <a:lnTo>
                    <a:pt x="34" y="20"/>
                  </a:lnTo>
                  <a:lnTo>
                    <a:pt x="73" y="0"/>
                  </a:lnTo>
                  <a:lnTo>
                    <a:pt x="55" y="32"/>
                  </a:lnTo>
                  <a:lnTo>
                    <a:pt x="75" y="97"/>
                  </a:lnTo>
                  <a:lnTo>
                    <a:pt x="53" y="61"/>
                  </a:lnTo>
                  <a:lnTo>
                    <a:pt x="10" y="80"/>
                  </a:lnTo>
                  <a:lnTo>
                    <a:pt x="32" y="46"/>
                  </a:lnTo>
                  <a:lnTo>
                    <a:pt x="0"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9" name="Freeform 78">
              <a:extLst>
                <a:ext uri="{FF2B5EF4-FFF2-40B4-BE49-F238E27FC236}">
                  <a16:creationId xmlns:a16="http://schemas.microsoft.com/office/drawing/2014/main" id="{05F5D16C-8B2C-EF7E-AC02-1406D51450D2}"/>
                </a:ext>
              </a:extLst>
            </p:cNvPr>
            <p:cNvSpPr>
              <a:spLocks/>
            </p:cNvSpPr>
            <p:nvPr/>
          </p:nvSpPr>
          <p:spPr bwMode="auto">
            <a:xfrm>
              <a:off x="575" y="2312"/>
              <a:ext cx="73" cy="109"/>
            </a:xfrm>
            <a:custGeom>
              <a:avLst/>
              <a:gdLst>
                <a:gd name="T0" fmla="*/ 0 w 73"/>
                <a:gd name="T1" fmla="*/ 0 h 109"/>
                <a:gd name="T2" fmla="*/ 28 w 73"/>
                <a:gd name="T3" fmla="*/ 23 h 109"/>
                <a:gd name="T4" fmla="*/ 64 w 73"/>
                <a:gd name="T5" fmla="*/ 11 h 109"/>
                <a:gd name="T6" fmla="*/ 56 w 73"/>
                <a:gd name="T7" fmla="*/ 42 h 109"/>
                <a:gd name="T8" fmla="*/ 72 w 73"/>
                <a:gd name="T9" fmla="*/ 108 h 109"/>
                <a:gd name="T10" fmla="*/ 49 w 73"/>
                <a:gd name="T11" fmla="*/ 70 h 109"/>
                <a:gd name="T12" fmla="*/ 9 w 73"/>
                <a:gd name="T13" fmla="*/ 94 h 109"/>
                <a:gd name="T14" fmla="*/ 31 w 73"/>
                <a:gd name="T15" fmla="*/ 57 h 109"/>
                <a:gd name="T16" fmla="*/ 0 w 73"/>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109">
                  <a:moveTo>
                    <a:pt x="0" y="0"/>
                  </a:moveTo>
                  <a:lnTo>
                    <a:pt x="28" y="23"/>
                  </a:lnTo>
                  <a:lnTo>
                    <a:pt x="64" y="11"/>
                  </a:lnTo>
                  <a:lnTo>
                    <a:pt x="56" y="42"/>
                  </a:lnTo>
                  <a:lnTo>
                    <a:pt x="72" y="108"/>
                  </a:lnTo>
                  <a:lnTo>
                    <a:pt x="49" y="70"/>
                  </a:lnTo>
                  <a:lnTo>
                    <a:pt x="9" y="94"/>
                  </a:lnTo>
                  <a:lnTo>
                    <a:pt x="31" y="57"/>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0" name="Freeform 79">
              <a:extLst>
                <a:ext uri="{FF2B5EF4-FFF2-40B4-BE49-F238E27FC236}">
                  <a16:creationId xmlns:a16="http://schemas.microsoft.com/office/drawing/2014/main" id="{2E68DD8A-E4C1-B9C5-2E87-5B048A291C32}"/>
                </a:ext>
              </a:extLst>
            </p:cNvPr>
            <p:cNvSpPr>
              <a:spLocks/>
            </p:cNvSpPr>
            <p:nvPr/>
          </p:nvSpPr>
          <p:spPr bwMode="auto">
            <a:xfrm>
              <a:off x="644" y="2477"/>
              <a:ext cx="66" cy="116"/>
            </a:xfrm>
            <a:custGeom>
              <a:avLst/>
              <a:gdLst>
                <a:gd name="T0" fmla="*/ 4 w 66"/>
                <a:gd name="T1" fmla="*/ 0 h 116"/>
                <a:gd name="T2" fmla="*/ 30 w 66"/>
                <a:gd name="T3" fmla="*/ 26 h 116"/>
                <a:gd name="T4" fmla="*/ 53 w 66"/>
                <a:gd name="T5" fmla="*/ 19 h 116"/>
                <a:gd name="T6" fmla="*/ 40 w 66"/>
                <a:gd name="T7" fmla="*/ 60 h 116"/>
                <a:gd name="T8" fmla="*/ 65 w 66"/>
                <a:gd name="T9" fmla="*/ 115 h 116"/>
                <a:gd name="T10" fmla="*/ 27 w 66"/>
                <a:gd name="T11" fmla="*/ 80 h 116"/>
                <a:gd name="T12" fmla="*/ 0 w 66"/>
                <a:gd name="T13" fmla="*/ 93 h 116"/>
                <a:gd name="T14" fmla="*/ 18 w 66"/>
                <a:gd name="T15" fmla="*/ 46 h 116"/>
                <a:gd name="T16" fmla="*/ 4 w 66"/>
                <a:gd name="T1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116">
                  <a:moveTo>
                    <a:pt x="4" y="0"/>
                  </a:moveTo>
                  <a:lnTo>
                    <a:pt x="30" y="26"/>
                  </a:lnTo>
                  <a:lnTo>
                    <a:pt x="53" y="19"/>
                  </a:lnTo>
                  <a:lnTo>
                    <a:pt x="40" y="60"/>
                  </a:lnTo>
                  <a:lnTo>
                    <a:pt x="65" y="115"/>
                  </a:lnTo>
                  <a:lnTo>
                    <a:pt x="27" y="80"/>
                  </a:lnTo>
                  <a:lnTo>
                    <a:pt x="0" y="93"/>
                  </a:lnTo>
                  <a:lnTo>
                    <a:pt x="18" y="46"/>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1" name="Freeform 80">
              <a:extLst>
                <a:ext uri="{FF2B5EF4-FFF2-40B4-BE49-F238E27FC236}">
                  <a16:creationId xmlns:a16="http://schemas.microsoft.com/office/drawing/2014/main" id="{CDBD5F4F-17E7-A0E7-2F16-48B8C57CA537}"/>
                </a:ext>
              </a:extLst>
            </p:cNvPr>
            <p:cNvSpPr>
              <a:spLocks/>
            </p:cNvSpPr>
            <p:nvPr/>
          </p:nvSpPr>
          <p:spPr bwMode="auto">
            <a:xfrm>
              <a:off x="1253" y="1831"/>
              <a:ext cx="346" cy="366"/>
            </a:xfrm>
            <a:custGeom>
              <a:avLst/>
              <a:gdLst>
                <a:gd name="T0" fmla="*/ 7 w 346"/>
                <a:gd name="T1" fmla="*/ 365 h 366"/>
                <a:gd name="T2" fmla="*/ 2 w 346"/>
                <a:gd name="T3" fmla="*/ 344 h 366"/>
                <a:gd name="T4" fmla="*/ 0 w 346"/>
                <a:gd name="T5" fmla="*/ 327 h 366"/>
                <a:gd name="T6" fmla="*/ 13 w 346"/>
                <a:gd name="T7" fmla="*/ 304 h 366"/>
                <a:gd name="T8" fmla="*/ 38 w 346"/>
                <a:gd name="T9" fmla="*/ 297 h 366"/>
                <a:gd name="T10" fmla="*/ 57 w 346"/>
                <a:gd name="T11" fmla="*/ 210 h 366"/>
                <a:gd name="T12" fmla="*/ 60 w 346"/>
                <a:gd name="T13" fmla="*/ 101 h 366"/>
                <a:gd name="T14" fmla="*/ 84 w 346"/>
                <a:gd name="T15" fmla="*/ 44 h 366"/>
                <a:gd name="T16" fmla="*/ 125 w 346"/>
                <a:gd name="T17" fmla="*/ 9 h 366"/>
                <a:gd name="T18" fmla="*/ 202 w 346"/>
                <a:gd name="T19" fmla="*/ 0 h 366"/>
                <a:gd name="T20" fmla="*/ 264 w 346"/>
                <a:gd name="T21" fmla="*/ 19 h 366"/>
                <a:gd name="T22" fmla="*/ 328 w 346"/>
                <a:gd name="T23" fmla="*/ 67 h 366"/>
                <a:gd name="T24" fmla="*/ 345 w 346"/>
                <a:gd name="T25" fmla="*/ 115 h 366"/>
                <a:gd name="T26" fmla="*/ 329 w 346"/>
                <a:gd name="T27" fmla="*/ 174 h 366"/>
                <a:gd name="T28" fmla="*/ 319 w 346"/>
                <a:gd name="T29" fmla="*/ 309 h 366"/>
                <a:gd name="T30" fmla="*/ 325 w 346"/>
                <a:gd name="T31" fmla="*/ 346 h 366"/>
                <a:gd name="T32" fmla="*/ 245 w 346"/>
                <a:gd name="T33" fmla="*/ 335 h 366"/>
                <a:gd name="T34" fmla="*/ 248 w 346"/>
                <a:gd name="T35" fmla="*/ 313 h 366"/>
                <a:gd name="T36" fmla="*/ 289 w 346"/>
                <a:gd name="T37" fmla="*/ 289 h 366"/>
                <a:gd name="T38" fmla="*/ 285 w 346"/>
                <a:gd name="T39" fmla="*/ 223 h 366"/>
                <a:gd name="T40" fmla="*/ 287 w 346"/>
                <a:gd name="T41" fmla="*/ 147 h 366"/>
                <a:gd name="T42" fmla="*/ 303 w 346"/>
                <a:gd name="T43" fmla="*/ 100 h 366"/>
                <a:gd name="T44" fmla="*/ 277 w 346"/>
                <a:gd name="T45" fmla="*/ 63 h 366"/>
                <a:gd name="T46" fmla="*/ 217 w 346"/>
                <a:gd name="T47" fmla="*/ 33 h 366"/>
                <a:gd name="T48" fmla="*/ 167 w 346"/>
                <a:gd name="T49" fmla="*/ 19 h 366"/>
                <a:gd name="T50" fmla="*/ 123 w 346"/>
                <a:gd name="T51" fmla="*/ 27 h 366"/>
                <a:gd name="T52" fmla="*/ 97 w 346"/>
                <a:gd name="T53" fmla="*/ 65 h 366"/>
                <a:gd name="T54" fmla="*/ 84 w 346"/>
                <a:gd name="T55" fmla="*/ 119 h 366"/>
                <a:gd name="T56" fmla="*/ 79 w 346"/>
                <a:gd name="T57" fmla="*/ 173 h 366"/>
                <a:gd name="T58" fmla="*/ 72 w 346"/>
                <a:gd name="T59" fmla="*/ 220 h 366"/>
                <a:gd name="T60" fmla="*/ 61 w 346"/>
                <a:gd name="T61" fmla="*/ 309 h 366"/>
                <a:gd name="T62" fmla="*/ 86 w 346"/>
                <a:gd name="T63" fmla="*/ 342 h 366"/>
                <a:gd name="T64" fmla="*/ 7 w 346"/>
                <a:gd name="T65" fmla="*/ 36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6" h="366">
                  <a:moveTo>
                    <a:pt x="7" y="365"/>
                  </a:moveTo>
                  <a:lnTo>
                    <a:pt x="2" y="344"/>
                  </a:lnTo>
                  <a:lnTo>
                    <a:pt x="0" y="327"/>
                  </a:lnTo>
                  <a:lnTo>
                    <a:pt x="13" y="304"/>
                  </a:lnTo>
                  <a:lnTo>
                    <a:pt x="38" y="297"/>
                  </a:lnTo>
                  <a:lnTo>
                    <a:pt x="57" y="210"/>
                  </a:lnTo>
                  <a:lnTo>
                    <a:pt x="60" y="101"/>
                  </a:lnTo>
                  <a:lnTo>
                    <a:pt x="84" y="44"/>
                  </a:lnTo>
                  <a:lnTo>
                    <a:pt x="125" y="9"/>
                  </a:lnTo>
                  <a:lnTo>
                    <a:pt x="202" y="0"/>
                  </a:lnTo>
                  <a:lnTo>
                    <a:pt x="264" y="19"/>
                  </a:lnTo>
                  <a:lnTo>
                    <a:pt x="328" y="67"/>
                  </a:lnTo>
                  <a:lnTo>
                    <a:pt x="345" y="115"/>
                  </a:lnTo>
                  <a:lnTo>
                    <a:pt x="329" y="174"/>
                  </a:lnTo>
                  <a:lnTo>
                    <a:pt x="319" y="309"/>
                  </a:lnTo>
                  <a:lnTo>
                    <a:pt x="325" y="346"/>
                  </a:lnTo>
                  <a:lnTo>
                    <a:pt x="245" y="335"/>
                  </a:lnTo>
                  <a:lnTo>
                    <a:pt x="248" y="313"/>
                  </a:lnTo>
                  <a:lnTo>
                    <a:pt x="289" y="289"/>
                  </a:lnTo>
                  <a:lnTo>
                    <a:pt x="285" y="223"/>
                  </a:lnTo>
                  <a:lnTo>
                    <a:pt x="287" y="147"/>
                  </a:lnTo>
                  <a:lnTo>
                    <a:pt x="303" y="100"/>
                  </a:lnTo>
                  <a:lnTo>
                    <a:pt x="277" y="63"/>
                  </a:lnTo>
                  <a:lnTo>
                    <a:pt x="217" y="33"/>
                  </a:lnTo>
                  <a:lnTo>
                    <a:pt x="167" y="19"/>
                  </a:lnTo>
                  <a:lnTo>
                    <a:pt x="123" y="27"/>
                  </a:lnTo>
                  <a:lnTo>
                    <a:pt x="97" y="65"/>
                  </a:lnTo>
                  <a:lnTo>
                    <a:pt x="84" y="119"/>
                  </a:lnTo>
                  <a:lnTo>
                    <a:pt x="79" y="173"/>
                  </a:lnTo>
                  <a:lnTo>
                    <a:pt x="72" y="220"/>
                  </a:lnTo>
                  <a:lnTo>
                    <a:pt x="61" y="309"/>
                  </a:lnTo>
                  <a:lnTo>
                    <a:pt x="86" y="342"/>
                  </a:lnTo>
                  <a:lnTo>
                    <a:pt x="7" y="36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2" name="Freeform 81">
              <a:extLst>
                <a:ext uri="{FF2B5EF4-FFF2-40B4-BE49-F238E27FC236}">
                  <a16:creationId xmlns:a16="http://schemas.microsoft.com/office/drawing/2014/main" id="{605BF311-8559-A588-A958-CFE217F41A7A}"/>
                </a:ext>
              </a:extLst>
            </p:cNvPr>
            <p:cNvSpPr>
              <a:spLocks/>
            </p:cNvSpPr>
            <p:nvPr/>
          </p:nvSpPr>
          <p:spPr bwMode="auto">
            <a:xfrm>
              <a:off x="1406" y="1915"/>
              <a:ext cx="78" cy="81"/>
            </a:xfrm>
            <a:custGeom>
              <a:avLst/>
              <a:gdLst>
                <a:gd name="T0" fmla="*/ 0 w 78"/>
                <a:gd name="T1" fmla="*/ 0 h 81"/>
                <a:gd name="T2" fmla="*/ 37 w 78"/>
                <a:gd name="T3" fmla="*/ 21 h 81"/>
                <a:gd name="T4" fmla="*/ 77 w 78"/>
                <a:gd name="T5" fmla="*/ 0 h 81"/>
                <a:gd name="T6" fmla="*/ 57 w 78"/>
                <a:gd name="T7" fmla="*/ 35 h 81"/>
                <a:gd name="T8" fmla="*/ 67 w 78"/>
                <a:gd name="T9" fmla="*/ 80 h 81"/>
                <a:gd name="T10" fmla="*/ 44 w 78"/>
                <a:gd name="T11" fmla="*/ 55 h 81"/>
                <a:gd name="T12" fmla="*/ 12 w 78"/>
                <a:gd name="T13" fmla="*/ 77 h 81"/>
                <a:gd name="T14" fmla="*/ 23 w 78"/>
                <a:gd name="T15" fmla="*/ 41 h 81"/>
                <a:gd name="T16" fmla="*/ 0 w 78"/>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81">
                  <a:moveTo>
                    <a:pt x="0" y="0"/>
                  </a:moveTo>
                  <a:lnTo>
                    <a:pt x="37" y="21"/>
                  </a:lnTo>
                  <a:lnTo>
                    <a:pt x="77" y="0"/>
                  </a:lnTo>
                  <a:lnTo>
                    <a:pt x="57" y="35"/>
                  </a:lnTo>
                  <a:lnTo>
                    <a:pt x="67" y="80"/>
                  </a:lnTo>
                  <a:lnTo>
                    <a:pt x="44" y="55"/>
                  </a:lnTo>
                  <a:lnTo>
                    <a:pt x="12" y="77"/>
                  </a:lnTo>
                  <a:lnTo>
                    <a:pt x="23" y="41"/>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3" name="Freeform 82">
              <a:extLst>
                <a:ext uri="{FF2B5EF4-FFF2-40B4-BE49-F238E27FC236}">
                  <a16:creationId xmlns:a16="http://schemas.microsoft.com/office/drawing/2014/main" id="{CB4F85D3-4A57-834B-E5EA-BB5DC4251BC6}"/>
                </a:ext>
              </a:extLst>
            </p:cNvPr>
            <p:cNvSpPr>
              <a:spLocks/>
            </p:cNvSpPr>
            <p:nvPr/>
          </p:nvSpPr>
          <p:spPr bwMode="auto">
            <a:xfrm>
              <a:off x="639" y="2756"/>
              <a:ext cx="1600" cy="77"/>
            </a:xfrm>
            <a:custGeom>
              <a:avLst/>
              <a:gdLst>
                <a:gd name="T0" fmla="*/ 0 w 1600"/>
                <a:gd name="T1" fmla="*/ 0 h 77"/>
                <a:gd name="T2" fmla="*/ 20 w 1600"/>
                <a:gd name="T3" fmla="*/ 76 h 77"/>
                <a:gd name="T4" fmla="*/ 1353 w 1600"/>
                <a:gd name="T5" fmla="*/ 67 h 77"/>
                <a:gd name="T6" fmla="*/ 1599 w 1600"/>
                <a:gd name="T7" fmla="*/ 64 h 77"/>
                <a:gd name="T8" fmla="*/ 1528 w 1600"/>
                <a:gd name="T9" fmla="*/ 12 h 77"/>
                <a:gd name="T10" fmla="*/ 1301 w 1600"/>
                <a:gd name="T11" fmla="*/ 7 h 77"/>
                <a:gd name="T12" fmla="*/ 109 w 1600"/>
                <a:gd name="T13" fmla="*/ 24 h 77"/>
                <a:gd name="T14" fmla="*/ 0 w 1600"/>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0" h="77">
                  <a:moveTo>
                    <a:pt x="0" y="0"/>
                  </a:moveTo>
                  <a:lnTo>
                    <a:pt x="20" y="76"/>
                  </a:lnTo>
                  <a:lnTo>
                    <a:pt x="1353" y="67"/>
                  </a:lnTo>
                  <a:lnTo>
                    <a:pt x="1599" y="64"/>
                  </a:lnTo>
                  <a:lnTo>
                    <a:pt x="1528" y="12"/>
                  </a:lnTo>
                  <a:lnTo>
                    <a:pt x="1301" y="7"/>
                  </a:lnTo>
                  <a:lnTo>
                    <a:pt x="109" y="2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4" name="Freeform 83">
              <a:extLst>
                <a:ext uri="{FF2B5EF4-FFF2-40B4-BE49-F238E27FC236}">
                  <a16:creationId xmlns:a16="http://schemas.microsoft.com/office/drawing/2014/main" id="{4452A867-11C9-D34E-C8F1-588C73B2208E}"/>
                </a:ext>
              </a:extLst>
            </p:cNvPr>
            <p:cNvSpPr>
              <a:spLocks/>
            </p:cNvSpPr>
            <p:nvPr/>
          </p:nvSpPr>
          <p:spPr bwMode="auto">
            <a:xfrm>
              <a:off x="1223" y="1546"/>
              <a:ext cx="1056" cy="502"/>
            </a:xfrm>
            <a:custGeom>
              <a:avLst/>
              <a:gdLst>
                <a:gd name="T0" fmla="*/ 970 w 1056"/>
                <a:gd name="T1" fmla="*/ 501 h 502"/>
                <a:gd name="T2" fmla="*/ 1055 w 1056"/>
                <a:gd name="T3" fmla="*/ 54 h 502"/>
                <a:gd name="T4" fmla="*/ 24 w 1056"/>
                <a:gd name="T5" fmla="*/ 0 h 502"/>
                <a:gd name="T6" fmla="*/ 0 w 1056"/>
                <a:gd name="T7" fmla="*/ 44 h 502"/>
                <a:gd name="T8" fmla="*/ 974 w 1056"/>
                <a:gd name="T9" fmla="*/ 158 h 502"/>
                <a:gd name="T10" fmla="*/ 885 w 1056"/>
                <a:gd name="T11" fmla="*/ 421 h 502"/>
                <a:gd name="T12" fmla="*/ 970 w 1056"/>
                <a:gd name="T13" fmla="*/ 501 h 502"/>
              </a:gdLst>
              <a:ahLst/>
              <a:cxnLst>
                <a:cxn ang="0">
                  <a:pos x="T0" y="T1"/>
                </a:cxn>
                <a:cxn ang="0">
                  <a:pos x="T2" y="T3"/>
                </a:cxn>
                <a:cxn ang="0">
                  <a:pos x="T4" y="T5"/>
                </a:cxn>
                <a:cxn ang="0">
                  <a:pos x="T6" y="T7"/>
                </a:cxn>
                <a:cxn ang="0">
                  <a:pos x="T8" y="T9"/>
                </a:cxn>
                <a:cxn ang="0">
                  <a:pos x="T10" y="T11"/>
                </a:cxn>
                <a:cxn ang="0">
                  <a:pos x="T12" y="T13"/>
                </a:cxn>
              </a:cxnLst>
              <a:rect l="0" t="0" r="r" b="b"/>
              <a:pathLst>
                <a:path w="1056" h="502">
                  <a:moveTo>
                    <a:pt x="970" y="501"/>
                  </a:moveTo>
                  <a:lnTo>
                    <a:pt x="1055" y="54"/>
                  </a:lnTo>
                  <a:lnTo>
                    <a:pt x="24" y="0"/>
                  </a:lnTo>
                  <a:lnTo>
                    <a:pt x="0" y="44"/>
                  </a:lnTo>
                  <a:lnTo>
                    <a:pt x="974" y="158"/>
                  </a:lnTo>
                  <a:lnTo>
                    <a:pt x="885" y="421"/>
                  </a:lnTo>
                  <a:lnTo>
                    <a:pt x="970" y="50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5" name="Freeform 84">
              <a:extLst>
                <a:ext uri="{FF2B5EF4-FFF2-40B4-BE49-F238E27FC236}">
                  <a16:creationId xmlns:a16="http://schemas.microsoft.com/office/drawing/2014/main" id="{2688BF4E-D332-9C6B-EB42-50FA25F3AE71}"/>
                </a:ext>
              </a:extLst>
            </p:cNvPr>
            <p:cNvSpPr>
              <a:spLocks/>
            </p:cNvSpPr>
            <p:nvPr/>
          </p:nvSpPr>
          <p:spPr bwMode="auto">
            <a:xfrm>
              <a:off x="481" y="1508"/>
              <a:ext cx="550" cy="563"/>
            </a:xfrm>
            <a:custGeom>
              <a:avLst/>
              <a:gdLst>
                <a:gd name="T0" fmla="*/ 549 w 550"/>
                <a:gd name="T1" fmla="*/ 27 h 563"/>
                <a:gd name="T2" fmla="*/ 0 w 550"/>
                <a:gd name="T3" fmla="*/ 0 h 563"/>
                <a:gd name="T4" fmla="*/ 78 w 550"/>
                <a:gd name="T5" fmla="*/ 562 h 563"/>
                <a:gd name="T6" fmla="*/ 117 w 550"/>
                <a:gd name="T7" fmla="*/ 539 h 563"/>
                <a:gd name="T8" fmla="*/ 95 w 550"/>
                <a:gd name="T9" fmla="*/ 79 h 563"/>
                <a:gd name="T10" fmla="*/ 450 w 550"/>
                <a:gd name="T11" fmla="*/ 77 h 563"/>
                <a:gd name="T12" fmla="*/ 549 w 550"/>
                <a:gd name="T13" fmla="*/ 27 h 563"/>
              </a:gdLst>
              <a:ahLst/>
              <a:cxnLst>
                <a:cxn ang="0">
                  <a:pos x="T0" y="T1"/>
                </a:cxn>
                <a:cxn ang="0">
                  <a:pos x="T2" y="T3"/>
                </a:cxn>
                <a:cxn ang="0">
                  <a:pos x="T4" y="T5"/>
                </a:cxn>
                <a:cxn ang="0">
                  <a:pos x="T6" y="T7"/>
                </a:cxn>
                <a:cxn ang="0">
                  <a:pos x="T8" y="T9"/>
                </a:cxn>
                <a:cxn ang="0">
                  <a:pos x="T10" y="T11"/>
                </a:cxn>
                <a:cxn ang="0">
                  <a:pos x="T12" y="T13"/>
                </a:cxn>
              </a:cxnLst>
              <a:rect l="0" t="0" r="r" b="b"/>
              <a:pathLst>
                <a:path w="550" h="563">
                  <a:moveTo>
                    <a:pt x="549" y="27"/>
                  </a:moveTo>
                  <a:lnTo>
                    <a:pt x="0" y="0"/>
                  </a:lnTo>
                  <a:lnTo>
                    <a:pt x="78" y="562"/>
                  </a:lnTo>
                  <a:lnTo>
                    <a:pt x="117" y="539"/>
                  </a:lnTo>
                  <a:lnTo>
                    <a:pt x="95" y="79"/>
                  </a:lnTo>
                  <a:lnTo>
                    <a:pt x="450" y="77"/>
                  </a:lnTo>
                  <a:lnTo>
                    <a:pt x="549"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aphicFrame>
        <p:nvGraphicFramePr>
          <p:cNvPr id="91" name="Diagram 90">
            <a:extLst>
              <a:ext uri="{FF2B5EF4-FFF2-40B4-BE49-F238E27FC236}">
                <a16:creationId xmlns:a16="http://schemas.microsoft.com/office/drawing/2014/main" id="{F4FF021A-B0A2-6B27-78A5-8C18A67CB008}"/>
              </a:ext>
            </a:extLst>
          </p:cNvPr>
          <p:cNvGraphicFramePr/>
          <p:nvPr>
            <p:extLst>
              <p:ext uri="{D42A27DB-BD31-4B8C-83A1-F6EECF244321}">
                <p14:modId xmlns:p14="http://schemas.microsoft.com/office/powerpoint/2010/main" val="3549755840"/>
              </p:ext>
            </p:extLst>
          </p:nvPr>
        </p:nvGraphicFramePr>
        <p:xfrm>
          <a:off x="492846" y="1078170"/>
          <a:ext cx="7374957" cy="44531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9563352"/>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0C944-C047-602B-9FA6-5C9CB25C2191}"/>
              </a:ext>
            </a:extLst>
          </p:cNvPr>
          <p:cNvSpPr>
            <a:spLocks noGrp="1"/>
          </p:cNvSpPr>
          <p:nvPr>
            <p:ph type="title"/>
          </p:nvPr>
        </p:nvSpPr>
        <p:spPr/>
        <p:txBody>
          <a:bodyPr/>
          <a:lstStyle/>
          <a:p>
            <a:r>
              <a:rPr lang="en-GB"/>
              <a:t>Stuff you already know!</a:t>
            </a:r>
          </a:p>
        </p:txBody>
      </p:sp>
      <p:pic>
        <p:nvPicPr>
          <p:cNvPr id="6" name="Picture 5" descr="Diagram, venn diagram&#10;&#10;Description automatically generated">
            <a:extLst>
              <a:ext uri="{FF2B5EF4-FFF2-40B4-BE49-F238E27FC236}">
                <a16:creationId xmlns:a16="http://schemas.microsoft.com/office/drawing/2014/main" id="{E1B52AA2-50C9-ADED-649B-5374275CD236}"/>
              </a:ext>
            </a:extLst>
          </p:cNvPr>
          <p:cNvPicPr>
            <a:picLocks noChangeAspect="1"/>
          </p:cNvPicPr>
          <p:nvPr/>
        </p:nvPicPr>
        <p:blipFill>
          <a:blip r:embed="rId2"/>
          <a:stretch>
            <a:fillRect/>
          </a:stretch>
        </p:blipFill>
        <p:spPr>
          <a:xfrm>
            <a:off x="199684" y="1331859"/>
            <a:ext cx="5442190" cy="3704598"/>
          </a:xfrm>
          <a:prstGeom prst="rect">
            <a:avLst/>
          </a:prstGeom>
        </p:spPr>
      </p:pic>
      <p:graphicFrame>
        <p:nvGraphicFramePr>
          <p:cNvPr id="7" name="Table 7">
            <a:extLst>
              <a:ext uri="{FF2B5EF4-FFF2-40B4-BE49-F238E27FC236}">
                <a16:creationId xmlns:a16="http://schemas.microsoft.com/office/drawing/2014/main" id="{BD791304-9CE7-BAF5-D420-0F0CFD84B0B9}"/>
              </a:ext>
            </a:extLst>
          </p:cNvPr>
          <p:cNvGraphicFramePr>
            <a:graphicFrameLocks noGrp="1"/>
          </p:cNvGraphicFramePr>
          <p:nvPr>
            <p:extLst>
              <p:ext uri="{D42A27DB-BD31-4B8C-83A1-F6EECF244321}">
                <p14:modId xmlns:p14="http://schemas.microsoft.com/office/powerpoint/2010/main" val="2879362443"/>
              </p:ext>
            </p:extLst>
          </p:nvPr>
        </p:nvGraphicFramePr>
        <p:xfrm>
          <a:off x="2717687" y="4042781"/>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9656776"/>
                    </a:ext>
                  </a:extLst>
                </a:gridCol>
                <a:gridCol w="1524000">
                  <a:extLst>
                    <a:ext uri="{9D8B030D-6E8A-4147-A177-3AD203B41FA5}">
                      <a16:colId xmlns:a16="http://schemas.microsoft.com/office/drawing/2014/main" val="1054835774"/>
                    </a:ext>
                  </a:extLst>
                </a:gridCol>
                <a:gridCol w="1524000">
                  <a:extLst>
                    <a:ext uri="{9D8B030D-6E8A-4147-A177-3AD203B41FA5}">
                      <a16:colId xmlns:a16="http://schemas.microsoft.com/office/drawing/2014/main" val="2081563689"/>
                    </a:ext>
                  </a:extLst>
                </a:gridCol>
                <a:gridCol w="1524000">
                  <a:extLst>
                    <a:ext uri="{9D8B030D-6E8A-4147-A177-3AD203B41FA5}">
                      <a16:colId xmlns:a16="http://schemas.microsoft.com/office/drawing/2014/main" val="2231194201"/>
                    </a:ext>
                  </a:extLst>
                </a:gridCol>
              </a:tblGrid>
              <a:tr h="370840">
                <a:tc>
                  <a:txBody>
                    <a:bodyPr/>
                    <a:lstStyle/>
                    <a:p>
                      <a:r>
                        <a:rPr lang="en-GB"/>
                        <a:t>Option</a:t>
                      </a:r>
                    </a:p>
                  </a:txBody>
                  <a:tcPr/>
                </a:tc>
                <a:tc>
                  <a:txBody>
                    <a:bodyPr/>
                    <a:lstStyle/>
                    <a:p>
                      <a:r>
                        <a:rPr lang="en-GB"/>
                        <a:t>Cost</a:t>
                      </a:r>
                    </a:p>
                  </a:txBody>
                  <a:tcPr/>
                </a:tc>
                <a:tc>
                  <a:txBody>
                    <a:bodyPr/>
                    <a:lstStyle/>
                    <a:p>
                      <a:r>
                        <a:rPr lang="en-GB"/>
                        <a:t>Impact</a:t>
                      </a:r>
                    </a:p>
                  </a:txBody>
                  <a:tcPr/>
                </a:tc>
                <a:tc>
                  <a:txBody>
                    <a:bodyPr/>
                    <a:lstStyle/>
                    <a:p>
                      <a:r>
                        <a:rPr lang="en-GB"/>
                        <a:t>Deliverability</a:t>
                      </a:r>
                    </a:p>
                  </a:txBody>
                  <a:tcPr/>
                </a:tc>
                <a:extLst>
                  <a:ext uri="{0D108BD9-81ED-4DB2-BD59-A6C34878D82A}">
                    <a16:rowId xmlns:a16="http://schemas.microsoft.com/office/drawing/2014/main" val="771317652"/>
                  </a:ext>
                </a:extLst>
              </a:tr>
              <a:tr h="370840">
                <a:tc>
                  <a:txBody>
                    <a:bodyPr/>
                    <a:lstStyle/>
                    <a:p>
                      <a:r>
                        <a:rPr lang="en-GB"/>
                        <a:t>Option 1</a:t>
                      </a:r>
                    </a:p>
                  </a:txBody>
                  <a:tcPr/>
                </a:tc>
                <a:tc>
                  <a:txBody>
                    <a:bodyPr/>
                    <a:lstStyle/>
                    <a:p>
                      <a:r>
                        <a:rPr lang="en-GB"/>
                        <a:t>£</a:t>
                      </a:r>
                    </a:p>
                  </a:txBody>
                  <a:tcPr/>
                </a:tc>
                <a:tc>
                  <a:txBody>
                    <a:bodyPr/>
                    <a:lstStyle/>
                    <a:p>
                      <a:r>
                        <a:rPr lang="en-GB"/>
                        <a:t>!!!!!</a:t>
                      </a:r>
                    </a:p>
                  </a:txBody>
                  <a:tcPr/>
                </a:tc>
                <a:tc>
                  <a:txBody>
                    <a:bodyPr/>
                    <a:lstStyle/>
                    <a:p>
                      <a:r>
                        <a:rPr lang="en-GB">
                          <a:highlight>
                            <a:srgbClr val="FF9900"/>
                          </a:highlight>
                        </a:rPr>
                        <a:t>Amber</a:t>
                      </a:r>
                    </a:p>
                  </a:txBody>
                  <a:tcPr/>
                </a:tc>
                <a:extLst>
                  <a:ext uri="{0D108BD9-81ED-4DB2-BD59-A6C34878D82A}">
                    <a16:rowId xmlns:a16="http://schemas.microsoft.com/office/drawing/2014/main" val="692242861"/>
                  </a:ext>
                </a:extLst>
              </a:tr>
              <a:tr h="370840">
                <a:tc>
                  <a:txBody>
                    <a:bodyPr/>
                    <a:lstStyle/>
                    <a:p>
                      <a:r>
                        <a:rPr lang="en-GB"/>
                        <a:t>Option 2</a:t>
                      </a:r>
                    </a:p>
                  </a:txBody>
                  <a:tcPr/>
                </a:tc>
                <a:tc>
                  <a:txBody>
                    <a:bodyPr/>
                    <a:lstStyle/>
                    <a:p>
                      <a:r>
                        <a:rPr lang="en-GB"/>
                        <a:t>££</a:t>
                      </a:r>
                    </a:p>
                  </a:txBody>
                  <a:tcPr/>
                </a:tc>
                <a:tc>
                  <a:txBody>
                    <a:bodyPr/>
                    <a:lstStyle/>
                    <a:p>
                      <a:r>
                        <a:rPr lang="en-GB"/>
                        <a:t>!!!!!!!!!!</a:t>
                      </a:r>
                    </a:p>
                  </a:txBody>
                  <a:tcPr/>
                </a:tc>
                <a:tc>
                  <a:txBody>
                    <a:bodyPr/>
                    <a:lstStyle/>
                    <a:p>
                      <a:r>
                        <a:rPr lang="en-GB">
                          <a:highlight>
                            <a:srgbClr val="00FF00"/>
                          </a:highlight>
                        </a:rPr>
                        <a:t>Green</a:t>
                      </a:r>
                    </a:p>
                  </a:txBody>
                  <a:tcPr/>
                </a:tc>
                <a:extLst>
                  <a:ext uri="{0D108BD9-81ED-4DB2-BD59-A6C34878D82A}">
                    <a16:rowId xmlns:a16="http://schemas.microsoft.com/office/drawing/2014/main" val="1011655335"/>
                  </a:ext>
                </a:extLst>
              </a:tr>
              <a:tr h="370840">
                <a:tc>
                  <a:txBody>
                    <a:bodyPr/>
                    <a:lstStyle/>
                    <a:p>
                      <a:r>
                        <a:rPr lang="en-GB"/>
                        <a:t>Option 3</a:t>
                      </a:r>
                    </a:p>
                  </a:txBody>
                  <a:tcPr/>
                </a:tc>
                <a:tc>
                  <a:txBody>
                    <a:bodyPr/>
                    <a:lstStyle/>
                    <a:p>
                      <a:r>
                        <a:rPr lang="en-GB"/>
                        <a:t>£££</a:t>
                      </a:r>
                    </a:p>
                  </a:txBody>
                  <a:tcPr/>
                </a:tc>
                <a:tc>
                  <a:txBody>
                    <a:bodyPr/>
                    <a:lstStyle/>
                    <a:p>
                      <a:r>
                        <a:rPr lang="en-GB"/>
                        <a:t>!!!</a:t>
                      </a:r>
                    </a:p>
                  </a:txBody>
                  <a:tcPr/>
                </a:tc>
                <a:tc>
                  <a:txBody>
                    <a:bodyPr/>
                    <a:lstStyle/>
                    <a:p>
                      <a:r>
                        <a:rPr lang="en-GB">
                          <a:highlight>
                            <a:srgbClr val="FF0000"/>
                          </a:highlight>
                        </a:rPr>
                        <a:t>Red</a:t>
                      </a:r>
                    </a:p>
                  </a:txBody>
                  <a:tcPr/>
                </a:tc>
                <a:extLst>
                  <a:ext uri="{0D108BD9-81ED-4DB2-BD59-A6C34878D82A}">
                    <a16:rowId xmlns:a16="http://schemas.microsoft.com/office/drawing/2014/main" val="2704943502"/>
                  </a:ext>
                </a:extLst>
              </a:tr>
            </a:tbl>
          </a:graphicData>
        </a:graphic>
      </p:graphicFrame>
    </p:spTree>
    <p:extLst>
      <p:ext uri="{BB962C8B-B14F-4D97-AF65-F5344CB8AC3E}">
        <p14:creationId xmlns:p14="http://schemas.microsoft.com/office/powerpoint/2010/main" val="2133257627"/>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69413-B922-C2FC-6E8A-A7E24C15A2B5}"/>
              </a:ext>
            </a:extLst>
          </p:cNvPr>
          <p:cNvSpPr>
            <a:spLocks noGrp="1"/>
          </p:cNvSpPr>
          <p:nvPr>
            <p:ph type="title"/>
          </p:nvPr>
        </p:nvSpPr>
        <p:spPr/>
        <p:txBody>
          <a:bodyPr>
            <a:normAutofit/>
          </a:bodyPr>
          <a:lstStyle/>
          <a:p>
            <a:r>
              <a:rPr lang="en-GB"/>
              <a:t>To structure a problem you must…</a:t>
            </a:r>
          </a:p>
        </p:txBody>
      </p:sp>
      <p:graphicFrame>
        <p:nvGraphicFramePr>
          <p:cNvPr id="6" name="Content Placeholder 5">
            <a:extLst>
              <a:ext uri="{FF2B5EF4-FFF2-40B4-BE49-F238E27FC236}">
                <a16:creationId xmlns:a16="http://schemas.microsoft.com/office/drawing/2014/main" id="{B13DDABF-35C3-3E47-C391-CDE0BAAA2205}"/>
              </a:ext>
            </a:extLst>
          </p:cNvPr>
          <p:cNvGraphicFramePr>
            <a:graphicFrameLocks noGrp="1"/>
          </p:cNvGraphicFramePr>
          <p:nvPr>
            <p:ph idx="1"/>
            <p:extLst>
              <p:ext uri="{D42A27DB-BD31-4B8C-83A1-F6EECF244321}">
                <p14:modId xmlns:p14="http://schemas.microsoft.com/office/powerpoint/2010/main" val="80852776"/>
              </p:ext>
            </p:extLst>
          </p:nvPr>
        </p:nvGraphicFramePr>
        <p:xfrm>
          <a:off x="201613" y="1147763"/>
          <a:ext cx="8683625" cy="4976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4194828"/>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EAFD52-52E9-8003-D3FA-B605A99A3708}"/>
              </a:ext>
            </a:extLst>
          </p:cNvPr>
          <p:cNvSpPr>
            <a:spLocks noGrp="1"/>
          </p:cNvSpPr>
          <p:nvPr>
            <p:ph type="title"/>
          </p:nvPr>
        </p:nvSpPr>
        <p:spPr/>
        <p:txBody>
          <a:bodyPr/>
          <a:lstStyle/>
          <a:p>
            <a:r>
              <a:rPr lang="en-GB"/>
              <a:t>Your task today</a:t>
            </a:r>
          </a:p>
        </p:txBody>
      </p:sp>
      <p:sp>
        <p:nvSpPr>
          <p:cNvPr id="5" name="Content Placeholder 4">
            <a:extLst>
              <a:ext uri="{FF2B5EF4-FFF2-40B4-BE49-F238E27FC236}">
                <a16:creationId xmlns:a16="http://schemas.microsoft.com/office/drawing/2014/main" id="{6746C502-298E-FFB6-2C8F-2B70F7DF8353}"/>
              </a:ext>
            </a:extLst>
          </p:cNvPr>
          <p:cNvSpPr>
            <a:spLocks noGrp="1"/>
          </p:cNvSpPr>
          <p:nvPr>
            <p:ph idx="1"/>
          </p:nvPr>
        </p:nvSpPr>
        <p:spPr/>
        <p:txBody>
          <a:bodyPr/>
          <a:lstStyle/>
          <a:p>
            <a:pPr marL="0" indent="0">
              <a:buNone/>
            </a:pPr>
            <a:r>
              <a:rPr lang="en-GB" dirty="0"/>
              <a:t>1.	Read and discuss your assigned problem within your group</a:t>
            </a:r>
          </a:p>
          <a:p>
            <a:pPr marL="0" indent="0">
              <a:buNone/>
            </a:pPr>
            <a:r>
              <a:rPr lang="en-GB" dirty="0"/>
              <a:t>2.	Produce a problem structure for it using suitable methods…</a:t>
            </a:r>
          </a:p>
          <a:p>
            <a:pPr marL="292608" lvl="1" indent="0">
              <a:buNone/>
            </a:pPr>
            <a:endParaRPr lang="en-GB" dirty="0"/>
          </a:p>
          <a:p>
            <a:pPr marL="292608" lvl="1" indent="0">
              <a:buNone/>
            </a:pPr>
            <a:r>
              <a:rPr lang="en-GB" dirty="0"/>
              <a:t>	You should consider:</a:t>
            </a:r>
          </a:p>
          <a:p>
            <a:pPr marL="1168400" lvl="1" indent="-273050"/>
            <a:r>
              <a:rPr lang="en-GB" dirty="0"/>
              <a:t>What are the relevant analytical questions?</a:t>
            </a:r>
          </a:p>
          <a:p>
            <a:pPr marL="1168400" lvl="1" indent="-273050"/>
            <a:r>
              <a:rPr lang="en-GB" dirty="0"/>
              <a:t>What factors do we need to know about to answer them?</a:t>
            </a:r>
          </a:p>
          <a:p>
            <a:pPr marL="1168400" lvl="1" indent="-273050"/>
            <a:r>
              <a:rPr lang="en-GB" dirty="0"/>
              <a:t>Are there any relationships between these factors?</a:t>
            </a:r>
          </a:p>
          <a:p>
            <a:pPr marL="1168400" lvl="1" indent="-273050"/>
            <a:r>
              <a:rPr lang="en-GB" dirty="0"/>
              <a:t>What analysis would you carry out throw light on the problem?</a:t>
            </a:r>
          </a:p>
          <a:p>
            <a:pPr marL="1168400" lvl="1" indent="-273050"/>
            <a:r>
              <a:rPr lang="en-GB" dirty="0"/>
              <a:t>What data is required and how will you obtain it?</a:t>
            </a:r>
          </a:p>
          <a:p>
            <a:pPr marL="1168400" lvl="1" indent="-273050"/>
            <a:r>
              <a:rPr lang="en-GB" dirty="0"/>
              <a:t>What are the risks for your approach and how will you mitigate them?</a:t>
            </a:r>
          </a:p>
          <a:p>
            <a:pPr marL="895350" lvl="1" indent="0">
              <a:buNone/>
            </a:pPr>
            <a:endParaRPr lang="en-GB" dirty="0"/>
          </a:p>
          <a:p>
            <a:pPr marL="0" indent="0">
              <a:buNone/>
            </a:pPr>
            <a:r>
              <a:rPr lang="en-GB" dirty="0"/>
              <a:t>3.	Present your proposed approach back to the wider group</a:t>
            </a:r>
          </a:p>
          <a:p>
            <a:pPr marL="0" indent="0">
              <a:buNone/>
            </a:pPr>
            <a:r>
              <a:rPr lang="en-GB" dirty="0"/>
              <a:t>4.	You will need to manage your time!</a:t>
            </a:r>
          </a:p>
          <a:p>
            <a:pPr marL="0" indent="0">
              <a:buNone/>
            </a:pPr>
            <a:endParaRPr lang="en-GB" dirty="0"/>
          </a:p>
        </p:txBody>
      </p:sp>
    </p:spTree>
    <p:extLst>
      <p:ext uri="{BB962C8B-B14F-4D97-AF65-F5344CB8AC3E}">
        <p14:creationId xmlns:p14="http://schemas.microsoft.com/office/powerpoint/2010/main" val="3118914453"/>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DE2BAB-FD9D-296F-CB68-834E86E5754F}"/>
              </a:ext>
            </a:extLst>
          </p:cNvPr>
          <p:cNvSpPr>
            <a:spLocks noGrp="1"/>
          </p:cNvSpPr>
          <p:nvPr>
            <p:ph type="title"/>
          </p:nvPr>
        </p:nvSpPr>
        <p:spPr/>
        <p:txBody>
          <a:bodyPr/>
          <a:lstStyle/>
          <a:p>
            <a:r>
              <a:rPr lang="en-GB"/>
              <a:t>Please note</a:t>
            </a:r>
          </a:p>
        </p:txBody>
      </p:sp>
      <p:sp>
        <p:nvSpPr>
          <p:cNvPr id="5" name="Content Placeholder 4">
            <a:extLst>
              <a:ext uri="{FF2B5EF4-FFF2-40B4-BE49-F238E27FC236}">
                <a16:creationId xmlns:a16="http://schemas.microsoft.com/office/drawing/2014/main" id="{71E4C38D-6FA1-BD85-9F34-81BC80D43567}"/>
              </a:ext>
            </a:extLst>
          </p:cNvPr>
          <p:cNvSpPr>
            <a:spLocks noGrp="1"/>
          </p:cNvSpPr>
          <p:nvPr>
            <p:ph idx="1"/>
          </p:nvPr>
        </p:nvSpPr>
        <p:spPr/>
        <p:txBody>
          <a:bodyPr>
            <a:normAutofit/>
          </a:bodyPr>
          <a:lstStyle/>
          <a:p>
            <a:pPr marL="0" indent="0" algn="ctr">
              <a:buNone/>
            </a:pPr>
            <a:endParaRPr lang="en-GB" sz="2800" dirty="0"/>
          </a:p>
          <a:p>
            <a:pPr marL="0" indent="0" algn="ctr">
              <a:buNone/>
            </a:pPr>
            <a:r>
              <a:rPr lang="en-GB" sz="2800" dirty="0">
                <a:solidFill>
                  <a:schemeClr val="accent1"/>
                </a:solidFill>
              </a:rPr>
              <a:t>The following task is based on a plausible situation for a department with the responsibilities and scale of DWP.</a:t>
            </a:r>
          </a:p>
          <a:p>
            <a:pPr marL="0" indent="0" algn="ctr">
              <a:buNone/>
            </a:pPr>
            <a:endParaRPr lang="en-GB" sz="2800" dirty="0">
              <a:solidFill>
                <a:schemeClr val="accent1"/>
              </a:solidFill>
            </a:endParaRPr>
          </a:p>
          <a:p>
            <a:pPr marL="0" indent="0" algn="ctr">
              <a:buNone/>
            </a:pPr>
            <a:r>
              <a:rPr lang="en-GB" sz="2800" dirty="0">
                <a:solidFill>
                  <a:schemeClr val="accent1"/>
                </a:solidFill>
              </a:rPr>
              <a:t>Is </a:t>
            </a:r>
            <a:r>
              <a:rPr lang="en-GB" sz="2800" dirty="0" err="1">
                <a:solidFill>
                  <a:schemeClr val="accent1"/>
                </a:solidFill>
              </a:rPr>
              <a:t>is</a:t>
            </a:r>
            <a:r>
              <a:rPr lang="en-GB" sz="2800" dirty="0">
                <a:solidFill>
                  <a:schemeClr val="accent1"/>
                </a:solidFill>
              </a:rPr>
              <a:t> however </a:t>
            </a:r>
            <a:r>
              <a:rPr lang="en-GB" sz="2800" u="sng" dirty="0">
                <a:solidFill>
                  <a:schemeClr val="accent1"/>
                </a:solidFill>
              </a:rPr>
              <a:t>not real situations</a:t>
            </a:r>
            <a:r>
              <a:rPr lang="en-GB" sz="2800" dirty="0">
                <a:solidFill>
                  <a:schemeClr val="accent1"/>
                </a:solidFill>
              </a:rPr>
              <a:t>.  They have been invented purely for this exercise.</a:t>
            </a:r>
          </a:p>
        </p:txBody>
      </p:sp>
    </p:spTree>
    <p:extLst>
      <p:ext uri="{BB962C8B-B14F-4D97-AF65-F5344CB8AC3E}">
        <p14:creationId xmlns:p14="http://schemas.microsoft.com/office/powerpoint/2010/main" val="193508089"/>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6706-0DB0-4D0F-0711-7E1832AB3E7D}"/>
              </a:ext>
            </a:extLst>
          </p:cNvPr>
          <p:cNvSpPr>
            <a:spLocks noGrp="1"/>
          </p:cNvSpPr>
          <p:nvPr>
            <p:ph type="title"/>
          </p:nvPr>
        </p:nvSpPr>
        <p:spPr/>
        <p:txBody>
          <a:bodyPr>
            <a:normAutofit/>
          </a:bodyPr>
          <a:lstStyle/>
          <a:p>
            <a:r>
              <a:rPr lang="en-GB" dirty="0">
                <a:latin typeface="Arial"/>
                <a:cs typeface="Arial"/>
              </a:rPr>
              <a:t>Task: Local office efficiency</a:t>
            </a:r>
            <a:endParaRPr lang="en-GB" dirty="0"/>
          </a:p>
        </p:txBody>
      </p:sp>
      <p:sp>
        <p:nvSpPr>
          <p:cNvPr id="3" name="Text Placeholder 2">
            <a:extLst>
              <a:ext uri="{FF2B5EF4-FFF2-40B4-BE49-F238E27FC236}">
                <a16:creationId xmlns:a16="http://schemas.microsoft.com/office/drawing/2014/main" id="{F1FF8D68-71C9-5172-6951-D376B705574E}"/>
              </a:ext>
            </a:extLst>
          </p:cNvPr>
          <p:cNvSpPr>
            <a:spLocks noGrp="1"/>
          </p:cNvSpPr>
          <p:nvPr>
            <p:ph idx="1"/>
          </p:nvPr>
        </p:nvSpPr>
        <p:spPr/>
        <p:txBody>
          <a:bodyPr vert="horz" lIns="0" tIns="45720" rIns="0" bIns="45720" rtlCol="0" anchor="t">
            <a:normAutofit lnSpcReduction="10000"/>
          </a:bodyPr>
          <a:lstStyle/>
          <a:p>
            <a:pPr marL="0" indent="0">
              <a:buNone/>
            </a:pPr>
            <a:r>
              <a:rPr lang="en-GB" sz="2400" dirty="0">
                <a:latin typeface="Arial"/>
                <a:cs typeface="Arial"/>
              </a:rPr>
              <a:t>There is a network of local offices that deliver face-to-face employment services, as well as other support, to claimants of social security benefits.  They also work with a number of local partner organisations to improve employment opportunities for claimants.</a:t>
            </a:r>
            <a:endParaRPr lang="en-US" sz="2400" dirty="0"/>
          </a:p>
          <a:p>
            <a:pPr marL="0" indent="0">
              <a:buNone/>
            </a:pPr>
            <a:endParaRPr lang="en-GB" sz="2400" dirty="0">
              <a:latin typeface="Arial"/>
              <a:cs typeface="Arial"/>
            </a:endParaRPr>
          </a:p>
          <a:p>
            <a:pPr marL="0" indent="0">
              <a:buNone/>
            </a:pPr>
            <a:r>
              <a:rPr lang="en-GB" sz="2400" dirty="0">
                <a:latin typeface="Arial"/>
                <a:cs typeface="Arial"/>
              </a:rPr>
              <a:t>A manager in a district where it has been difficult to recruit staff recently, has asked for help to help streamline the way in which these local offices deliver their services and, in particular, deal face-to-face with benefit claimants.</a:t>
            </a:r>
          </a:p>
          <a:p>
            <a:pPr marL="0" indent="0">
              <a:buNone/>
            </a:pPr>
            <a:endParaRPr lang="en-GB" sz="2400" dirty="0">
              <a:latin typeface="Arial"/>
              <a:cs typeface="Arial"/>
            </a:endParaRPr>
          </a:p>
          <a:p>
            <a:pPr marL="0" indent="0">
              <a:buNone/>
            </a:pPr>
            <a:r>
              <a:rPr lang="en-GB" sz="2400" dirty="0">
                <a:latin typeface="Arial"/>
                <a:cs typeface="Arial"/>
              </a:rPr>
              <a:t>What approaches would you propose to investigate what improvements could be made?</a:t>
            </a:r>
            <a:endParaRPr lang="en-GB" sz="2400" dirty="0"/>
          </a:p>
        </p:txBody>
      </p:sp>
    </p:spTree>
    <p:extLst>
      <p:ext uri="{BB962C8B-B14F-4D97-AF65-F5344CB8AC3E}">
        <p14:creationId xmlns:p14="http://schemas.microsoft.com/office/powerpoint/2010/main" val="249381333"/>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6A7C5E-8DF1-AF1D-4357-081D065AF92B}"/>
              </a:ext>
            </a:extLst>
          </p:cNvPr>
          <p:cNvSpPr>
            <a:spLocks noGrp="1"/>
          </p:cNvSpPr>
          <p:nvPr>
            <p:ph type="title"/>
          </p:nvPr>
        </p:nvSpPr>
        <p:spPr/>
        <p:txBody>
          <a:bodyPr/>
          <a:lstStyle/>
          <a:p>
            <a:r>
              <a:rPr lang="en-GB" dirty="0"/>
              <a:t>Feedback/Q&amp;A</a:t>
            </a:r>
          </a:p>
        </p:txBody>
      </p:sp>
      <p:sp>
        <p:nvSpPr>
          <p:cNvPr id="5" name="Content Placeholder 4">
            <a:extLst>
              <a:ext uri="{FF2B5EF4-FFF2-40B4-BE49-F238E27FC236}">
                <a16:creationId xmlns:a16="http://schemas.microsoft.com/office/drawing/2014/main" id="{34C27396-C5CC-0697-B1D8-053EA605026B}"/>
              </a:ext>
            </a:extLst>
          </p:cNvPr>
          <p:cNvSpPr>
            <a:spLocks noGrp="1"/>
          </p:cNvSpPr>
          <p:nvPr>
            <p:ph idx="1"/>
          </p:nvPr>
        </p:nvSpPr>
        <p:spPr/>
        <p:txBody>
          <a:bodyPr/>
          <a:lstStyle/>
          <a:p>
            <a:pPr marL="0" indent="0">
              <a:buNone/>
            </a:pPr>
            <a:r>
              <a:rPr lang="en-GB" dirty="0"/>
              <a:t>How did you find it working on an open-ended task like this?</a:t>
            </a:r>
          </a:p>
          <a:p>
            <a:pPr marL="0" indent="0">
              <a:buNone/>
            </a:pPr>
            <a:endParaRPr lang="en-GB" dirty="0"/>
          </a:p>
          <a:p>
            <a:pPr marL="0" indent="0">
              <a:buNone/>
            </a:pPr>
            <a:r>
              <a:rPr lang="en-GB" dirty="0"/>
              <a:t>What difficulties did you encounter?</a:t>
            </a:r>
          </a:p>
          <a:p>
            <a:pPr marL="0" indent="0">
              <a:buNone/>
            </a:pPr>
            <a:endParaRPr lang="en-GB" dirty="0"/>
          </a:p>
          <a:p>
            <a:pPr marL="0" indent="0">
              <a:buNone/>
            </a:pPr>
            <a:r>
              <a:rPr lang="en-GB" dirty="0"/>
              <a:t>How did you overcome them?</a:t>
            </a:r>
          </a:p>
          <a:p>
            <a:pPr marL="0" indent="0">
              <a:buNone/>
            </a:pPr>
            <a:endParaRPr lang="en-GB" dirty="0"/>
          </a:p>
          <a:p>
            <a:pPr marL="0" indent="0">
              <a:buNone/>
            </a:pPr>
            <a:r>
              <a:rPr lang="en-GB" dirty="0"/>
              <a:t>What have you learned?</a:t>
            </a:r>
          </a:p>
          <a:p>
            <a:pPr marL="0" indent="0">
              <a:buNone/>
            </a:pPr>
            <a:endParaRPr lang="en-GB" dirty="0"/>
          </a:p>
          <a:p>
            <a:pPr marL="0" indent="0">
              <a:buNone/>
            </a:pPr>
            <a:r>
              <a:rPr lang="en-GB" dirty="0"/>
              <a:t>What did you enjoy?</a:t>
            </a:r>
          </a:p>
          <a:p>
            <a:pPr marL="0" indent="0">
              <a:buNone/>
            </a:pPr>
            <a:endParaRPr lang="en-GB" dirty="0"/>
          </a:p>
          <a:p>
            <a:pPr marL="0" indent="0">
              <a:buNone/>
            </a:pPr>
            <a:r>
              <a:rPr lang="en-GB" dirty="0"/>
              <a:t>How will this experience change how you approach things in the future?</a:t>
            </a:r>
          </a:p>
        </p:txBody>
      </p:sp>
    </p:spTree>
    <p:extLst>
      <p:ext uri="{BB962C8B-B14F-4D97-AF65-F5344CB8AC3E}">
        <p14:creationId xmlns:p14="http://schemas.microsoft.com/office/powerpoint/2010/main" val="4147407554"/>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43CDA0-1F13-B983-92C4-4A34BDD7CBAB}"/>
              </a:ext>
            </a:extLst>
          </p:cNvPr>
          <p:cNvSpPr>
            <a:spLocks noGrp="1"/>
          </p:cNvSpPr>
          <p:nvPr>
            <p:ph type="title"/>
          </p:nvPr>
        </p:nvSpPr>
        <p:spPr/>
        <p:txBody>
          <a:bodyPr/>
          <a:lstStyle/>
          <a:p>
            <a:r>
              <a:rPr lang="en-GB" dirty="0"/>
              <a:t>Backup material</a:t>
            </a:r>
          </a:p>
        </p:txBody>
      </p:sp>
      <p:sp>
        <p:nvSpPr>
          <p:cNvPr id="5" name="Content Placeholder 4">
            <a:extLst>
              <a:ext uri="{FF2B5EF4-FFF2-40B4-BE49-F238E27FC236}">
                <a16:creationId xmlns:a16="http://schemas.microsoft.com/office/drawing/2014/main" id="{E6750625-A897-3C2F-5BA7-410D4426865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190560373"/>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6706-0DB0-4D0F-0711-7E1832AB3E7D}"/>
              </a:ext>
            </a:extLst>
          </p:cNvPr>
          <p:cNvSpPr>
            <a:spLocks noGrp="1"/>
          </p:cNvSpPr>
          <p:nvPr>
            <p:ph type="title"/>
          </p:nvPr>
        </p:nvSpPr>
        <p:spPr/>
        <p:txBody>
          <a:bodyPr>
            <a:normAutofit/>
          </a:bodyPr>
          <a:lstStyle/>
          <a:p>
            <a:r>
              <a:rPr lang="en-GB" dirty="0">
                <a:latin typeface="Arial"/>
                <a:cs typeface="Arial"/>
              </a:rPr>
              <a:t>Backup task: Complaints</a:t>
            </a:r>
            <a:endParaRPr lang="en-GB" dirty="0"/>
          </a:p>
        </p:txBody>
      </p:sp>
      <p:sp>
        <p:nvSpPr>
          <p:cNvPr id="3" name="Text Placeholder 2">
            <a:extLst>
              <a:ext uri="{FF2B5EF4-FFF2-40B4-BE49-F238E27FC236}">
                <a16:creationId xmlns:a16="http://schemas.microsoft.com/office/drawing/2014/main" id="{F1FF8D68-71C9-5172-6951-D376B705574E}"/>
              </a:ext>
            </a:extLst>
          </p:cNvPr>
          <p:cNvSpPr>
            <a:spLocks noGrp="1"/>
          </p:cNvSpPr>
          <p:nvPr>
            <p:ph idx="1"/>
          </p:nvPr>
        </p:nvSpPr>
        <p:spPr/>
        <p:txBody>
          <a:bodyPr vert="horz" lIns="0" tIns="45720" rIns="0" bIns="45720" rtlCol="0" anchor="t">
            <a:normAutofit/>
          </a:bodyPr>
          <a:lstStyle/>
          <a:p>
            <a:pPr marL="0" indent="0">
              <a:buNone/>
            </a:pPr>
            <a:r>
              <a:rPr lang="en-GB" sz="2400">
                <a:latin typeface="Arial"/>
                <a:cs typeface="Arial"/>
              </a:rPr>
              <a:t>Senior operational managers are concerned about a recent increase in complaints from clients.</a:t>
            </a:r>
          </a:p>
          <a:p>
            <a:pPr marL="0" indent="0">
              <a:buNone/>
            </a:pPr>
            <a:endParaRPr lang="en-GB" sz="2400">
              <a:latin typeface="Arial"/>
              <a:cs typeface="Arial"/>
            </a:endParaRPr>
          </a:p>
          <a:p>
            <a:pPr marL="0" indent="0">
              <a:buNone/>
            </a:pPr>
            <a:r>
              <a:rPr lang="en-GB" sz="2400">
                <a:latin typeface="Arial"/>
                <a:cs typeface="Arial"/>
              </a:rPr>
              <a:t>Anecdotal evidence from the front-line suggests that these complaints revolve around the time taken to process benefit claims.</a:t>
            </a:r>
          </a:p>
          <a:p>
            <a:pPr marL="0" indent="0">
              <a:buNone/>
            </a:pPr>
            <a:endParaRPr lang="en-GB" sz="2400">
              <a:latin typeface="Arial"/>
              <a:cs typeface="Arial"/>
            </a:endParaRPr>
          </a:p>
          <a:p>
            <a:pPr marL="0" indent="0">
              <a:buNone/>
            </a:pPr>
            <a:r>
              <a:rPr lang="en-GB" sz="2400">
                <a:latin typeface="Arial"/>
                <a:cs typeface="Arial"/>
              </a:rPr>
              <a:t>You have been asked to produce options to improve the situation so that decisions can be made on these.</a:t>
            </a:r>
          </a:p>
          <a:p>
            <a:pPr marL="0" indent="0">
              <a:buNone/>
            </a:pPr>
            <a:endParaRPr lang="en-GB" sz="2400">
              <a:latin typeface="Arial"/>
              <a:cs typeface="Arial"/>
            </a:endParaRPr>
          </a:p>
          <a:p>
            <a:pPr marL="0" indent="0">
              <a:buNone/>
            </a:pPr>
            <a:r>
              <a:rPr lang="en-GB" sz="2400">
                <a:latin typeface="Arial"/>
                <a:cs typeface="Arial"/>
              </a:rPr>
              <a:t>What approach would you propose?</a:t>
            </a:r>
          </a:p>
        </p:txBody>
      </p:sp>
    </p:spTree>
    <p:extLst>
      <p:ext uri="{BB962C8B-B14F-4D97-AF65-F5344CB8AC3E}">
        <p14:creationId xmlns:p14="http://schemas.microsoft.com/office/powerpoint/2010/main" val="1930243989"/>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6706-0DB0-4D0F-0711-7E1832AB3E7D}"/>
              </a:ext>
            </a:extLst>
          </p:cNvPr>
          <p:cNvSpPr>
            <a:spLocks noGrp="1"/>
          </p:cNvSpPr>
          <p:nvPr>
            <p:ph type="title"/>
          </p:nvPr>
        </p:nvSpPr>
        <p:spPr/>
        <p:txBody>
          <a:bodyPr>
            <a:normAutofit/>
          </a:bodyPr>
          <a:lstStyle/>
          <a:p>
            <a:r>
              <a:rPr lang="en-GB" dirty="0">
                <a:latin typeface="Arial"/>
                <a:cs typeface="Arial"/>
              </a:rPr>
              <a:t>Backup task: New benefit</a:t>
            </a:r>
            <a:endParaRPr lang="en-GB" dirty="0"/>
          </a:p>
        </p:txBody>
      </p:sp>
      <p:sp>
        <p:nvSpPr>
          <p:cNvPr id="3" name="Text Placeholder 2">
            <a:extLst>
              <a:ext uri="{FF2B5EF4-FFF2-40B4-BE49-F238E27FC236}">
                <a16:creationId xmlns:a16="http://schemas.microsoft.com/office/drawing/2014/main" id="{F1FF8D68-71C9-5172-6951-D376B705574E}"/>
              </a:ext>
            </a:extLst>
          </p:cNvPr>
          <p:cNvSpPr>
            <a:spLocks noGrp="1"/>
          </p:cNvSpPr>
          <p:nvPr>
            <p:ph idx="1"/>
          </p:nvPr>
        </p:nvSpPr>
        <p:spPr/>
        <p:txBody>
          <a:bodyPr vert="horz" lIns="0" tIns="45720" rIns="0" bIns="45720" rtlCol="0" anchor="t">
            <a:normAutofit lnSpcReduction="10000"/>
          </a:bodyPr>
          <a:lstStyle/>
          <a:p>
            <a:pPr marL="0" indent="0">
              <a:buNone/>
            </a:pPr>
            <a:r>
              <a:rPr lang="en-GB" sz="2400">
                <a:latin typeface="Arial"/>
                <a:cs typeface="Arial"/>
              </a:rPr>
              <a:t>The department is part-way through the rollout of a new social security benefit.  This involves interacting with new types of customer and is being delivered through a complex national programme working across geographical areas and client-groups.</a:t>
            </a:r>
          </a:p>
          <a:p>
            <a:pPr marL="0" indent="0">
              <a:buNone/>
            </a:pPr>
            <a:endParaRPr lang="en-US" sz="2400"/>
          </a:p>
          <a:p>
            <a:pPr marL="0" indent="0">
              <a:buNone/>
            </a:pPr>
            <a:r>
              <a:rPr lang="en-GB" sz="2400">
                <a:latin typeface="Arial"/>
                <a:cs typeface="Arial"/>
              </a:rPr>
              <a:t>The responsible director in Operations has asked you how to ensure there are enough staff available to carry out back-office work to process claims and claimant changes of circumstance over the next 12 months.</a:t>
            </a:r>
          </a:p>
          <a:p>
            <a:pPr marL="0" indent="0">
              <a:buNone/>
            </a:pPr>
            <a:endParaRPr lang="en-GB" sz="2400">
              <a:latin typeface="Arial"/>
              <a:cs typeface="Arial"/>
            </a:endParaRPr>
          </a:p>
          <a:p>
            <a:pPr marL="0" indent="0">
              <a:buNone/>
            </a:pPr>
            <a:r>
              <a:rPr lang="en-GB" sz="2400">
                <a:latin typeface="Arial"/>
                <a:cs typeface="Arial"/>
              </a:rPr>
              <a:t>What analysis would you propose to throw light on this problem?</a:t>
            </a:r>
            <a:endParaRPr lang="en-GB" sz="2400"/>
          </a:p>
        </p:txBody>
      </p:sp>
    </p:spTree>
    <p:extLst>
      <p:ext uri="{BB962C8B-B14F-4D97-AF65-F5344CB8AC3E}">
        <p14:creationId xmlns:p14="http://schemas.microsoft.com/office/powerpoint/2010/main" val="3979741653"/>
      </p:ext>
    </p:extLst>
  </p:cSld>
  <p:clrMapOvr>
    <a:masterClrMapping/>
  </p:clrMapOvr>
  <p:transition spd="slow">
    <p:push/>
  </p:transition>
</p:sld>
</file>

<file path=ppt/theme/theme1.xml><?xml version="1.0" encoding="utf-8"?>
<a:theme xmlns:a="http://schemas.openxmlformats.org/drawingml/2006/main" name="Retrospect">
  <a:themeElements>
    <a:clrScheme name="Custom 3">
      <a:dk1>
        <a:sysClr val="windowText" lastClr="000000"/>
      </a:dk1>
      <a:lt1>
        <a:sysClr val="window" lastClr="FFFFFF"/>
      </a:lt1>
      <a:dk2>
        <a:srgbClr val="344068"/>
      </a:dk2>
      <a:lt2>
        <a:srgbClr val="D9E0E6"/>
      </a:lt2>
      <a:accent1>
        <a:srgbClr val="B71234"/>
      </a:accent1>
      <a:accent2>
        <a:srgbClr val="00437B"/>
      </a:accent2>
      <a:accent3>
        <a:srgbClr val="0070C0"/>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466A9013959C41B821A5203CB955B2" ma:contentTypeVersion="18" ma:contentTypeDescription="Create a new document." ma:contentTypeScope="" ma:versionID="770445acb1abca4ad21361904e15fef6">
  <xsd:schema xmlns:xsd="http://www.w3.org/2001/XMLSchema" xmlns:xs="http://www.w3.org/2001/XMLSchema" xmlns:p="http://schemas.microsoft.com/office/2006/metadata/properties" xmlns:ns2="1c521b34-451f-4e81-89d0-b326838fb406" xmlns:ns3="8f6e45f2-029b-4dc3-81e7-e0ce288b2555" xmlns:ns4="a04dbe3e-63b4-48d2-9d03-f0eb0c7bc09d" targetNamespace="http://schemas.microsoft.com/office/2006/metadata/properties" ma:root="true" ma:fieldsID="aa087d65cf649cf0e5943b458bae9df1" ns2:_="" ns3:_="" ns4:_="">
    <xsd:import namespace="1c521b34-451f-4e81-89d0-b326838fb406"/>
    <xsd:import namespace="8f6e45f2-029b-4dc3-81e7-e0ce288b2555"/>
    <xsd:import namespace="a04dbe3e-63b4-48d2-9d03-f0eb0c7bc09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4:TaxCatchAll" minOccurs="0"/>
                <xsd:element ref="ns2:MediaServiceLocation" minOccurs="0"/>
                <xsd:element ref="ns2:MediaServiceObjectDetectorVersions"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521b34-451f-4e81-89d0-b326838fb4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33ebcec-c535-4b75-bbfd-3283b9d6285a"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6e45f2-029b-4dc3-81e7-e0ce288b2555"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04dbe3e-63b4-48d2-9d03-f0eb0c7bc09d"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9005e35e-eee8-4156-9d02-88bba210afc7}" ma:internalName="TaxCatchAll" ma:showField="CatchAllData" ma:web="8f6e45f2-029b-4dc3-81e7-e0ce288b25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04dbe3e-63b4-48d2-9d03-f0eb0c7bc09d" xsi:nil="true"/>
    <SharedWithUsers xmlns="8f6e45f2-029b-4dc3-81e7-e0ce288b2555">
      <UserInfo>
        <DisplayName>Arif Umar POLICY GROUP EMPLOYMENT, YOUTH AND SKILLS</DisplayName>
        <AccountId>35</AccountId>
        <AccountType/>
      </UserInfo>
      <UserInfo>
        <DisplayName>Buckner Ashley POLICY GROUP UC ANALYSIS</DisplayName>
        <AccountId>36</AccountId>
        <AccountType/>
      </UserInfo>
    </SharedWithUsers>
    <lcf76f155ced4ddcb4097134ff3c332f xmlns="1c521b34-451f-4e81-89d0-b326838fb40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3AE5CA8-429F-4C13-A689-14AA41BE7DC8}">
  <ds:schemaRefs>
    <ds:schemaRef ds:uri="1c521b34-451f-4e81-89d0-b326838fb406"/>
    <ds:schemaRef ds:uri="8f6e45f2-029b-4dc3-81e7-e0ce288b2555"/>
    <ds:schemaRef ds:uri="a04dbe3e-63b4-48d2-9d03-f0eb0c7bc0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CD9CFA9-ADA4-45A2-AD1A-0C2D4C82571C}">
  <ds:schemaRefs>
    <ds:schemaRef ds:uri="http://schemas.microsoft.com/sharepoint/v3/contenttype/forms"/>
  </ds:schemaRefs>
</ds:datastoreItem>
</file>

<file path=customXml/itemProps3.xml><?xml version="1.0" encoding="utf-8"?>
<ds:datastoreItem xmlns:ds="http://schemas.openxmlformats.org/officeDocument/2006/customXml" ds:itemID="{098AD5C2-A802-4F5F-B545-B14BE353C06A}">
  <ds:schemaRefs>
    <ds:schemaRef ds:uri="1c521b34-451f-4e81-89d0-b326838fb406"/>
    <ds:schemaRef ds:uri="8f6e45f2-029b-4dc3-81e7-e0ce288b2555"/>
    <ds:schemaRef ds:uri="a04dbe3e-63b4-48d2-9d03-f0eb0c7bc0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af0d0528-6c7f-46d4-8e8a-b1e66ed9d67e}" enabled="1" method="Privileged" siteId="{96f1f6e9-1057-4117-ac28-80cdfe86f8c3}" removed="0"/>
</clbl:labelList>
</file>

<file path=docProps/app.xml><?xml version="1.0" encoding="utf-8"?>
<Properties xmlns="http://schemas.openxmlformats.org/officeDocument/2006/extended-properties" xmlns:vt="http://schemas.openxmlformats.org/officeDocument/2006/docPropsVTypes">
  <Template>Retrospect</Template>
  <TotalTime>43</TotalTime>
  <Words>680</Words>
  <Application>Microsoft Office PowerPoint</Application>
  <PresentationFormat>On-screen Show (4:3)</PresentationFormat>
  <Paragraphs>115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Retrospect</vt:lpstr>
      <vt:lpstr>Group Exercise – Problem Structuring</vt:lpstr>
      <vt:lpstr>Very brief intro to “Soft OR”</vt:lpstr>
      <vt:lpstr>Examples – Rich Picture</vt:lpstr>
      <vt:lpstr>System mapping</vt:lpstr>
      <vt:lpstr>Working with groups</vt:lpstr>
      <vt:lpstr>Stuff you already know!</vt:lpstr>
      <vt:lpstr>To structure a problem you must…</vt:lpstr>
      <vt:lpstr>Your task today</vt:lpstr>
      <vt:lpstr>Please note</vt:lpstr>
      <vt:lpstr>Task: Local office efficiency</vt:lpstr>
      <vt:lpstr>Feedback/Q&amp;A</vt:lpstr>
      <vt:lpstr>Backup material</vt:lpstr>
      <vt:lpstr>Backup task: Complaints</vt:lpstr>
      <vt:lpstr>Backup task: New benefit</vt:lpstr>
    </vt:vector>
  </TitlesOfParts>
  <Company>DWP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What-Ifs Analyses 7th January 2014 update</dc:title>
  <dc:creator>82851306</dc:creator>
  <cp:lastModifiedBy>Pankhurst Dave CASD – Working Age Modelling &amp; Forecasting</cp:lastModifiedBy>
  <cp:revision>2</cp:revision>
  <cp:lastPrinted>2017-07-17T09:07:36Z</cp:lastPrinted>
  <dcterms:created xsi:type="dcterms:W3CDTF">2013-12-16T13:59:36Z</dcterms:created>
  <dcterms:modified xsi:type="dcterms:W3CDTF">2024-04-22T12:10:52Z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0x0101007D466A9013959C41B821A5203CB955B2</vt:lpwstr>
  </property>
  <property fmtid="{D5CDD505-2E9C-101B-9397-08002B2CF9AE}" pid="3" name="MediaServiceImageTags">
    <vt:lpwstr/>
  </property>
  <property fmtid="{D5CDD505-2E9C-101B-9397-08002B2CF9AE}" pid="4" name="ClassificationContentMarkingFooterLocations">
    <vt:lpwstr>Retrospect:13</vt:lpwstr>
  </property>
  <property fmtid="{D5CDD505-2E9C-101B-9397-08002B2CF9AE}" pid="5" name="ClassificationContentMarkingFooterText">
    <vt:lpwstr>Official</vt:lpwstr>
  </property>
  <property fmtid="{D5CDD505-2E9C-101B-9397-08002B2CF9AE}" pid="6" name="ClassificationContentMarkingHeaderLocations">
    <vt:lpwstr>Retrospect:12</vt:lpwstr>
  </property>
  <property fmtid="{D5CDD505-2E9C-101B-9397-08002B2CF9AE}" pid="7" name="ClassificationContentMarkingHeaderText">
    <vt:lpwstr>Official</vt:lpwstr>
  </property>
</Properties>
</file>