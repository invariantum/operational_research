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85" r:id="rId5"/>
    <p:sldId id="256" r:id="rId6"/>
    <p:sldId id="257" r:id="rId7"/>
    <p:sldId id="258" r:id="rId8"/>
    <p:sldId id="259" r:id="rId9"/>
    <p:sldId id="260" r:id="rId10"/>
    <p:sldId id="262" r:id="rId11"/>
    <p:sldId id="261" r:id="rId12"/>
    <p:sldId id="263" r:id="rId13"/>
    <p:sldId id="284" r:id="rId14"/>
    <p:sldId id="265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E7FCF8-C4C8-46EB-AC18-5B5D2EF6B4D7}" v="97" dt="2020-02-20T11:40:08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A5E7FCF8-C4C8-46EB-AC18-5B5D2EF6B4D7}"/>
    <pc:docChg chg="undo redo custSel addSld delSld modSld modMainMaster modNotesMaster">
      <pc:chgData name="Sam O'Neill" userId="cb323814-a42a-4cfe-bc74-03f595e56f6e" providerId="ADAL" clId="{A5E7FCF8-C4C8-46EB-AC18-5B5D2EF6B4D7}" dt="2020-02-20T11:40:08.180" v="465"/>
      <pc:docMkLst>
        <pc:docMk/>
      </pc:docMkLst>
      <pc:sldChg chg="addSp delSp modSp add mod">
        <pc:chgData name="Sam O'Neill" userId="cb323814-a42a-4cfe-bc74-03f595e56f6e" providerId="ADAL" clId="{A5E7FCF8-C4C8-46EB-AC18-5B5D2EF6B4D7}" dt="2020-02-19T13:00:39.452" v="41" actId="207"/>
        <pc:sldMkLst>
          <pc:docMk/>
          <pc:sldMk cId="329982961" sldId="256"/>
        </pc:sldMkLst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2" creationId="{76DB332F-FF8E-421E-9620-B1BCA345999F}"/>
          </ac:spMkLst>
        </pc:spChg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3" creationId="{0C2E685B-82D6-481E-A994-951882DC1453}"/>
          </ac:spMkLst>
        </pc:spChg>
        <pc:spChg chg="add mod">
          <ac:chgData name="Sam O'Neill" userId="cb323814-a42a-4cfe-bc74-03f595e56f6e" providerId="ADAL" clId="{A5E7FCF8-C4C8-46EB-AC18-5B5D2EF6B4D7}" dt="2020-02-19T12:59:09.860" v="17" actId="207"/>
          <ac:spMkLst>
            <pc:docMk/>
            <pc:sldMk cId="329982961" sldId="256"/>
            <ac:spMk id="4" creationId="{6CB7E2F1-70F3-4A99-9107-E1CCAF8B102E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5" creationId="{1A786B81-CED0-4811-AF06-131E7F59404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7" creationId="{36821B90-67E1-4E7B-A508-4869EF4792F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9" creationId="{3CEC4D9A-6A9D-4C27-AFB6-A30669A205B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2" creationId="{FC0E0F46-EB8A-4017-A345-398C770F0022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5" creationId="{AADC55E4-A901-4A61-85FC-EE5CB64EDE6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6" creationId="{5F950007-F783-42CC-A1F8-0B630F69862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1" creationId="{66B437E9-B1DB-4614-8E0C-38B8DC3628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2" creationId="{71D83C53-4C4E-491D-AD5C-9A5F843F3A87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3" creationId="{8A22A461-2584-49C0-8F4F-7EF441B21C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4" creationId="{7CBD3096-7462-415F-A7C0-699F82D9898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5" creationId="{47C5611D-BA6E-427F-BBC2-C51C447B731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6" creationId="{88239BB1-5B96-48E0-A081-E55719E7453B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7" creationId="{185804F7-2DFE-44F2-9C2A-60152D28161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8" creationId="{5F2F83D5-63AE-42CA-BFD8-58DBBC252CC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9" creationId="{9DAD1701-7AA9-404C-B023-DE54A2542D7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2" creationId="{2D5CCCBA-88B3-47A1-BCEB-13F95F9569E0}"/>
          </ac:spMkLst>
        </pc:spChg>
        <pc:grpChg chg="add mod">
          <ac:chgData name="Sam O'Neill" userId="cb323814-a42a-4cfe-bc74-03f595e56f6e" providerId="ADAL" clId="{A5E7FCF8-C4C8-46EB-AC18-5B5D2EF6B4D7}" dt="2020-02-19T12:58:52.122" v="14" actId="14100"/>
          <ac:grpSpMkLst>
            <pc:docMk/>
            <pc:sldMk cId="329982961" sldId="256"/>
            <ac:grpSpMk id="34" creationId="{ED716041-2047-46B8-A38B-1F8AB109E397}"/>
          </ac:grpSpMkLst>
        </pc:grpChg>
        <pc:graphicFrameChg chg="add mod modGraphic">
          <ac:chgData name="Sam O'Neill" userId="cb323814-a42a-4cfe-bc74-03f595e56f6e" providerId="ADAL" clId="{A5E7FCF8-C4C8-46EB-AC18-5B5D2EF6B4D7}" dt="2020-02-19T13:00:39.452" v="41" actId="207"/>
          <ac:graphicFrameMkLst>
            <pc:docMk/>
            <pc:sldMk cId="329982961" sldId="256"/>
            <ac:graphicFrameMk id="33" creationId="{28AACF51-14D1-445F-9964-4555B9B6C695}"/>
          </ac:graphicFrameMkLst>
        </pc:graphicFrame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6" creationId="{3D6C431F-F610-4A42-B0D6-9318876C1426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8" creationId="{20C23EEA-70A8-4493-AFB9-2C5D162F046D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0" creationId="{6F5AD424-38E0-4CE9-A235-83DE43DB6FB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1" creationId="{C978392E-7E3F-4CC9-B071-A8D35D19A49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3" creationId="{5A68A09F-A810-4A67-B910-6302CCD6491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4" creationId="{BFC03D67-45A2-4E68-9016-522F80F19C2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7" creationId="{7495C7F6-7AC6-4082-9F14-BCB45065CA4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8" creationId="{4F4E35D6-248B-4085-BB5B-1687ED034CE9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9" creationId="{B13E1FD5-15A9-4E4C-9966-D117A84E0B93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20" creationId="{B1A0A71A-396A-4ED1-9898-EB0F5F0F7A9F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04:59.141" v="96" actId="208"/>
        <pc:sldMkLst>
          <pc:docMk/>
          <pc:sldMk cId="3245144486" sldId="257"/>
        </pc:sldMkLst>
        <pc:spChg chg="mod">
          <ac:chgData name="Sam O'Neill" userId="cb323814-a42a-4cfe-bc74-03f595e56f6e" providerId="ADAL" clId="{A5E7FCF8-C4C8-46EB-AC18-5B5D2EF6B4D7}" dt="2020-02-19T12:59:36.305" v="25" actId="207"/>
          <ac:spMkLst>
            <pc:docMk/>
            <pc:sldMk cId="3245144486" sldId="257"/>
            <ac:spMk id="5" creationId="{1A786B81-CED0-4811-AF06-131E7F594040}"/>
          </ac:spMkLst>
        </pc:spChg>
        <pc:graphicFrameChg chg="mod modGraphic">
          <ac:chgData name="Sam O'Neill" userId="cb323814-a42a-4cfe-bc74-03f595e56f6e" providerId="ADAL" clId="{A5E7FCF8-C4C8-46EB-AC18-5B5D2EF6B4D7}" dt="2020-02-19T13:00:47.602" v="43" actId="207"/>
          <ac:graphicFrameMkLst>
            <pc:docMk/>
            <pc:sldMk cId="3245144486" sldId="257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4:59.141" v="96" actId="208"/>
          <ac:cxnSpMkLst>
            <pc:docMk/>
            <pc:sldMk cId="3245144486" sldId="257"/>
            <ac:cxnSpMk id="6" creationId="{3D6C431F-F610-4A42-B0D6-9318876C1426}"/>
          </ac:cxnSpMkLst>
        </pc:cxnChg>
      </pc:sldChg>
      <pc:sldChg chg="modSp add mod">
        <pc:chgData name="Sam O'Neill" userId="cb323814-a42a-4cfe-bc74-03f595e56f6e" providerId="ADAL" clId="{A5E7FCF8-C4C8-46EB-AC18-5B5D2EF6B4D7}" dt="2020-02-19T13:05:06.886" v="98" actId="208"/>
        <pc:sldMkLst>
          <pc:docMk/>
          <pc:sldMk cId="575750292" sldId="258"/>
        </pc:sldMkLst>
        <pc:spChg chg="mod">
          <ac:chgData name="Sam O'Neill" userId="cb323814-a42a-4cfe-bc74-03f595e56f6e" providerId="ADAL" clId="{A5E7FCF8-C4C8-46EB-AC18-5B5D2EF6B4D7}" dt="2020-02-19T13:01:20.386" v="50" actId="207"/>
          <ac:spMkLst>
            <pc:docMk/>
            <pc:sldMk cId="575750292" sldId="258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02:25.764" v="70" actId="207"/>
          <ac:graphicFrameMkLst>
            <pc:docMk/>
            <pc:sldMk cId="575750292" sldId="258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06.886" v="98" actId="208"/>
          <ac:cxnSpMkLst>
            <pc:docMk/>
            <pc:sldMk cId="575750292" sldId="258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02.622" v="97" actId="208"/>
          <ac:cxnSpMkLst>
            <pc:docMk/>
            <pc:sldMk cId="575750292" sldId="258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367824256" sldId="259"/>
        </pc:sldMkLst>
        <pc:spChg chg="mod">
          <ac:chgData name="Sam O'Neill" userId="cb323814-a42a-4cfe-bc74-03f595e56f6e" providerId="ADAL" clId="{A5E7FCF8-C4C8-46EB-AC18-5B5D2EF6B4D7}" dt="2020-02-19T13:02:58.732" v="75" actId="207"/>
          <ac:spMkLst>
            <pc:docMk/>
            <pc:sldMk cId="367824256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03:49.526" v="90" actId="207"/>
          <ac:graphicFrameMkLst>
            <pc:docMk/>
            <pc:sldMk cId="367824256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22:38.497" v="126" actId="207"/>
        <pc:sldMkLst>
          <pc:docMk/>
          <pc:sldMk cId="2774202614" sldId="259"/>
        </pc:sldMkLst>
        <pc:spChg chg="mod">
          <ac:chgData name="Sam O'Neill" userId="cb323814-a42a-4cfe-bc74-03f595e56f6e" providerId="ADAL" clId="{A5E7FCF8-C4C8-46EB-AC18-5B5D2EF6B4D7}" dt="2020-02-19T13:21:23.236" v="107" actId="207"/>
          <ac:spMkLst>
            <pc:docMk/>
            <pc:sldMk cId="2774202614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22:38.497" v="126" actId="207"/>
          <ac:graphicFrameMkLst>
            <pc:docMk/>
            <pc:sldMk cId="2774202614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1:19.346" v="106" actId="208"/>
          <ac:cxnSpMkLst>
            <pc:docMk/>
            <pc:sldMk cId="2774202614" sldId="259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1342612657" sldId="260"/>
        </pc:sldMkLst>
        <pc:spChg chg="mod">
          <ac:chgData name="Sam O'Neill" userId="cb323814-a42a-4cfe-bc74-03f595e56f6e" providerId="ADAL" clId="{A5E7FCF8-C4C8-46EB-AC18-5B5D2EF6B4D7}" dt="2020-02-19T13:04:05.141" v="93" actId="207"/>
          <ac:spMkLst>
            <pc:docMk/>
            <pc:sldMk cId="1342612657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04:16.586" v="95" actId="20577"/>
          <ac:graphicFrameMkLst>
            <pc:docMk/>
            <pc:sldMk cId="1342612657" sldId="260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23:51.435" v="148" actId="207"/>
        <pc:sldMkLst>
          <pc:docMk/>
          <pc:sldMk cId="4288627022" sldId="260"/>
        </pc:sldMkLst>
        <pc:spChg chg="mod">
          <ac:chgData name="Sam O'Neill" userId="cb323814-a42a-4cfe-bc74-03f595e56f6e" providerId="ADAL" clId="{A5E7FCF8-C4C8-46EB-AC18-5B5D2EF6B4D7}" dt="2020-02-19T13:23:02.178" v="132" actId="207"/>
          <ac:spMkLst>
            <pc:docMk/>
            <pc:sldMk cId="4288627022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23:51.435" v="148" actId="207"/>
          <ac:graphicFrameMkLst>
            <pc:docMk/>
            <pc:sldMk cId="4288627022" sldId="260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2:59.977" v="131" actId="208"/>
          <ac:cxnSpMkLst>
            <pc:docMk/>
            <pc:sldMk cId="4288627022" sldId="260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27.169" v="175" actId="207"/>
        <pc:sldMkLst>
          <pc:docMk/>
          <pc:sldMk cId="183639094" sldId="261"/>
        </pc:sldMkLst>
        <pc:spChg chg="mod">
          <ac:chgData name="Sam O'Neill" userId="cb323814-a42a-4cfe-bc74-03f595e56f6e" providerId="ADAL" clId="{A5E7FCF8-C4C8-46EB-AC18-5B5D2EF6B4D7}" dt="2020-02-19T13:24:35.291" v="154" actId="207"/>
          <ac:spMkLst>
            <pc:docMk/>
            <pc:sldMk cId="183639094" sldId="261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24:58.428" v="158" actId="207"/>
          <ac:spMkLst>
            <pc:docMk/>
            <pc:sldMk cId="183639094" sldId="26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26:27.169" v="175" actId="207"/>
          <ac:graphicFrameMkLst>
            <pc:docMk/>
            <pc:sldMk cId="183639094" sldId="261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4:33.227" v="153" actId="208"/>
          <ac:cxnSpMkLst>
            <pc:docMk/>
            <pc:sldMk cId="183639094" sldId="261"/>
            <ac:cxnSpMk id="14" creationId="{BFC03D67-45A2-4E68-9016-522F80F19C28}"/>
          </ac:cxnSpMkLst>
        </pc:cxnChg>
        <pc:cxnChg chg="mod">
          <ac:chgData name="Sam O'Neill" userId="cb323814-a42a-4cfe-bc74-03f595e56f6e" providerId="ADAL" clId="{A5E7FCF8-C4C8-46EB-AC18-5B5D2EF6B4D7}" dt="2020-02-19T13:25:00.580" v="159" actId="208"/>
          <ac:cxnSpMkLst>
            <pc:docMk/>
            <pc:sldMk cId="183639094" sldId="261"/>
            <ac:cxnSpMk id="20" creationId="{B1A0A71A-396A-4ED1-9898-EB0F5F0F7A9F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18.462" v="173" actId="207"/>
        <pc:sldMkLst>
          <pc:docMk/>
          <pc:sldMk cId="2902067407" sldId="262"/>
        </pc:sldMkLst>
        <pc:spChg chg="mod">
          <ac:chgData name="Sam O'Neill" userId="cb323814-a42a-4cfe-bc74-03f595e56f6e" providerId="ADAL" clId="{A5E7FCF8-C4C8-46EB-AC18-5B5D2EF6B4D7}" dt="2020-02-19T13:25:51.777" v="168" actId="207"/>
          <ac:spMkLst>
            <pc:docMk/>
            <pc:sldMk cId="2902067407" sldId="262"/>
            <ac:spMk id="16" creationId="{5F950007-F783-42CC-A1F8-0B630F69862A}"/>
          </ac:spMkLst>
        </pc:spChg>
        <pc:graphicFrameChg chg="mod modGraphic">
          <ac:chgData name="Sam O'Neill" userId="cb323814-a42a-4cfe-bc74-03f595e56f6e" providerId="ADAL" clId="{A5E7FCF8-C4C8-46EB-AC18-5B5D2EF6B4D7}" dt="2020-02-19T13:26:18.462" v="173" actId="207"/>
          <ac:graphicFrameMkLst>
            <pc:docMk/>
            <pc:sldMk cId="2902067407" sldId="262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6:08.989" v="170" actId="208"/>
          <ac:cxnSpMkLst>
            <pc:docMk/>
            <pc:sldMk cId="2902067407" sldId="262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27:18.071" v="185" actId="20577"/>
        <pc:sldMkLst>
          <pc:docMk/>
          <pc:sldMk cId="1336967205" sldId="263"/>
        </pc:sldMkLst>
        <pc:spChg chg="add mod">
          <ac:chgData name="Sam O'Neill" userId="cb323814-a42a-4cfe-bc74-03f595e56f6e" providerId="ADAL" clId="{A5E7FCF8-C4C8-46EB-AC18-5B5D2EF6B4D7}" dt="2020-02-19T13:27:18.071" v="185" actId="20577"/>
          <ac:spMkLst>
            <pc:docMk/>
            <pc:sldMk cId="1336967205" sldId="263"/>
            <ac:spMk id="2" creationId="{ADC5901A-8447-40BC-944F-0957FADB4FE9}"/>
          </ac:spMkLst>
        </pc:spChg>
        <pc:spChg chg="del">
          <ac:chgData name="Sam O'Neill" userId="cb323814-a42a-4cfe-bc74-03f595e56f6e" providerId="ADAL" clId="{A5E7FCF8-C4C8-46EB-AC18-5B5D2EF6B4D7}" dt="2020-02-19T13:26:41.190" v="179" actId="478"/>
          <ac:spMkLst>
            <pc:docMk/>
            <pc:sldMk cId="1336967205" sldId="263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26:38.798" v="178" actId="478"/>
          <ac:spMkLst>
            <pc:docMk/>
            <pc:sldMk cId="1336967205" sldId="263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30" creationId="{B95A4AF6-604F-4645-A4CD-F80E6556D4D6}"/>
          </ac:spMkLst>
        </pc:spChg>
        <pc:cxnChg chg="del mod">
          <ac:chgData name="Sam O'Neill" userId="cb323814-a42a-4cfe-bc74-03f595e56f6e" providerId="ADAL" clId="{A5E7FCF8-C4C8-46EB-AC18-5B5D2EF6B4D7}" dt="2020-02-19T13:26:41.190" v="179" actId="478"/>
          <ac:cxnSpMkLst>
            <pc:docMk/>
            <pc:sldMk cId="1336967205" sldId="263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26:38.798" v="178" actId="478"/>
          <ac:cxnSpMkLst>
            <pc:docMk/>
            <pc:sldMk cId="1336967205" sldId="263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9" creationId="{B13E1FD5-15A9-4E4C-9966-D117A84E0B93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27.705" v="341" actId="47"/>
        <pc:sldMkLst>
          <pc:docMk/>
          <pc:sldMk cId="1312445040" sldId="264"/>
        </pc:sldMkLst>
        <pc:graphicFrameChg chg="add mod modGraphic">
          <ac:chgData name="Sam O'Neill" userId="cb323814-a42a-4cfe-bc74-03f595e56f6e" providerId="ADAL" clId="{A5E7FCF8-C4C8-46EB-AC18-5B5D2EF6B4D7}" dt="2020-02-19T13:33:44.987" v="308" actId="20577"/>
          <ac:graphicFrameMkLst>
            <pc:docMk/>
            <pc:sldMk cId="1312445040" sldId="264"/>
            <ac:graphicFrameMk id="2" creationId="{96F7CDC2-38EA-4CD6-9F15-2FCA9613CF2A}"/>
          </ac:graphicFrameMkLst>
        </pc:graphicFrameChg>
        <pc:graphicFrameChg chg="del modGraphic">
          <ac:chgData name="Sam O'Neill" userId="cb323814-a42a-4cfe-bc74-03f595e56f6e" providerId="ADAL" clId="{A5E7FCF8-C4C8-46EB-AC18-5B5D2EF6B4D7}" dt="2020-02-19T13:28:47.838" v="191" actId="478"/>
          <ac:graphicFrameMkLst>
            <pc:docMk/>
            <pc:sldMk cId="1312445040" sldId="264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38:30.225" v="342" actId="20577"/>
        <pc:sldMkLst>
          <pc:docMk/>
          <pc:sldMk cId="4267097554" sldId="265"/>
        </pc:sldMkLst>
        <pc:spChg chg="mod">
          <ac:chgData name="Sam O'Neill" userId="cb323814-a42a-4cfe-bc74-03f595e56f6e" providerId="ADAL" clId="{A5E7FCF8-C4C8-46EB-AC18-5B5D2EF6B4D7}" dt="2020-02-19T13:32:46.504" v="294" actId="207"/>
          <ac:spMkLst>
            <pc:docMk/>
            <pc:sldMk cId="4267097554" sldId="265"/>
            <ac:spMk id="5" creationId="{1A786B81-CED0-4811-AF06-131E7F594040}"/>
          </ac:spMkLst>
        </pc:spChg>
        <pc:graphicFrameChg chg="modGraphic">
          <ac:chgData name="Sam O'Neill" userId="cb323814-a42a-4cfe-bc74-03f595e56f6e" providerId="ADAL" clId="{A5E7FCF8-C4C8-46EB-AC18-5B5D2EF6B4D7}" dt="2020-02-19T13:38:30.225" v="342" actId="20577"/>
          <ac:graphicFrameMkLst>
            <pc:docMk/>
            <pc:sldMk cId="4267097554" sldId="26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2:48.968" v="295" actId="208"/>
          <ac:cxnSpMkLst>
            <pc:docMk/>
            <pc:sldMk cId="4267097554" sldId="265"/>
            <ac:cxnSpMk id="6" creationId="{3D6C431F-F610-4A42-B0D6-9318876C1426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303620990" sldId="266"/>
        </pc:sldMkLst>
        <pc:spChg chg="mod">
          <ac:chgData name="Sam O'Neill" userId="cb323814-a42a-4cfe-bc74-03f595e56f6e" providerId="ADAL" clId="{A5E7FCF8-C4C8-46EB-AC18-5B5D2EF6B4D7}" dt="2020-02-19T13:33:01.457" v="298" actId="207"/>
          <ac:spMkLst>
            <pc:docMk/>
            <pc:sldMk cId="303620990" sldId="266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33:39.474" v="306" actId="20577"/>
          <ac:graphicFrameMkLst>
            <pc:docMk/>
            <pc:sldMk cId="303620990" sldId="26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3:03.665" v="299" actId="208"/>
          <ac:cxnSpMkLst>
            <pc:docMk/>
            <pc:sldMk cId="303620990" sldId="266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781381180" sldId="267"/>
        </pc:sldMkLst>
        <pc:spChg chg="mod">
          <ac:chgData name="Sam O'Neill" userId="cb323814-a42a-4cfe-bc74-03f595e56f6e" providerId="ADAL" clId="{A5E7FCF8-C4C8-46EB-AC18-5B5D2EF6B4D7}" dt="2020-02-19T13:35:58.392" v="314" actId="207"/>
          <ac:spMkLst>
            <pc:docMk/>
            <pc:sldMk cId="2781381180" sldId="267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5:54.995" v="313" actId="20577"/>
          <ac:graphicFrameMkLst>
            <pc:docMk/>
            <pc:sldMk cId="2781381180" sldId="26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01.152" v="315" actId="208"/>
          <ac:cxnSpMkLst>
            <pc:docMk/>
            <pc:sldMk cId="2781381180" sldId="267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1669833050" sldId="268"/>
        </pc:sldMkLst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7" creationId="{36821B90-67E1-4E7B-A508-4869EF4792FA}"/>
          </ac:spMkLst>
        </pc:spChg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35:15.097" v="311" actId="20577"/>
          <ac:graphicFrameMkLst>
            <pc:docMk/>
            <pc:sldMk cId="1669833050" sldId="268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8" creationId="{20C23EEA-70A8-4493-AFB9-2C5D162F046D}"/>
          </ac:cxnSpMkLst>
        </pc:cxn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31" creationId="{316B81C0-D51D-4423-A7B0-EF6E2D2D1C15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583433594" sldId="269"/>
        </pc:sldMkLst>
        <pc:spChg chg="mod">
          <ac:chgData name="Sam O'Neill" userId="cb323814-a42a-4cfe-bc74-03f595e56f6e" providerId="ADAL" clId="{A5E7FCF8-C4C8-46EB-AC18-5B5D2EF6B4D7}" dt="2020-02-19T13:36:27.088" v="321" actId="207"/>
          <ac:spMkLst>
            <pc:docMk/>
            <pc:sldMk cId="2583433594" sldId="269"/>
            <ac:spMk id="9" creationId="{3CEC4D9A-6A9D-4C27-AFB6-A30669A205B1}"/>
          </ac:spMkLst>
        </pc:spChg>
        <pc:spChg chg="add del">
          <ac:chgData name="Sam O'Neill" userId="cb323814-a42a-4cfe-bc74-03f595e56f6e" providerId="ADAL" clId="{A5E7FCF8-C4C8-46EB-AC18-5B5D2EF6B4D7}" dt="2020-02-19T13:36:30.544" v="323"/>
          <ac:spMkLst>
            <pc:docMk/>
            <pc:sldMk cId="2583433594" sldId="269"/>
            <ac:spMk id="33" creationId="{CFF2AFCD-7362-4F1C-A35B-80D57719EA7B}"/>
          </ac:spMkLst>
        </pc:spChg>
        <pc:graphicFrameChg chg="modGraphic">
          <ac:chgData name="Sam O'Neill" userId="cb323814-a42a-4cfe-bc74-03f595e56f6e" providerId="ADAL" clId="{A5E7FCF8-C4C8-46EB-AC18-5B5D2EF6B4D7}" dt="2020-02-19T13:36:21.873" v="319" actId="20577"/>
          <ac:graphicFrameMkLst>
            <pc:docMk/>
            <pc:sldMk cId="2583433594" sldId="269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24.624" v="320" actId="208"/>
          <ac:cxnSpMkLst>
            <pc:docMk/>
            <pc:sldMk cId="2583433594" sldId="269"/>
            <ac:cxnSpMk id="10" creationId="{6F5AD424-38E0-4CE9-A235-83DE43DB6FB8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911234446" sldId="270"/>
        </pc:sldMkLst>
        <pc:graphicFrameChg chg="modGraphic">
          <ac:chgData name="Sam O'Neill" userId="cb323814-a42a-4cfe-bc74-03f595e56f6e" providerId="ADAL" clId="{A5E7FCF8-C4C8-46EB-AC18-5B5D2EF6B4D7}" dt="2020-02-19T13:36:47.280" v="327" actId="20577"/>
          <ac:graphicFrameMkLst>
            <pc:docMk/>
            <pc:sldMk cId="911234446" sldId="270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299837039" sldId="271"/>
        </pc:sldMkLst>
        <pc:graphicFrameChg chg="modGraphic">
          <ac:chgData name="Sam O'Neill" userId="cb323814-a42a-4cfe-bc74-03f595e56f6e" providerId="ADAL" clId="{A5E7FCF8-C4C8-46EB-AC18-5B5D2EF6B4D7}" dt="2020-02-19T13:37:03.953" v="329" actId="20577"/>
          <ac:graphicFrameMkLst>
            <pc:docMk/>
            <pc:sldMk cId="2299837039" sldId="271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558110735" sldId="272"/>
        </pc:sldMkLst>
        <pc:spChg chg="mod">
          <ac:chgData name="Sam O'Neill" userId="cb323814-a42a-4cfe-bc74-03f595e56f6e" providerId="ADAL" clId="{A5E7FCF8-C4C8-46EB-AC18-5B5D2EF6B4D7}" dt="2020-02-19T13:37:26.855" v="334" actId="207"/>
          <ac:spMkLst>
            <pc:docMk/>
            <pc:sldMk cId="558110735" sldId="272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37:16.536" v="332" actId="20577"/>
          <ac:graphicFrameMkLst>
            <pc:docMk/>
            <pc:sldMk cId="558110735" sldId="272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7:24.544" v="333" actId="208"/>
          <ac:cxnSpMkLst>
            <pc:docMk/>
            <pc:sldMk cId="558110735" sldId="272"/>
            <ac:cxnSpMk id="20" creationId="{B1A0A71A-396A-4ED1-9898-EB0F5F0F7A9F}"/>
          </ac:cxnSpMkLst>
        </pc:cxnChg>
      </pc:sldChg>
      <pc:sldChg chg="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975891298" sldId="273"/>
        </pc:sldMkLst>
        <pc:spChg chg="del">
          <ac:chgData name="Sam O'Neill" userId="cb323814-a42a-4cfe-bc74-03f595e56f6e" providerId="ADAL" clId="{A5E7FCF8-C4C8-46EB-AC18-5B5D2EF6B4D7}" dt="2020-02-19T13:37:53.128" v="339" actId="478"/>
          <ac:spMkLst>
            <pc:docMk/>
            <pc:sldMk cId="2975891298" sldId="27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30" creationId="{B95A4AF6-604F-4645-A4CD-F80E6556D4D6}"/>
          </ac:spMkLst>
        </pc:spChg>
        <pc:graphicFrameChg chg="modGraphic">
          <ac:chgData name="Sam O'Neill" userId="cb323814-a42a-4cfe-bc74-03f595e56f6e" providerId="ADAL" clId="{A5E7FCF8-C4C8-46EB-AC18-5B5D2EF6B4D7}" dt="2020-02-19T13:37:42.080" v="337" actId="20577"/>
          <ac:graphicFrameMkLst>
            <pc:docMk/>
            <pc:sldMk cId="2975891298" sldId="273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37:53.128" v="339" actId="478"/>
          <ac:cxnSpMkLst>
            <pc:docMk/>
            <pc:sldMk cId="2975891298" sldId="27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9" creationId="{B13E1FD5-15A9-4E4C-9966-D117A84E0B93}"/>
          </ac:cxnSpMkLst>
        </pc:cxnChg>
      </pc:sldChg>
      <pc:sldChg chg="modSp add mod">
        <pc:chgData name="Sam O'Neill" userId="cb323814-a42a-4cfe-bc74-03f595e56f6e" providerId="ADAL" clId="{A5E7FCF8-C4C8-46EB-AC18-5B5D2EF6B4D7}" dt="2020-02-19T13:38:43.223" v="344" actId="207"/>
        <pc:sldMkLst>
          <pc:docMk/>
          <pc:sldMk cId="3115705893" sldId="274"/>
        </pc:sldMkLst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12" creationId="{FC0E0F46-EB8A-4017-A345-398C770F0022}"/>
          </ac:spMkLst>
        </pc:spChg>
        <pc:cxnChg chg="mod">
          <ac:chgData name="Sam O'Neill" userId="cb323814-a42a-4cfe-bc74-03f595e56f6e" providerId="ADAL" clId="{A5E7FCF8-C4C8-46EB-AC18-5B5D2EF6B4D7}" dt="2020-02-19T13:38:40.902" v="343" actId="208"/>
          <ac:cxnSpMkLst>
            <pc:docMk/>
            <pc:sldMk cId="3115705893" sldId="274"/>
            <ac:cxnSpMk id="14" creationId="{BFC03D67-45A2-4E68-9016-522F80F19C28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02.190" v="349" actId="208"/>
        <pc:sldMkLst>
          <pc:docMk/>
          <pc:sldMk cId="2932323992" sldId="275"/>
        </pc:sldMkLst>
        <pc:spChg chg="mod">
          <ac:chgData name="Sam O'Neill" userId="cb323814-a42a-4cfe-bc74-03f595e56f6e" providerId="ADAL" clId="{A5E7FCF8-C4C8-46EB-AC18-5B5D2EF6B4D7}" dt="2020-02-19T13:38:59.623" v="348" actId="207"/>
          <ac:spMkLst>
            <pc:docMk/>
            <pc:sldMk cId="2932323992" sldId="275"/>
            <ac:spMk id="15" creationId="{AADC55E4-A901-4A61-85FC-EE5CB64EDE64}"/>
          </ac:spMkLst>
        </pc:spChg>
        <pc:graphicFrameChg chg="modGraphic">
          <ac:chgData name="Sam O'Neill" userId="cb323814-a42a-4cfe-bc74-03f595e56f6e" providerId="ADAL" clId="{A5E7FCF8-C4C8-46EB-AC18-5B5D2EF6B4D7}" dt="2020-02-19T13:38:55.383" v="347" actId="20577"/>
          <ac:graphicFrameMkLst>
            <pc:docMk/>
            <pc:sldMk cId="2932323992" sldId="27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02.190" v="349" actId="208"/>
          <ac:cxnSpMkLst>
            <pc:docMk/>
            <pc:sldMk cId="2932323992" sldId="275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17.887" v="355" actId="20577"/>
        <pc:sldMkLst>
          <pc:docMk/>
          <pc:sldMk cId="4180742927" sldId="276"/>
        </pc:sldMkLst>
        <pc:spChg chg="mod">
          <ac:chgData name="Sam O'Neill" userId="cb323814-a42a-4cfe-bc74-03f595e56f6e" providerId="ADAL" clId="{A5E7FCF8-C4C8-46EB-AC18-5B5D2EF6B4D7}" dt="2020-02-19T13:39:10.695" v="351" actId="207"/>
          <ac:spMkLst>
            <pc:docMk/>
            <pc:sldMk cId="4180742927" sldId="276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9:17.887" v="355" actId="20577"/>
          <ac:graphicFrameMkLst>
            <pc:docMk/>
            <pc:sldMk cId="4180742927" sldId="27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14.982" v="352" actId="208"/>
          <ac:cxnSpMkLst>
            <pc:docMk/>
            <pc:sldMk cId="4180742927" sldId="276"/>
            <ac:cxnSpMk id="8" creationId="{20C23EEA-70A8-4493-AFB9-2C5D162F046D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46.567" v="360" actId="20577"/>
        <pc:sldMkLst>
          <pc:docMk/>
          <pc:sldMk cId="3665790786" sldId="277"/>
        </pc:sldMkLst>
        <pc:graphicFrameChg chg="modGraphic">
          <ac:chgData name="Sam O'Neill" userId="cb323814-a42a-4cfe-bc74-03f595e56f6e" providerId="ADAL" clId="{A5E7FCF8-C4C8-46EB-AC18-5B5D2EF6B4D7}" dt="2020-02-19T13:39:46.567" v="360" actId="20577"/>
          <ac:graphicFrameMkLst>
            <pc:docMk/>
            <pc:sldMk cId="3665790786" sldId="27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28.432" v="357" actId="208"/>
          <ac:cxnSpMkLst>
            <pc:docMk/>
            <pc:sldMk cId="3665790786" sldId="277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52.863" v="362" actId="20577"/>
        <pc:sldMkLst>
          <pc:docMk/>
          <pc:sldMk cId="1634217021" sldId="278"/>
        </pc:sldMkLst>
        <pc:graphicFrameChg chg="modGraphic">
          <ac:chgData name="Sam O'Neill" userId="cb323814-a42a-4cfe-bc74-03f595e56f6e" providerId="ADAL" clId="{A5E7FCF8-C4C8-46EB-AC18-5B5D2EF6B4D7}" dt="2020-02-19T13:39:52.863" v="362" actId="20577"/>
          <ac:graphicFrameMkLst>
            <pc:docMk/>
            <pc:sldMk cId="1634217021" sldId="278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2.111" v="365" actId="20577"/>
        <pc:sldMkLst>
          <pc:docMk/>
          <pc:sldMk cId="3802459319" sldId="279"/>
        </pc:sldMkLst>
        <pc:graphicFrameChg chg="modGraphic">
          <ac:chgData name="Sam O'Neill" userId="cb323814-a42a-4cfe-bc74-03f595e56f6e" providerId="ADAL" clId="{A5E7FCF8-C4C8-46EB-AC18-5B5D2EF6B4D7}" dt="2020-02-19T13:40:02.111" v="365" actId="20577"/>
          <ac:graphicFrameMkLst>
            <pc:docMk/>
            <pc:sldMk cId="3802459319" sldId="279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9.750" v="367" actId="20577"/>
        <pc:sldMkLst>
          <pc:docMk/>
          <pc:sldMk cId="3377718196" sldId="280"/>
        </pc:sldMkLst>
        <pc:graphicFrameChg chg="modGraphic">
          <ac:chgData name="Sam O'Neill" userId="cb323814-a42a-4cfe-bc74-03f595e56f6e" providerId="ADAL" clId="{A5E7FCF8-C4C8-46EB-AC18-5B5D2EF6B4D7}" dt="2020-02-19T13:40:09.750" v="367" actId="20577"/>
          <ac:graphicFrameMkLst>
            <pc:docMk/>
            <pc:sldMk cId="3377718196" sldId="280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18.462" v="371" actId="208"/>
        <pc:sldMkLst>
          <pc:docMk/>
          <pc:sldMk cId="1401578788" sldId="281"/>
        </pc:sldMkLst>
        <pc:spChg chg="mod">
          <ac:chgData name="Sam O'Neill" userId="cb323814-a42a-4cfe-bc74-03f595e56f6e" providerId="ADAL" clId="{A5E7FCF8-C4C8-46EB-AC18-5B5D2EF6B4D7}" dt="2020-02-19T13:40:16.630" v="370" actId="207"/>
          <ac:spMkLst>
            <pc:docMk/>
            <pc:sldMk cId="1401578788" sldId="28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40:14.017" v="369" actId="20577"/>
          <ac:graphicFrameMkLst>
            <pc:docMk/>
            <pc:sldMk cId="1401578788" sldId="281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40:18.462" v="371" actId="208"/>
          <ac:cxnSpMkLst>
            <pc:docMk/>
            <pc:sldMk cId="1401578788" sldId="281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40:46.143" v="377" actId="1076"/>
        <pc:sldMkLst>
          <pc:docMk/>
          <pc:sldMk cId="2354255917" sldId="282"/>
        </pc:sldMkLst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3:40:46.143" v="377" actId="1076"/>
          <ac:spMkLst>
            <pc:docMk/>
            <pc:sldMk cId="2354255917" sldId="282"/>
            <ac:spMk id="33" creationId="{1F7A31D8-21AC-4FAE-9691-16FF1D0C89DC}"/>
          </ac:spMkLst>
        </pc:spChg>
        <pc:graphicFrameChg chg="modGraphic">
          <ac:chgData name="Sam O'Neill" userId="cb323814-a42a-4cfe-bc74-03f595e56f6e" providerId="ADAL" clId="{A5E7FCF8-C4C8-46EB-AC18-5B5D2EF6B4D7}" dt="2020-02-19T13:40:23.071" v="374" actId="20577"/>
          <ac:graphicFrameMkLst>
            <pc:docMk/>
            <pc:sldMk cId="2354255917" sldId="282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9" creationId="{B13E1FD5-15A9-4E4C-9966-D117A84E0B93}"/>
          </ac:cxnSpMkLst>
        </pc:cxnChg>
      </pc:sldChg>
      <pc:sldChg chg="modSp add del mod">
        <pc:chgData name="Sam O'Neill" userId="cb323814-a42a-4cfe-bc74-03f595e56f6e" providerId="ADAL" clId="{A5E7FCF8-C4C8-46EB-AC18-5B5D2EF6B4D7}" dt="2020-02-20T11:39:14.451" v="450" actId="47"/>
        <pc:sldMkLst>
          <pc:docMk/>
          <pc:sldMk cId="1833868533" sldId="283"/>
        </pc:sldMkLst>
        <pc:spChg chg="mod">
          <ac:chgData name="Sam O'Neill" userId="cb323814-a42a-4cfe-bc74-03f595e56f6e" providerId="ADAL" clId="{A5E7FCF8-C4C8-46EB-AC18-5B5D2EF6B4D7}" dt="2020-02-20T11:39:13.384" v="449"/>
          <ac:spMkLst>
            <pc:docMk/>
            <pc:sldMk cId="1833868533" sldId="283"/>
            <ac:spMk id="2" creationId="{48EB4D65-AC8A-4F61-9FAB-D4C32259AF24}"/>
          </ac:spMkLst>
        </pc:spChg>
      </pc:sldChg>
      <pc:sldChg chg="modSp add mod">
        <pc:chgData name="Sam O'Neill" userId="cb323814-a42a-4cfe-bc74-03f595e56f6e" providerId="ADAL" clId="{A5E7FCF8-C4C8-46EB-AC18-5B5D2EF6B4D7}" dt="2020-02-20T11:39:25.514" v="464" actId="20577"/>
        <pc:sldMkLst>
          <pc:docMk/>
          <pc:sldMk cId="1049701263" sldId="284"/>
        </pc:sldMkLst>
        <pc:spChg chg="mod">
          <ac:chgData name="Sam O'Neill" userId="cb323814-a42a-4cfe-bc74-03f595e56f6e" providerId="ADAL" clId="{A5E7FCF8-C4C8-46EB-AC18-5B5D2EF6B4D7}" dt="2020-02-20T11:39:25.514" v="464" actId="20577"/>
          <ac:spMkLst>
            <pc:docMk/>
            <pc:sldMk cId="1049701263" sldId="284"/>
            <ac:spMk id="2" creationId="{48EB4D65-AC8A-4F61-9FAB-D4C32259AF24}"/>
          </ac:spMkLst>
        </pc:spChg>
      </pc:sldChg>
      <pc:sldChg chg="modSp add mod">
        <pc:chgData name="Sam O'Neill" userId="cb323814-a42a-4cfe-bc74-03f595e56f6e" providerId="ADAL" clId="{A5E7FCF8-C4C8-46EB-AC18-5B5D2EF6B4D7}" dt="2020-02-20T11:39:18.595" v="453"/>
        <pc:sldMkLst>
          <pc:docMk/>
          <pc:sldMk cId="588763540" sldId="285"/>
        </pc:sldMkLst>
        <pc:spChg chg="mod">
          <ac:chgData name="Sam O'Neill" userId="cb323814-a42a-4cfe-bc74-03f595e56f6e" providerId="ADAL" clId="{A5E7FCF8-C4C8-46EB-AC18-5B5D2EF6B4D7}" dt="2020-02-20T11:39:18.595" v="453"/>
          <ac:spMkLst>
            <pc:docMk/>
            <pc:sldMk cId="588763540" sldId="285"/>
            <ac:spMk id="2" creationId="{48EB4D65-AC8A-4F61-9FAB-D4C32259AF24}"/>
          </ac:spMkLst>
        </pc:spChg>
        <pc:spChg chg="mod">
          <ac:chgData name="Sam O'Neill" userId="cb323814-a42a-4cfe-bc74-03f595e56f6e" providerId="ADAL" clId="{A5E7FCF8-C4C8-46EB-AC18-5B5D2EF6B4D7}" dt="2020-02-20T11:39:16.734" v="451"/>
          <ac:spMkLst>
            <pc:docMk/>
            <pc:sldMk cId="588763540" sldId="285"/>
            <ac:spMk id="3" creationId="{CA5B5060-91E9-4AA3-AB14-EE8E7312D99C}"/>
          </ac:spMkLst>
        </pc:spChg>
      </pc:sldChg>
      <pc:sldMasterChg chg="addSp modSp mod">
        <pc:chgData name="Sam O'Neill" userId="cb323814-a42a-4cfe-bc74-03f595e56f6e" providerId="ADAL" clId="{A5E7FCF8-C4C8-46EB-AC18-5B5D2EF6B4D7}" dt="2020-02-19T13:41:07.150" v="408"/>
        <pc:sldMasterMkLst>
          <pc:docMk/>
          <pc:sldMasterMk cId="193748079" sldId="2147483648"/>
        </pc:sldMasterMkLst>
        <pc:spChg chg="add mod ord modVis">
          <ac:chgData name="Sam O'Neill" userId="cb323814-a42a-4cfe-bc74-03f595e56f6e" providerId="ADAL" clId="{A5E7FCF8-C4C8-46EB-AC18-5B5D2EF6B4D7}" dt="2020-02-19T13:41:07.150" v="408"/>
          <ac:spMkLst>
            <pc:docMk/>
            <pc:sldMasterMk cId="193748079" sldId="2147483648"/>
            <ac:spMk id="7" creationId="{990449FE-FD15-45E5-B3D3-24DB015D642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103C4-45AD-44C2-956F-18ABEB7B0693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45B8-F67F-4FCF-9F2B-8FA01FDE3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67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1C59-9ED5-46E5-81D9-E3464D17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53144-2AA8-4FBD-86EE-203659533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D3D9-4D64-4B0B-8477-97900CF9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AD3D-647A-4390-AFEC-90C5563C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24BF-5305-4973-92A4-4A728A5F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90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4C52-D616-443C-BE0B-A2191114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5710-D14C-4410-8980-6E047AF3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DC9-0FEE-4E9A-A436-DA91915F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89E8C-6495-4D76-90E1-00E76D2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E88-01F4-4364-B77D-7793B5A5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0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015F-916E-4C62-B215-7ECE72C1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3FAAB-10CC-4276-BA72-C354A90E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6F1B-9D23-4CBA-AE2D-0F604A47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E0B8-E479-4A5F-87EE-CAA3B906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9434-E5FE-4617-9E52-1AA36090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1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1608-454A-4678-8721-BF64959E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F7AC-D09E-4AF4-BFEF-E7B2E928E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EF6E-F50E-4478-BF00-A96652E7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57117-E4D1-47AF-B15E-8EC03546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D9A6-B873-4B07-96B6-966B1576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BE52C-F70C-42A0-A76D-6A226120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6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B536-FE13-4120-99DB-1A081022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3803-140C-4C8C-831A-254CAC55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47FBA-5139-4D0C-BE33-F9098F1C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EF41-09FF-4300-B535-6A2DD28E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2273F-68EC-4277-AE47-CC8A36C10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DB8BE-72D5-472C-8F30-B850E1C4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5774A-BE6E-4A9B-9D67-204B4EFD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93D94-CA88-4A87-87B2-0BD41BD4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40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2F7-3804-46BE-99E7-E8FFE324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DB037-3009-4C1A-8F97-B7C15093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CB71A-518E-4DF4-B882-92F8C434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BD0F6-58D7-4599-8A46-BA762622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91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56D87-FDF9-4A7A-97AE-5617FD73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6F92F-9664-4E77-A5AB-DA28DD30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96A4-554A-4BAD-9227-44C78899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3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31B8-E09B-44E9-B383-09A7F0C1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F2DA5-5819-4BC0-8AD4-6A2C2AF4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2FA2C-B66C-4C1C-8ADF-509DDD5E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1BE7-A3C6-438B-9970-690EB89A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DFB8-BDE3-40BC-8767-699C808B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DE77-1508-455B-B085-F17E9BCE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36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28FC-7F56-47CB-BF49-05703116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27B3D-A23F-4C86-9CE1-525A32911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FED37-43D3-4B17-BB7D-B7272CF5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386C-C8E6-476C-85D1-B9B07C82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9F9CE-E0D5-4BC9-8A28-1774BA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6FAF-1F61-4A85-8F29-847BE92F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7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38E9-6259-46FA-AAB8-4E46BF7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1E13-08E0-402F-990A-DC653CA64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9ACC6-87B1-4E2E-A146-8E2DF158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18C0-6DA1-4A4D-A3D4-97B54C9A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A5D0-FE7E-47CE-8C8F-B7A8F762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90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0663D-94BA-4C78-B133-5142EE74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FA52D-425A-4ACC-92BE-3B8F1535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B540-9D3A-4109-9A0F-D31709E0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E131-A0A0-4ABD-9A74-E9252A87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DD28D-B8F5-434B-8531-AC260B31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26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AF87-AC3A-4265-B036-27099044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DFAD8-5F80-4A00-BD5C-7D50A894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F2BEE-631B-4A16-9B0A-AF1D9342D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6183-9418-4E7F-93B5-3DC05A2A1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1741-4C32-4900-A531-92EC6CC0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990449FE-FD15-45E5-B3D3-24DB015D642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1937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4D65-AC8A-4F61-9FAB-D4C32259A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1</a:t>
            </a:r>
            <a:br>
              <a:rPr lang="en-GB" dirty="0"/>
            </a:br>
            <a:r>
              <a:rPr lang="en-GB" dirty="0"/>
              <a:t>Prim’s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B5060-91E9-4AA3-AB14-EE8E7312D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76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0885888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0885888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9982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0512876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0512876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5144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8783613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8783613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7575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004089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004089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4202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775857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775857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88627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32726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32726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206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71943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71943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639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DC5901A-8447-40BC-944F-0957FADB4FE9}"/>
                  </a:ext>
                </a:extLst>
              </p:cNvPr>
              <p:cNvSpPr/>
              <p:nvPr/>
            </p:nvSpPr>
            <p:spPr>
              <a:xfrm>
                <a:off x="8619585" y="4672380"/>
                <a:ext cx="1381340" cy="764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DC5901A-8447-40BC-944F-0957FADB4F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585" y="4672380"/>
                <a:ext cx="1381340" cy="764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967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4D65-AC8A-4F61-9FAB-D4C32259A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1</a:t>
            </a:r>
            <a:br>
              <a:rPr lang="en-GB" dirty="0"/>
            </a:br>
            <a:r>
              <a:rPr lang="en-GB" dirty="0"/>
              <a:t>Kruskal’s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B5060-91E9-4AA3-AB14-EE8E7312D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701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169597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169597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7097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5705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659048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659048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232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392081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392081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0742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89847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89847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65790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393015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393015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34217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85032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85032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02459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8949794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8949794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7718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9478321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9478321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01578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6984886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6984886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F7A31D8-21AC-4FAE-9691-16FF1D0C89DC}"/>
                  </a:ext>
                </a:extLst>
              </p:cNvPr>
              <p:cNvSpPr/>
              <p:nvPr/>
            </p:nvSpPr>
            <p:spPr>
              <a:xfrm>
                <a:off x="8481039" y="5808453"/>
                <a:ext cx="1381340" cy="764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F7A31D8-21AC-4FAE-9691-16FF1D0C89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039" y="5808453"/>
                <a:ext cx="1381340" cy="764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255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2AF55A-B108-475E-91F9-548DDA29EE4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schemas.microsoft.com/office/infopath/2007/PartnerControls"/>
    <ds:schemaRef ds:uri="http://purl.org/dc/elements/1.1/"/>
    <ds:schemaRef ds:uri="http://schemas.microsoft.com/office/2006/metadata/properties"/>
    <ds:schemaRef ds:uri="bf6b85bd-8a7e-4854-be4d-0780382295a8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2509419-170C-487C-8DB8-DA190DC3BE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DDE952-8896-4359-840B-10D4CFFF5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1329</Words>
  <Application>Microsoft Office PowerPoint</Application>
  <PresentationFormat>Widescreen</PresentationFormat>
  <Paragraphs>845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Question 1 Prim’s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1 Kruskal’s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O'Neill</dc:creator>
  <cp:lastModifiedBy>Sam O'Neill</cp:lastModifiedBy>
  <cp:revision>1</cp:revision>
  <dcterms:created xsi:type="dcterms:W3CDTF">2020-02-19T12:48:13Z</dcterms:created>
  <dcterms:modified xsi:type="dcterms:W3CDTF">2020-02-20T11:40:19Z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2020-02-19T13:41:07.0481624Z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2020-02-19T13:41:07.0481624Z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