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68" r:id="rId5"/>
    <p:sldId id="262" r:id="rId6"/>
    <p:sldId id="269" r:id="rId7"/>
    <p:sldId id="271" r:id="rId8"/>
    <p:sldId id="272" r:id="rId9"/>
    <p:sldId id="273" r:id="rId10"/>
  </p:sldIdLst>
  <p:sldSz cx="12192000" cy="6858000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7E0084-255B-4277-86AA-190AB207A58A}" v="8" dt="2021-02-25T09:28:52.5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A5E7FCF8-C4C8-46EB-AC18-5B5D2EF6B4D7}"/>
    <pc:docChg chg="undo redo custSel addSld delSld modSld modMainMaster">
      <pc:chgData name="Sam O'Neill" userId="cb323814-a42a-4cfe-bc74-03f595e56f6e" providerId="ADAL" clId="{A5E7FCF8-C4C8-46EB-AC18-5B5D2EF6B4D7}" dt="2020-02-19T13:41:07.150" v="408"/>
      <pc:docMkLst>
        <pc:docMk/>
      </pc:docMkLst>
      <pc:sldChg chg="addSp delSp modSp add mod">
        <pc:chgData name="Sam O'Neill" userId="cb323814-a42a-4cfe-bc74-03f595e56f6e" providerId="ADAL" clId="{A5E7FCF8-C4C8-46EB-AC18-5B5D2EF6B4D7}" dt="2020-02-19T13:00:39.452" v="41" actId="207"/>
        <pc:sldMkLst>
          <pc:docMk/>
          <pc:sldMk cId="329982961" sldId="256"/>
        </pc:sldMkLst>
        <pc:spChg chg="del">
          <ac:chgData name="Sam O'Neill" userId="cb323814-a42a-4cfe-bc74-03f595e56f6e" providerId="ADAL" clId="{A5E7FCF8-C4C8-46EB-AC18-5B5D2EF6B4D7}" dt="2020-02-19T12:57:34.076" v="1" actId="478"/>
          <ac:spMkLst>
            <pc:docMk/>
            <pc:sldMk cId="329982961" sldId="256"/>
            <ac:spMk id="2" creationId="{76DB332F-FF8E-421E-9620-B1BCA345999F}"/>
          </ac:spMkLst>
        </pc:spChg>
        <pc:spChg chg="del">
          <ac:chgData name="Sam O'Neill" userId="cb323814-a42a-4cfe-bc74-03f595e56f6e" providerId="ADAL" clId="{A5E7FCF8-C4C8-46EB-AC18-5B5D2EF6B4D7}" dt="2020-02-19T12:57:34.076" v="1" actId="478"/>
          <ac:spMkLst>
            <pc:docMk/>
            <pc:sldMk cId="329982961" sldId="256"/>
            <ac:spMk id="3" creationId="{0C2E685B-82D6-481E-A994-951882DC1453}"/>
          </ac:spMkLst>
        </pc:spChg>
        <pc:spChg chg="add mod">
          <ac:chgData name="Sam O'Neill" userId="cb323814-a42a-4cfe-bc74-03f595e56f6e" providerId="ADAL" clId="{A5E7FCF8-C4C8-46EB-AC18-5B5D2EF6B4D7}" dt="2020-02-19T12:59:09.860" v="17" actId="207"/>
          <ac:spMkLst>
            <pc:docMk/>
            <pc:sldMk cId="329982961" sldId="256"/>
            <ac:spMk id="4" creationId="{6CB7E2F1-70F3-4A99-9107-E1CCAF8B102E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5" creationId="{1A786B81-CED0-4811-AF06-131E7F594040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7" creationId="{36821B90-67E1-4E7B-A508-4869EF4792FA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9" creationId="{3CEC4D9A-6A9D-4C27-AFB6-A30669A205B1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12" creationId="{FC0E0F46-EB8A-4017-A345-398C770F0022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15" creationId="{AADC55E4-A901-4A61-85FC-EE5CB64EDE64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16" creationId="{5F950007-F783-42CC-A1F8-0B630F69862A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1" creationId="{66B437E9-B1DB-4614-8E0C-38B8DC36287D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2" creationId="{71D83C53-4C4E-491D-AD5C-9A5F843F3A87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3" creationId="{8A22A461-2584-49C0-8F4F-7EF441B21C7D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4" creationId="{7CBD3096-7462-415F-A7C0-699F82D98980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5" creationId="{47C5611D-BA6E-427F-BBC2-C51C447B7311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6" creationId="{88239BB1-5B96-48E0-A081-E55719E7453B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7" creationId="{185804F7-2DFE-44F2-9C2A-60152D281616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8" creationId="{5F2F83D5-63AE-42CA-BFD8-58DBBC252CCA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9" creationId="{9DAD1701-7AA9-404C-B023-DE54A2542D74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30" creationId="{B95A4AF6-604F-4645-A4CD-F80E6556D4D6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32" creationId="{2D5CCCBA-88B3-47A1-BCEB-13F95F9569E0}"/>
          </ac:spMkLst>
        </pc:spChg>
        <pc:grpChg chg="add mod">
          <ac:chgData name="Sam O'Neill" userId="cb323814-a42a-4cfe-bc74-03f595e56f6e" providerId="ADAL" clId="{A5E7FCF8-C4C8-46EB-AC18-5B5D2EF6B4D7}" dt="2020-02-19T12:58:52.122" v="14" actId="14100"/>
          <ac:grpSpMkLst>
            <pc:docMk/>
            <pc:sldMk cId="329982961" sldId="256"/>
            <ac:grpSpMk id="34" creationId="{ED716041-2047-46B8-A38B-1F8AB109E397}"/>
          </ac:grpSpMkLst>
        </pc:grpChg>
        <pc:graphicFrameChg chg="add mod modGraphic">
          <ac:chgData name="Sam O'Neill" userId="cb323814-a42a-4cfe-bc74-03f595e56f6e" providerId="ADAL" clId="{A5E7FCF8-C4C8-46EB-AC18-5B5D2EF6B4D7}" dt="2020-02-19T13:00:39.452" v="41" actId="207"/>
          <ac:graphicFrameMkLst>
            <pc:docMk/>
            <pc:sldMk cId="329982961" sldId="256"/>
            <ac:graphicFrameMk id="33" creationId="{28AACF51-14D1-445F-9964-4555B9B6C695}"/>
          </ac:graphicFrameMkLst>
        </pc:graphicFrame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6" creationId="{3D6C431F-F610-4A42-B0D6-9318876C1426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8" creationId="{20C23EEA-70A8-4493-AFB9-2C5D162F046D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0" creationId="{6F5AD424-38E0-4CE9-A235-83DE43DB6FB8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1" creationId="{C978392E-7E3F-4CC9-B071-A8D35D19A494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3" creationId="{5A68A09F-A810-4A67-B910-6302CCD64914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4" creationId="{BFC03D67-45A2-4E68-9016-522F80F19C28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7" creationId="{7495C7F6-7AC6-4082-9F14-BCB45065CA44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8" creationId="{4F4E35D6-248B-4085-BB5B-1687ED034CE9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9" creationId="{B13E1FD5-15A9-4E4C-9966-D117A84E0B93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20" creationId="{B1A0A71A-396A-4ED1-9898-EB0F5F0F7A9F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31" creationId="{316B81C0-D51D-4423-A7B0-EF6E2D2D1C15}"/>
          </ac:cxnSpMkLst>
        </pc:cxnChg>
      </pc:sldChg>
      <pc:sldChg chg="modSp add mod">
        <pc:chgData name="Sam O'Neill" userId="cb323814-a42a-4cfe-bc74-03f595e56f6e" providerId="ADAL" clId="{A5E7FCF8-C4C8-46EB-AC18-5B5D2EF6B4D7}" dt="2020-02-19T13:04:59.141" v="96" actId="208"/>
        <pc:sldMkLst>
          <pc:docMk/>
          <pc:sldMk cId="3245144486" sldId="257"/>
        </pc:sldMkLst>
        <pc:spChg chg="mod">
          <ac:chgData name="Sam O'Neill" userId="cb323814-a42a-4cfe-bc74-03f595e56f6e" providerId="ADAL" clId="{A5E7FCF8-C4C8-46EB-AC18-5B5D2EF6B4D7}" dt="2020-02-19T12:59:36.305" v="25" actId="207"/>
          <ac:spMkLst>
            <pc:docMk/>
            <pc:sldMk cId="3245144486" sldId="257"/>
            <ac:spMk id="5" creationId="{1A786B81-CED0-4811-AF06-131E7F594040}"/>
          </ac:spMkLst>
        </pc:spChg>
        <pc:graphicFrameChg chg="mod modGraphic">
          <ac:chgData name="Sam O'Neill" userId="cb323814-a42a-4cfe-bc74-03f595e56f6e" providerId="ADAL" clId="{A5E7FCF8-C4C8-46EB-AC18-5B5D2EF6B4D7}" dt="2020-02-19T13:00:47.602" v="43" actId="207"/>
          <ac:graphicFrameMkLst>
            <pc:docMk/>
            <pc:sldMk cId="3245144486" sldId="257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04:59.141" v="96" actId="208"/>
          <ac:cxnSpMkLst>
            <pc:docMk/>
            <pc:sldMk cId="3245144486" sldId="257"/>
            <ac:cxnSpMk id="6" creationId="{3D6C431F-F610-4A42-B0D6-9318876C1426}"/>
          </ac:cxnSpMkLst>
        </pc:cxnChg>
      </pc:sldChg>
      <pc:sldChg chg="modSp add mod">
        <pc:chgData name="Sam O'Neill" userId="cb323814-a42a-4cfe-bc74-03f595e56f6e" providerId="ADAL" clId="{A5E7FCF8-C4C8-46EB-AC18-5B5D2EF6B4D7}" dt="2020-02-19T13:05:06.886" v="98" actId="208"/>
        <pc:sldMkLst>
          <pc:docMk/>
          <pc:sldMk cId="575750292" sldId="258"/>
        </pc:sldMkLst>
        <pc:spChg chg="mod">
          <ac:chgData name="Sam O'Neill" userId="cb323814-a42a-4cfe-bc74-03f595e56f6e" providerId="ADAL" clId="{A5E7FCF8-C4C8-46EB-AC18-5B5D2EF6B4D7}" dt="2020-02-19T13:01:20.386" v="50" actId="207"/>
          <ac:spMkLst>
            <pc:docMk/>
            <pc:sldMk cId="575750292" sldId="258"/>
            <ac:spMk id="15" creationId="{AADC55E4-A901-4A61-85FC-EE5CB64EDE64}"/>
          </ac:spMkLst>
        </pc:spChg>
        <pc:graphicFrameChg chg="mod modGraphic">
          <ac:chgData name="Sam O'Neill" userId="cb323814-a42a-4cfe-bc74-03f595e56f6e" providerId="ADAL" clId="{A5E7FCF8-C4C8-46EB-AC18-5B5D2EF6B4D7}" dt="2020-02-19T13:02:25.764" v="70" actId="207"/>
          <ac:graphicFrameMkLst>
            <pc:docMk/>
            <pc:sldMk cId="575750292" sldId="258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05:06.886" v="98" actId="208"/>
          <ac:cxnSpMkLst>
            <pc:docMk/>
            <pc:sldMk cId="575750292" sldId="258"/>
            <ac:cxnSpMk id="6" creationId="{3D6C431F-F610-4A42-B0D6-9318876C1426}"/>
          </ac:cxnSpMkLst>
        </pc:cxnChg>
        <pc:cxnChg chg="mod">
          <ac:chgData name="Sam O'Neill" userId="cb323814-a42a-4cfe-bc74-03f595e56f6e" providerId="ADAL" clId="{A5E7FCF8-C4C8-46EB-AC18-5B5D2EF6B4D7}" dt="2020-02-19T13:05:02.622" v="97" actId="208"/>
          <ac:cxnSpMkLst>
            <pc:docMk/>
            <pc:sldMk cId="575750292" sldId="258"/>
            <ac:cxnSpMk id="17" creationId="{7495C7F6-7AC6-4082-9F14-BCB45065CA44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05:28.430" v="100" actId="47"/>
        <pc:sldMkLst>
          <pc:docMk/>
          <pc:sldMk cId="367824256" sldId="259"/>
        </pc:sldMkLst>
        <pc:spChg chg="mod">
          <ac:chgData name="Sam O'Neill" userId="cb323814-a42a-4cfe-bc74-03f595e56f6e" providerId="ADAL" clId="{A5E7FCF8-C4C8-46EB-AC18-5B5D2EF6B4D7}" dt="2020-02-19T13:02:58.732" v="75" actId="207"/>
          <ac:spMkLst>
            <pc:docMk/>
            <pc:sldMk cId="367824256" sldId="259"/>
            <ac:spMk id="7" creationId="{36821B90-67E1-4E7B-A508-4869EF4792FA}"/>
          </ac:spMkLst>
        </pc:spChg>
        <pc:graphicFrameChg chg="modGraphic">
          <ac:chgData name="Sam O'Neill" userId="cb323814-a42a-4cfe-bc74-03f595e56f6e" providerId="ADAL" clId="{A5E7FCF8-C4C8-46EB-AC18-5B5D2EF6B4D7}" dt="2020-02-19T13:03:49.526" v="90" actId="207"/>
          <ac:graphicFrameMkLst>
            <pc:docMk/>
            <pc:sldMk cId="367824256" sldId="259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05:16.902" v="99" actId="208"/>
          <ac:cxnSpMkLst>
            <pc:docMk/>
            <pc:sldMk cId="367824256" sldId="259"/>
            <ac:cxnSpMk id="6" creationId="{3D6C431F-F610-4A42-B0D6-9318876C1426}"/>
          </ac:cxnSpMkLst>
        </pc:cxnChg>
        <pc:cxnChg chg="mod">
          <ac:chgData name="Sam O'Neill" userId="cb323814-a42a-4cfe-bc74-03f595e56f6e" providerId="ADAL" clId="{A5E7FCF8-C4C8-46EB-AC18-5B5D2EF6B4D7}" dt="2020-02-19T13:05:16.902" v="99" actId="208"/>
          <ac:cxnSpMkLst>
            <pc:docMk/>
            <pc:sldMk cId="367824256" sldId="259"/>
            <ac:cxnSpMk id="17" creationId="{7495C7F6-7AC6-4082-9F14-BCB45065CA44}"/>
          </ac:cxnSpMkLst>
        </pc:cxnChg>
      </pc:sldChg>
      <pc:sldChg chg="modSp add mod">
        <pc:chgData name="Sam O'Neill" userId="cb323814-a42a-4cfe-bc74-03f595e56f6e" providerId="ADAL" clId="{A5E7FCF8-C4C8-46EB-AC18-5B5D2EF6B4D7}" dt="2020-02-19T13:22:38.497" v="126" actId="207"/>
        <pc:sldMkLst>
          <pc:docMk/>
          <pc:sldMk cId="2774202614" sldId="259"/>
        </pc:sldMkLst>
        <pc:spChg chg="mod">
          <ac:chgData name="Sam O'Neill" userId="cb323814-a42a-4cfe-bc74-03f595e56f6e" providerId="ADAL" clId="{A5E7FCF8-C4C8-46EB-AC18-5B5D2EF6B4D7}" dt="2020-02-19T13:21:23.236" v="107" actId="207"/>
          <ac:spMkLst>
            <pc:docMk/>
            <pc:sldMk cId="2774202614" sldId="259"/>
            <ac:spMk id="7" creationId="{36821B90-67E1-4E7B-A508-4869EF4792FA}"/>
          </ac:spMkLst>
        </pc:spChg>
        <pc:graphicFrameChg chg="modGraphic">
          <ac:chgData name="Sam O'Neill" userId="cb323814-a42a-4cfe-bc74-03f595e56f6e" providerId="ADAL" clId="{A5E7FCF8-C4C8-46EB-AC18-5B5D2EF6B4D7}" dt="2020-02-19T13:22:38.497" v="126" actId="207"/>
          <ac:graphicFrameMkLst>
            <pc:docMk/>
            <pc:sldMk cId="2774202614" sldId="259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21:19.346" v="106" actId="208"/>
          <ac:cxnSpMkLst>
            <pc:docMk/>
            <pc:sldMk cId="2774202614" sldId="259"/>
            <ac:cxnSpMk id="8" creationId="{20C23EEA-70A8-4493-AFB9-2C5D162F046D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05:28.430" v="100" actId="47"/>
        <pc:sldMkLst>
          <pc:docMk/>
          <pc:sldMk cId="1342612657" sldId="260"/>
        </pc:sldMkLst>
        <pc:spChg chg="mod">
          <ac:chgData name="Sam O'Neill" userId="cb323814-a42a-4cfe-bc74-03f595e56f6e" providerId="ADAL" clId="{A5E7FCF8-C4C8-46EB-AC18-5B5D2EF6B4D7}" dt="2020-02-19T13:04:05.141" v="93" actId="207"/>
          <ac:spMkLst>
            <pc:docMk/>
            <pc:sldMk cId="1342612657" sldId="260"/>
            <ac:spMk id="12" creationId="{FC0E0F46-EB8A-4017-A345-398C770F0022}"/>
          </ac:spMkLst>
        </pc:spChg>
        <pc:graphicFrameChg chg="modGraphic">
          <ac:chgData name="Sam O'Neill" userId="cb323814-a42a-4cfe-bc74-03f595e56f6e" providerId="ADAL" clId="{A5E7FCF8-C4C8-46EB-AC18-5B5D2EF6B4D7}" dt="2020-02-19T13:04:16.586" v="95" actId="20577"/>
          <ac:graphicFrameMkLst>
            <pc:docMk/>
            <pc:sldMk cId="1342612657" sldId="260"/>
            <ac:graphicFrameMk id="33" creationId="{28AACF51-14D1-445F-9964-4555B9B6C695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23:51.435" v="148" actId="207"/>
        <pc:sldMkLst>
          <pc:docMk/>
          <pc:sldMk cId="4288627022" sldId="260"/>
        </pc:sldMkLst>
        <pc:spChg chg="mod">
          <ac:chgData name="Sam O'Neill" userId="cb323814-a42a-4cfe-bc74-03f595e56f6e" providerId="ADAL" clId="{A5E7FCF8-C4C8-46EB-AC18-5B5D2EF6B4D7}" dt="2020-02-19T13:23:02.178" v="132" actId="207"/>
          <ac:spMkLst>
            <pc:docMk/>
            <pc:sldMk cId="4288627022" sldId="260"/>
            <ac:spMk id="12" creationId="{FC0E0F46-EB8A-4017-A345-398C770F0022}"/>
          </ac:spMkLst>
        </pc:spChg>
        <pc:graphicFrameChg chg="modGraphic">
          <ac:chgData name="Sam O'Neill" userId="cb323814-a42a-4cfe-bc74-03f595e56f6e" providerId="ADAL" clId="{A5E7FCF8-C4C8-46EB-AC18-5B5D2EF6B4D7}" dt="2020-02-19T13:23:51.435" v="148" actId="207"/>
          <ac:graphicFrameMkLst>
            <pc:docMk/>
            <pc:sldMk cId="4288627022" sldId="260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22:59.977" v="131" actId="208"/>
          <ac:cxnSpMkLst>
            <pc:docMk/>
            <pc:sldMk cId="4288627022" sldId="260"/>
            <ac:cxnSpMk id="31" creationId="{316B81C0-D51D-4423-A7B0-EF6E2D2D1C15}"/>
          </ac:cxnSpMkLst>
        </pc:cxnChg>
      </pc:sldChg>
      <pc:sldChg chg="modSp add mod">
        <pc:chgData name="Sam O'Neill" userId="cb323814-a42a-4cfe-bc74-03f595e56f6e" providerId="ADAL" clId="{A5E7FCF8-C4C8-46EB-AC18-5B5D2EF6B4D7}" dt="2020-02-19T13:26:27.169" v="175" actId="207"/>
        <pc:sldMkLst>
          <pc:docMk/>
          <pc:sldMk cId="183639094" sldId="261"/>
        </pc:sldMkLst>
        <pc:spChg chg="mod">
          <ac:chgData name="Sam O'Neill" userId="cb323814-a42a-4cfe-bc74-03f595e56f6e" providerId="ADAL" clId="{A5E7FCF8-C4C8-46EB-AC18-5B5D2EF6B4D7}" dt="2020-02-19T13:24:35.291" v="154" actId="207"/>
          <ac:spMkLst>
            <pc:docMk/>
            <pc:sldMk cId="183639094" sldId="261"/>
            <ac:spMk id="9" creationId="{3CEC4D9A-6A9D-4C27-AFB6-A30669A205B1}"/>
          </ac:spMkLst>
        </pc:spChg>
        <pc:spChg chg="mod">
          <ac:chgData name="Sam O'Neill" userId="cb323814-a42a-4cfe-bc74-03f595e56f6e" providerId="ADAL" clId="{A5E7FCF8-C4C8-46EB-AC18-5B5D2EF6B4D7}" dt="2020-02-19T13:24:58.428" v="158" actId="207"/>
          <ac:spMkLst>
            <pc:docMk/>
            <pc:sldMk cId="183639094" sldId="261"/>
            <ac:spMk id="16" creationId="{5F950007-F783-42CC-A1F8-0B630F69862A}"/>
          </ac:spMkLst>
        </pc:spChg>
        <pc:graphicFrameChg chg="modGraphic">
          <ac:chgData name="Sam O'Neill" userId="cb323814-a42a-4cfe-bc74-03f595e56f6e" providerId="ADAL" clId="{A5E7FCF8-C4C8-46EB-AC18-5B5D2EF6B4D7}" dt="2020-02-19T13:26:27.169" v="175" actId="207"/>
          <ac:graphicFrameMkLst>
            <pc:docMk/>
            <pc:sldMk cId="183639094" sldId="261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24:33.227" v="153" actId="208"/>
          <ac:cxnSpMkLst>
            <pc:docMk/>
            <pc:sldMk cId="183639094" sldId="261"/>
            <ac:cxnSpMk id="14" creationId="{BFC03D67-45A2-4E68-9016-522F80F19C28}"/>
          </ac:cxnSpMkLst>
        </pc:cxnChg>
        <pc:cxnChg chg="mod">
          <ac:chgData name="Sam O'Neill" userId="cb323814-a42a-4cfe-bc74-03f595e56f6e" providerId="ADAL" clId="{A5E7FCF8-C4C8-46EB-AC18-5B5D2EF6B4D7}" dt="2020-02-19T13:25:00.580" v="159" actId="208"/>
          <ac:cxnSpMkLst>
            <pc:docMk/>
            <pc:sldMk cId="183639094" sldId="261"/>
            <ac:cxnSpMk id="20" creationId="{B1A0A71A-396A-4ED1-9898-EB0F5F0F7A9F}"/>
          </ac:cxnSpMkLst>
        </pc:cxnChg>
      </pc:sldChg>
      <pc:sldChg chg="modSp add mod">
        <pc:chgData name="Sam O'Neill" userId="cb323814-a42a-4cfe-bc74-03f595e56f6e" providerId="ADAL" clId="{A5E7FCF8-C4C8-46EB-AC18-5B5D2EF6B4D7}" dt="2020-02-19T13:26:18.462" v="173" actId="207"/>
        <pc:sldMkLst>
          <pc:docMk/>
          <pc:sldMk cId="2902067407" sldId="262"/>
        </pc:sldMkLst>
        <pc:spChg chg="mod">
          <ac:chgData name="Sam O'Neill" userId="cb323814-a42a-4cfe-bc74-03f595e56f6e" providerId="ADAL" clId="{A5E7FCF8-C4C8-46EB-AC18-5B5D2EF6B4D7}" dt="2020-02-19T13:25:51.777" v="168" actId="207"/>
          <ac:spMkLst>
            <pc:docMk/>
            <pc:sldMk cId="2902067407" sldId="262"/>
            <ac:spMk id="16" creationId="{5F950007-F783-42CC-A1F8-0B630F69862A}"/>
          </ac:spMkLst>
        </pc:spChg>
        <pc:graphicFrameChg chg="mod modGraphic">
          <ac:chgData name="Sam O'Neill" userId="cb323814-a42a-4cfe-bc74-03f595e56f6e" providerId="ADAL" clId="{A5E7FCF8-C4C8-46EB-AC18-5B5D2EF6B4D7}" dt="2020-02-19T13:26:18.462" v="173" actId="207"/>
          <ac:graphicFrameMkLst>
            <pc:docMk/>
            <pc:sldMk cId="2902067407" sldId="262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26:08.989" v="170" actId="208"/>
          <ac:cxnSpMkLst>
            <pc:docMk/>
            <pc:sldMk cId="2902067407" sldId="262"/>
            <ac:cxnSpMk id="20" creationId="{B1A0A71A-396A-4ED1-9898-EB0F5F0F7A9F}"/>
          </ac:cxnSpMkLst>
        </pc:cxnChg>
      </pc:sldChg>
      <pc:sldChg chg="addSp delSp modSp add mod">
        <pc:chgData name="Sam O'Neill" userId="cb323814-a42a-4cfe-bc74-03f595e56f6e" providerId="ADAL" clId="{A5E7FCF8-C4C8-46EB-AC18-5B5D2EF6B4D7}" dt="2020-02-19T13:27:18.071" v="185" actId="20577"/>
        <pc:sldMkLst>
          <pc:docMk/>
          <pc:sldMk cId="1336967205" sldId="263"/>
        </pc:sldMkLst>
        <pc:spChg chg="add mod">
          <ac:chgData name="Sam O'Neill" userId="cb323814-a42a-4cfe-bc74-03f595e56f6e" providerId="ADAL" clId="{A5E7FCF8-C4C8-46EB-AC18-5B5D2EF6B4D7}" dt="2020-02-19T13:27:18.071" v="185" actId="20577"/>
          <ac:spMkLst>
            <pc:docMk/>
            <pc:sldMk cId="1336967205" sldId="263"/>
            <ac:spMk id="2" creationId="{ADC5901A-8447-40BC-944F-0957FADB4FE9}"/>
          </ac:spMkLst>
        </pc:spChg>
        <pc:spChg chg="del">
          <ac:chgData name="Sam O'Neill" userId="cb323814-a42a-4cfe-bc74-03f595e56f6e" providerId="ADAL" clId="{A5E7FCF8-C4C8-46EB-AC18-5B5D2EF6B4D7}" dt="2020-02-19T13:26:41.190" v="179" actId="478"/>
          <ac:spMkLst>
            <pc:docMk/>
            <pc:sldMk cId="1336967205" sldId="263"/>
            <ac:spMk id="23" creationId="{8A22A461-2584-49C0-8F4F-7EF441B21C7D}"/>
          </ac:spMkLst>
        </pc:spChg>
        <pc:spChg chg="del">
          <ac:chgData name="Sam O'Neill" userId="cb323814-a42a-4cfe-bc74-03f595e56f6e" providerId="ADAL" clId="{A5E7FCF8-C4C8-46EB-AC18-5B5D2EF6B4D7}" dt="2020-02-19T13:26:38.798" v="178" actId="478"/>
          <ac:spMkLst>
            <pc:docMk/>
            <pc:sldMk cId="1336967205" sldId="263"/>
            <ac:spMk id="24" creationId="{7CBD3096-7462-415F-A7C0-699F82D98980}"/>
          </ac:spMkLst>
        </pc:spChg>
        <pc:spChg chg="del">
          <ac:chgData name="Sam O'Neill" userId="cb323814-a42a-4cfe-bc74-03f595e56f6e" providerId="ADAL" clId="{A5E7FCF8-C4C8-46EB-AC18-5B5D2EF6B4D7}" dt="2020-02-19T13:26:35.896" v="177" actId="478"/>
          <ac:spMkLst>
            <pc:docMk/>
            <pc:sldMk cId="1336967205" sldId="263"/>
            <ac:spMk id="25" creationId="{47C5611D-BA6E-427F-BBC2-C51C447B7311}"/>
          </ac:spMkLst>
        </pc:spChg>
        <pc:spChg chg="del">
          <ac:chgData name="Sam O'Neill" userId="cb323814-a42a-4cfe-bc74-03f595e56f6e" providerId="ADAL" clId="{A5E7FCF8-C4C8-46EB-AC18-5B5D2EF6B4D7}" dt="2020-02-19T13:26:35.896" v="177" actId="478"/>
          <ac:spMkLst>
            <pc:docMk/>
            <pc:sldMk cId="1336967205" sldId="263"/>
            <ac:spMk id="29" creationId="{9DAD1701-7AA9-404C-B023-DE54A2542D74}"/>
          </ac:spMkLst>
        </pc:spChg>
        <pc:spChg chg="del">
          <ac:chgData name="Sam O'Neill" userId="cb323814-a42a-4cfe-bc74-03f595e56f6e" providerId="ADAL" clId="{A5E7FCF8-C4C8-46EB-AC18-5B5D2EF6B4D7}" dt="2020-02-19T13:26:35.896" v="177" actId="478"/>
          <ac:spMkLst>
            <pc:docMk/>
            <pc:sldMk cId="1336967205" sldId="263"/>
            <ac:spMk id="30" creationId="{B95A4AF6-604F-4645-A4CD-F80E6556D4D6}"/>
          </ac:spMkLst>
        </pc:spChg>
        <pc:cxnChg chg="del mod">
          <ac:chgData name="Sam O'Neill" userId="cb323814-a42a-4cfe-bc74-03f595e56f6e" providerId="ADAL" clId="{A5E7FCF8-C4C8-46EB-AC18-5B5D2EF6B4D7}" dt="2020-02-19T13:26:41.190" v="179" actId="478"/>
          <ac:cxnSpMkLst>
            <pc:docMk/>
            <pc:sldMk cId="1336967205" sldId="263"/>
            <ac:cxnSpMk id="10" creationId="{6F5AD424-38E0-4CE9-A235-83DE43DB6FB8}"/>
          </ac:cxnSpMkLst>
        </pc:cxnChg>
        <pc:cxnChg chg="del mod">
          <ac:chgData name="Sam O'Neill" userId="cb323814-a42a-4cfe-bc74-03f595e56f6e" providerId="ADAL" clId="{A5E7FCF8-C4C8-46EB-AC18-5B5D2EF6B4D7}" dt="2020-02-19T13:26:38.798" v="178" actId="478"/>
          <ac:cxnSpMkLst>
            <pc:docMk/>
            <pc:sldMk cId="1336967205" sldId="263"/>
            <ac:cxnSpMk id="11" creationId="{C978392E-7E3F-4CC9-B071-A8D35D19A494}"/>
          </ac:cxnSpMkLst>
        </pc:cxnChg>
        <pc:cxnChg chg="del mod">
          <ac:chgData name="Sam O'Neill" userId="cb323814-a42a-4cfe-bc74-03f595e56f6e" providerId="ADAL" clId="{A5E7FCF8-C4C8-46EB-AC18-5B5D2EF6B4D7}" dt="2020-02-19T13:26:35.896" v="177" actId="478"/>
          <ac:cxnSpMkLst>
            <pc:docMk/>
            <pc:sldMk cId="1336967205" sldId="263"/>
            <ac:cxnSpMk id="13" creationId="{5A68A09F-A810-4A67-B910-6302CCD64914}"/>
          </ac:cxnSpMkLst>
        </pc:cxnChg>
        <pc:cxnChg chg="del mod">
          <ac:chgData name="Sam O'Neill" userId="cb323814-a42a-4cfe-bc74-03f595e56f6e" providerId="ADAL" clId="{A5E7FCF8-C4C8-46EB-AC18-5B5D2EF6B4D7}" dt="2020-02-19T13:26:35.896" v="177" actId="478"/>
          <ac:cxnSpMkLst>
            <pc:docMk/>
            <pc:sldMk cId="1336967205" sldId="263"/>
            <ac:cxnSpMk id="18" creationId="{4F4E35D6-248B-4085-BB5B-1687ED034CE9}"/>
          </ac:cxnSpMkLst>
        </pc:cxnChg>
        <pc:cxnChg chg="del mod">
          <ac:chgData name="Sam O'Neill" userId="cb323814-a42a-4cfe-bc74-03f595e56f6e" providerId="ADAL" clId="{A5E7FCF8-C4C8-46EB-AC18-5B5D2EF6B4D7}" dt="2020-02-19T13:26:35.896" v="177" actId="478"/>
          <ac:cxnSpMkLst>
            <pc:docMk/>
            <pc:sldMk cId="1336967205" sldId="263"/>
            <ac:cxnSpMk id="19" creationId="{B13E1FD5-15A9-4E4C-9966-D117A84E0B93}"/>
          </ac:cxnSpMkLst>
        </pc:cxnChg>
      </pc:sldChg>
      <pc:sldChg chg="addSp delSp modSp add del mod">
        <pc:chgData name="Sam O'Neill" userId="cb323814-a42a-4cfe-bc74-03f595e56f6e" providerId="ADAL" clId="{A5E7FCF8-C4C8-46EB-AC18-5B5D2EF6B4D7}" dt="2020-02-19T13:38:27.705" v="341" actId="47"/>
        <pc:sldMkLst>
          <pc:docMk/>
          <pc:sldMk cId="1312445040" sldId="264"/>
        </pc:sldMkLst>
        <pc:graphicFrameChg chg="add mod modGraphic">
          <ac:chgData name="Sam O'Neill" userId="cb323814-a42a-4cfe-bc74-03f595e56f6e" providerId="ADAL" clId="{A5E7FCF8-C4C8-46EB-AC18-5B5D2EF6B4D7}" dt="2020-02-19T13:33:44.987" v="308" actId="20577"/>
          <ac:graphicFrameMkLst>
            <pc:docMk/>
            <pc:sldMk cId="1312445040" sldId="264"/>
            <ac:graphicFrameMk id="2" creationId="{96F7CDC2-38EA-4CD6-9F15-2FCA9613CF2A}"/>
          </ac:graphicFrameMkLst>
        </pc:graphicFrameChg>
        <pc:graphicFrameChg chg="del modGraphic">
          <ac:chgData name="Sam O'Neill" userId="cb323814-a42a-4cfe-bc74-03f595e56f6e" providerId="ADAL" clId="{A5E7FCF8-C4C8-46EB-AC18-5B5D2EF6B4D7}" dt="2020-02-19T13:28:47.838" v="191" actId="478"/>
          <ac:graphicFrameMkLst>
            <pc:docMk/>
            <pc:sldMk cId="1312445040" sldId="264"/>
            <ac:graphicFrameMk id="33" creationId="{28AACF51-14D1-445F-9964-4555B9B6C695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38:30.225" v="342" actId="20577"/>
        <pc:sldMkLst>
          <pc:docMk/>
          <pc:sldMk cId="4267097554" sldId="265"/>
        </pc:sldMkLst>
        <pc:spChg chg="mod">
          <ac:chgData name="Sam O'Neill" userId="cb323814-a42a-4cfe-bc74-03f595e56f6e" providerId="ADAL" clId="{A5E7FCF8-C4C8-46EB-AC18-5B5D2EF6B4D7}" dt="2020-02-19T13:32:46.504" v="294" actId="207"/>
          <ac:spMkLst>
            <pc:docMk/>
            <pc:sldMk cId="4267097554" sldId="265"/>
            <ac:spMk id="5" creationId="{1A786B81-CED0-4811-AF06-131E7F594040}"/>
          </ac:spMkLst>
        </pc:spChg>
        <pc:graphicFrameChg chg="modGraphic">
          <ac:chgData name="Sam O'Neill" userId="cb323814-a42a-4cfe-bc74-03f595e56f6e" providerId="ADAL" clId="{A5E7FCF8-C4C8-46EB-AC18-5B5D2EF6B4D7}" dt="2020-02-19T13:38:30.225" v="342" actId="20577"/>
          <ac:graphicFrameMkLst>
            <pc:docMk/>
            <pc:sldMk cId="4267097554" sldId="265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2:48.968" v="295" actId="208"/>
          <ac:cxnSpMkLst>
            <pc:docMk/>
            <pc:sldMk cId="4267097554" sldId="265"/>
            <ac:cxnSpMk id="6" creationId="{3D6C431F-F610-4A42-B0D6-9318876C1426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303620990" sldId="266"/>
        </pc:sldMkLst>
        <pc:spChg chg="mod">
          <ac:chgData name="Sam O'Neill" userId="cb323814-a42a-4cfe-bc74-03f595e56f6e" providerId="ADAL" clId="{A5E7FCF8-C4C8-46EB-AC18-5B5D2EF6B4D7}" dt="2020-02-19T13:33:01.457" v="298" actId="207"/>
          <ac:spMkLst>
            <pc:docMk/>
            <pc:sldMk cId="303620990" sldId="266"/>
            <ac:spMk id="15" creationId="{AADC55E4-A901-4A61-85FC-EE5CB64EDE64}"/>
          </ac:spMkLst>
        </pc:spChg>
        <pc:graphicFrameChg chg="mod modGraphic">
          <ac:chgData name="Sam O'Neill" userId="cb323814-a42a-4cfe-bc74-03f595e56f6e" providerId="ADAL" clId="{A5E7FCF8-C4C8-46EB-AC18-5B5D2EF6B4D7}" dt="2020-02-19T13:33:39.474" v="306" actId="20577"/>
          <ac:graphicFrameMkLst>
            <pc:docMk/>
            <pc:sldMk cId="303620990" sldId="266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3:03.665" v="299" actId="208"/>
          <ac:cxnSpMkLst>
            <pc:docMk/>
            <pc:sldMk cId="303620990" sldId="266"/>
            <ac:cxnSpMk id="17" creationId="{7495C7F6-7AC6-4082-9F14-BCB45065CA44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2781381180" sldId="267"/>
        </pc:sldMkLst>
        <pc:spChg chg="mod">
          <ac:chgData name="Sam O'Neill" userId="cb323814-a42a-4cfe-bc74-03f595e56f6e" providerId="ADAL" clId="{A5E7FCF8-C4C8-46EB-AC18-5B5D2EF6B4D7}" dt="2020-02-19T13:35:58.392" v="314" actId="207"/>
          <ac:spMkLst>
            <pc:docMk/>
            <pc:sldMk cId="2781381180" sldId="267"/>
            <ac:spMk id="7" creationId="{36821B90-67E1-4E7B-A508-4869EF4792FA}"/>
          </ac:spMkLst>
        </pc:spChg>
        <pc:graphicFrameChg chg="modGraphic">
          <ac:chgData name="Sam O'Neill" userId="cb323814-a42a-4cfe-bc74-03f595e56f6e" providerId="ADAL" clId="{A5E7FCF8-C4C8-46EB-AC18-5B5D2EF6B4D7}" dt="2020-02-19T13:35:54.995" v="313" actId="20577"/>
          <ac:graphicFrameMkLst>
            <pc:docMk/>
            <pc:sldMk cId="2781381180" sldId="267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6:01.152" v="315" actId="208"/>
          <ac:cxnSpMkLst>
            <pc:docMk/>
            <pc:sldMk cId="2781381180" sldId="267"/>
            <ac:cxnSpMk id="8" creationId="{20C23EEA-70A8-4493-AFB9-2C5D162F046D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1669833050" sldId="268"/>
        </pc:sldMkLst>
        <pc:spChg chg="mod">
          <ac:chgData name="Sam O'Neill" userId="cb323814-a42a-4cfe-bc74-03f595e56f6e" providerId="ADAL" clId="{A5E7FCF8-C4C8-46EB-AC18-5B5D2EF6B4D7}" dt="2020-02-19T13:36:14.328" v="317" actId="207"/>
          <ac:spMkLst>
            <pc:docMk/>
            <pc:sldMk cId="1669833050" sldId="268"/>
            <ac:spMk id="7" creationId="{36821B90-67E1-4E7B-A508-4869EF4792FA}"/>
          </ac:spMkLst>
        </pc:spChg>
        <pc:spChg chg="mod">
          <ac:chgData name="Sam O'Neill" userId="cb323814-a42a-4cfe-bc74-03f595e56f6e" providerId="ADAL" clId="{A5E7FCF8-C4C8-46EB-AC18-5B5D2EF6B4D7}" dt="2020-02-19T13:36:14.328" v="317" actId="207"/>
          <ac:spMkLst>
            <pc:docMk/>
            <pc:sldMk cId="1669833050" sldId="268"/>
            <ac:spMk id="12" creationId="{FC0E0F46-EB8A-4017-A345-398C770F0022}"/>
          </ac:spMkLst>
        </pc:spChg>
        <pc:graphicFrameChg chg="modGraphic">
          <ac:chgData name="Sam O'Neill" userId="cb323814-a42a-4cfe-bc74-03f595e56f6e" providerId="ADAL" clId="{A5E7FCF8-C4C8-46EB-AC18-5B5D2EF6B4D7}" dt="2020-02-19T13:35:15.097" v="311" actId="20577"/>
          <ac:graphicFrameMkLst>
            <pc:docMk/>
            <pc:sldMk cId="1669833050" sldId="268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6:11.720" v="316" actId="208"/>
          <ac:cxnSpMkLst>
            <pc:docMk/>
            <pc:sldMk cId="1669833050" sldId="268"/>
            <ac:cxnSpMk id="8" creationId="{20C23EEA-70A8-4493-AFB9-2C5D162F046D}"/>
          </ac:cxnSpMkLst>
        </pc:cxnChg>
        <pc:cxnChg chg="mod">
          <ac:chgData name="Sam O'Neill" userId="cb323814-a42a-4cfe-bc74-03f595e56f6e" providerId="ADAL" clId="{A5E7FCF8-C4C8-46EB-AC18-5B5D2EF6B4D7}" dt="2020-02-19T13:36:11.720" v="316" actId="208"/>
          <ac:cxnSpMkLst>
            <pc:docMk/>
            <pc:sldMk cId="1669833050" sldId="268"/>
            <ac:cxnSpMk id="31" creationId="{316B81C0-D51D-4423-A7B0-EF6E2D2D1C15}"/>
          </ac:cxnSpMkLst>
        </pc:cxnChg>
      </pc:sldChg>
      <pc:sldChg chg="addSp delSp 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2583433594" sldId="269"/>
        </pc:sldMkLst>
        <pc:spChg chg="mod">
          <ac:chgData name="Sam O'Neill" userId="cb323814-a42a-4cfe-bc74-03f595e56f6e" providerId="ADAL" clId="{A5E7FCF8-C4C8-46EB-AC18-5B5D2EF6B4D7}" dt="2020-02-19T13:36:27.088" v="321" actId="207"/>
          <ac:spMkLst>
            <pc:docMk/>
            <pc:sldMk cId="2583433594" sldId="269"/>
            <ac:spMk id="9" creationId="{3CEC4D9A-6A9D-4C27-AFB6-A30669A205B1}"/>
          </ac:spMkLst>
        </pc:spChg>
        <pc:spChg chg="add del">
          <ac:chgData name="Sam O'Neill" userId="cb323814-a42a-4cfe-bc74-03f595e56f6e" providerId="ADAL" clId="{A5E7FCF8-C4C8-46EB-AC18-5B5D2EF6B4D7}" dt="2020-02-19T13:36:30.544" v="323"/>
          <ac:spMkLst>
            <pc:docMk/>
            <pc:sldMk cId="2583433594" sldId="269"/>
            <ac:spMk id="33" creationId="{CFF2AFCD-7362-4F1C-A35B-80D57719EA7B}"/>
          </ac:spMkLst>
        </pc:spChg>
        <pc:graphicFrameChg chg="modGraphic">
          <ac:chgData name="Sam O'Neill" userId="cb323814-a42a-4cfe-bc74-03f595e56f6e" providerId="ADAL" clId="{A5E7FCF8-C4C8-46EB-AC18-5B5D2EF6B4D7}" dt="2020-02-19T13:36:21.873" v="319" actId="20577"/>
          <ac:graphicFrameMkLst>
            <pc:docMk/>
            <pc:sldMk cId="2583433594" sldId="269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6:24.624" v="320" actId="208"/>
          <ac:cxnSpMkLst>
            <pc:docMk/>
            <pc:sldMk cId="2583433594" sldId="269"/>
            <ac:cxnSpMk id="10" creationId="{6F5AD424-38E0-4CE9-A235-83DE43DB6FB8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911234446" sldId="270"/>
        </pc:sldMkLst>
        <pc:graphicFrameChg chg="modGraphic">
          <ac:chgData name="Sam O'Neill" userId="cb323814-a42a-4cfe-bc74-03f595e56f6e" providerId="ADAL" clId="{A5E7FCF8-C4C8-46EB-AC18-5B5D2EF6B4D7}" dt="2020-02-19T13:36:47.280" v="327" actId="20577"/>
          <ac:graphicFrameMkLst>
            <pc:docMk/>
            <pc:sldMk cId="911234446" sldId="270"/>
            <ac:graphicFrameMk id="2" creationId="{96F7CDC2-38EA-4CD6-9F15-2FCA9613CF2A}"/>
          </ac:graphicFrameMkLst>
        </pc:graphicFrame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2299837039" sldId="271"/>
        </pc:sldMkLst>
        <pc:graphicFrameChg chg="modGraphic">
          <ac:chgData name="Sam O'Neill" userId="cb323814-a42a-4cfe-bc74-03f595e56f6e" providerId="ADAL" clId="{A5E7FCF8-C4C8-46EB-AC18-5B5D2EF6B4D7}" dt="2020-02-19T13:37:03.953" v="329" actId="20577"/>
          <ac:graphicFrameMkLst>
            <pc:docMk/>
            <pc:sldMk cId="2299837039" sldId="271"/>
            <ac:graphicFrameMk id="2" creationId="{96F7CDC2-38EA-4CD6-9F15-2FCA9613CF2A}"/>
          </ac:graphicFrameMkLst>
        </pc:graphicFrame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558110735" sldId="272"/>
        </pc:sldMkLst>
        <pc:spChg chg="mod">
          <ac:chgData name="Sam O'Neill" userId="cb323814-a42a-4cfe-bc74-03f595e56f6e" providerId="ADAL" clId="{A5E7FCF8-C4C8-46EB-AC18-5B5D2EF6B4D7}" dt="2020-02-19T13:37:26.855" v="334" actId="207"/>
          <ac:spMkLst>
            <pc:docMk/>
            <pc:sldMk cId="558110735" sldId="272"/>
            <ac:spMk id="16" creationId="{5F950007-F783-42CC-A1F8-0B630F69862A}"/>
          </ac:spMkLst>
        </pc:spChg>
        <pc:graphicFrameChg chg="modGraphic">
          <ac:chgData name="Sam O'Neill" userId="cb323814-a42a-4cfe-bc74-03f595e56f6e" providerId="ADAL" clId="{A5E7FCF8-C4C8-46EB-AC18-5B5D2EF6B4D7}" dt="2020-02-19T13:37:16.536" v="332" actId="20577"/>
          <ac:graphicFrameMkLst>
            <pc:docMk/>
            <pc:sldMk cId="558110735" sldId="272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7:24.544" v="333" actId="208"/>
          <ac:cxnSpMkLst>
            <pc:docMk/>
            <pc:sldMk cId="558110735" sldId="272"/>
            <ac:cxnSpMk id="20" creationId="{B1A0A71A-396A-4ED1-9898-EB0F5F0F7A9F}"/>
          </ac:cxnSpMkLst>
        </pc:cxnChg>
      </pc:sldChg>
      <pc:sldChg chg="delSp 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2975891298" sldId="273"/>
        </pc:sldMkLst>
        <pc:spChg chg="del">
          <ac:chgData name="Sam O'Neill" userId="cb323814-a42a-4cfe-bc74-03f595e56f6e" providerId="ADAL" clId="{A5E7FCF8-C4C8-46EB-AC18-5B5D2EF6B4D7}" dt="2020-02-19T13:37:53.128" v="339" actId="478"/>
          <ac:spMkLst>
            <pc:docMk/>
            <pc:sldMk cId="2975891298" sldId="273"/>
            <ac:spMk id="25" creationId="{47C5611D-BA6E-427F-BBC2-C51C447B7311}"/>
          </ac:spMkLst>
        </pc:spChg>
        <pc:spChg chg="del">
          <ac:chgData name="Sam O'Neill" userId="cb323814-a42a-4cfe-bc74-03f595e56f6e" providerId="ADAL" clId="{A5E7FCF8-C4C8-46EB-AC18-5B5D2EF6B4D7}" dt="2020-02-19T13:37:48.351" v="338" actId="478"/>
          <ac:spMkLst>
            <pc:docMk/>
            <pc:sldMk cId="2975891298" sldId="273"/>
            <ac:spMk id="29" creationId="{9DAD1701-7AA9-404C-B023-DE54A2542D74}"/>
          </ac:spMkLst>
        </pc:spChg>
        <pc:spChg chg="del">
          <ac:chgData name="Sam O'Neill" userId="cb323814-a42a-4cfe-bc74-03f595e56f6e" providerId="ADAL" clId="{A5E7FCF8-C4C8-46EB-AC18-5B5D2EF6B4D7}" dt="2020-02-19T13:37:48.351" v="338" actId="478"/>
          <ac:spMkLst>
            <pc:docMk/>
            <pc:sldMk cId="2975891298" sldId="273"/>
            <ac:spMk id="30" creationId="{B95A4AF6-604F-4645-A4CD-F80E6556D4D6}"/>
          </ac:spMkLst>
        </pc:spChg>
        <pc:graphicFrameChg chg="modGraphic">
          <ac:chgData name="Sam O'Neill" userId="cb323814-a42a-4cfe-bc74-03f595e56f6e" providerId="ADAL" clId="{A5E7FCF8-C4C8-46EB-AC18-5B5D2EF6B4D7}" dt="2020-02-19T13:37:42.080" v="337" actId="20577"/>
          <ac:graphicFrameMkLst>
            <pc:docMk/>
            <pc:sldMk cId="2975891298" sldId="273"/>
            <ac:graphicFrameMk id="2" creationId="{96F7CDC2-38EA-4CD6-9F15-2FCA9613CF2A}"/>
          </ac:graphicFrameMkLst>
        </pc:graphicFrameChg>
        <pc:cxnChg chg="del mod">
          <ac:chgData name="Sam O'Neill" userId="cb323814-a42a-4cfe-bc74-03f595e56f6e" providerId="ADAL" clId="{A5E7FCF8-C4C8-46EB-AC18-5B5D2EF6B4D7}" dt="2020-02-19T13:37:53.128" v="339" actId="478"/>
          <ac:cxnSpMkLst>
            <pc:docMk/>
            <pc:sldMk cId="2975891298" sldId="273"/>
            <ac:cxnSpMk id="13" creationId="{5A68A09F-A810-4A67-B910-6302CCD64914}"/>
          </ac:cxnSpMkLst>
        </pc:cxnChg>
        <pc:cxnChg chg="del mod">
          <ac:chgData name="Sam O'Neill" userId="cb323814-a42a-4cfe-bc74-03f595e56f6e" providerId="ADAL" clId="{A5E7FCF8-C4C8-46EB-AC18-5B5D2EF6B4D7}" dt="2020-02-19T13:37:48.351" v="338" actId="478"/>
          <ac:cxnSpMkLst>
            <pc:docMk/>
            <pc:sldMk cId="2975891298" sldId="273"/>
            <ac:cxnSpMk id="18" creationId="{4F4E35D6-248B-4085-BB5B-1687ED034CE9}"/>
          </ac:cxnSpMkLst>
        </pc:cxnChg>
        <pc:cxnChg chg="del mod">
          <ac:chgData name="Sam O'Neill" userId="cb323814-a42a-4cfe-bc74-03f595e56f6e" providerId="ADAL" clId="{A5E7FCF8-C4C8-46EB-AC18-5B5D2EF6B4D7}" dt="2020-02-19T13:37:48.351" v="338" actId="478"/>
          <ac:cxnSpMkLst>
            <pc:docMk/>
            <pc:sldMk cId="2975891298" sldId="273"/>
            <ac:cxnSpMk id="19" creationId="{B13E1FD5-15A9-4E4C-9966-D117A84E0B93}"/>
          </ac:cxnSpMkLst>
        </pc:cxnChg>
      </pc:sldChg>
      <pc:sldChg chg="modSp add mod">
        <pc:chgData name="Sam O'Neill" userId="cb323814-a42a-4cfe-bc74-03f595e56f6e" providerId="ADAL" clId="{A5E7FCF8-C4C8-46EB-AC18-5B5D2EF6B4D7}" dt="2020-02-19T13:38:43.223" v="344" actId="207"/>
        <pc:sldMkLst>
          <pc:docMk/>
          <pc:sldMk cId="3115705893" sldId="274"/>
        </pc:sldMkLst>
        <pc:spChg chg="mod">
          <ac:chgData name="Sam O'Neill" userId="cb323814-a42a-4cfe-bc74-03f595e56f6e" providerId="ADAL" clId="{A5E7FCF8-C4C8-46EB-AC18-5B5D2EF6B4D7}" dt="2020-02-19T13:38:43.223" v="344" actId="207"/>
          <ac:spMkLst>
            <pc:docMk/>
            <pc:sldMk cId="3115705893" sldId="274"/>
            <ac:spMk id="9" creationId="{3CEC4D9A-6A9D-4C27-AFB6-A30669A205B1}"/>
          </ac:spMkLst>
        </pc:spChg>
        <pc:spChg chg="mod">
          <ac:chgData name="Sam O'Neill" userId="cb323814-a42a-4cfe-bc74-03f595e56f6e" providerId="ADAL" clId="{A5E7FCF8-C4C8-46EB-AC18-5B5D2EF6B4D7}" dt="2020-02-19T13:38:43.223" v="344" actId="207"/>
          <ac:spMkLst>
            <pc:docMk/>
            <pc:sldMk cId="3115705893" sldId="274"/>
            <ac:spMk id="12" creationId="{FC0E0F46-EB8A-4017-A345-398C770F0022}"/>
          </ac:spMkLst>
        </pc:spChg>
        <pc:cxnChg chg="mod">
          <ac:chgData name="Sam O'Neill" userId="cb323814-a42a-4cfe-bc74-03f595e56f6e" providerId="ADAL" clId="{A5E7FCF8-C4C8-46EB-AC18-5B5D2EF6B4D7}" dt="2020-02-19T13:38:40.902" v="343" actId="208"/>
          <ac:cxnSpMkLst>
            <pc:docMk/>
            <pc:sldMk cId="3115705893" sldId="274"/>
            <ac:cxnSpMk id="14" creationId="{BFC03D67-45A2-4E68-9016-522F80F19C28}"/>
          </ac:cxnSpMkLst>
        </pc:cxnChg>
      </pc:sldChg>
      <pc:sldChg chg="modSp add mod">
        <pc:chgData name="Sam O'Neill" userId="cb323814-a42a-4cfe-bc74-03f595e56f6e" providerId="ADAL" clId="{A5E7FCF8-C4C8-46EB-AC18-5B5D2EF6B4D7}" dt="2020-02-19T13:39:02.190" v="349" actId="208"/>
        <pc:sldMkLst>
          <pc:docMk/>
          <pc:sldMk cId="2932323992" sldId="275"/>
        </pc:sldMkLst>
        <pc:spChg chg="mod">
          <ac:chgData name="Sam O'Neill" userId="cb323814-a42a-4cfe-bc74-03f595e56f6e" providerId="ADAL" clId="{A5E7FCF8-C4C8-46EB-AC18-5B5D2EF6B4D7}" dt="2020-02-19T13:38:59.623" v="348" actId="207"/>
          <ac:spMkLst>
            <pc:docMk/>
            <pc:sldMk cId="2932323992" sldId="275"/>
            <ac:spMk id="15" creationId="{AADC55E4-A901-4A61-85FC-EE5CB64EDE64}"/>
          </ac:spMkLst>
        </pc:spChg>
        <pc:graphicFrameChg chg="modGraphic">
          <ac:chgData name="Sam O'Neill" userId="cb323814-a42a-4cfe-bc74-03f595e56f6e" providerId="ADAL" clId="{A5E7FCF8-C4C8-46EB-AC18-5B5D2EF6B4D7}" dt="2020-02-19T13:38:55.383" v="347" actId="20577"/>
          <ac:graphicFrameMkLst>
            <pc:docMk/>
            <pc:sldMk cId="2932323992" sldId="275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9:02.190" v="349" actId="208"/>
          <ac:cxnSpMkLst>
            <pc:docMk/>
            <pc:sldMk cId="2932323992" sldId="275"/>
            <ac:cxnSpMk id="17" creationId="{7495C7F6-7AC6-4082-9F14-BCB45065CA44}"/>
          </ac:cxnSpMkLst>
        </pc:cxnChg>
      </pc:sldChg>
      <pc:sldChg chg="modSp add mod">
        <pc:chgData name="Sam O'Neill" userId="cb323814-a42a-4cfe-bc74-03f595e56f6e" providerId="ADAL" clId="{A5E7FCF8-C4C8-46EB-AC18-5B5D2EF6B4D7}" dt="2020-02-19T13:39:17.887" v="355" actId="20577"/>
        <pc:sldMkLst>
          <pc:docMk/>
          <pc:sldMk cId="4180742927" sldId="276"/>
        </pc:sldMkLst>
        <pc:spChg chg="mod">
          <ac:chgData name="Sam O'Neill" userId="cb323814-a42a-4cfe-bc74-03f595e56f6e" providerId="ADAL" clId="{A5E7FCF8-C4C8-46EB-AC18-5B5D2EF6B4D7}" dt="2020-02-19T13:39:10.695" v="351" actId="207"/>
          <ac:spMkLst>
            <pc:docMk/>
            <pc:sldMk cId="4180742927" sldId="276"/>
            <ac:spMk id="7" creationId="{36821B90-67E1-4E7B-A508-4869EF4792FA}"/>
          </ac:spMkLst>
        </pc:spChg>
        <pc:graphicFrameChg chg="modGraphic">
          <ac:chgData name="Sam O'Neill" userId="cb323814-a42a-4cfe-bc74-03f595e56f6e" providerId="ADAL" clId="{A5E7FCF8-C4C8-46EB-AC18-5B5D2EF6B4D7}" dt="2020-02-19T13:39:17.887" v="355" actId="20577"/>
          <ac:graphicFrameMkLst>
            <pc:docMk/>
            <pc:sldMk cId="4180742927" sldId="276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9:14.982" v="352" actId="208"/>
          <ac:cxnSpMkLst>
            <pc:docMk/>
            <pc:sldMk cId="4180742927" sldId="276"/>
            <ac:cxnSpMk id="8" creationId="{20C23EEA-70A8-4493-AFB9-2C5D162F046D}"/>
          </ac:cxnSpMkLst>
        </pc:cxnChg>
      </pc:sldChg>
      <pc:sldChg chg="modSp add mod">
        <pc:chgData name="Sam O'Neill" userId="cb323814-a42a-4cfe-bc74-03f595e56f6e" providerId="ADAL" clId="{A5E7FCF8-C4C8-46EB-AC18-5B5D2EF6B4D7}" dt="2020-02-19T13:39:46.567" v="360" actId="20577"/>
        <pc:sldMkLst>
          <pc:docMk/>
          <pc:sldMk cId="3665790786" sldId="277"/>
        </pc:sldMkLst>
        <pc:graphicFrameChg chg="modGraphic">
          <ac:chgData name="Sam O'Neill" userId="cb323814-a42a-4cfe-bc74-03f595e56f6e" providerId="ADAL" clId="{A5E7FCF8-C4C8-46EB-AC18-5B5D2EF6B4D7}" dt="2020-02-19T13:39:46.567" v="360" actId="20577"/>
          <ac:graphicFrameMkLst>
            <pc:docMk/>
            <pc:sldMk cId="3665790786" sldId="277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9:28.432" v="357" actId="208"/>
          <ac:cxnSpMkLst>
            <pc:docMk/>
            <pc:sldMk cId="3665790786" sldId="277"/>
            <ac:cxnSpMk id="31" creationId="{316B81C0-D51D-4423-A7B0-EF6E2D2D1C15}"/>
          </ac:cxnSpMkLst>
        </pc:cxnChg>
      </pc:sldChg>
      <pc:sldChg chg="modSp add mod">
        <pc:chgData name="Sam O'Neill" userId="cb323814-a42a-4cfe-bc74-03f595e56f6e" providerId="ADAL" clId="{A5E7FCF8-C4C8-46EB-AC18-5B5D2EF6B4D7}" dt="2020-02-19T13:39:52.863" v="362" actId="20577"/>
        <pc:sldMkLst>
          <pc:docMk/>
          <pc:sldMk cId="1634217021" sldId="278"/>
        </pc:sldMkLst>
        <pc:graphicFrameChg chg="modGraphic">
          <ac:chgData name="Sam O'Neill" userId="cb323814-a42a-4cfe-bc74-03f595e56f6e" providerId="ADAL" clId="{A5E7FCF8-C4C8-46EB-AC18-5B5D2EF6B4D7}" dt="2020-02-19T13:39:52.863" v="362" actId="20577"/>
          <ac:graphicFrameMkLst>
            <pc:docMk/>
            <pc:sldMk cId="1634217021" sldId="278"/>
            <ac:graphicFrameMk id="2" creationId="{96F7CDC2-38EA-4CD6-9F15-2FCA9613CF2A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40:02.111" v="365" actId="20577"/>
        <pc:sldMkLst>
          <pc:docMk/>
          <pc:sldMk cId="3802459319" sldId="279"/>
        </pc:sldMkLst>
        <pc:graphicFrameChg chg="modGraphic">
          <ac:chgData name="Sam O'Neill" userId="cb323814-a42a-4cfe-bc74-03f595e56f6e" providerId="ADAL" clId="{A5E7FCF8-C4C8-46EB-AC18-5B5D2EF6B4D7}" dt="2020-02-19T13:40:02.111" v="365" actId="20577"/>
          <ac:graphicFrameMkLst>
            <pc:docMk/>
            <pc:sldMk cId="3802459319" sldId="279"/>
            <ac:graphicFrameMk id="2" creationId="{96F7CDC2-38EA-4CD6-9F15-2FCA9613CF2A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40:09.750" v="367" actId="20577"/>
        <pc:sldMkLst>
          <pc:docMk/>
          <pc:sldMk cId="3377718196" sldId="280"/>
        </pc:sldMkLst>
        <pc:graphicFrameChg chg="modGraphic">
          <ac:chgData name="Sam O'Neill" userId="cb323814-a42a-4cfe-bc74-03f595e56f6e" providerId="ADAL" clId="{A5E7FCF8-C4C8-46EB-AC18-5B5D2EF6B4D7}" dt="2020-02-19T13:40:09.750" v="367" actId="20577"/>
          <ac:graphicFrameMkLst>
            <pc:docMk/>
            <pc:sldMk cId="3377718196" sldId="280"/>
            <ac:graphicFrameMk id="2" creationId="{96F7CDC2-38EA-4CD6-9F15-2FCA9613CF2A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40:18.462" v="371" actId="208"/>
        <pc:sldMkLst>
          <pc:docMk/>
          <pc:sldMk cId="1401578788" sldId="281"/>
        </pc:sldMkLst>
        <pc:spChg chg="mod">
          <ac:chgData name="Sam O'Neill" userId="cb323814-a42a-4cfe-bc74-03f595e56f6e" providerId="ADAL" clId="{A5E7FCF8-C4C8-46EB-AC18-5B5D2EF6B4D7}" dt="2020-02-19T13:40:16.630" v="370" actId="207"/>
          <ac:spMkLst>
            <pc:docMk/>
            <pc:sldMk cId="1401578788" sldId="281"/>
            <ac:spMk id="16" creationId="{5F950007-F783-42CC-A1F8-0B630F69862A}"/>
          </ac:spMkLst>
        </pc:spChg>
        <pc:graphicFrameChg chg="modGraphic">
          <ac:chgData name="Sam O'Neill" userId="cb323814-a42a-4cfe-bc74-03f595e56f6e" providerId="ADAL" clId="{A5E7FCF8-C4C8-46EB-AC18-5B5D2EF6B4D7}" dt="2020-02-19T13:40:14.017" v="369" actId="20577"/>
          <ac:graphicFrameMkLst>
            <pc:docMk/>
            <pc:sldMk cId="1401578788" sldId="281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40:18.462" v="371" actId="208"/>
          <ac:cxnSpMkLst>
            <pc:docMk/>
            <pc:sldMk cId="1401578788" sldId="281"/>
            <ac:cxnSpMk id="20" creationId="{B1A0A71A-396A-4ED1-9898-EB0F5F0F7A9F}"/>
          </ac:cxnSpMkLst>
        </pc:cxnChg>
      </pc:sldChg>
      <pc:sldChg chg="addSp delSp modSp add mod">
        <pc:chgData name="Sam O'Neill" userId="cb323814-a42a-4cfe-bc74-03f595e56f6e" providerId="ADAL" clId="{A5E7FCF8-C4C8-46EB-AC18-5B5D2EF6B4D7}" dt="2020-02-19T13:40:46.143" v="377" actId="1076"/>
        <pc:sldMkLst>
          <pc:docMk/>
          <pc:sldMk cId="2354255917" sldId="282"/>
        </pc:sldMkLst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23" creationId="{8A22A461-2584-49C0-8F4F-7EF441B21C7D}"/>
          </ac:spMkLst>
        </pc:spChg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24" creationId="{7CBD3096-7462-415F-A7C0-699F82D98980}"/>
          </ac:spMkLst>
        </pc:spChg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25" creationId="{47C5611D-BA6E-427F-BBC2-C51C447B7311}"/>
          </ac:spMkLst>
        </pc:spChg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29" creationId="{9DAD1701-7AA9-404C-B023-DE54A2542D74}"/>
          </ac:spMkLst>
        </pc:spChg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30" creationId="{B95A4AF6-604F-4645-A4CD-F80E6556D4D6}"/>
          </ac:spMkLst>
        </pc:spChg>
        <pc:spChg chg="add mod">
          <ac:chgData name="Sam O'Neill" userId="cb323814-a42a-4cfe-bc74-03f595e56f6e" providerId="ADAL" clId="{A5E7FCF8-C4C8-46EB-AC18-5B5D2EF6B4D7}" dt="2020-02-19T13:40:46.143" v="377" actId="1076"/>
          <ac:spMkLst>
            <pc:docMk/>
            <pc:sldMk cId="2354255917" sldId="282"/>
            <ac:spMk id="33" creationId="{1F7A31D8-21AC-4FAE-9691-16FF1D0C89DC}"/>
          </ac:spMkLst>
        </pc:spChg>
        <pc:graphicFrameChg chg="modGraphic">
          <ac:chgData name="Sam O'Neill" userId="cb323814-a42a-4cfe-bc74-03f595e56f6e" providerId="ADAL" clId="{A5E7FCF8-C4C8-46EB-AC18-5B5D2EF6B4D7}" dt="2020-02-19T13:40:23.071" v="374" actId="20577"/>
          <ac:graphicFrameMkLst>
            <pc:docMk/>
            <pc:sldMk cId="2354255917" sldId="282"/>
            <ac:graphicFrameMk id="2" creationId="{96F7CDC2-38EA-4CD6-9F15-2FCA9613CF2A}"/>
          </ac:graphicFrameMkLst>
        </pc:graphicFrame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0" creationId="{6F5AD424-38E0-4CE9-A235-83DE43DB6FB8}"/>
          </ac:cxnSpMkLst>
        </pc:cxn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1" creationId="{C978392E-7E3F-4CC9-B071-A8D35D19A494}"/>
          </ac:cxnSpMkLst>
        </pc:cxn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3" creationId="{5A68A09F-A810-4A67-B910-6302CCD64914}"/>
          </ac:cxnSpMkLst>
        </pc:cxn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8" creationId="{4F4E35D6-248B-4085-BB5B-1687ED034CE9}"/>
          </ac:cxnSpMkLst>
        </pc:cxn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9" creationId="{B13E1FD5-15A9-4E4C-9966-D117A84E0B93}"/>
          </ac:cxnSpMkLst>
        </pc:cxnChg>
      </pc:sldChg>
      <pc:sldMasterChg chg="addSp modSp mod">
        <pc:chgData name="Sam O'Neill" userId="cb323814-a42a-4cfe-bc74-03f595e56f6e" providerId="ADAL" clId="{A5E7FCF8-C4C8-46EB-AC18-5B5D2EF6B4D7}" dt="2020-02-19T13:41:07.150" v="408"/>
        <pc:sldMasterMkLst>
          <pc:docMk/>
          <pc:sldMasterMk cId="193748079" sldId="2147483648"/>
        </pc:sldMasterMkLst>
        <pc:spChg chg="add mod ord modVis">
          <ac:chgData name="Sam O'Neill" userId="cb323814-a42a-4cfe-bc74-03f595e56f6e" providerId="ADAL" clId="{A5E7FCF8-C4C8-46EB-AC18-5B5D2EF6B4D7}" dt="2020-02-19T13:41:07.150" v="408"/>
          <ac:spMkLst>
            <pc:docMk/>
            <pc:sldMasterMk cId="193748079" sldId="2147483648"/>
            <ac:spMk id="7" creationId="{990449FE-FD15-45E5-B3D3-24DB015D6427}"/>
          </ac:spMkLst>
        </pc:spChg>
      </pc:sldMasterChg>
    </pc:docChg>
  </pc:docChgLst>
  <pc:docChgLst>
    <pc:chgData name="Sam O'Neill" userId="cb323814-a42a-4cfe-bc74-03f595e56f6e" providerId="ADAL" clId="{E67E0084-255B-4277-86AA-190AB207A58A}"/>
    <pc:docChg chg="undo custSel addSld delSld modSld">
      <pc:chgData name="Sam O'Neill" userId="cb323814-a42a-4cfe-bc74-03f595e56f6e" providerId="ADAL" clId="{E67E0084-255B-4277-86AA-190AB207A58A}" dt="2021-02-25T13:01:31.216" v="376" actId="1076"/>
      <pc:docMkLst>
        <pc:docMk/>
      </pc:docMkLst>
      <pc:sldChg chg="del">
        <pc:chgData name="Sam O'Neill" userId="cb323814-a42a-4cfe-bc74-03f595e56f6e" providerId="ADAL" clId="{E67E0084-255B-4277-86AA-190AB207A58A}" dt="2021-02-25T09:18:17.506" v="13" actId="47"/>
        <pc:sldMkLst>
          <pc:docMk/>
          <pc:sldMk cId="2236868177" sldId="256"/>
        </pc:sldMkLst>
      </pc:sldChg>
      <pc:sldChg chg="del">
        <pc:chgData name="Sam O'Neill" userId="cb323814-a42a-4cfe-bc74-03f595e56f6e" providerId="ADAL" clId="{E67E0084-255B-4277-86AA-190AB207A58A}" dt="2021-02-25T09:18:18.214" v="14" actId="47"/>
        <pc:sldMkLst>
          <pc:docMk/>
          <pc:sldMk cId="3636284364" sldId="257"/>
        </pc:sldMkLst>
      </pc:sldChg>
      <pc:sldChg chg="del">
        <pc:chgData name="Sam O'Neill" userId="cb323814-a42a-4cfe-bc74-03f595e56f6e" providerId="ADAL" clId="{E67E0084-255B-4277-86AA-190AB207A58A}" dt="2021-02-25T09:18:18.713" v="15" actId="47"/>
        <pc:sldMkLst>
          <pc:docMk/>
          <pc:sldMk cId="3019798492" sldId="258"/>
        </pc:sldMkLst>
      </pc:sldChg>
      <pc:sldChg chg="del">
        <pc:chgData name="Sam O'Neill" userId="cb323814-a42a-4cfe-bc74-03f595e56f6e" providerId="ADAL" clId="{E67E0084-255B-4277-86AA-190AB207A58A}" dt="2021-02-25T09:18:19.025" v="16" actId="47"/>
        <pc:sldMkLst>
          <pc:docMk/>
          <pc:sldMk cId="656187815" sldId="259"/>
        </pc:sldMkLst>
      </pc:sldChg>
      <pc:sldChg chg="del">
        <pc:chgData name="Sam O'Neill" userId="cb323814-a42a-4cfe-bc74-03f595e56f6e" providerId="ADAL" clId="{E67E0084-255B-4277-86AA-190AB207A58A}" dt="2021-02-25T09:18:19.188" v="17" actId="47"/>
        <pc:sldMkLst>
          <pc:docMk/>
          <pc:sldMk cId="1518822429" sldId="260"/>
        </pc:sldMkLst>
      </pc:sldChg>
      <pc:sldChg chg="del">
        <pc:chgData name="Sam O'Neill" userId="cb323814-a42a-4cfe-bc74-03f595e56f6e" providerId="ADAL" clId="{E67E0084-255B-4277-86AA-190AB207A58A}" dt="2021-02-25T09:18:19.691" v="19" actId="47"/>
        <pc:sldMkLst>
          <pc:docMk/>
          <pc:sldMk cId="1408240335" sldId="261"/>
        </pc:sldMkLst>
      </pc:sldChg>
      <pc:sldChg chg="modSp add del mod">
        <pc:chgData name="Sam O'Neill" userId="cb323814-a42a-4cfe-bc74-03f595e56f6e" providerId="ADAL" clId="{E67E0084-255B-4277-86AA-190AB207A58A}" dt="2021-02-25T09:19:09.681" v="37" actId="20577"/>
        <pc:sldMkLst>
          <pc:docMk/>
          <pc:sldMk cId="1008675493" sldId="262"/>
        </pc:sldMkLst>
        <pc:spChg chg="mod">
          <ac:chgData name="Sam O'Neill" userId="cb323814-a42a-4cfe-bc74-03f595e56f6e" providerId="ADAL" clId="{E67E0084-255B-4277-86AA-190AB207A58A}" dt="2021-02-25T09:17:44.851" v="5" actId="20577"/>
          <ac:spMkLst>
            <pc:docMk/>
            <pc:sldMk cId="1008675493" sldId="262"/>
            <ac:spMk id="12" creationId="{9D852745-4FF0-482E-920C-D2BAF2AA789B}"/>
          </ac:spMkLst>
        </pc:spChg>
        <pc:spChg chg="mod">
          <ac:chgData name="Sam O'Neill" userId="cb323814-a42a-4cfe-bc74-03f595e56f6e" providerId="ADAL" clId="{E67E0084-255B-4277-86AA-190AB207A58A}" dt="2021-02-25T09:18:04.635" v="12" actId="20577"/>
          <ac:spMkLst>
            <pc:docMk/>
            <pc:sldMk cId="1008675493" sldId="262"/>
            <ac:spMk id="13" creationId="{35512717-59AF-440F-A4A8-6B386F563E5B}"/>
          </ac:spMkLst>
        </pc:spChg>
        <pc:spChg chg="mod">
          <ac:chgData name="Sam O'Neill" userId="cb323814-a42a-4cfe-bc74-03f595e56f6e" providerId="ADAL" clId="{E67E0084-255B-4277-86AA-190AB207A58A}" dt="2021-02-25T09:18:00.952" v="10" actId="20577"/>
          <ac:spMkLst>
            <pc:docMk/>
            <pc:sldMk cId="1008675493" sldId="262"/>
            <ac:spMk id="14" creationId="{660CA8F4-5A06-4F08-9699-C616A9018516}"/>
          </ac:spMkLst>
        </pc:spChg>
        <pc:spChg chg="mod">
          <ac:chgData name="Sam O'Neill" userId="cb323814-a42a-4cfe-bc74-03f595e56f6e" providerId="ADAL" clId="{E67E0084-255B-4277-86AA-190AB207A58A}" dt="2021-02-25T09:17:51.667" v="7" actId="20577"/>
          <ac:spMkLst>
            <pc:docMk/>
            <pc:sldMk cId="1008675493" sldId="262"/>
            <ac:spMk id="17" creationId="{12E9D1AF-A8E4-4591-8CE4-34D545556316}"/>
          </ac:spMkLst>
        </pc:spChg>
        <pc:graphicFrameChg chg="modGraphic">
          <ac:chgData name="Sam O'Neill" userId="cb323814-a42a-4cfe-bc74-03f595e56f6e" providerId="ADAL" clId="{E67E0084-255B-4277-86AA-190AB207A58A}" dt="2021-02-25T09:19:09.681" v="37" actId="20577"/>
          <ac:graphicFrameMkLst>
            <pc:docMk/>
            <pc:sldMk cId="1008675493" sldId="262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E67E0084-255B-4277-86AA-190AB207A58A}" dt="2021-02-25T09:18:45.749" v="32" actId="208"/>
          <ac:cxnSpMkLst>
            <pc:docMk/>
            <pc:sldMk cId="1008675493" sldId="262"/>
            <ac:cxnSpMk id="6" creationId="{570B7DF6-BEC3-4015-8B4A-9CF49DEBE551}"/>
          </ac:cxnSpMkLst>
        </pc:cxnChg>
        <pc:cxnChg chg="mod">
          <ac:chgData name="Sam O'Neill" userId="cb323814-a42a-4cfe-bc74-03f595e56f6e" providerId="ADAL" clId="{E67E0084-255B-4277-86AA-190AB207A58A}" dt="2021-02-25T09:18:43.190" v="31" actId="208"/>
          <ac:cxnSpMkLst>
            <pc:docMk/>
            <pc:sldMk cId="1008675493" sldId="262"/>
            <ac:cxnSpMk id="8" creationId="{BC197D40-1684-44DE-9EDA-136ED477BCF5}"/>
          </ac:cxnSpMkLst>
        </pc:cxnChg>
        <pc:cxnChg chg="mod">
          <ac:chgData name="Sam O'Neill" userId="cb323814-a42a-4cfe-bc74-03f595e56f6e" providerId="ADAL" clId="{E67E0084-255B-4277-86AA-190AB207A58A}" dt="2021-02-25T09:17:35.495" v="2"/>
          <ac:cxnSpMkLst>
            <pc:docMk/>
            <pc:sldMk cId="1008675493" sldId="262"/>
            <ac:cxnSpMk id="10" creationId="{992638CB-2112-4ACF-A88F-9154F217AF9F}"/>
          </ac:cxnSpMkLst>
        </pc:cxnChg>
        <pc:cxnChg chg="mod">
          <ac:chgData name="Sam O'Neill" userId="cb323814-a42a-4cfe-bc74-03f595e56f6e" providerId="ADAL" clId="{E67E0084-255B-4277-86AA-190AB207A58A}" dt="2021-02-25T09:17:24.128" v="1" actId="14100"/>
          <ac:cxnSpMkLst>
            <pc:docMk/>
            <pc:sldMk cId="1008675493" sldId="262"/>
            <ac:cxnSpMk id="16" creationId="{76EED234-DD45-491C-AAFD-9FB0D54CBA77}"/>
          </ac:cxnSpMkLst>
        </pc:cxnChg>
      </pc:sldChg>
      <pc:sldChg chg="del">
        <pc:chgData name="Sam O'Neill" userId="cb323814-a42a-4cfe-bc74-03f595e56f6e" providerId="ADAL" clId="{E67E0084-255B-4277-86AA-190AB207A58A}" dt="2021-02-25T09:18:19.975" v="20" actId="47"/>
        <pc:sldMkLst>
          <pc:docMk/>
          <pc:sldMk cId="1511273253" sldId="263"/>
        </pc:sldMkLst>
      </pc:sldChg>
      <pc:sldChg chg="del">
        <pc:chgData name="Sam O'Neill" userId="cb323814-a42a-4cfe-bc74-03f595e56f6e" providerId="ADAL" clId="{E67E0084-255B-4277-86AA-190AB207A58A}" dt="2021-02-25T09:18:20.395" v="21" actId="47"/>
        <pc:sldMkLst>
          <pc:docMk/>
          <pc:sldMk cId="61977443" sldId="264"/>
        </pc:sldMkLst>
      </pc:sldChg>
      <pc:sldChg chg="del">
        <pc:chgData name="Sam O'Neill" userId="cb323814-a42a-4cfe-bc74-03f595e56f6e" providerId="ADAL" clId="{E67E0084-255B-4277-86AA-190AB207A58A}" dt="2021-02-25T09:18:20.571" v="22" actId="47"/>
        <pc:sldMkLst>
          <pc:docMk/>
          <pc:sldMk cId="1015628987" sldId="265"/>
        </pc:sldMkLst>
      </pc:sldChg>
      <pc:sldChg chg="del">
        <pc:chgData name="Sam O'Neill" userId="cb323814-a42a-4cfe-bc74-03f595e56f6e" providerId="ADAL" clId="{E67E0084-255B-4277-86AA-190AB207A58A}" dt="2021-02-25T09:18:20.744" v="23" actId="47"/>
        <pc:sldMkLst>
          <pc:docMk/>
          <pc:sldMk cId="33371456" sldId="266"/>
        </pc:sldMkLst>
      </pc:sldChg>
      <pc:sldChg chg="del">
        <pc:chgData name="Sam O'Neill" userId="cb323814-a42a-4cfe-bc74-03f595e56f6e" providerId="ADAL" clId="{E67E0084-255B-4277-86AA-190AB207A58A}" dt="2021-02-25T09:18:20.909" v="24" actId="47"/>
        <pc:sldMkLst>
          <pc:docMk/>
          <pc:sldMk cId="2971156365" sldId="267"/>
        </pc:sldMkLst>
      </pc:sldChg>
      <pc:sldChg chg="add del">
        <pc:chgData name="Sam O'Neill" userId="cb323814-a42a-4cfe-bc74-03f595e56f6e" providerId="ADAL" clId="{E67E0084-255B-4277-86AA-190AB207A58A}" dt="2021-02-25T09:18:22.314" v="27" actId="47"/>
        <pc:sldMkLst>
          <pc:docMk/>
          <pc:sldMk cId="1489325174" sldId="268"/>
        </pc:sldMkLst>
      </pc:sldChg>
      <pc:sldChg chg="addSp delSp modSp add mod">
        <pc:chgData name="Sam O'Neill" userId="cb323814-a42a-4cfe-bc74-03f595e56f6e" providerId="ADAL" clId="{E67E0084-255B-4277-86AA-190AB207A58A}" dt="2021-02-25T11:15:35.057" v="238" actId="1036"/>
        <pc:sldMkLst>
          <pc:docMk/>
          <pc:sldMk cId="686035819" sldId="269"/>
        </pc:sldMkLst>
        <pc:spChg chg="mod">
          <ac:chgData name="Sam O'Neill" userId="cb323814-a42a-4cfe-bc74-03f595e56f6e" providerId="ADAL" clId="{E67E0084-255B-4277-86AA-190AB207A58A}" dt="2021-02-25T09:18:36.315" v="30" actId="207"/>
          <ac:spMkLst>
            <pc:docMk/>
            <pc:sldMk cId="686035819" sldId="269"/>
            <ac:spMk id="4" creationId="{A4AC7884-2CE9-4AB9-BE3C-CED67042CFF5}"/>
          </ac:spMkLst>
        </pc:spChg>
        <pc:spChg chg="mod">
          <ac:chgData name="Sam O'Neill" userId="cb323814-a42a-4cfe-bc74-03f595e56f6e" providerId="ADAL" clId="{E67E0084-255B-4277-86AA-190AB207A58A}" dt="2021-02-25T10:53:42.525" v="237" actId="1035"/>
          <ac:spMkLst>
            <pc:docMk/>
            <pc:sldMk cId="686035819" sldId="269"/>
            <ac:spMk id="7" creationId="{2EB06D0D-0259-4C4B-9584-1948C8A49DFA}"/>
          </ac:spMkLst>
        </pc:spChg>
        <pc:spChg chg="mod">
          <ac:chgData name="Sam O'Neill" userId="cb323814-a42a-4cfe-bc74-03f595e56f6e" providerId="ADAL" clId="{E67E0084-255B-4277-86AA-190AB207A58A}" dt="2021-02-25T09:21:04.586" v="62" actId="207"/>
          <ac:spMkLst>
            <pc:docMk/>
            <pc:sldMk cId="686035819" sldId="269"/>
            <ac:spMk id="24" creationId="{29D955D8-E696-45D5-B8F0-D0A85CA9F234}"/>
          </ac:spMkLst>
        </pc:spChg>
        <pc:spChg chg="mod">
          <ac:chgData name="Sam O'Neill" userId="cb323814-a42a-4cfe-bc74-03f595e56f6e" providerId="ADAL" clId="{E67E0084-255B-4277-86AA-190AB207A58A}" dt="2021-02-25T09:21:09.135" v="64" actId="20577"/>
          <ac:spMkLst>
            <pc:docMk/>
            <pc:sldMk cId="686035819" sldId="269"/>
            <ac:spMk id="25" creationId="{2073FD78-7670-4136-9116-340F86654715}"/>
          </ac:spMkLst>
        </pc:spChg>
        <pc:spChg chg="mod">
          <ac:chgData name="Sam O'Neill" userId="cb323814-a42a-4cfe-bc74-03f595e56f6e" providerId="ADAL" clId="{E67E0084-255B-4277-86AA-190AB207A58A}" dt="2021-02-25T09:19:59.123" v="45" actId="207"/>
          <ac:spMkLst>
            <pc:docMk/>
            <pc:sldMk cId="686035819" sldId="269"/>
            <ac:spMk id="27" creationId="{AB05225C-DDE7-406D-AF03-114AB70EF903}"/>
          </ac:spMkLst>
        </pc:spChg>
        <pc:spChg chg="add del mod">
          <ac:chgData name="Sam O'Neill" userId="cb323814-a42a-4cfe-bc74-03f595e56f6e" providerId="ADAL" clId="{E67E0084-255B-4277-86AA-190AB207A58A}" dt="2021-02-25T09:19:22.432" v="42" actId="20577"/>
          <ac:spMkLst>
            <pc:docMk/>
            <pc:sldMk cId="686035819" sldId="269"/>
            <ac:spMk id="28" creationId="{17B4DBF8-730A-41E5-A5DF-D89BDF40EC12}"/>
          </ac:spMkLst>
        </pc:spChg>
        <pc:spChg chg="add del mod">
          <ac:chgData name="Sam O'Neill" userId="cb323814-a42a-4cfe-bc74-03f595e56f6e" providerId="ADAL" clId="{E67E0084-255B-4277-86AA-190AB207A58A}" dt="2021-02-25T09:24:03.067" v="104" actId="20577"/>
          <ac:spMkLst>
            <pc:docMk/>
            <pc:sldMk cId="686035819" sldId="269"/>
            <ac:spMk id="29" creationId="{0E1426E5-83F0-407B-B76B-34E6B516309B}"/>
          </ac:spMkLst>
        </pc:spChg>
        <pc:spChg chg="mod">
          <ac:chgData name="Sam O'Neill" userId="cb323814-a42a-4cfe-bc74-03f595e56f6e" providerId="ADAL" clId="{E67E0084-255B-4277-86AA-190AB207A58A}" dt="2021-02-25T09:20:10.331" v="49" actId="20577"/>
          <ac:spMkLst>
            <pc:docMk/>
            <pc:sldMk cId="686035819" sldId="269"/>
            <ac:spMk id="30" creationId="{C7C06208-3D0A-45BD-8858-27D49CE23890}"/>
          </ac:spMkLst>
        </pc:spChg>
        <pc:graphicFrameChg chg="mod modGraphic">
          <ac:chgData name="Sam O'Neill" userId="cb323814-a42a-4cfe-bc74-03f595e56f6e" providerId="ADAL" clId="{E67E0084-255B-4277-86AA-190AB207A58A}" dt="2021-02-25T11:15:35.057" v="238" actId="1036"/>
          <ac:graphicFrameMkLst>
            <pc:docMk/>
            <pc:sldMk cId="686035819" sldId="269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E67E0084-255B-4277-86AA-190AB207A58A}" dt="2021-02-25T10:53:42.525" v="237" actId="1035"/>
          <ac:cxnSpMkLst>
            <pc:docMk/>
            <pc:sldMk cId="686035819" sldId="269"/>
            <ac:cxnSpMk id="8" creationId="{BC197D40-1684-44DE-9EDA-136ED477BCF5}"/>
          </ac:cxnSpMkLst>
        </pc:cxnChg>
        <pc:cxnChg chg="mod">
          <ac:chgData name="Sam O'Neill" userId="cb323814-a42a-4cfe-bc74-03f595e56f6e" providerId="ADAL" clId="{E67E0084-255B-4277-86AA-190AB207A58A}" dt="2021-02-25T10:53:42.525" v="237" actId="1035"/>
          <ac:cxnSpMkLst>
            <pc:docMk/>
            <pc:sldMk cId="686035819" sldId="269"/>
            <ac:cxnSpMk id="10" creationId="{992638CB-2112-4ACF-A88F-9154F217AF9F}"/>
          </ac:cxnSpMkLst>
        </pc:cxnChg>
        <pc:cxnChg chg="mod">
          <ac:chgData name="Sam O'Neill" userId="cb323814-a42a-4cfe-bc74-03f595e56f6e" providerId="ADAL" clId="{E67E0084-255B-4277-86AA-190AB207A58A}" dt="2021-02-25T09:20:57.109" v="59" actId="208"/>
          <ac:cxnSpMkLst>
            <pc:docMk/>
            <pc:sldMk cId="686035819" sldId="269"/>
            <ac:cxnSpMk id="16" creationId="{76EED234-DD45-491C-AAFD-9FB0D54CBA77}"/>
          </ac:cxnSpMkLst>
        </pc:cxnChg>
      </pc:sldChg>
      <pc:sldChg chg="del">
        <pc:chgData name="Sam O'Neill" userId="cb323814-a42a-4cfe-bc74-03f595e56f6e" providerId="ADAL" clId="{E67E0084-255B-4277-86AA-190AB207A58A}" dt="2021-02-25T09:18:19.416" v="18" actId="47"/>
        <pc:sldMkLst>
          <pc:docMk/>
          <pc:sldMk cId="690957205" sldId="269"/>
        </pc:sldMkLst>
      </pc:sldChg>
      <pc:sldChg chg="modSp add del mod">
        <pc:chgData name="Sam O'Neill" userId="cb323814-a42a-4cfe-bc74-03f595e56f6e" providerId="ADAL" clId="{E67E0084-255B-4277-86AA-190AB207A58A}" dt="2021-02-25T09:21:30.382" v="68" actId="47"/>
        <pc:sldMkLst>
          <pc:docMk/>
          <pc:sldMk cId="251833705" sldId="270"/>
        </pc:sldMkLst>
        <pc:spChg chg="mod">
          <ac:chgData name="Sam O'Neill" userId="cb323814-a42a-4cfe-bc74-03f595e56f6e" providerId="ADAL" clId="{E67E0084-255B-4277-86AA-190AB207A58A}" dt="2021-02-25T09:20:47.067" v="58" actId="20577"/>
          <ac:spMkLst>
            <pc:docMk/>
            <pc:sldMk cId="251833705" sldId="270"/>
            <ac:spMk id="29" creationId="{0E1426E5-83F0-407B-B76B-34E6B516309B}"/>
          </ac:spMkLst>
        </pc:spChg>
        <pc:cxnChg chg="mod">
          <ac:chgData name="Sam O'Neill" userId="cb323814-a42a-4cfe-bc74-03f595e56f6e" providerId="ADAL" clId="{E67E0084-255B-4277-86AA-190AB207A58A}" dt="2021-02-25T09:20:40.117" v="56" actId="208"/>
          <ac:cxnSpMkLst>
            <pc:docMk/>
            <pc:sldMk cId="251833705" sldId="270"/>
            <ac:cxnSpMk id="6" creationId="{570B7DF6-BEC3-4015-8B4A-9CF49DEBE551}"/>
          </ac:cxnSpMkLst>
        </pc:cxnChg>
        <pc:cxnChg chg="mod">
          <ac:chgData name="Sam O'Neill" userId="cb323814-a42a-4cfe-bc74-03f595e56f6e" providerId="ADAL" clId="{E67E0084-255B-4277-86AA-190AB207A58A}" dt="2021-02-25T09:20:37.588" v="55" actId="208"/>
          <ac:cxnSpMkLst>
            <pc:docMk/>
            <pc:sldMk cId="251833705" sldId="270"/>
            <ac:cxnSpMk id="8" creationId="{BC197D40-1684-44DE-9EDA-136ED477BCF5}"/>
          </ac:cxnSpMkLst>
        </pc:cxnChg>
      </pc:sldChg>
      <pc:sldChg chg="add del">
        <pc:chgData name="Sam O'Neill" userId="cb323814-a42a-4cfe-bc74-03f595e56f6e" providerId="ADAL" clId="{E67E0084-255B-4277-86AA-190AB207A58A}" dt="2021-02-25T09:19:11.351" v="38" actId="47"/>
        <pc:sldMkLst>
          <pc:docMk/>
          <pc:sldMk cId="3926023608" sldId="270"/>
        </pc:sldMkLst>
      </pc:sldChg>
      <pc:sldChg chg="modSp add mod">
        <pc:chgData name="Sam O'Neill" userId="cb323814-a42a-4cfe-bc74-03f595e56f6e" providerId="ADAL" clId="{E67E0084-255B-4277-86AA-190AB207A58A}" dt="2021-02-25T13:00:08.842" v="240" actId="20577"/>
        <pc:sldMkLst>
          <pc:docMk/>
          <pc:sldMk cId="2914911890" sldId="271"/>
        </pc:sldMkLst>
        <pc:spChg chg="mod">
          <ac:chgData name="Sam O'Neill" userId="cb323814-a42a-4cfe-bc74-03f595e56f6e" providerId="ADAL" clId="{E67E0084-255B-4277-86AA-190AB207A58A}" dt="2021-02-25T09:22:13.749" v="77" actId="207"/>
          <ac:spMkLst>
            <pc:docMk/>
            <pc:sldMk cId="2914911890" sldId="271"/>
            <ac:spMk id="7" creationId="{2EB06D0D-0259-4C4B-9584-1948C8A49DFA}"/>
          </ac:spMkLst>
        </pc:spChg>
        <pc:spChg chg="mod">
          <ac:chgData name="Sam O'Neill" userId="cb323814-a42a-4cfe-bc74-03f595e56f6e" providerId="ADAL" clId="{E67E0084-255B-4277-86AA-190AB207A58A}" dt="2021-02-25T13:00:08.842" v="240" actId="20577"/>
          <ac:spMkLst>
            <pc:docMk/>
            <pc:sldMk cId="2914911890" sldId="271"/>
            <ac:spMk id="29" creationId="{0E1426E5-83F0-407B-B76B-34E6B516309B}"/>
          </ac:spMkLst>
        </pc:spChg>
        <pc:graphicFrameChg chg="modGraphic">
          <ac:chgData name="Sam O'Neill" userId="cb323814-a42a-4cfe-bc74-03f595e56f6e" providerId="ADAL" clId="{E67E0084-255B-4277-86AA-190AB207A58A}" dt="2021-02-25T09:24:08.095" v="106" actId="20577"/>
          <ac:graphicFrameMkLst>
            <pc:docMk/>
            <pc:sldMk cId="2914911890" sldId="271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E67E0084-255B-4277-86AA-190AB207A58A}" dt="2021-02-25T09:22:06.219" v="76" actId="208"/>
          <ac:cxnSpMkLst>
            <pc:docMk/>
            <pc:sldMk cId="2914911890" sldId="271"/>
            <ac:cxnSpMk id="6" creationId="{570B7DF6-BEC3-4015-8B4A-9CF49DEBE551}"/>
          </ac:cxnSpMkLst>
        </pc:cxnChg>
        <pc:cxnChg chg="mod">
          <ac:chgData name="Sam O'Neill" userId="cb323814-a42a-4cfe-bc74-03f595e56f6e" providerId="ADAL" clId="{E67E0084-255B-4277-86AA-190AB207A58A}" dt="2021-02-25T09:21:54.766" v="74" actId="208"/>
          <ac:cxnSpMkLst>
            <pc:docMk/>
            <pc:sldMk cId="2914911890" sldId="271"/>
            <ac:cxnSpMk id="8" creationId="{BC197D40-1684-44DE-9EDA-136ED477BCF5}"/>
          </ac:cxnSpMkLst>
        </pc:cxnChg>
        <pc:cxnChg chg="mod">
          <ac:chgData name="Sam O'Neill" userId="cb323814-a42a-4cfe-bc74-03f595e56f6e" providerId="ADAL" clId="{E67E0084-255B-4277-86AA-190AB207A58A}" dt="2021-02-25T09:22:03.910" v="75" actId="208"/>
          <ac:cxnSpMkLst>
            <pc:docMk/>
            <pc:sldMk cId="2914911890" sldId="271"/>
            <ac:cxnSpMk id="16" creationId="{76EED234-DD45-491C-AAFD-9FB0D54CBA77}"/>
          </ac:cxnSpMkLst>
        </pc:cxnChg>
      </pc:sldChg>
      <pc:sldChg chg="modSp add mod">
        <pc:chgData name="Sam O'Neill" userId="cb323814-a42a-4cfe-bc74-03f595e56f6e" providerId="ADAL" clId="{E67E0084-255B-4277-86AA-190AB207A58A}" dt="2021-02-25T13:00:13.259" v="242" actId="20577"/>
        <pc:sldMkLst>
          <pc:docMk/>
          <pc:sldMk cId="2479047635" sldId="272"/>
        </pc:sldMkLst>
        <pc:spChg chg="mod">
          <ac:chgData name="Sam O'Neill" userId="cb323814-a42a-4cfe-bc74-03f595e56f6e" providerId="ADAL" clId="{E67E0084-255B-4277-86AA-190AB207A58A}" dt="2021-02-25T09:24:32.207" v="107" actId="207"/>
          <ac:spMkLst>
            <pc:docMk/>
            <pc:sldMk cId="2479047635" sldId="272"/>
            <ac:spMk id="5" creationId="{C7F6DDB9-A354-42CF-8532-86F2CF9FAD3D}"/>
          </ac:spMkLst>
        </pc:spChg>
        <pc:spChg chg="mod">
          <ac:chgData name="Sam O'Neill" userId="cb323814-a42a-4cfe-bc74-03f595e56f6e" providerId="ADAL" clId="{E67E0084-255B-4277-86AA-190AB207A58A}" dt="2021-02-25T09:25:44.594" v="125" actId="207"/>
          <ac:spMkLst>
            <pc:docMk/>
            <pc:sldMk cId="2479047635" sldId="272"/>
            <ac:spMk id="9" creationId="{488E1463-3BC0-4163-814E-5D5063B34F5E}"/>
          </ac:spMkLst>
        </pc:spChg>
        <pc:spChg chg="mod">
          <ac:chgData name="Sam O'Neill" userId="cb323814-a42a-4cfe-bc74-03f595e56f6e" providerId="ADAL" clId="{E67E0084-255B-4277-86AA-190AB207A58A}" dt="2021-02-25T09:25:16.969" v="117" actId="20577"/>
          <ac:spMkLst>
            <pc:docMk/>
            <pc:sldMk cId="2479047635" sldId="272"/>
            <ac:spMk id="24" creationId="{29D955D8-E696-45D5-B8F0-D0A85CA9F234}"/>
          </ac:spMkLst>
        </pc:spChg>
        <pc:spChg chg="mod">
          <ac:chgData name="Sam O'Neill" userId="cb323814-a42a-4cfe-bc74-03f595e56f6e" providerId="ADAL" clId="{E67E0084-255B-4277-86AA-190AB207A58A}" dt="2021-02-25T09:26:23.110" v="135" actId="20577"/>
          <ac:spMkLst>
            <pc:docMk/>
            <pc:sldMk cId="2479047635" sldId="272"/>
            <ac:spMk id="25" creationId="{2073FD78-7670-4136-9116-340F86654715}"/>
          </ac:spMkLst>
        </pc:spChg>
        <pc:spChg chg="mod">
          <ac:chgData name="Sam O'Neill" userId="cb323814-a42a-4cfe-bc74-03f595e56f6e" providerId="ADAL" clId="{E67E0084-255B-4277-86AA-190AB207A58A}" dt="2021-02-25T13:00:13.259" v="242" actId="20577"/>
          <ac:spMkLst>
            <pc:docMk/>
            <pc:sldMk cId="2479047635" sldId="272"/>
            <ac:spMk id="29" creationId="{0E1426E5-83F0-407B-B76B-34E6B516309B}"/>
          </ac:spMkLst>
        </pc:spChg>
        <pc:graphicFrameChg chg="modGraphic">
          <ac:chgData name="Sam O'Neill" userId="cb323814-a42a-4cfe-bc74-03f595e56f6e" providerId="ADAL" clId="{E67E0084-255B-4277-86AA-190AB207A58A}" dt="2021-02-25T09:25:26.208" v="120" actId="20577"/>
          <ac:graphicFrameMkLst>
            <pc:docMk/>
            <pc:sldMk cId="2479047635" sldId="272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E67E0084-255B-4277-86AA-190AB207A58A}" dt="2021-02-25T09:24:39.128" v="108" actId="208"/>
          <ac:cxnSpMkLst>
            <pc:docMk/>
            <pc:sldMk cId="2479047635" sldId="272"/>
            <ac:cxnSpMk id="11" creationId="{2BA14BF3-2039-45E5-B261-5D722168AB57}"/>
          </ac:cxnSpMkLst>
        </pc:cxnChg>
      </pc:sldChg>
      <pc:sldChg chg="addSp modSp add mod">
        <pc:chgData name="Sam O'Neill" userId="cb323814-a42a-4cfe-bc74-03f595e56f6e" providerId="ADAL" clId="{E67E0084-255B-4277-86AA-190AB207A58A}" dt="2021-02-25T13:01:31.216" v="376" actId="1076"/>
        <pc:sldMkLst>
          <pc:docMk/>
          <pc:sldMk cId="2704702801" sldId="273"/>
        </pc:sldMkLst>
        <pc:spChg chg="add mod">
          <ac:chgData name="Sam O'Neill" userId="cb323814-a42a-4cfe-bc74-03f595e56f6e" providerId="ADAL" clId="{E67E0084-255B-4277-86AA-190AB207A58A}" dt="2021-02-25T13:01:31.216" v="376" actId="1076"/>
          <ac:spMkLst>
            <pc:docMk/>
            <pc:sldMk cId="2704702801" sldId="273"/>
            <ac:spMk id="2" creationId="{C1606A47-46D9-4E56-83D7-0B9BCC38D641}"/>
          </ac:spMkLst>
        </pc:spChg>
        <pc:spChg chg="mod">
          <ac:chgData name="Sam O'Neill" userId="cb323814-a42a-4cfe-bc74-03f595e56f6e" providerId="ADAL" clId="{E67E0084-255B-4277-86AA-190AB207A58A}" dt="2021-02-25T09:26:01.423" v="129" actId="207"/>
          <ac:spMkLst>
            <pc:docMk/>
            <pc:sldMk cId="2704702801" sldId="273"/>
            <ac:spMk id="5" creationId="{C7F6DDB9-A354-42CF-8532-86F2CF9FAD3D}"/>
          </ac:spMkLst>
        </pc:spChg>
        <pc:spChg chg="mod">
          <ac:chgData name="Sam O'Neill" userId="cb323814-a42a-4cfe-bc74-03f595e56f6e" providerId="ADAL" clId="{E67E0084-255B-4277-86AA-190AB207A58A}" dt="2021-02-25T13:00:29.025" v="246" actId="20577"/>
          <ac:spMkLst>
            <pc:docMk/>
            <pc:sldMk cId="2704702801" sldId="273"/>
            <ac:spMk id="24" creationId="{29D955D8-E696-45D5-B8F0-D0A85CA9F234}"/>
          </ac:spMkLst>
        </pc:spChg>
        <pc:spChg chg="mod">
          <ac:chgData name="Sam O'Neill" userId="cb323814-a42a-4cfe-bc74-03f595e56f6e" providerId="ADAL" clId="{E67E0084-255B-4277-86AA-190AB207A58A}" dt="2021-02-25T13:00:26.479" v="244" actId="20577"/>
          <ac:spMkLst>
            <pc:docMk/>
            <pc:sldMk cId="2704702801" sldId="273"/>
            <ac:spMk id="29" creationId="{0E1426E5-83F0-407B-B76B-34E6B516309B}"/>
          </ac:spMkLst>
        </pc:spChg>
        <pc:graphicFrameChg chg="modGraphic">
          <ac:chgData name="Sam O'Neill" userId="cb323814-a42a-4cfe-bc74-03f595e56f6e" providerId="ADAL" clId="{E67E0084-255B-4277-86AA-190AB207A58A}" dt="2021-02-25T09:28:24.464" v="140" actId="20577"/>
          <ac:graphicFrameMkLst>
            <pc:docMk/>
            <pc:sldMk cId="2704702801" sldId="273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E67E0084-255B-4277-86AA-190AB207A58A}" dt="2021-02-25T09:26:05.993" v="130" actId="208"/>
          <ac:cxnSpMkLst>
            <pc:docMk/>
            <pc:sldMk cId="2704702801" sldId="273"/>
            <ac:cxnSpMk id="11" creationId="{2BA14BF3-2039-45E5-B261-5D722168AB57}"/>
          </ac:cxnSpMkLst>
        </pc:cxnChg>
      </pc:sldChg>
    </pc:docChg>
  </pc:docChgLst>
  <pc:docChgLst>
    <pc:chgData name="Sam O'Neill" userId="cb323814-a42a-4cfe-bc74-03f595e56f6e" providerId="ADAL" clId="{065A34F7-54FD-42E8-BF62-F014BB873B90}"/>
    <pc:docChg chg="undo custSel addSld delSld modSld modNotesMaster">
      <pc:chgData name="Sam O'Neill" userId="cb323814-a42a-4cfe-bc74-03f595e56f6e" providerId="ADAL" clId="{065A34F7-54FD-42E8-BF62-F014BB873B90}" dt="2020-02-20T11:41:07.594" v="440"/>
      <pc:docMkLst>
        <pc:docMk/>
      </pc:docMkLst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329982961" sldId="256"/>
        </pc:sldMkLst>
      </pc:sldChg>
      <pc:sldChg chg="addSp delSp modSp add mod">
        <pc:chgData name="Sam O'Neill" userId="cb323814-a42a-4cfe-bc74-03f595e56f6e" providerId="ADAL" clId="{065A34F7-54FD-42E8-BF62-F014BB873B90}" dt="2020-02-20T10:53:38.247" v="425" actId="313"/>
        <pc:sldMkLst>
          <pc:docMk/>
          <pc:sldMk cId="2236868177" sldId="256"/>
        </pc:sldMkLst>
        <pc:spChg chg="del">
          <ac:chgData name="Sam O'Neill" userId="cb323814-a42a-4cfe-bc74-03f595e56f6e" providerId="ADAL" clId="{065A34F7-54FD-42E8-BF62-F014BB873B90}" dt="2020-02-19T13:45:23.406" v="2" actId="478"/>
          <ac:spMkLst>
            <pc:docMk/>
            <pc:sldMk cId="2236868177" sldId="256"/>
            <ac:spMk id="2" creationId="{A37E8F05-F7E1-4B53-A373-C610B9F6716D}"/>
          </ac:spMkLst>
        </pc:spChg>
        <pc:spChg chg="del">
          <ac:chgData name="Sam O'Neill" userId="cb323814-a42a-4cfe-bc74-03f595e56f6e" providerId="ADAL" clId="{065A34F7-54FD-42E8-BF62-F014BB873B90}" dt="2020-02-19T13:45:23.406" v="2" actId="478"/>
          <ac:spMkLst>
            <pc:docMk/>
            <pc:sldMk cId="2236868177" sldId="256"/>
            <ac:spMk id="3" creationId="{0486F522-0E09-480A-80DA-C2732C84749D}"/>
          </ac:spMkLst>
        </pc:spChg>
        <pc:spChg chg="add mod">
          <ac:chgData name="Sam O'Neill" userId="cb323814-a42a-4cfe-bc74-03f595e56f6e" providerId="ADAL" clId="{065A34F7-54FD-42E8-BF62-F014BB873B90}" dt="2020-02-19T13:46:58.297" v="19" actId="207"/>
          <ac:spMkLst>
            <pc:docMk/>
            <pc:sldMk cId="2236868177" sldId="256"/>
            <ac:spMk id="4" creationId="{A4AC7884-2CE9-4AB9-BE3C-CED67042CFF5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5" creationId="{C7F6DDB9-A354-42CF-8532-86F2CF9FAD3D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7" creationId="{2EB06D0D-0259-4C4B-9584-1948C8A49DFA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9" creationId="{488E1463-3BC0-4163-814E-5D5063B34F5E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12" creationId="{9D852745-4FF0-482E-920C-D2BAF2AA789B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13" creationId="{35512717-59AF-440F-A4A8-6B386F563E5B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14" creationId="{660CA8F4-5A06-4F08-9699-C616A9018516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15" creationId="{81B61403-BBCD-44F4-A3CB-B8A09E6CA4EE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17" creationId="{12E9D1AF-A8E4-4591-8CE4-34D545556316}"/>
          </ac:spMkLst>
        </pc:spChg>
        <pc:spChg chg="add mod">
          <ac:chgData name="Sam O'Neill" userId="cb323814-a42a-4cfe-bc74-03f595e56f6e" providerId="ADAL" clId="{065A34F7-54FD-42E8-BF62-F014BB873B90}" dt="2020-02-19T13:47:35.149" v="27" actId="1076"/>
          <ac:spMkLst>
            <pc:docMk/>
            <pc:sldMk cId="2236868177" sldId="256"/>
            <ac:spMk id="18" creationId="{CE2BD801-B67C-495B-9B60-59C99C906159}"/>
          </ac:spMkLst>
        </pc:spChg>
        <pc:spChg chg="add mod">
          <ac:chgData name="Sam O'Neill" userId="cb323814-a42a-4cfe-bc74-03f595e56f6e" providerId="ADAL" clId="{065A34F7-54FD-42E8-BF62-F014BB873B90}" dt="2020-02-19T13:47:35.149" v="27" actId="1076"/>
          <ac:spMkLst>
            <pc:docMk/>
            <pc:sldMk cId="2236868177" sldId="256"/>
            <ac:spMk id="19" creationId="{2BDADF00-A272-4DA9-BE86-E57E2593C742}"/>
          </ac:spMkLst>
        </pc:spChg>
        <pc:spChg chg="add mod">
          <ac:chgData name="Sam O'Neill" userId="cb323814-a42a-4cfe-bc74-03f595e56f6e" providerId="ADAL" clId="{065A34F7-54FD-42E8-BF62-F014BB873B90}" dt="2020-02-19T13:47:17.045" v="22" actId="207"/>
          <ac:spMkLst>
            <pc:docMk/>
            <pc:sldMk cId="2236868177" sldId="256"/>
            <ac:spMk id="20" creationId="{6E1F8663-701D-4D22-8E9D-5B148771F7C4}"/>
          </ac:spMkLst>
        </pc:spChg>
        <pc:spChg chg="add mod">
          <ac:chgData name="Sam O'Neill" userId="cb323814-a42a-4cfe-bc74-03f595e56f6e" providerId="ADAL" clId="{065A34F7-54FD-42E8-BF62-F014BB873B90}" dt="2020-02-19T13:47:20.774" v="24" actId="20577"/>
          <ac:spMkLst>
            <pc:docMk/>
            <pc:sldMk cId="2236868177" sldId="256"/>
            <ac:spMk id="21" creationId="{FF29470E-9329-48C7-84C0-E215A0C22E06}"/>
          </ac:spMkLst>
        </pc:spChg>
        <pc:spChg chg="add mod">
          <ac:chgData name="Sam O'Neill" userId="cb323814-a42a-4cfe-bc74-03f595e56f6e" providerId="ADAL" clId="{065A34F7-54FD-42E8-BF62-F014BB873B90}" dt="2020-02-19T13:46:53.297" v="18" actId="207"/>
          <ac:spMkLst>
            <pc:docMk/>
            <pc:sldMk cId="2236868177" sldId="256"/>
            <ac:spMk id="22" creationId="{94156F47-966D-40A6-A7F1-02E89438B2B3}"/>
          </ac:spMkLst>
        </pc:spChg>
        <pc:spChg chg="add mod">
          <ac:chgData name="Sam O'Neill" userId="cb323814-a42a-4cfe-bc74-03f595e56f6e" providerId="ADAL" clId="{065A34F7-54FD-42E8-BF62-F014BB873B90}" dt="2020-02-19T13:47:23.974" v="26" actId="20577"/>
          <ac:spMkLst>
            <pc:docMk/>
            <pc:sldMk cId="2236868177" sldId="256"/>
            <ac:spMk id="23" creationId="{461E2384-6CC2-48EC-B367-CB4632C48441}"/>
          </ac:spMkLst>
        </pc:spChg>
        <pc:spChg chg="add mod">
          <ac:chgData name="Sam O'Neill" userId="cb323814-a42a-4cfe-bc74-03f595e56f6e" providerId="ADAL" clId="{065A34F7-54FD-42E8-BF62-F014BB873B90}" dt="2020-02-19T13:46:31.213" v="13" actId="1076"/>
          <ac:spMkLst>
            <pc:docMk/>
            <pc:sldMk cId="2236868177" sldId="256"/>
            <ac:spMk id="24" creationId="{29D955D8-E696-45D5-B8F0-D0A85CA9F234}"/>
          </ac:spMkLst>
        </pc:spChg>
        <pc:spChg chg="add mod">
          <ac:chgData name="Sam O'Neill" userId="cb323814-a42a-4cfe-bc74-03f595e56f6e" providerId="ADAL" clId="{065A34F7-54FD-42E8-BF62-F014BB873B90}" dt="2020-02-19T13:46:31.213" v="13" actId="1076"/>
          <ac:spMkLst>
            <pc:docMk/>
            <pc:sldMk cId="2236868177" sldId="256"/>
            <ac:spMk id="25" creationId="{2073FD78-7670-4136-9116-340F86654715}"/>
          </ac:spMkLst>
        </pc:spChg>
        <pc:spChg chg="add">
          <ac:chgData name="Sam O'Neill" userId="cb323814-a42a-4cfe-bc74-03f595e56f6e" providerId="ADAL" clId="{065A34F7-54FD-42E8-BF62-F014BB873B90}" dt="2020-02-19T13:55:46.554" v="288"/>
          <ac:spMkLst>
            <pc:docMk/>
            <pc:sldMk cId="2236868177" sldId="256"/>
            <ac:spMk id="27" creationId="{238077B6-1EE9-4200-A2A5-1BBCF4686AD9}"/>
          </ac:spMkLst>
        </pc:spChg>
        <pc:spChg chg="add">
          <ac:chgData name="Sam O'Neill" userId="cb323814-a42a-4cfe-bc74-03f595e56f6e" providerId="ADAL" clId="{065A34F7-54FD-42E8-BF62-F014BB873B90}" dt="2020-02-19T13:55:46.554" v="288"/>
          <ac:spMkLst>
            <pc:docMk/>
            <pc:sldMk cId="2236868177" sldId="256"/>
            <ac:spMk id="28" creationId="{0D2A84B4-07A0-4CC0-B227-AD05EA08D161}"/>
          </ac:spMkLst>
        </pc:spChg>
        <pc:spChg chg="add">
          <ac:chgData name="Sam O'Neill" userId="cb323814-a42a-4cfe-bc74-03f595e56f6e" providerId="ADAL" clId="{065A34F7-54FD-42E8-BF62-F014BB873B90}" dt="2020-02-19T13:55:46.554" v="288"/>
          <ac:spMkLst>
            <pc:docMk/>
            <pc:sldMk cId="2236868177" sldId="256"/>
            <ac:spMk id="29" creationId="{9C1C0DB5-4780-445B-BE97-33950454CD8D}"/>
          </ac:spMkLst>
        </pc:spChg>
        <pc:spChg chg="add">
          <ac:chgData name="Sam O'Neill" userId="cb323814-a42a-4cfe-bc74-03f595e56f6e" providerId="ADAL" clId="{065A34F7-54FD-42E8-BF62-F014BB873B90}" dt="2020-02-19T13:55:46.554" v="288"/>
          <ac:spMkLst>
            <pc:docMk/>
            <pc:sldMk cId="2236868177" sldId="256"/>
            <ac:spMk id="30" creationId="{69A1BA99-1F0A-4554-8B8A-5F048E61A844}"/>
          </ac:spMkLst>
        </pc:spChg>
        <pc:graphicFrameChg chg="add mod modGraphic">
          <ac:chgData name="Sam O'Neill" userId="cb323814-a42a-4cfe-bc74-03f595e56f6e" providerId="ADAL" clId="{065A34F7-54FD-42E8-BF62-F014BB873B90}" dt="2020-02-20T10:53:38.247" v="425" actId="313"/>
          <ac:graphicFrameMkLst>
            <pc:docMk/>
            <pc:sldMk cId="2236868177" sldId="256"/>
            <ac:graphicFrameMk id="26" creationId="{1B85D116-7004-497B-8A63-301CB0356EB5}"/>
          </ac:graphicFrameMkLst>
        </pc:graphicFrameChg>
        <pc:cxnChg chg="add mod">
          <ac:chgData name="Sam O'Neill" userId="cb323814-a42a-4cfe-bc74-03f595e56f6e" providerId="ADAL" clId="{065A34F7-54FD-42E8-BF62-F014BB873B90}" dt="2020-02-19T13:47:10.398" v="20" actId="208"/>
          <ac:cxnSpMkLst>
            <pc:docMk/>
            <pc:sldMk cId="2236868177" sldId="256"/>
            <ac:cxnSpMk id="6" creationId="{570B7DF6-BEC3-4015-8B4A-9CF49DEBE551}"/>
          </ac:cxnSpMkLst>
        </pc:cxnChg>
        <pc:cxnChg chg="add mod">
          <ac:chgData name="Sam O'Neill" userId="cb323814-a42a-4cfe-bc74-03f595e56f6e" providerId="ADAL" clId="{065A34F7-54FD-42E8-BF62-F014BB873B90}" dt="2020-02-19T13:47:10.398" v="20" actId="208"/>
          <ac:cxnSpMkLst>
            <pc:docMk/>
            <pc:sldMk cId="2236868177" sldId="256"/>
            <ac:cxnSpMk id="8" creationId="{BC197D40-1684-44DE-9EDA-136ED477BCF5}"/>
          </ac:cxnSpMkLst>
        </pc:cxnChg>
        <pc:cxnChg chg="add mod">
          <ac:chgData name="Sam O'Neill" userId="cb323814-a42a-4cfe-bc74-03f595e56f6e" providerId="ADAL" clId="{065A34F7-54FD-42E8-BF62-F014BB873B90}" dt="2020-02-19T13:45:39.807" v="4" actId="1076"/>
          <ac:cxnSpMkLst>
            <pc:docMk/>
            <pc:sldMk cId="2236868177" sldId="256"/>
            <ac:cxnSpMk id="10" creationId="{992638CB-2112-4ACF-A88F-9154F217AF9F}"/>
          </ac:cxnSpMkLst>
        </pc:cxnChg>
        <pc:cxnChg chg="add mod">
          <ac:chgData name="Sam O'Neill" userId="cb323814-a42a-4cfe-bc74-03f595e56f6e" providerId="ADAL" clId="{065A34F7-54FD-42E8-BF62-F014BB873B90}" dt="2020-02-19T13:45:39.807" v="4" actId="1076"/>
          <ac:cxnSpMkLst>
            <pc:docMk/>
            <pc:sldMk cId="2236868177" sldId="256"/>
            <ac:cxnSpMk id="11" creationId="{2BA14BF3-2039-45E5-B261-5D722168AB57}"/>
          </ac:cxnSpMkLst>
        </pc:cxnChg>
        <pc:cxnChg chg="add mod">
          <ac:chgData name="Sam O'Neill" userId="cb323814-a42a-4cfe-bc74-03f595e56f6e" providerId="ADAL" clId="{065A34F7-54FD-42E8-BF62-F014BB873B90}" dt="2020-02-19T13:45:39.807" v="4" actId="1076"/>
          <ac:cxnSpMkLst>
            <pc:docMk/>
            <pc:sldMk cId="2236868177" sldId="256"/>
            <ac:cxnSpMk id="16" creationId="{76EED234-DD45-491C-AAFD-9FB0D54CBA77}"/>
          </ac:cxnSpMkLst>
        </pc:cxn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3245144486" sldId="257"/>
        </pc:sldMkLst>
      </pc:sldChg>
      <pc:sldChg chg="addSp modSp add mod">
        <pc:chgData name="Sam O'Neill" userId="cb323814-a42a-4cfe-bc74-03f595e56f6e" providerId="ADAL" clId="{065A34F7-54FD-42E8-BF62-F014BB873B90}" dt="2020-02-20T10:53:39.070" v="426" actId="313"/>
        <pc:sldMkLst>
          <pc:docMk/>
          <pc:sldMk cId="3636284364" sldId="257"/>
        </pc:sldMkLst>
        <pc:spChg chg="mod">
          <ac:chgData name="Sam O'Neill" userId="cb323814-a42a-4cfe-bc74-03f595e56f6e" providerId="ADAL" clId="{065A34F7-54FD-42E8-BF62-F014BB873B90}" dt="2020-02-19T13:48:33.173" v="40" actId="207"/>
          <ac:spMkLst>
            <pc:docMk/>
            <pc:sldMk cId="3636284364" sldId="257"/>
            <ac:spMk id="7" creationId="{2EB06D0D-0259-4C4B-9584-1948C8A49DFA}"/>
          </ac:spMkLst>
        </pc:spChg>
        <pc:spChg chg="mod">
          <ac:chgData name="Sam O'Neill" userId="cb323814-a42a-4cfe-bc74-03f595e56f6e" providerId="ADAL" clId="{065A34F7-54FD-42E8-BF62-F014BB873B90}" dt="2020-02-19T13:48:49.366" v="44" actId="207"/>
          <ac:spMkLst>
            <pc:docMk/>
            <pc:sldMk cId="3636284364" sldId="257"/>
            <ac:spMk id="24" creationId="{29D955D8-E696-45D5-B8F0-D0A85CA9F234}"/>
          </ac:spMkLst>
        </pc:spChg>
        <pc:spChg chg="mod">
          <ac:chgData name="Sam O'Neill" userId="cb323814-a42a-4cfe-bc74-03f595e56f6e" providerId="ADAL" clId="{065A34F7-54FD-42E8-BF62-F014BB873B90}" dt="2020-02-19T13:50:39.174" v="63" actId="20577"/>
          <ac:spMkLst>
            <pc:docMk/>
            <pc:sldMk cId="3636284364" sldId="257"/>
            <ac:spMk id="25" creationId="{2073FD78-7670-4136-9116-340F86654715}"/>
          </ac:spMkLst>
        </pc:spChg>
        <pc:spChg chg="add">
          <ac:chgData name="Sam O'Neill" userId="cb323814-a42a-4cfe-bc74-03f595e56f6e" providerId="ADAL" clId="{065A34F7-54FD-42E8-BF62-F014BB873B90}" dt="2020-02-19T13:55:47.210" v="289"/>
          <ac:spMkLst>
            <pc:docMk/>
            <pc:sldMk cId="3636284364" sldId="257"/>
            <ac:spMk id="27" creationId="{DCB50F38-9376-4EE7-838E-BD4AC8A425BD}"/>
          </ac:spMkLst>
        </pc:spChg>
        <pc:spChg chg="add">
          <ac:chgData name="Sam O'Neill" userId="cb323814-a42a-4cfe-bc74-03f595e56f6e" providerId="ADAL" clId="{065A34F7-54FD-42E8-BF62-F014BB873B90}" dt="2020-02-19T13:55:47.210" v="289"/>
          <ac:spMkLst>
            <pc:docMk/>
            <pc:sldMk cId="3636284364" sldId="257"/>
            <ac:spMk id="28" creationId="{6D90F9BB-46B1-4E88-A963-ABD8BFFA52AF}"/>
          </ac:spMkLst>
        </pc:spChg>
        <pc:spChg chg="add">
          <ac:chgData name="Sam O'Neill" userId="cb323814-a42a-4cfe-bc74-03f595e56f6e" providerId="ADAL" clId="{065A34F7-54FD-42E8-BF62-F014BB873B90}" dt="2020-02-19T13:55:47.210" v="289"/>
          <ac:spMkLst>
            <pc:docMk/>
            <pc:sldMk cId="3636284364" sldId="257"/>
            <ac:spMk id="29" creationId="{350BDF8F-8E4A-4530-990C-6712E2A5391C}"/>
          </ac:spMkLst>
        </pc:spChg>
        <pc:spChg chg="add">
          <ac:chgData name="Sam O'Neill" userId="cb323814-a42a-4cfe-bc74-03f595e56f6e" providerId="ADAL" clId="{065A34F7-54FD-42E8-BF62-F014BB873B90}" dt="2020-02-19T13:55:47.210" v="289"/>
          <ac:spMkLst>
            <pc:docMk/>
            <pc:sldMk cId="3636284364" sldId="257"/>
            <ac:spMk id="30" creationId="{4F4C66A7-059E-4848-BBFD-DDD88679E5B3}"/>
          </ac:spMkLst>
        </pc:spChg>
        <pc:graphicFrameChg chg="mod modGraphic">
          <ac:chgData name="Sam O'Neill" userId="cb323814-a42a-4cfe-bc74-03f595e56f6e" providerId="ADAL" clId="{065A34F7-54FD-42E8-BF62-F014BB873B90}" dt="2020-02-20T10:53:39.070" v="426" actId="313"/>
          <ac:graphicFrameMkLst>
            <pc:docMk/>
            <pc:sldMk cId="3636284364" sldId="257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065A34F7-54FD-42E8-BF62-F014BB873B90}" dt="2020-02-19T13:48:19.538" v="39" actId="208"/>
          <ac:cxnSpMkLst>
            <pc:docMk/>
            <pc:sldMk cId="3636284364" sldId="257"/>
            <ac:cxnSpMk id="6" creationId="{570B7DF6-BEC3-4015-8B4A-9CF49DEBE551}"/>
          </ac:cxnSpMkLst>
        </pc:cxnChg>
        <pc:cxnChg chg="mod">
          <ac:chgData name="Sam O'Neill" userId="cb323814-a42a-4cfe-bc74-03f595e56f6e" providerId="ADAL" clId="{065A34F7-54FD-42E8-BF62-F014BB873B90}" dt="2020-02-19T13:48:19.538" v="39" actId="208"/>
          <ac:cxnSpMkLst>
            <pc:docMk/>
            <pc:sldMk cId="3636284364" sldId="257"/>
            <ac:cxnSpMk id="8" creationId="{BC197D40-1684-44DE-9EDA-136ED477BCF5}"/>
          </ac:cxnSpMkLst>
        </pc:cxnChg>
        <pc:cxnChg chg="mod">
          <ac:chgData name="Sam O'Neill" userId="cb323814-a42a-4cfe-bc74-03f595e56f6e" providerId="ADAL" clId="{065A34F7-54FD-42E8-BF62-F014BB873B90}" dt="2020-02-19T13:48:42.826" v="42" actId="208"/>
          <ac:cxnSpMkLst>
            <pc:docMk/>
            <pc:sldMk cId="3636284364" sldId="257"/>
            <ac:cxnSpMk id="10" creationId="{992638CB-2112-4ACF-A88F-9154F217AF9F}"/>
          </ac:cxnSpMkLst>
        </pc:cxnChg>
        <pc:cxnChg chg="mod">
          <ac:chgData name="Sam O'Neill" userId="cb323814-a42a-4cfe-bc74-03f595e56f6e" providerId="ADAL" clId="{065A34F7-54FD-42E8-BF62-F014BB873B90}" dt="2020-02-19T13:48:42.826" v="42" actId="208"/>
          <ac:cxnSpMkLst>
            <pc:docMk/>
            <pc:sldMk cId="3636284364" sldId="257"/>
            <ac:cxnSpMk id="16" creationId="{76EED234-DD45-491C-AAFD-9FB0D54CBA77}"/>
          </ac:cxnSpMkLst>
        </pc:cxn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575750292" sldId="258"/>
        </pc:sldMkLst>
      </pc:sldChg>
      <pc:sldChg chg="addSp modSp add mod">
        <pc:chgData name="Sam O'Neill" userId="cb323814-a42a-4cfe-bc74-03f595e56f6e" providerId="ADAL" clId="{065A34F7-54FD-42E8-BF62-F014BB873B90}" dt="2020-02-20T10:53:39.607" v="427" actId="313"/>
        <pc:sldMkLst>
          <pc:docMk/>
          <pc:sldMk cId="3019798492" sldId="258"/>
        </pc:sldMkLst>
        <pc:spChg chg="mod">
          <ac:chgData name="Sam O'Neill" userId="cb323814-a42a-4cfe-bc74-03f595e56f6e" providerId="ADAL" clId="{065A34F7-54FD-42E8-BF62-F014BB873B90}" dt="2020-02-19T13:49:34.189" v="51" actId="207"/>
          <ac:spMkLst>
            <pc:docMk/>
            <pc:sldMk cId="3019798492" sldId="258"/>
            <ac:spMk id="5" creationId="{C7F6DDB9-A354-42CF-8532-86F2CF9FAD3D}"/>
          </ac:spMkLst>
        </pc:spChg>
        <pc:spChg chg="mod">
          <ac:chgData name="Sam O'Neill" userId="cb323814-a42a-4cfe-bc74-03f595e56f6e" providerId="ADAL" clId="{065A34F7-54FD-42E8-BF62-F014BB873B90}" dt="2020-02-19T13:50:32.606" v="62" actId="20577"/>
          <ac:spMkLst>
            <pc:docMk/>
            <pc:sldMk cId="3019798492" sldId="258"/>
            <ac:spMk id="24" creationId="{29D955D8-E696-45D5-B8F0-D0A85CA9F234}"/>
          </ac:spMkLst>
        </pc:spChg>
        <pc:spChg chg="mod">
          <ac:chgData name="Sam O'Neill" userId="cb323814-a42a-4cfe-bc74-03f595e56f6e" providerId="ADAL" clId="{065A34F7-54FD-42E8-BF62-F014BB873B90}" dt="2020-02-19T13:50:42.526" v="64" actId="20577"/>
          <ac:spMkLst>
            <pc:docMk/>
            <pc:sldMk cId="3019798492" sldId="258"/>
            <ac:spMk id="25" creationId="{2073FD78-7670-4136-9116-340F86654715}"/>
          </ac:spMkLst>
        </pc:spChg>
        <pc:spChg chg="add">
          <ac:chgData name="Sam O'Neill" userId="cb323814-a42a-4cfe-bc74-03f595e56f6e" providerId="ADAL" clId="{065A34F7-54FD-42E8-BF62-F014BB873B90}" dt="2020-02-19T13:55:47.818" v="290"/>
          <ac:spMkLst>
            <pc:docMk/>
            <pc:sldMk cId="3019798492" sldId="258"/>
            <ac:spMk id="27" creationId="{5B2285A5-670F-470A-8B8E-254C413CE843}"/>
          </ac:spMkLst>
        </pc:spChg>
        <pc:spChg chg="add">
          <ac:chgData name="Sam O'Neill" userId="cb323814-a42a-4cfe-bc74-03f595e56f6e" providerId="ADAL" clId="{065A34F7-54FD-42E8-BF62-F014BB873B90}" dt="2020-02-19T13:55:47.818" v="290"/>
          <ac:spMkLst>
            <pc:docMk/>
            <pc:sldMk cId="3019798492" sldId="258"/>
            <ac:spMk id="28" creationId="{C500F9B6-B3B1-4F03-B18D-38FAFE96D07C}"/>
          </ac:spMkLst>
        </pc:spChg>
        <pc:spChg chg="add">
          <ac:chgData name="Sam O'Neill" userId="cb323814-a42a-4cfe-bc74-03f595e56f6e" providerId="ADAL" clId="{065A34F7-54FD-42E8-BF62-F014BB873B90}" dt="2020-02-19T13:55:47.818" v="290"/>
          <ac:spMkLst>
            <pc:docMk/>
            <pc:sldMk cId="3019798492" sldId="258"/>
            <ac:spMk id="29" creationId="{24C48827-DC58-4BEE-8E68-0AF61D0BC95A}"/>
          </ac:spMkLst>
        </pc:spChg>
        <pc:spChg chg="add">
          <ac:chgData name="Sam O'Neill" userId="cb323814-a42a-4cfe-bc74-03f595e56f6e" providerId="ADAL" clId="{065A34F7-54FD-42E8-BF62-F014BB873B90}" dt="2020-02-19T13:55:47.818" v="290"/>
          <ac:spMkLst>
            <pc:docMk/>
            <pc:sldMk cId="3019798492" sldId="258"/>
            <ac:spMk id="30" creationId="{FC41B690-817B-4C8D-AE18-FDBAA947BB5A}"/>
          </ac:spMkLst>
        </pc:spChg>
        <pc:graphicFrameChg chg="mod modGraphic">
          <ac:chgData name="Sam O'Neill" userId="cb323814-a42a-4cfe-bc74-03f595e56f6e" providerId="ADAL" clId="{065A34F7-54FD-42E8-BF62-F014BB873B90}" dt="2020-02-20T10:53:39.607" v="427" actId="313"/>
          <ac:graphicFrameMkLst>
            <pc:docMk/>
            <pc:sldMk cId="3019798492" sldId="258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065A34F7-54FD-42E8-BF62-F014BB873B90}" dt="2020-02-19T13:49:32.289" v="50" actId="208"/>
          <ac:cxnSpMkLst>
            <pc:docMk/>
            <pc:sldMk cId="3019798492" sldId="258"/>
            <ac:cxnSpMk id="10" creationId="{992638CB-2112-4ACF-A88F-9154F217AF9F}"/>
          </ac:cxnSpMkLst>
        </pc:cxnChg>
        <pc:cxnChg chg="mod">
          <ac:chgData name="Sam O'Neill" userId="cb323814-a42a-4cfe-bc74-03f595e56f6e" providerId="ADAL" clId="{065A34F7-54FD-42E8-BF62-F014BB873B90}" dt="2020-02-19T13:49:41.562" v="52" actId="208"/>
          <ac:cxnSpMkLst>
            <pc:docMk/>
            <pc:sldMk cId="3019798492" sldId="258"/>
            <ac:cxnSpMk id="11" creationId="{2BA14BF3-2039-45E5-B261-5D722168AB57}"/>
          </ac:cxnSpMkLst>
        </pc:cxnChg>
        <pc:cxnChg chg="mod">
          <ac:chgData name="Sam O'Neill" userId="cb323814-a42a-4cfe-bc74-03f595e56f6e" providerId="ADAL" clId="{065A34F7-54FD-42E8-BF62-F014BB873B90}" dt="2020-02-19T13:49:32.289" v="50" actId="208"/>
          <ac:cxnSpMkLst>
            <pc:docMk/>
            <pc:sldMk cId="3019798492" sldId="258"/>
            <ac:cxnSpMk id="16" creationId="{76EED234-DD45-491C-AAFD-9FB0D54CBA77}"/>
          </ac:cxnSpMkLst>
        </pc:cxnChg>
      </pc:sldChg>
      <pc:sldChg chg="addSp modSp add mod">
        <pc:chgData name="Sam O'Neill" userId="cb323814-a42a-4cfe-bc74-03f595e56f6e" providerId="ADAL" clId="{065A34F7-54FD-42E8-BF62-F014BB873B90}" dt="2020-02-20T10:53:40.103" v="428" actId="313"/>
        <pc:sldMkLst>
          <pc:docMk/>
          <pc:sldMk cId="656187815" sldId="259"/>
        </pc:sldMkLst>
        <pc:spChg chg="mod">
          <ac:chgData name="Sam O'Neill" userId="cb323814-a42a-4cfe-bc74-03f595e56f6e" providerId="ADAL" clId="{065A34F7-54FD-42E8-BF62-F014BB873B90}" dt="2020-02-19T13:50:07.630" v="60" actId="207"/>
          <ac:spMkLst>
            <pc:docMk/>
            <pc:sldMk cId="656187815" sldId="259"/>
            <ac:spMk id="9" creationId="{488E1463-3BC0-4163-814E-5D5063B34F5E}"/>
          </ac:spMkLst>
        </pc:spChg>
        <pc:spChg chg="mod">
          <ac:chgData name="Sam O'Neill" userId="cb323814-a42a-4cfe-bc74-03f595e56f6e" providerId="ADAL" clId="{065A34F7-54FD-42E8-BF62-F014BB873B90}" dt="2020-02-19T13:50:45.132" v="65" actId="20577"/>
          <ac:spMkLst>
            <pc:docMk/>
            <pc:sldMk cId="656187815" sldId="259"/>
            <ac:spMk id="25" creationId="{2073FD78-7670-4136-9116-340F86654715}"/>
          </ac:spMkLst>
        </pc:spChg>
        <pc:spChg chg="add">
          <ac:chgData name="Sam O'Neill" userId="cb323814-a42a-4cfe-bc74-03f595e56f6e" providerId="ADAL" clId="{065A34F7-54FD-42E8-BF62-F014BB873B90}" dt="2020-02-19T13:55:48.349" v="291"/>
          <ac:spMkLst>
            <pc:docMk/>
            <pc:sldMk cId="656187815" sldId="259"/>
            <ac:spMk id="27" creationId="{266C5692-FE38-499F-93B2-EE68DACFD8C5}"/>
          </ac:spMkLst>
        </pc:spChg>
        <pc:spChg chg="add">
          <ac:chgData name="Sam O'Neill" userId="cb323814-a42a-4cfe-bc74-03f595e56f6e" providerId="ADAL" clId="{065A34F7-54FD-42E8-BF62-F014BB873B90}" dt="2020-02-19T13:55:48.349" v="291"/>
          <ac:spMkLst>
            <pc:docMk/>
            <pc:sldMk cId="656187815" sldId="259"/>
            <ac:spMk id="28" creationId="{CCC58CDC-651B-4ADB-93D3-6F336E82F62A}"/>
          </ac:spMkLst>
        </pc:spChg>
        <pc:spChg chg="add">
          <ac:chgData name="Sam O'Neill" userId="cb323814-a42a-4cfe-bc74-03f595e56f6e" providerId="ADAL" clId="{065A34F7-54FD-42E8-BF62-F014BB873B90}" dt="2020-02-19T13:55:48.349" v="291"/>
          <ac:spMkLst>
            <pc:docMk/>
            <pc:sldMk cId="656187815" sldId="259"/>
            <ac:spMk id="29" creationId="{03F96729-A274-4B6C-A8A8-A9EDA7EE3FF0}"/>
          </ac:spMkLst>
        </pc:spChg>
        <pc:spChg chg="add">
          <ac:chgData name="Sam O'Neill" userId="cb323814-a42a-4cfe-bc74-03f595e56f6e" providerId="ADAL" clId="{065A34F7-54FD-42E8-BF62-F014BB873B90}" dt="2020-02-19T13:55:48.349" v="291"/>
          <ac:spMkLst>
            <pc:docMk/>
            <pc:sldMk cId="656187815" sldId="259"/>
            <ac:spMk id="30" creationId="{860A0077-BDB0-43A8-9B79-BB32FDF7AFB3}"/>
          </ac:spMkLst>
        </pc:spChg>
        <pc:graphicFrameChg chg="mod modGraphic">
          <ac:chgData name="Sam O'Neill" userId="cb323814-a42a-4cfe-bc74-03f595e56f6e" providerId="ADAL" clId="{065A34F7-54FD-42E8-BF62-F014BB873B90}" dt="2020-02-20T10:53:40.103" v="428" actId="313"/>
          <ac:graphicFrameMkLst>
            <pc:docMk/>
            <pc:sldMk cId="656187815" sldId="259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065A34F7-54FD-42E8-BF62-F014BB873B90}" dt="2020-02-19T13:50:05.602" v="59" actId="208"/>
          <ac:cxnSpMkLst>
            <pc:docMk/>
            <pc:sldMk cId="656187815" sldId="259"/>
            <ac:cxnSpMk id="11" creationId="{2BA14BF3-2039-45E5-B261-5D722168AB57}"/>
          </ac:cxnSpMkLst>
        </pc:cxn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2774202614" sldId="259"/>
        </pc:sldMkLst>
      </pc:sldChg>
      <pc:sldChg chg="addSp modSp add mod">
        <pc:chgData name="Sam O'Neill" userId="cb323814-a42a-4cfe-bc74-03f595e56f6e" providerId="ADAL" clId="{065A34F7-54FD-42E8-BF62-F014BB873B90}" dt="2020-02-20T10:53:42.175" v="429" actId="313"/>
        <pc:sldMkLst>
          <pc:docMk/>
          <pc:sldMk cId="1518822429" sldId="260"/>
        </pc:sldMkLst>
        <pc:spChg chg="add mod">
          <ac:chgData name="Sam O'Neill" userId="cb323814-a42a-4cfe-bc74-03f595e56f6e" providerId="ADAL" clId="{065A34F7-54FD-42E8-BF62-F014BB873B90}" dt="2020-02-20T10:52:43.491" v="416" actId="313"/>
          <ac:spMkLst>
            <pc:docMk/>
            <pc:sldMk cId="1518822429" sldId="260"/>
            <ac:spMk id="2" creationId="{8932038A-0981-4C47-9844-8E5CEDF5C68C}"/>
          </ac:spMkLst>
        </pc:spChg>
        <pc:spChg chg="mod">
          <ac:chgData name="Sam O'Neill" userId="cb323814-a42a-4cfe-bc74-03f595e56f6e" providerId="ADAL" clId="{065A34F7-54FD-42E8-BF62-F014BB873B90}" dt="2020-02-19T13:50:48.900" v="66" actId="20577"/>
          <ac:spMkLst>
            <pc:docMk/>
            <pc:sldMk cId="1518822429" sldId="260"/>
            <ac:spMk id="25" creationId="{2073FD78-7670-4136-9116-340F86654715}"/>
          </ac:spMkLst>
        </pc:spChg>
        <pc:spChg chg="add">
          <ac:chgData name="Sam O'Neill" userId="cb323814-a42a-4cfe-bc74-03f595e56f6e" providerId="ADAL" clId="{065A34F7-54FD-42E8-BF62-F014BB873B90}" dt="2020-02-19T13:55:48.970" v="292"/>
          <ac:spMkLst>
            <pc:docMk/>
            <pc:sldMk cId="1518822429" sldId="260"/>
            <ac:spMk id="27" creationId="{D5640A86-EA71-42F8-A7D6-5C5911082F6E}"/>
          </ac:spMkLst>
        </pc:spChg>
        <pc:spChg chg="add">
          <ac:chgData name="Sam O'Neill" userId="cb323814-a42a-4cfe-bc74-03f595e56f6e" providerId="ADAL" clId="{065A34F7-54FD-42E8-BF62-F014BB873B90}" dt="2020-02-19T13:55:48.970" v="292"/>
          <ac:spMkLst>
            <pc:docMk/>
            <pc:sldMk cId="1518822429" sldId="260"/>
            <ac:spMk id="28" creationId="{6E9A2B86-D6FC-4254-8807-7D6863848EE3}"/>
          </ac:spMkLst>
        </pc:spChg>
        <pc:spChg chg="add">
          <ac:chgData name="Sam O'Neill" userId="cb323814-a42a-4cfe-bc74-03f595e56f6e" providerId="ADAL" clId="{065A34F7-54FD-42E8-BF62-F014BB873B90}" dt="2020-02-19T13:55:48.970" v="292"/>
          <ac:spMkLst>
            <pc:docMk/>
            <pc:sldMk cId="1518822429" sldId="260"/>
            <ac:spMk id="29" creationId="{8A6FAE9D-3FA7-4231-802E-BE86A04C622E}"/>
          </ac:spMkLst>
        </pc:spChg>
        <pc:spChg chg="add">
          <ac:chgData name="Sam O'Neill" userId="cb323814-a42a-4cfe-bc74-03f595e56f6e" providerId="ADAL" clId="{065A34F7-54FD-42E8-BF62-F014BB873B90}" dt="2020-02-19T13:55:48.970" v="292"/>
          <ac:spMkLst>
            <pc:docMk/>
            <pc:sldMk cId="1518822429" sldId="260"/>
            <ac:spMk id="30" creationId="{78181563-521B-4E3F-8C70-CF5DDE0A23FE}"/>
          </ac:spMkLst>
        </pc:spChg>
        <pc:graphicFrameChg chg="mod modGraphic">
          <ac:chgData name="Sam O'Neill" userId="cb323814-a42a-4cfe-bc74-03f595e56f6e" providerId="ADAL" clId="{065A34F7-54FD-42E8-BF62-F014BB873B90}" dt="2020-02-20T10:53:42.175" v="429" actId="313"/>
          <ac:graphicFrameMkLst>
            <pc:docMk/>
            <pc:sldMk cId="1518822429" sldId="260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065A34F7-54FD-42E8-BF62-F014BB873B90}" dt="2020-02-19T13:50:54.063" v="67" actId="208"/>
          <ac:cxnSpMkLst>
            <pc:docMk/>
            <pc:sldMk cId="1518822429" sldId="260"/>
            <ac:cxnSpMk id="6" creationId="{570B7DF6-BEC3-4015-8B4A-9CF49DEBE551}"/>
          </ac:cxnSpMkLst>
        </pc:cxnChg>
        <pc:cxnChg chg="mod">
          <ac:chgData name="Sam O'Neill" userId="cb323814-a42a-4cfe-bc74-03f595e56f6e" providerId="ADAL" clId="{065A34F7-54FD-42E8-BF62-F014BB873B90}" dt="2020-02-19T13:50:54.063" v="67" actId="208"/>
          <ac:cxnSpMkLst>
            <pc:docMk/>
            <pc:sldMk cId="1518822429" sldId="260"/>
            <ac:cxnSpMk id="11" creationId="{2BA14BF3-2039-45E5-B261-5D722168AB57}"/>
          </ac:cxnSpMkLst>
        </pc:cxn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4288627022" sldId="260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183639094" sldId="261"/>
        </pc:sldMkLst>
      </pc:sldChg>
      <pc:sldChg chg="addSp delSp modSp add mod">
        <pc:chgData name="Sam O'Neill" userId="cb323814-a42a-4cfe-bc74-03f595e56f6e" providerId="ADAL" clId="{065A34F7-54FD-42E8-BF62-F014BB873B90}" dt="2020-02-20T10:53:42.959" v="430" actId="313"/>
        <pc:sldMkLst>
          <pc:docMk/>
          <pc:sldMk cId="1408240335" sldId="261"/>
        </pc:sldMkLst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4" creationId="{A4AC7884-2CE9-4AB9-BE3C-CED67042CFF5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5" creationId="{C7F6DDB9-A354-42CF-8532-86F2CF9FAD3D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7" creationId="{2EB06D0D-0259-4C4B-9584-1948C8A49DFA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9" creationId="{488E1463-3BC0-4163-814E-5D5063B34F5E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2" creationId="{9D852745-4FF0-482E-920C-D2BAF2AA789B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3" creationId="{35512717-59AF-440F-A4A8-6B386F563E5B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4" creationId="{660CA8F4-5A06-4F08-9699-C616A9018516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5" creationId="{81B61403-BBCD-44F4-A3CB-B8A09E6CA4EE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7" creationId="{12E9D1AF-A8E4-4591-8CE4-34D545556316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8" creationId="{CE2BD801-B67C-495B-9B60-59C99C906159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9" creationId="{2BDADF00-A272-4DA9-BE86-E57E2593C742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20" creationId="{6E1F8663-701D-4D22-8E9D-5B148771F7C4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21" creationId="{FF29470E-9329-48C7-84C0-E215A0C22E06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22" creationId="{94156F47-966D-40A6-A7F1-02E89438B2B3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23" creationId="{461E2384-6CC2-48EC-B367-CB4632C48441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24" creationId="{29D955D8-E696-45D5-B8F0-D0A85CA9F234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25" creationId="{2073FD78-7670-4136-9116-340F86654715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27" creationId="{74CA7C77-369A-4183-8469-EEF2146E7FAD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28" creationId="{F3BD4E05-25D7-419F-BEDF-CBF986699035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30" creationId="{0232DF24-2ED1-4D71-A454-F7E48B946193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32" creationId="{C83CBD03-6089-45C1-B3EB-2015B4C08402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35" creationId="{E780F407-1E97-40DA-A0C8-D7CE6D6254DB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36" creationId="{093123C6-BE2D-4C9F-9DD6-2161922D4C09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37" creationId="{538F0CC3-0ABB-4472-B9E3-F358B1430988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39" creationId="{D5FE4330-1FD4-4FC0-B0DC-468C5CA4CC09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40" creationId="{CC7F69C3-5036-43A8-BB9E-D91BCEA5649E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43" creationId="{6A4A19CD-7743-48AE-B4C8-B5ED9D1DFC5A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44" creationId="{F1306CAD-C9E6-4DCD-80C1-DFA858A2F913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45" creationId="{3CADE8E5-3B0F-429E-9CD4-D45E0EBB3A01}"/>
          </ac:spMkLst>
        </pc:spChg>
        <pc:spChg chg="add mod">
          <ac:chgData name="Sam O'Neill" userId="cb323814-a42a-4cfe-bc74-03f595e56f6e" providerId="ADAL" clId="{065A34F7-54FD-42E8-BF62-F014BB873B90}" dt="2020-02-19T13:53:23.237" v="259" actId="1076"/>
          <ac:spMkLst>
            <pc:docMk/>
            <pc:sldMk cId="1408240335" sldId="261"/>
            <ac:spMk id="46" creationId="{3C0A56F4-4E53-4ED6-A318-2C6CDA4078C5}"/>
          </ac:spMkLst>
        </pc:spChg>
        <pc:spChg chg="add mod">
          <ac:chgData name="Sam O'Neill" userId="cb323814-a42a-4cfe-bc74-03f595e56f6e" providerId="ADAL" clId="{065A34F7-54FD-42E8-BF62-F014BB873B90}" dt="2020-02-19T13:53:23.237" v="259" actId="1076"/>
          <ac:spMkLst>
            <pc:docMk/>
            <pc:sldMk cId="1408240335" sldId="261"/>
            <ac:spMk id="47" creationId="{110B478F-C704-4E47-AD3E-BA2C671E7486}"/>
          </ac:spMkLst>
        </pc:spChg>
        <pc:spChg chg="add mod">
          <ac:chgData name="Sam O'Neill" userId="cb323814-a42a-4cfe-bc74-03f595e56f6e" providerId="ADAL" clId="{065A34F7-54FD-42E8-BF62-F014BB873B90}" dt="2020-02-19T13:54:40.397" v="273" actId="1076"/>
          <ac:spMkLst>
            <pc:docMk/>
            <pc:sldMk cId="1408240335" sldId="261"/>
            <ac:spMk id="48" creationId="{994AD732-6B91-46AA-BB48-71AA9FE0648A}"/>
          </ac:spMkLst>
        </pc:spChg>
        <pc:spChg chg="add mod">
          <ac:chgData name="Sam O'Neill" userId="cb323814-a42a-4cfe-bc74-03f595e56f6e" providerId="ADAL" clId="{065A34F7-54FD-42E8-BF62-F014BB873B90}" dt="2020-02-19T13:54:40.397" v="273" actId="1076"/>
          <ac:spMkLst>
            <pc:docMk/>
            <pc:sldMk cId="1408240335" sldId="261"/>
            <ac:spMk id="49" creationId="{E5512397-2A85-40AC-A7F4-4F3552D92322}"/>
          </ac:spMkLst>
        </pc:spChg>
        <pc:spChg chg="add mod">
          <ac:chgData name="Sam O'Neill" userId="cb323814-a42a-4cfe-bc74-03f595e56f6e" providerId="ADAL" clId="{065A34F7-54FD-42E8-BF62-F014BB873B90}" dt="2020-02-19T13:54:42.973" v="275" actId="1076"/>
          <ac:spMkLst>
            <pc:docMk/>
            <pc:sldMk cId="1408240335" sldId="261"/>
            <ac:spMk id="50" creationId="{8E897450-7B6E-4147-84AC-FBF118E074C1}"/>
          </ac:spMkLst>
        </pc:spChg>
        <pc:spChg chg="add mod">
          <ac:chgData name="Sam O'Neill" userId="cb323814-a42a-4cfe-bc74-03f595e56f6e" providerId="ADAL" clId="{065A34F7-54FD-42E8-BF62-F014BB873B90}" dt="2020-02-19T13:54:42.973" v="275" actId="1076"/>
          <ac:spMkLst>
            <pc:docMk/>
            <pc:sldMk cId="1408240335" sldId="261"/>
            <ac:spMk id="51" creationId="{8468B4D1-542F-4609-8683-E7CD1C0C8E89}"/>
          </ac:spMkLst>
        </pc:spChg>
        <pc:spChg chg="add mod">
          <ac:chgData name="Sam O'Neill" userId="cb323814-a42a-4cfe-bc74-03f595e56f6e" providerId="ADAL" clId="{065A34F7-54FD-42E8-BF62-F014BB873B90}" dt="2020-02-19T13:54:47.677" v="277" actId="1076"/>
          <ac:spMkLst>
            <pc:docMk/>
            <pc:sldMk cId="1408240335" sldId="261"/>
            <ac:spMk id="52" creationId="{B915F69C-1966-48F7-A5FA-7DF208F0C9C4}"/>
          </ac:spMkLst>
        </pc:spChg>
        <pc:spChg chg="add mod">
          <ac:chgData name="Sam O'Neill" userId="cb323814-a42a-4cfe-bc74-03f595e56f6e" providerId="ADAL" clId="{065A34F7-54FD-42E8-BF62-F014BB873B90}" dt="2020-02-19T13:54:47.677" v="277" actId="1076"/>
          <ac:spMkLst>
            <pc:docMk/>
            <pc:sldMk cId="1408240335" sldId="261"/>
            <ac:spMk id="53" creationId="{48C530BB-F67C-4781-A00A-356A93A4F4DF}"/>
          </ac:spMkLst>
        </pc:spChg>
        <pc:spChg chg="add mod">
          <ac:chgData name="Sam O'Neill" userId="cb323814-a42a-4cfe-bc74-03f595e56f6e" providerId="ADAL" clId="{065A34F7-54FD-42E8-BF62-F014BB873B90}" dt="2020-02-19T13:54:50.774" v="279" actId="1076"/>
          <ac:spMkLst>
            <pc:docMk/>
            <pc:sldMk cId="1408240335" sldId="261"/>
            <ac:spMk id="54" creationId="{FAFF342D-957C-4B70-880A-BFDC9AFA43ED}"/>
          </ac:spMkLst>
        </pc:spChg>
        <pc:spChg chg="add mod">
          <ac:chgData name="Sam O'Neill" userId="cb323814-a42a-4cfe-bc74-03f595e56f6e" providerId="ADAL" clId="{065A34F7-54FD-42E8-BF62-F014BB873B90}" dt="2020-02-19T13:54:50.774" v="279" actId="1076"/>
          <ac:spMkLst>
            <pc:docMk/>
            <pc:sldMk cId="1408240335" sldId="261"/>
            <ac:spMk id="55" creationId="{1F8ABEE6-61EB-4246-BB61-8CB189AA373C}"/>
          </ac:spMkLst>
        </pc:spChg>
        <pc:spChg chg="add">
          <ac:chgData name="Sam O'Neill" userId="cb323814-a42a-4cfe-bc74-03f595e56f6e" providerId="ADAL" clId="{065A34F7-54FD-42E8-BF62-F014BB873B90}" dt="2020-02-19T13:55:49.819" v="293"/>
          <ac:spMkLst>
            <pc:docMk/>
            <pc:sldMk cId="1408240335" sldId="261"/>
            <ac:spMk id="57" creationId="{99244698-802A-4C48-81C9-BCDE74F0B3DE}"/>
          </ac:spMkLst>
        </pc:spChg>
        <pc:spChg chg="add">
          <ac:chgData name="Sam O'Neill" userId="cb323814-a42a-4cfe-bc74-03f595e56f6e" providerId="ADAL" clId="{065A34F7-54FD-42E8-BF62-F014BB873B90}" dt="2020-02-19T13:55:49.819" v="293"/>
          <ac:spMkLst>
            <pc:docMk/>
            <pc:sldMk cId="1408240335" sldId="261"/>
            <ac:spMk id="58" creationId="{55C61D79-B1E4-4687-BF15-A9FB8A16BD60}"/>
          </ac:spMkLst>
        </pc:spChg>
        <pc:spChg chg="add">
          <ac:chgData name="Sam O'Neill" userId="cb323814-a42a-4cfe-bc74-03f595e56f6e" providerId="ADAL" clId="{065A34F7-54FD-42E8-BF62-F014BB873B90}" dt="2020-02-19T13:55:49.819" v="293"/>
          <ac:spMkLst>
            <pc:docMk/>
            <pc:sldMk cId="1408240335" sldId="261"/>
            <ac:spMk id="59" creationId="{28B84AF2-218E-412C-A596-B677EDEDC258}"/>
          </ac:spMkLst>
        </pc:spChg>
        <pc:spChg chg="add">
          <ac:chgData name="Sam O'Neill" userId="cb323814-a42a-4cfe-bc74-03f595e56f6e" providerId="ADAL" clId="{065A34F7-54FD-42E8-BF62-F014BB873B90}" dt="2020-02-19T13:55:49.819" v="293"/>
          <ac:spMkLst>
            <pc:docMk/>
            <pc:sldMk cId="1408240335" sldId="261"/>
            <ac:spMk id="60" creationId="{D5609615-135E-47F0-A2BD-3B34137A4E57}"/>
          </ac:spMkLst>
        </pc:spChg>
        <pc:graphicFrameChg chg="del">
          <ac:chgData name="Sam O'Neill" userId="cb323814-a42a-4cfe-bc74-03f595e56f6e" providerId="ADAL" clId="{065A34F7-54FD-42E8-BF62-F014BB873B90}" dt="2020-02-19T13:53:05.581" v="255" actId="478"/>
          <ac:graphicFrameMkLst>
            <pc:docMk/>
            <pc:sldMk cId="1408240335" sldId="261"/>
            <ac:graphicFrameMk id="26" creationId="{1B85D116-7004-497B-8A63-301CB0356EB5}"/>
          </ac:graphicFrameMkLst>
        </pc:graphicFrameChg>
        <pc:graphicFrameChg chg="add mod modGraphic">
          <ac:chgData name="Sam O'Neill" userId="cb323814-a42a-4cfe-bc74-03f595e56f6e" providerId="ADAL" clId="{065A34F7-54FD-42E8-BF62-F014BB873B90}" dt="2020-02-20T10:53:42.959" v="430" actId="313"/>
          <ac:graphicFrameMkLst>
            <pc:docMk/>
            <pc:sldMk cId="1408240335" sldId="261"/>
            <ac:graphicFrameMk id="56" creationId="{53EE3A6D-283C-4E24-B177-3E76F873A8D0}"/>
          </ac:graphicFrameMkLst>
        </pc:graphicFrameChg>
        <pc:cxnChg chg="del mod">
          <ac:chgData name="Sam O'Neill" userId="cb323814-a42a-4cfe-bc74-03f595e56f6e" providerId="ADAL" clId="{065A34F7-54FD-42E8-BF62-F014BB873B90}" dt="2020-02-19T13:53:05.581" v="255" actId="478"/>
          <ac:cxnSpMkLst>
            <pc:docMk/>
            <pc:sldMk cId="1408240335" sldId="261"/>
            <ac:cxnSpMk id="6" creationId="{570B7DF6-BEC3-4015-8B4A-9CF49DEBE551}"/>
          </ac:cxnSpMkLst>
        </pc:cxnChg>
        <pc:cxnChg chg="del mod">
          <ac:chgData name="Sam O'Neill" userId="cb323814-a42a-4cfe-bc74-03f595e56f6e" providerId="ADAL" clId="{065A34F7-54FD-42E8-BF62-F014BB873B90}" dt="2020-02-19T13:53:05.581" v="255" actId="478"/>
          <ac:cxnSpMkLst>
            <pc:docMk/>
            <pc:sldMk cId="1408240335" sldId="261"/>
            <ac:cxnSpMk id="8" creationId="{BC197D40-1684-44DE-9EDA-136ED477BCF5}"/>
          </ac:cxnSpMkLst>
        </pc:cxnChg>
        <pc:cxnChg chg="del mod">
          <ac:chgData name="Sam O'Neill" userId="cb323814-a42a-4cfe-bc74-03f595e56f6e" providerId="ADAL" clId="{065A34F7-54FD-42E8-BF62-F014BB873B90}" dt="2020-02-19T13:53:05.581" v="255" actId="478"/>
          <ac:cxnSpMkLst>
            <pc:docMk/>
            <pc:sldMk cId="1408240335" sldId="261"/>
            <ac:cxnSpMk id="10" creationId="{992638CB-2112-4ACF-A88F-9154F217AF9F}"/>
          </ac:cxnSpMkLst>
        </pc:cxnChg>
        <pc:cxnChg chg="del mod">
          <ac:chgData name="Sam O'Neill" userId="cb323814-a42a-4cfe-bc74-03f595e56f6e" providerId="ADAL" clId="{065A34F7-54FD-42E8-BF62-F014BB873B90}" dt="2020-02-19T13:53:05.581" v="255" actId="478"/>
          <ac:cxnSpMkLst>
            <pc:docMk/>
            <pc:sldMk cId="1408240335" sldId="261"/>
            <ac:cxnSpMk id="11" creationId="{2BA14BF3-2039-45E5-B261-5D722168AB57}"/>
          </ac:cxnSpMkLst>
        </pc:cxnChg>
        <pc:cxnChg chg="del mod">
          <ac:chgData name="Sam O'Neill" userId="cb323814-a42a-4cfe-bc74-03f595e56f6e" providerId="ADAL" clId="{065A34F7-54FD-42E8-BF62-F014BB873B90}" dt="2020-02-19T13:53:05.581" v="255" actId="478"/>
          <ac:cxnSpMkLst>
            <pc:docMk/>
            <pc:sldMk cId="1408240335" sldId="261"/>
            <ac:cxnSpMk id="16" creationId="{76EED234-DD45-491C-AAFD-9FB0D54CBA77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29" creationId="{34264CAB-1939-413B-8035-C60C28790F4D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31" creationId="{B20E8737-82FB-43C5-806A-65EF9DE2A734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33" creationId="{484C52D3-EC66-4A51-A412-BF5292A8EBAB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34" creationId="{D2B94B69-D4BB-4E87-B211-69C0CA10424E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38" creationId="{376602F6-5A24-42A2-8DC4-E1FBB45F5AB5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41" creationId="{75378183-CE8E-4BBD-B578-346DB310B41F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42" creationId="{FED8F8E3-6AEF-4C1D-93EA-D28685351B6F}"/>
          </ac:cxnSpMkLst>
        </pc:cxnChg>
      </pc:sldChg>
      <pc:sldChg chg="addSp delSp modSp add mod">
        <pc:chgData name="Sam O'Neill" userId="cb323814-a42a-4cfe-bc74-03f595e56f6e" providerId="ADAL" clId="{065A34F7-54FD-42E8-BF62-F014BB873B90}" dt="2020-02-20T10:52:59.412" v="424"/>
        <pc:sldMkLst>
          <pc:docMk/>
          <pc:sldMk cId="1008675493" sldId="262"/>
        </pc:sldMkLst>
        <pc:spChg chg="mod">
          <ac:chgData name="Sam O'Neill" userId="cb323814-a42a-4cfe-bc74-03f595e56f6e" providerId="ADAL" clId="{065A34F7-54FD-42E8-BF62-F014BB873B90}" dt="2020-02-19T13:54:05.004" v="261" actId="207"/>
          <ac:spMkLst>
            <pc:docMk/>
            <pc:sldMk cId="1008675493" sldId="262"/>
            <ac:spMk id="4" creationId="{A4AC7884-2CE9-4AB9-BE3C-CED67042CFF5}"/>
          </ac:spMkLst>
        </pc:spChg>
        <pc:spChg chg="del">
          <ac:chgData name="Sam O'Neill" userId="cb323814-a42a-4cfe-bc74-03f595e56f6e" providerId="ADAL" clId="{065A34F7-54FD-42E8-BF62-F014BB873B90}" dt="2020-02-19T13:54:22.235" v="266" actId="478"/>
          <ac:spMkLst>
            <pc:docMk/>
            <pc:sldMk cId="1008675493" sldId="262"/>
            <ac:spMk id="20" creationId="{6E1F8663-701D-4D22-8E9D-5B148771F7C4}"/>
          </ac:spMkLst>
        </pc:spChg>
        <pc:spChg chg="del">
          <ac:chgData name="Sam O'Neill" userId="cb323814-a42a-4cfe-bc74-03f595e56f6e" providerId="ADAL" clId="{065A34F7-54FD-42E8-BF62-F014BB873B90}" dt="2020-02-19T13:54:22.235" v="266" actId="478"/>
          <ac:spMkLst>
            <pc:docMk/>
            <pc:sldMk cId="1008675493" sldId="262"/>
            <ac:spMk id="21" creationId="{FF29470E-9329-48C7-84C0-E215A0C22E06}"/>
          </ac:spMkLst>
        </pc:spChg>
        <pc:spChg chg="del">
          <ac:chgData name="Sam O'Neill" userId="cb323814-a42a-4cfe-bc74-03f595e56f6e" providerId="ADAL" clId="{065A34F7-54FD-42E8-BF62-F014BB873B90}" dt="2020-02-19T13:54:27.835" v="269" actId="478"/>
          <ac:spMkLst>
            <pc:docMk/>
            <pc:sldMk cId="1008675493" sldId="262"/>
            <ac:spMk id="22" creationId="{94156F47-966D-40A6-A7F1-02E89438B2B3}"/>
          </ac:spMkLst>
        </pc:spChg>
        <pc:spChg chg="del">
          <ac:chgData name="Sam O'Neill" userId="cb323814-a42a-4cfe-bc74-03f595e56f6e" providerId="ADAL" clId="{065A34F7-54FD-42E8-BF62-F014BB873B90}" dt="2020-02-19T13:54:27.835" v="269" actId="478"/>
          <ac:spMkLst>
            <pc:docMk/>
            <pc:sldMk cId="1008675493" sldId="262"/>
            <ac:spMk id="23" creationId="{461E2384-6CC2-48EC-B367-CB4632C48441}"/>
          </ac:spMkLst>
        </pc:spChg>
        <pc:spChg chg="add mod">
          <ac:chgData name="Sam O'Neill" userId="cb323814-a42a-4cfe-bc74-03f595e56f6e" providerId="ADAL" clId="{065A34F7-54FD-42E8-BF62-F014BB873B90}" dt="2020-02-19T13:54:25.819" v="268" actId="1076"/>
          <ac:spMkLst>
            <pc:docMk/>
            <pc:sldMk cId="1008675493" sldId="262"/>
            <ac:spMk id="27" creationId="{AB05225C-DDE7-406D-AF03-114AB70EF903}"/>
          </ac:spMkLst>
        </pc:spChg>
        <pc:spChg chg="add mod">
          <ac:chgData name="Sam O'Neill" userId="cb323814-a42a-4cfe-bc74-03f595e56f6e" providerId="ADAL" clId="{065A34F7-54FD-42E8-BF62-F014BB873B90}" dt="2020-02-19T13:54:25.819" v="268" actId="1076"/>
          <ac:spMkLst>
            <pc:docMk/>
            <pc:sldMk cId="1008675493" sldId="262"/>
            <ac:spMk id="28" creationId="{17B4DBF8-730A-41E5-A5DF-D89BDF40EC12}"/>
          </ac:spMkLst>
        </pc:spChg>
        <pc:spChg chg="add mod">
          <ac:chgData name="Sam O'Neill" userId="cb323814-a42a-4cfe-bc74-03f595e56f6e" providerId="ADAL" clId="{065A34F7-54FD-42E8-BF62-F014BB873B90}" dt="2020-02-19T13:54:31.421" v="271" actId="1076"/>
          <ac:spMkLst>
            <pc:docMk/>
            <pc:sldMk cId="1008675493" sldId="262"/>
            <ac:spMk id="29" creationId="{0E1426E5-83F0-407B-B76B-34E6B516309B}"/>
          </ac:spMkLst>
        </pc:spChg>
        <pc:spChg chg="add mod">
          <ac:chgData name="Sam O'Neill" userId="cb323814-a42a-4cfe-bc74-03f595e56f6e" providerId="ADAL" clId="{065A34F7-54FD-42E8-BF62-F014BB873B90}" dt="2020-02-19T13:54:31.421" v="271" actId="1076"/>
          <ac:spMkLst>
            <pc:docMk/>
            <pc:sldMk cId="1008675493" sldId="262"/>
            <ac:spMk id="30" creationId="{C7C06208-3D0A-45BD-8858-27D49CE23890}"/>
          </ac:spMkLst>
        </pc:spChg>
        <pc:spChg chg="add mod">
          <ac:chgData name="Sam O'Neill" userId="cb323814-a42a-4cfe-bc74-03f595e56f6e" providerId="ADAL" clId="{065A34F7-54FD-42E8-BF62-F014BB873B90}" dt="2020-02-19T13:55:44.284" v="287" actId="1076"/>
          <ac:spMkLst>
            <pc:docMk/>
            <pc:sldMk cId="1008675493" sldId="262"/>
            <ac:spMk id="31" creationId="{1542F57D-C2D3-4028-9C9C-67D87D383435}"/>
          </ac:spMkLst>
        </pc:spChg>
        <pc:spChg chg="add mod">
          <ac:chgData name="Sam O'Neill" userId="cb323814-a42a-4cfe-bc74-03f595e56f6e" providerId="ADAL" clId="{065A34F7-54FD-42E8-BF62-F014BB873B90}" dt="2020-02-19T13:55:44.284" v="287" actId="1076"/>
          <ac:spMkLst>
            <pc:docMk/>
            <pc:sldMk cId="1008675493" sldId="262"/>
            <ac:spMk id="32" creationId="{337A1B7D-5C8A-47A9-90AE-7B4DEFF2012F}"/>
          </ac:spMkLst>
        </pc:spChg>
        <pc:spChg chg="add mod">
          <ac:chgData name="Sam O'Neill" userId="cb323814-a42a-4cfe-bc74-03f595e56f6e" providerId="ADAL" clId="{065A34F7-54FD-42E8-BF62-F014BB873B90}" dt="2020-02-19T13:55:44.284" v="287" actId="1076"/>
          <ac:spMkLst>
            <pc:docMk/>
            <pc:sldMk cId="1008675493" sldId="262"/>
            <ac:spMk id="33" creationId="{71E91760-DDB5-41EC-ACDC-AF1403804445}"/>
          </ac:spMkLst>
        </pc:spChg>
        <pc:spChg chg="add mod">
          <ac:chgData name="Sam O'Neill" userId="cb323814-a42a-4cfe-bc74-03f595e56f6e" providerId="ADAL" clId="{065A34F7-54FD-42E8-BF62-F014BB873B90}" dt="2020-02-19T13:55:44.284" v="287" actId="1076"/>
          <ac:spMkLst>
            <pc:docMk/>
            <pc:sldMk cId="1008675493" sldId="262"/>
            <ac:spMk id="34" creationId="{A0FC9C58-E915-4E08-BBCF-232C45AC9D56}"/>
          </ac:spMkLst>
        </pc:spChg>
        <pc:graphicFrameChg chg="mod modGraphic">
          <ac:chgData name="Sam O'Neill" userId="cb323814-a42a-4cfe-bc74-03f595e56f6e" providerId="ADAL" clId="{065A34F7-54FD-42E8-BF62-F014BB873B90}" dt="2020-02-20T10:52:59.412" v="424"/>
          <ac:graphicFrameMkLst>
            <pc:docMk/>
            <pc:sldMk cId="1008675493" sldId="262"/>
            <ac:graphicFrameMk id="26" creationId="{1B85D116-7004-497B-8A63-301CB0356EB5}"/>
          </ac:graphicFrameMkLst>
        </pc:graphicFrame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2902067407" sldId="262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1336967205" sldId="263"/>
        </pc:sldMkLst>
      </pc:sldChg>
      <pc:sldChg chg="modSp add mod">
        <pc:chgData name="Sam O'Neill" userId="cb323814-a42a-4cfe-bc74-03f595e56f6e" providerId="ADAL" clId="{065A34F7-54FD-42E8-BF62-F014BB873B90}" dt="2020-02-20T10:53:43.639" v="431" actId="313"/>
        <pc:sldMkLst>
          <pc:docMk/>
          <pc:sldMk cId="1511273253" sldId="263"/>
        </pc:sldMkLst>
        <pc:spChg chg="mod">
          <ac:chgData name="Sam O'Neill" userId="cb323814-a42a-4cfe-bc74-03f595e56f6e" providerId="ADAL" clId="{065A34F7-54FD-42E8-BF62-F014BB873B90}" dt="2020-02-19T13:56:02.385" v="297" actId="207"/>
          <ac:spMkLst>
            <pc:docMk/>
            <pc:sldMk cId="1511273253" sldId="263"/>
            <ac:spMk id="27" creationId="{74CA7C77-369A-4183-8469-EEF2146E7FAD}"/>
          </ac:spMkLst>
        </pc:spChg>
        <pc:spChg chg="mod">
          <ac:chgData name="Sam O'Neill" userId="cb323814-a42a-4cfe-bc74-03f595e56f6e" providerId="ADAL" clId="{065A34F7-54FD-42E8-BF62-F014BB873B90}" dt="2020-02-19T13:56:26.638" v="309" actId="207"/>
          <ac:spMkLst>
            <pc:docMk/>
            <pc:sldMk cId="1511273253" sldId="263"/>
            <ac:spMk id="50" creationId="{8E897450-7B6E-4147-84AC-FBF118E074C1}"/>
          </ac:spMkLst>
        </pc:spChg>
        <pc:spChg chg="mod">
          <ac:chgData name="Sam O'Neill" userId="cb323814-a42a-4cfe-bc74-03f595e56f6e" providerId="ADAL" clId="{065A34F7-54FD-42E8-BF62-F014BB873B90}" dt="2020-02-19T13:56:23.615" v="308" actId="6549"/>
          <ac:spMkLst>
            <pc:docMk/>
            <pc:sldMk cId="1511273253" sldId="263"/>
            <ac:spMk id="51" creationId="{8468B4D1-542F-4609-8683-E7CD1C0C8E89}"/>
          </ac:spMkLst>
        </pc:spChg>
        <pc:spChg chg="mod">
          <ac:chgData name="Sam O'Neill" userId="cb323814-a42a-4cfe-bc74-03f595e56f6e" providerId="ADAL" clId="{065A34F7-54FD-42E8-BF62-F014BB873B90}" dt="2020-02-19T13:56:31.710" v="310" actId="207"/>
          <ac:spMkLst>
            <pc:docMk/>
            <pc:sldMk cId="1511273253" sldId="263"/>
            <ac:spMk id="52" creationId="{B915F69C-1966-48F7-A5FA-7DF208F0C9C4}"/>
          </ac:spMkLst>
        </pc:spChg>
        <pc:spChg chg="mod">
          <ac:chgData name="Sam O'Neill" userId="cb323814-a42a-4cfe-bc74-03f595e56f6e" providerId="ADAL" clId="{065A34F7-54FD-42E8-BF62-F014BB873B90}" dt="2020-02-19T13:56:20.629" v="306" actId="20577"/>
          <ac:spMkLst>
            <pc:docMk/>
            <pc:sldMk cId="1511273253" sldId="263"/>
            <ac:spMk id="53" creationId="{48C530BB-F67C-4781-A00A-356A93A4F4DF}"/>
          </ac:spMkLst>
        </pc:spChg>
        <pc:graphicFrameChg chg="mod modGraphic">
          <ac:chgData name="Sam O'Neill" userId="cb323814-a42a-4cfe-bc74-03f595e56f6e" providerId="ADAL" clId="{065A34F7-54FD-42E8-BF62-F014BB873B90}" dt="2020-02-20T10:53:43.639" v="431" actId="313"/>
          <ac:graphicFrameMkLst>
            <pc:docMk/>
            <pc:sldMk cId="1511273253" sldId="263"/>
            <ac:graphicFrameMk id="56" creationId="{53EE3A6D-283C-4E24-B177-3E76F873A8D0}"/>
          </ac:graphicFrameMkLst>
        </pc:graphicFrameChg>
        <pc:cxnChg chg="mod">
          <ac:chgData name="Sam O'Neill" userId="cb323814-a42a-4cfe-bc74-03f595e56f6e" providerId="ADAL" clId="{065A34F7-54FD-42E8-BF62-F014BB873B90}" dt="2020-02-19T13:56:10.929" v="298" actId="208"/>
          <ac:cxnSpMkLst>
            <pc:docMk/>
            <pc:sldMk cId="1511273253" sldId="263"/>
            <ac:cxnSpMk id="29" creationId="{34264CAB-1939-413B-8035-C60C28790F4D}"/>
          </ac:cxnSpMkLst>
        </pc:cxnChg>
        <pc:cxnChg chg="mod">
          <ac:chgData name="Sam O'Neill" userId="cb323814-a42a-4cfe-bc74-03f595e56f6e" providerId="ADAL" clId="{065A34F7-54FD-42E8-BF62-F014BB873B90}" dt="2020-02-19T13:56:10.929" v="298" actId="208"/>
          <ac:cxnSpMkLst>
            <pc:docMk/>
            <pc:sldMk cId="1511273253" sldId="263"/>
            <ac:cxnSpMk id="31" creationId="{B20E8737-82FB-43C5-806A-65EF9DE2A734}"/>
          </ac:cxnSpMkLst>
        </pc:cxnChg>
      </pc:sldChg>
      <pc:sldChg chg="modSp add mod">
        <pc:chgData name="Sam O'Neill" userId="cb323814-a42a-4cfe-bc74-03f595e56f6e" providerId="ADAL" clId="{065A34F7-54FD-42E8-BF62-F014BB873B90}" dt="2020-02-20T10:53:44.590" v="432" actId="313"/>
        <pc:sldMkLst>
          <pc:docMk/>
          <pc:sldMk cId="61977443" sldId="264"/>
        </pc:sldMkLst>
        <pc:spChg chg="mod">
          <ac:chgData name="Sam O'Neill" userId="cb323814-a42a-4cfe-bc74-03f595e56f6e" providerId="ADAL" clId="{065A34F7-54FD-42E8-BF62-F014BB873B90}" dt="2020-02-19T13:56:59.544" v="321" actId="207"/>
          <ac:spMkLst>
            <pc:docMk/>
            <pc:sldMk cId="61977443" sldId="264"/>
            <ac:spMk id="28" creationId="{F3BD4E05-25D7-419F-BEDF-CBF986699035}"/>
          </ac:spMkLst>
        </pc:spChg>
        <pc:spChg chg="mod">
          <ac:chgData name="Sam O'Neill" userId="cb323814-a42a-4cfe-bc74-03f595e56f6e" providerId="ADAL" clId="{065A34F7-54FD-42E8-BF62-F014BB873B90}" dt="2020-02-19T13:57:50.810" v="339" actId="207"/>
          <ac:spMkLst>
            <pc:docMk/>
            <pc:sldMk cId="61977443" sldId="264"/>
            <ac:spMk id="48" creationId="{994AD732-6B91-46AA-BB48-71AA9FE0648A}"/>
          </ac:spMkLst>
        </pc:spChg>
        <pc:spChg chg="mod">
          <ac:chgData name="Sam O'Neill" userId="cb323814-a42a-4cfe-bc74-03f595e56f6e" providerId="ADAL" clId="{065A34F7-54FD-42E8-BF62-F014BB873B90}" dt="2020-02-19T13:57:53.899" v="341" actId="20577"/>
          <ac:spMkLst>
            <pc:docMk/>
            <pc:sldMk cId="61977443" sldId="264"/>
            <ac:spMk id="49" creationId="{E5512397-2A85-40AC-A7F4-4F3552D92322}"/>
          </ac:spMkLst>
        </pc:spChg>
        <pc:spChg chg="mod">
          <ac:chgData name="Sam O'Neill" userId="cb323814-a42a-4cfe-bc74-03f595e56f6e" providerId="ADAL" clId="{065A34F7-54FD-42E8-BF62-F014BB873B90}" dt="2020-02-19T13:57:48.930" v="338" actId="207"/>
          <ac:spMkLst>
            <pc:docMk/>
            <pc:sldMk cId="61977443" sldId="264"/>
            <ac:spMk id="54" creationId="{FAFF342D-957C-4B70-880A-BFDC9AFA43ED}"/>
          </ac:spMkLst>
        </pc:spChg>
        <pc:spChg chg="mod">
          <ac:chgData name="Sam O'Neill" userId="cb323814-a42a-4cfe-bc74-03f595e56f6e" providerId="ADAL" clId="{065A34F7-54FD-42E8-BF62-F014BB873B90}" dt="2020-02-19T13:57:58.055" v="342" actId="20577"/>
          <ac:spMkLst>
            <pc:docMk/>
            <pc:sldMk cId="61977443" sldId="264"/>
            <ac:spMk id="55" creationId="{1F8ABEE6-61EB-4246-BB61-8CB189AA373C}"/>
          </ac:spMkLst>
        </pc:spChg>
        <pc:graphicFrameChg chg="mod modGraphic">
          <ac:chgData name="Sam O'Neill" userId="cb323814-a42a-4cfe-bc74-03f595e56f6e" providerId="ADAL" clId="{065A34F7-54FD-42E8-BF62-F014BB873B90}" dt="2020-02-20T10:53:44.590" v="432" actId="313"/>
          <ac:graphicFrameMkLst>
            <pc:docMk/>
            <pc:sldMk cId="61977443" sldId="264"/>
            <ac:graphicFrameMk id="56" creationId="{53EE3A6D-283C-4E24-B177-3E76F873A8D0}"/>
          </ac:graphicFrameMkLst>
        </pc:graphicFrameChg>
        <pc:cxnChg chg="mod">
          <ac:chgData name="Sam O'Neill" userId="cb323814-a42a-4cfe-bc74-03f595e56f6e" providerId="ADAL" clId="{065A34F7-54FD-42E8-BF62-F014BB873B90}" dt="2020-02-19T13:56:54.669" v="320" actId="208"/>
          <ac:cxnSpMkLst>
            <pc:docMk/>
            <pc:sldMk cId="61977443" sldId="264"/>
            <ac:cxnSpMk id="29" creationId="{34264CAB-1939-413B-8035-C60C28790F4D}"/>
          </ac:cxnSpMkLst>
        </pc:cxnChg>
        <pc:cxnChg chg="mod">
          <ac:chgData name="Sam O'Neill" userId="cb323814-a42a-4cfe-bc74-03f595e56f6e" providerId="ADAL" clId="{065A34F7-54FD-42E8-BF62-F014BB873B90}" dt="2020-02-19T13:56:54.669" v="320" actId="208"/>
          <ac:cxnSpMkLst>
            <pc:docMk/>
            <pc:sldMk cId="61977443" sldId="264"/>
            <ac:cxnSpMk id="31" creationId="{B20E8737-82FB-43C5-806A-65EF9DE2A734}"/>
          </ac:cxnSpMkLst>
        </pc:cxnChg>
        <pc:cxnChg chg="mod">
          <ac:chgData name="Sam O'Neill" userId="cb323814-a42a-4cfe-bc74-03f595e56f6e" providerId="ADAL" clId="{065A34F7-54FD-42E8-BF62-F014BB873B90}" dt="2020-02-19T13:57:18.220" v="323" actId="208"/>
          <ac:cxnSpMkLst>
            <pc:docMk/>
            <pc:sldMk cId="61977443" sldId="264"/>
            <ac:cxnSpMk id="34" creationId="{D2B94B69-D4BB-4E87-B211-69C0CA10424E}"/>
          </ac:cxnSpMkLst>
        </pc:cxnChg>
        <pc:cxnChg chg="mod">
          <ac:chgData name="Sam O'Neill" userId="cb323814-a42a-4cfe-bc74-03f595e56f6e" providerId="ADAL" clId="{065A34F7-54FD-42E8-BF62-F014BB873B90}" dt="2020-02-19T13:57:18.220" v="323" actId="208"/>
          <ac:cxnSpMkLst>
            <pc:docMk/>
            <pc:sldMk cId="61977443" sldId="264"/>
            <ac:cxnSpMk id="41" creationId="{75378183-CE8E-4BBD-B578-346DB310B41F}"/>
          </ac:cxnSpMkLst>
        </pc:cxnChg>
      </pc:sldChg>
      <pc:sldChg chg="modSp add mod">
        <pc:chgData name="Sam O'Neill" userId="cb323814-a42a-4cfe-bc74-03f595e56f6e" providerId="ADAL" clId="{065A34F7-54FD-42E8-BF62-F014BB873B90}" dt="2020-02-20T10:53:45.223" v="433" actId="313"/>
        <pc:sldMkLst>
          <pc:docMk/>
          <pc:sldMk cId="1015628987" sldId="265"/>
        </pc:sldMkLst>
        <pc:spChg chg="mod">
          <ac:chgData name="Sam O'Neill" userId="cb323814-a42a-4cfe-bc74-03f595e56f6e" providerId="ADAL" clId="{065A34F7-54FD-42E8-BF62-F014BB873B90}" dt="2020-02-19T13:58:18.714" v="347" actId="207"/>
          <ac:spMkLst>
            <pc:docMk/>
            <pc:sldMk cId="1015628987" sldId="265"/>
            <ac:spMk id="32" creationId="{C83CBD03-6089-45C1-B3EB-2015B4C08402}"/>
          </ac:spMkLst>
        </pc:spChg>
        <pc:graphicFrameChg chg="mod modGraphic">
          <ac:chgData name="Sam O'Neill" userId="cb323814-a42a-4cfe-bc74-03f595e56f6e" providerId="ADAL" clId="{065A34F7-54FD-42E8-BF62-F014BB873B90}" dt="2020-02-20T10:53:45.223" v="433" actId="313"/>
          <ac:graphicFrameMkLst>
            <pc:docMk/>
            <pc:sldMk cId="1015628987" sldId="265"/>
            <ac:graphicFrameMk id="56" creationId="{53EE3A6D-283C-4E24-B177-3E76F873A8D0}"/>
          </ac:graphicFrameMkLst>
        </pc:graphicFrameChg>
        <pc:cxnChg chg="mod">
          <ac:chgData name="Sam O'Neill" userId="cb323814-a42a-4cfe-bc74-03f595e56f6e" providerId="ADAL" clId="{065A34F7-54FD-42E8-BF62-F014BB873B90}" dt="2020-02-19T13:58:22.334" v="348" actId="208"/>
          <ac:cxnSpMkLst>
            <pc:docMk/>
            <pc:sldMk cId="1015628987" sldId="265"/>
            <ac:cxnSpMk id="33" creationId="{484C52D3-EC66-4A51-A412-BF5292A8EBAB}"/>
          </ac:cxnSpMkLst>
        </pc:cxnChg>
        <pc:cxnChg chg="mod">
          <ac:chgData name="Sam O'Neill" userId="cb323814-a42a-4cfe-bc74-03f595e56f6e" providerId="ADAL" clId="{065A34F7-54FD-42E8-BF62-F014BB873B90}" dt="2020-02-19T13:58:07.445" v="344" actId="208"/>
          <ac:cxnSpMkLst>
            <pc:docMk/>
            <pc:sldMk cId="1015628987" sldId="265"/>
            <ac:cxnSpMk id="34" creationId="{D2B94B69-D4BB-4E87-B211-69C0CA10424E}"/>
          </ac:cxnSpMkLst>
        </pc:cxnChg>
        <pc:cxnChg chg="mod">
          <ac:chgData name="Sam O'Neill" userId="cb323814-a42a-4cfe-bc74-03f595e56f6e" providerId="ADAL" clId="{065A34F7-54FD-42E8-BF62-F014BB873B90}" dt="2020-02-19T13:58:07.445" v="344" actId="208"/>
          <ac:cxnSpMkLst>
            <pc:docMk/>
            <pc:sldMk cId="1015628987" sldId="265"/>
            <ac:cxnSpMk id="41" creationId="{75378183-CE8E-4BBD-B578-346DB310B41F}"/>
          </ac:cxnSpMkLst>
        </pc:cxnChg>
        <pc:cxnChg chg="mod">
          <ac:chgData name="Sam O'Neill" userId="cb323814-a42a-4cfe-bc74-03f595e56f6e" providerId="ADAL" clId="{065A34F7-54FD-42E8-BF62-F014BB873B90}" dt="2020-02-19T13:58:29.299" v="349" actId="208"/>
          <ac:cxnSpMkLst>
            <pc:docMk/>
            <pc:sldMk cId="1015628987" sldId="265"/>
            <ac:cxnSpMk id="42" creationId="{FED8F8E3-6AEF-4C1D-93EA-D28685351B6F}"/>
          </ac:cxnSpMkLst>
        </pc:cxn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4267097554" sldId="265"/>
        </pc:sldMkLst>
      </pc:sldChg>
      <pc:sldChg chg="modSp add mod">
        <pc:chgData name="Sam O'Neill" userId="cb323814-a42a-4cfe-bc74-03f595e56f6e" providerId="ADAL" clId="{065A34F7-54FD-42E8-BF62-F014BB873B90}" dt="2020-02-20T10:53:45.838" v="434" actId="313"/>
        <pc:sldMkLst>
          <pc:docMk/>
          <pc:sldMk cId="33371456" sldId="266"/>
        </pc:sldMkLst>
        <pc:spChg chg="mod">
          <ac:chgData name="Sam O'Neill" userId="cb323814-a42a-4cfe-bc74-03f595e56f6e" providerId="ADAL" clId="{065A34F7-54FD-42E8-BF62-F014BB873B90}" dt="2020-02-19T14:00:06.536" v="356" actId="207"/>
          <ac:spMkLst>
            <pc:docMk/>
            <pc:sldMk cId="33371456" sldId="266"/>
            <ac:spMk id="30" creationId="{0232DF24-2ED1-4D71-A454-F7E48B946193}"/>
          </ac:spMkLst>
        </pc:spChg>
        <pc:graphicFrameChg chg="mod modGraphic">
          <ac:chgData name="Sam O'Neill" userId="cb323814-a42a-4cfe-bc74-03f595e56f6e" providerId="ADAL" clId="{065A34F7-54FD-42E8-BF62-F014BB873B90}" dt="2020-02-20T10:53:45.838" v="434" actId="313"/>
          <ac:graphicFrameMkLst>
            <pc:docMk/>
            <pc:sldMk cId="33371456" sldId="266"/>
            <ac:graphicFrameMk id="56" creationId="{53EE3A6D-283C-4E24-B177-3E76F873A8D0}"/>
          </ac:graphicFrameMkLst>
        </pc:graphicFrameChg>
        <pc:cxnChg chg="mod">
          <ac:chgData name="Sam O'Neill" userId="cb323814-a42a-4cfe-bc74-03f595e56f6e" providerId="ADAL" clId="{065A34F7-54FD-42E8-BF62-F014BB873B90}" dt="2020-02-19T13:59:53.666" v="354" actId="208"/>
          <ac:cxnSpMkLst>
            <pc:docMk/>
            <pc:sldMk cId="33371456" sldId="266"/>
            <ac:cxnSpMk id="33" creationId="{484C52D3-EC66-4A51-A412-BF5292A8EBAB}"/>
          </ac:cxnSpMkLst>
        </pc:cxnChg>
        <pc:cxnChg chg="mod">
          <ac:chgData name="Sam O'Neill" userId="cb323814-a42a-4cfe-bc74-03f595e56f6e" providerId="ADAL" clId="{065A34F7-54FD-42E8-BF62-F014BB873B90}" dt="2020-02-19T14:00:18.290" v="357" actId="208"/>
          <ac:cxnSpMkLst>
            <pc:docMk/>
            <pc:sldMk cId="33371456" sldId="266"/>
            <ac:cxnSpMk id="38" creationId="{376602F6-5A24-42A2-8DC4-E1FBB45F5AB5}"/>
          </ac:cxnSpMkLst>
        </pc:cxnChg>
        <pc:cxnChg chg="mod">
          <ac:chgData name="Sam O'Neill" userId="cb323814-a42a-4cfe-bc74-03f595e56f6e" providerId="ADAL" clId="{065A34F7-54FD-42E8-BF62-F014BB873B90}" dt="2020-02-19T13:59:53.666" v="354" actId="208"/>
          <ac:cxnSpMkLst>
            <pc:docMk/>
            <pc:sldMk cId="33371456" sldId="266"/>
            <ac:cxnSpMk id="42" creationId="{FED8F8E3-6AEF-4C1D-93EA-D28685351B6F}"/>
          </ac:cxnSpMkLst>
        </pc:cxnChg>
      </pc:sldChg>
      <pc:sldChg chg="addSp modSp add mod">
        <pc:chgData name="Sam O'Neill" userId="cb323814-a42a-4cfe-bc74-03f595e56f6e" providerId="ADAL" clId="{065A34F7-54FD-42E8-BF62-F014BB873B90}" dt="2020-02-20T10:54:01.822" v="438" actId="20577"/>
        <pc:sldMkLst>
          <pc:docMk/>
          <pc:sldMk cId="2971156365" sldId="267"/>
        </pc:sldMkLst>
        <pc:spChg chg="mod">
          <ac:chgData name="Sam O'Neill" userId="cb323814-a42a-4cfe-bc74-03f595e56f6e" providerId="ADAL" clId="{065A34F7-54FD-42E8-BF62-F014BB873B90}" dt="2020-02-19T14:09:13.434" v="361" actId="207"/>
          <ac:spMkLst>
            <pc:docMk/>
            <pc:sldMk cId="2971156365" sldId="267"/>
            <ac:spMk id="40" creationId="{CC7F69C3-5036-43A8-BB9E-D91BCEA5649E}"/>
          </ac:spMkLst>
        </pc:spChg>
        <pc:spChg chg="add mod">
          <ac:chgData name="Sam O'Neill" userId="cb323814-a42a-4cfe-bc74-03f595e56f6e" providerId="ADAL" clId="{065A34F7-54FD-42E8-BF62-F014BB873B90}" dt="2020-02-19T14:12:13.639" v="396" actId="20577"/>
          <ac:spMkLst>
            <pc:docMk/>
            <pc:sldMk cId="2971156365" sldId="267"/>
            <ac:spMk id="61" creationId="{AF4FF0C5-34D4-4EED-865F-115E4CA09074}"/>
          </ac:spMkLst>
        </pc:spChg>
        <pc:graphicFrameChg chg="mod modGraphic">
          <ac:chgData name="Sam O'Neill" userId="cb323814-a42a-4cfe-bc74-03f595e56f6e" providerId="ADAL" clId="{065A34F7-54FD-42E8-BF62-F014BB873B90}" dt="2020-02-20T10:54:01.822" v="438" actId="20577"/>
          <ac:graphicFrameMkLst>
            <pc:docMk/>
            <pc:sldMk cId="2971156365" sldId="267"/>
            <ac:graphicFrameMk id="56" creationId="{53EE3A6D-283C-4E24-B177-3E76F873A8D0}"/>
          </ac:graphicFrameMkLst>
        </pc:graphicFrameChg>
        <pc:cxnChg chg="mod">
          <ac:chgData name="Sam O'Neill" userId="cb323814-a42a-4cfe-bc74-03f595e56f6e" providerId="ADAL" clId="{065A34F7-54FD-42E8-BF62-F014BB873B90}" dt="2020-02-19T14:12:03.313" v="393" actId="208"/>
          <ac:cxnSpMkLst>
            <pc:docMk/>
            <pc:sldMk cId="2971156365" sldId="267"/>
            <ac:cxnSpMk id="29" creationId="{34264CAB-1939-413B-8035-C60C28790F4D}"/>
          </ac:cxnSpMkLst>
        </pc:cxnChg>
        <pc:cxnChg chg="mod">
          <ac:chgData name="Sam O'Neill" userId="cb323814-a42a-4cfe-bc74-03f595e56f6e" providerId="ADAL" clId="{065A34F7-54FD-42E8-BF62-F014BB873B90}" dt="2020-02-19T14:12:03.313" v="393" actId="208"/>
          <ac:cxnSpMkLst>
            <pc:docMk/>
            <pc:sldMk cId="2971156365" sldId="267"/>
            <ac:cxnSpMk id="33" creationId="{484C52D3-EC66-4A51-A412-BF5292A8EBAB}"/>
          </ac:cxnSpMkLst>
        </pc:cxnChg>
        <pc:cxnChg chg="mod">
          <ac:chgData name="Sam O'Neill" userId="cb323814-a42a-4cfe-bc74-03f595e56f6e" providerId="ADAL" clId="{065A34F7-54FD-42E8-BF62-F014BB873B90}" dt="2020-02-19T14:12:03.313" v="393" actId="208"/>
          <ac:cxnSpMkLst>
            <pc:docMk/>
            <pc:sldMk cId="2971156365" sldId="267"/>
            <ac:cxnSpMk id="34" creationId="{D2B94B69-D4BB-4E87-B211-69C0CA10424E}"/>
          </ac:cxnSpMkLst>
        </pc:cxnChg>
        <pc:cxnChg chg="mod">
          <ac:chgData name="Sam O'Neill" userId="cb323814-a42a-4cfe-bc74-03f595e56f6e" providerId="ADAL" clId="{065A34F7-54FD-42E8-BF62-F014BB873B90}" dt="2020-02-19T14:00:31.700" v="359" actId="208"/>
          <ac:cxnSpMkLst>
            <pc:docMk/>
            <pc:sldMk cId="2971156365" sldId="267"/>
            <ac:cxnSpMk id="38" creationId="{376602F6-5A24-42A2-8DC4-E1FBB45F5AB5}"/>
          </ac:cxnSpMkLst>
        </pc:cxnChg>
      </pc:sldChg>
      <pc:sldChg chg="modSp add mod">
        <pc:chgData name="Sam O'Neill" userId="cb323814-a42a-4cfe-bc74-03f595e56f6e" providerId="ADAL" clId="{065A34F7-54FD-42E8-BF62-F014BB873B90}" dt="2020-02-19T14:10:21.748" v="375" actId="20577"/>
        <pc:sldMkLst>
          <pc:docMk/>
          <pc:sldMk cId="1489325174" sldId="268"/>
        </pc:sldMkLst>
        <pc:spChg chg="mod">
          <ac:chgData name="Sam O'Neill" userId="cb323814-a42a-4cfe-bc74-03f595e56f6e" providerId="ADAL" clId="{065A34F7-54FD-42E8-BF62-F014BB873B90}" dt="2020-02-19T14:10:21.748" v="375" actId="20577"/>
          <ac:spMkLst>
            <pc:docMk/>
            <pc:sldMk cId="1489325174" sldId="268"/>
            <ac:spMk id="2" creationId="{0BA45F7E-7747-4BFC-ACE9-248B50990961}"/>
          </ac:spMkLst>
        </pc:spChg>
      </pc:sldChg>
      <pc:sldChg chg="modSp add mod">
        <pc:chgData name="Sam O'Neill" userId="cb323814-a42a-4cfe-bc74-03f595e56f6e" providerId="ADAL" clId="{065A34F7-54FD-42E8-BF62-F014BB873B90}" dt="2020-02-19T14:10:28.859" v="378" actId="20577"/>
        <pc:sldMkLst>
          <pc:docMk/>
          <pc:sldMk cId="690957205" sldId="269"/>
        </pc:sldMkLst>
        <pc:spChg chg="mod">
          <ac:chgData name="Sam O'Neill" userId="cb323814-a42a-4cfe-bc74-03f595e56f6e" providerId="ADAL" clId="{065A34F7-54FD-42E8-BF62-F014BB873B90}" dt="2020-02-19T14:10:28.859" v="378" actId="20577"/>
          <ac:spMkLst>
            <pc:docMk/>
            <pc:sldMk cId="690957205" sldId="269"/>
            <ac:spMk id="2" creationId="{0BA45F7E-7747-4BFC-ACE9-248B50990961}"/>
          </ac:spMkLst>
        </pc:sp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3115705893" sldId="274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2932323992" sldId="275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4180742927" sldId="276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3665790786" sldId="277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1634217021" sldId="278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3802459319" sldId="279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3377718196" sldId="280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1401578788" sldId="281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2354255917" sldId="28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103C4-45AD-44C2-956F-18ABEB7B0693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4175" y="849313"/>
            <a:ext cx="4078288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4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245B8-F67F-4FCF-9F2B-8FA01FDE34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1670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21C59-9ED5-46E5-81D9-E3464D17E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E53144-2AA8-4FBD-86EE-2036595334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2D3D9-4D64-4B0B-8477-97900CF9B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7AD3D-647A-4390-AFEC-90C5563C8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124BF-5305-4973-92A4-4A728A5FA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990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84C52-D616-443C-BE0B-A21911142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E5710-D14C-4410-8980-6E047AF35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D3DC9-0FEE-4E9A-A436-DA91915F4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89E8C-6495-4D76-90E1-00E76D2BB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63E88-01F4-4364-B77D-7793B5A5A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701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E015F-916E-4C62-B215-7ECE72C1A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3FAAB-10CC-4276-BA72-C354A90E7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F6F1B-9D23-4CBA-AE2D-0F604A47C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1E0B8-E479-4A5F-87EE-CAA3B906E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19434-E5FE-4617-9E52-1AA360904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6118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A1608-454A-4678-8721-BF64959E7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4F7AC-D09E-4AF4-BFEF-E7B2E928E9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EEF6E-F50E-4478-BF00-A96652E78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057117-E4D1-47AF-B15E-8EC035466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DD9A6-B873-4B07-96B6-966B15760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BE52C-F70C-42A0-A76D-6A226120D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4168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DB536-FE13-4120-99DB-1A0810227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BF3803-140C-4C8C-831A-254CAC554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047FBA-5139-4D0C-BE33-F9098F1CF7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FEEF41-09FF-4300-B535-6A2DD28E0E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A2273F-68EC-4277-AE47-CC8A36C104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2DB8BE-72D5-472C-8F30-B850E1C47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15774A-BE6E-4A9B-9D67-204B4EFD4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093D94-CA88-4A87-87B2-0BD41BD4A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440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932F7-3804-46BE-99E7-E8FFE3246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3DB037-3009-4C1A-8F97-B7C15093F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CB71A-518E-4DF4-B882-92F8C4346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7BD0F6-58D7-4599-8A46-BA7626227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8914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756D87-FDF9-4A7A-97AE-5617FD738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D6F92F-9664-4E77-A5AB-DA28DD300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5096A4-554A-4BAD-9227-44C788995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0235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431B8-E09B-44E9-B383-09A7F0C1B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F2DA5-5819-4BC0-8AD4-6A2C2AF4F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42FA2C-B66C-4C1C-8ADF-509DDD5EF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01BE7-A3C6-438B-9970-690EB89A2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F7DFB8-BDE3-40BC-8767-699C808B1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2DE77-1508-455B-B085-F17E9BCE9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2365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528FC-7F56-47CB-BF49-05703116C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727B3D-A23F-4C86-9CE1-525A32911C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9FED37-43D3-4B17-BB7D-B7272CF5D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B8386C-C8E6-476C-85D1-B9B07C82E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A9F9CE-E0D5-4BC9-8A28-1774BA7D0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86FAF-1F61-4A85-8F29-847BE92FA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3675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738E9-6259-46FA-AAB8-4E46BF74C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DD1E13-08E0-402F-990A-DC653CA647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9ACC6-87B1-4E2E-A146-8E2DF1580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518C0-6DA1-4A4D-A3D4-97B54C9A5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8A5D0-FE7E-47CE-8C8F-B7A8F762A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2908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60663D-94BA-4C78-B133-5142EE74A1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2FA52D-425A-4ACC-92BE-3B8F15350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9B540-9D3A-4109-9A0F-D31709E0C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EE131-A0A0-4ABD-9A74-E9252A876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DD28D-B8F5-434B-8531-AC260B318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4268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33AF87-AC3A-4265-B036-270990441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DFAD8-5F80-4A00-BD5C-7D50A8949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F2BEE-631B-4A16-9B0A-AF1D9342DC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6183-9418-4E7F-93B5-3DC05A2A1C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F1741-4C32-4900-A531-92EC6CC0A8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269818377,&quot;Placement&quot;:&quot;Footer&quot;}">
            <a:extLst>
              <a:ext uri="{FF2B5EF4-FFF2-40B4-BE49-F238E27FC236}">
                <a16:creationId xmlns:a16="http://schemas.microsoft.com/office/drawing/2014/main" id="{990449FE-FD15-45E5-B3D3-24DB015D6427}"/>
              </a:ext>
            </a:extLst>
          </p:cNvPr>
          <p:cNvSpPr txBox="1"/>
          <p:nvPr userDrawn="1"/>
        </p:nvSpPr>
        <p:spPr>
          <a:xfrm>
            <a:off x="0" y="6561475"/>
            <a:ext cx="1522472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193748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45F7E-7747-4BFC-ACE9-248B509909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Question 2a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7EA8BA-627C-4614-AEF8-631EFDF9A0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9325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AC7884-2CE9-4AB9-BE3C-CED67042CFF5}"/>
              </a:ext>
            </a:extLst>
          </p:cNvPr>
          <p:cNvSpPr/>
          <p:nvPr/>
        </p:nvSpPr>
        <p:spPr>
          <a:xfrm>
            <a:off x="5527458" y="2858882"/>
            <a:ext cx="795130" cy="79513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7F6DDB9-A354-42CF-8532-86F2CF9FAD3D}"/>
              </a:ext>
            </a:extLst>
          </p:cNvPr>
          <p:cNvSpPr/>
          <p:nvPr/>
        </p:nvSpPr>
        <p:spPr>
          <a:xfrm>
            <a:off x="7596896" y="4112491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0B7DF6-BEC3-4015-8B4A-9CF49DEBE551}"/>
              </a:ext>
            </a:extLst>
          </p:cNvPr>
          <p:cNvCxnSpPr>
            <a:cxnSpLocks/>
            <a:stCxn id="4" idx="5"/>
            <a:endCxn id="5" idx="2"/>
          </p:cNvCxnSpPr>
          <p:nvPr/>
        </p:nvCxnSpPr>
        <p:spPr>
          <a:xfrm>
            <a:off x="6206144" y="3537568"/>
            <a:ext cx="1390752" cy="97248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2EB06D0D-0259-4C4B-9584-1948C8A49DFA}"/>
              </a:ext>
            </a:extLst>
          </p:cNvPr>
          <p:cNvSpPr/>
          <p:nvPr/>
        </p:nvSpPr>
        <p:spPr>
          <a:xfrm>
            <a:off x="7596215" y="1753729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197D40-1684-44DE-9EDA-136ED477BCF5}"/>
              </a:ext>
            </a:extLst>
          </p:cNvPr>
          <p:cNvCxnSpPr>
            <a:cxnSpLocks/>
            <a:stCxn id="4" idx="7"/>
            <a:endCxn id="7" idx="2"/>
          </p:cNvCxnSpPr>
          <p:nvPr/>
        </p:nvCxnSpPr>
        <p:spPr>
          <a:xfrm flipV="1">
            <a:off x="6206144" y="2151294"/>
            <a:ext cx="1390071" cy="82403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88E1463-3BC0-4163-814E-5D5063B34F5E}"/>
              </a:ext>
            </a:extLst>
          </p:cNvPr>
          <p:cNvSpPr/>
          <p:nvPr/>
        </p:nvSpPr>
        <p:spPr>
          <a:xfrm>
            <a:off x="9665260" y="2858882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2638CB-2112-4ACF-A88F-9154F217AF9F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8391345" y="2151294"/>
            <a:ext cx="1390359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A14BF3-2039-45E5-B261-5D722168AB57}"/>
              </a:ext>
            </a:extLst>
          </p:cNvPr>
          <p:cNvCxnSpPr>
            <a:cxnSpLocks/>
            <a:stCxn id="5" idx="6"/>
            <a:endCxn id="9" idx="3"/>
          </p:cNvCxnSpPr>
          <p:nvPr/>
        </p:nvCxnSpPr>
        <p:spPr>
          <a:xfrm flipV="1">
            <a:off x="8392026" y="3537568"/>
            <a:ext cx="1389678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D852745-4FF0-482E-920C-D2BAF2AA789B}"/>
              </a:ext>
            </a:extLst>
          </p:cNvPr>
          <p:cNvSpPr txBox="1"/>
          <p:nvPr/>
        </p:nvSpPr>
        <p:spPr>
          <a:xfrm>
            <a:off x="6587347" y="22433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512717-59AF-440F-A4A8-6B386F563E5B}"/>
              </a:ext>
            </a:extLst>
          </p:cNvPr>
          <p:cNvSpPr txBox="1"/>
          <p:nvPr/>
        </p:nvSpPr>
        <p:spPr>
          <a:xfrm>
            <a:off x="9065073" y="2151294"/>
            <a:ext cx="676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0CA8F4-5A06-4F08-9699-C616A9018516}"/>
              </a:ext>
            </a:extLst>
          </p:cNvPr>
          <p:cNvSpPr txBox="1"/>
          <p:nvPr/>
        </p:nvSpPr>
        <p:spPr>
          <a:xfrm>
            <a:off x="9117460" y="399226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B61403-BBCD-44F4-A3CB-B8A09E6CA4EE}"/>
              </a:ext>
            </a:extLst>
          </p:cNvPr>
          <p:cNvSpPr txBox="1"/>
          <p:nvPr/>
        </p:nvSpPr>
        <p:spPr>
          <a:xfrm>
            <a:off x="6596567" y="402381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EED234-DD45-491C-AAFD-9FB0D54CBA77}"/>
              </a:ext>
            </a:extLst>
          </p:cNvPr>
          <p:cNvCxnSpPr>
            <a:cxnSpLocks/>
            <a:stCxn id="4" idx="6"/>
            <a:endCxn id="9" idx="2"/>
          </p:cNvCxnSpPr>
          <p:nvPr/>
        </p:nvCxnSpPr>
        <p:spPr>
          <a:xfrm>
            <a:off x="6322588" y="3256447"/>
            <a:ext cx="3342672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E9D1AF-A8E4-4591-8CE4-34D545556316}"/>
              </a:ext>
            </a:extLst>
          </p:cNvPr>
          <p:cNvSpPr txBox="1"/>
          <p:nvPr/>
        </p:nvSpPr>
        <p:spPr>
          <a:xfrm>
            <a:off x="7847547" y="2843010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8" name="Rectangle 32">
            <a:extLst>
              <a:ext uri="{FF2B5EF4-FFF2-40B4-BE49-F238E27FC236}">
                <a16:creationId xmlns:a16="http://schemas.microsoft.com/office/drawing/2014/main" id="{CE2BD801-B67C-495B-9B60-59C99C906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763" y="23086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DADF00-A272-4DA9-BE86-E57E2593C742}"/>
              </a:ext>
            </a:extLst>
          </p:cNvPr>
          <p:cNvSpPr txBox="1"/>
          <p:nvPr/>
        </p:nvSpPr>
        <p:spPr>
          <a:xfrm>
            <a:off x="5632347" y="18813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24" name="Rectangle 34">
            <a:extLst>
              <a:ext uri="{FF2B5EF4-FFF2-40B4-BE49-F238E27FC236}">
                <a16:creationId xmlns:a16="http://schemas.microsoft.com/office/drawing/2014/main" id="{29D955D8-E696-45D5-B8F0-D0A85CA9F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6830" y="2319265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73FD78-7670-4136-9116-340F86654715}"/>
              </a:ext>
            </a:extLst>
          </p:cNvPr>
          <p:cNvSpPr txBox="1"/>
          <p:nvPr/>
        </p:nvSpPr>
        <p:spPr>
          <a:xfrm>
            <a:off x="9816830" y="187132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8541822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8541822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8571" t="-8197" r="-94048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4000" t="-8197" r="-5333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" name="Rectangle 34">
            <a:extLst>
              <a:ext uri="{FF2B5EF4-FFF2-40B4-BE49-F238E27FC236}">
                <a16:creationId xmlns:a16="http://schemas.microsoft.com/office/drawing/2014/main" id="{AB05225C-DDE7-406D-AF03-114AB70EF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1214467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B4DBF8-730A-41E5-A5DF-D89BDF40EC12}"/>
              </a:ext>
            </a:extLst>
          </p:cNvPr>
          <p:cNvSpPr txBox="1"/>
          <p:nvPr/>
        </p:nvSpPr>
        <p:spPr>
          <a:xfrm>
            <a:off x="7754203" y="766526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29" name="Rectangle 34">
            <a:extLst>
              <a:ext uri="{FF2B5EF4-FFF2-40B4-BE49-F238E27FC236}">
                <a16:creationId xmlns:a16="http://schemas.microsoft.com/office/drawing/2014/main" id="{0E1426E5-83F0-407B-B76B-34E6B5163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5482544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C06208-3D0A-45BD-8858-27D49CE23890}"/>
              </a:ext>
            </a:extLst>
          </p:cNvPr>
          <p:cNvSpPr txBox="1"/>
          <p:nvPr/>
        </p:nvSpPr>
        <p:spPr>
          <a:xfrm>
            <a:off x="7754203" y="5034603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15">
                <a:extLst>
                  <a:ext uri="{FF2B5EF4-FFF2-40B4-BE49-F238E27FC236}">
                    <a16:creationId xmlns:a16="http://schemas.microsoft.com/office/drawing/2014/main" id="{1542F57D-C2D3-4028-9C9C-67D87D3834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Oval 15">
                <a:extLst>
                  <a:ext uri="{FF2B5EF4-FFF2-40B4-BE49-F238E27FC236}">
                    <a16:creationId xmlns:a16="http://schemas.microsoft.com/office/drawing/2014/main" id="{1542F57D-C2D3-4028-9C9C-67D87D383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15">
                <a:extLst>
                  <a:ext uri="{FF2B5EF4-FFF2-40B4-BE49-F238E27FC236}">
                    <a16:creationId xmlns:a16="http://schemas.microsoft.com/office/drawing/2014/main" id="{337A1B7D-5C8A-47A9-90AE-7B4DEFF201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Oval 15">
                <a:extLst>
                  <a:ext uri="{FF2B5EF4-FFF2-40B4-BE49-F238E27FC236}">
                    <a16:creationId xmlns:a16="http://schemas.microsoft.com/office/drawing/2014/main" id="{337A1B7D-5C8A-47A9-90AE-7B4DEFF201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71E91760-DDB5-41EC-ACDC-AF1403804445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0FC9C58-E915-4E08-BBCF-232C45AC9D56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1008675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AC7884-2CE9-4AB9-BE3C-CED67042CFF5}"/>
              </a:ext>
            </a:extLst>
          </p:cNvPr>
          <p:cNvSpPr/>
          <p:nvPr/>
        </p:nvSpPr>
        <p:spPr>
          <a:xfrm>
            <a:off x="5527458" y="2858882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7F6DDB9-A354-42CF-8532-86F2CF9FAD3D}"/>
              </a:ext>
            </a:extLst>
          </p:cNvPr>
          <p:cNvSpPr/>
          <p:nvPr/>
        </p:nvSpPr>
        <p:spPr>
          <a:xfrm>
            <a:off x="7596896" y="4112491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0B7DF6-BEC3-4015-8B4A-9CF49DEBE551}"/>
              </a:ext>
            </a:extLst>
          </p:cNvPr>
          <p:cNvCxnSpPr>
            <a:cxnSpLocks/>
            <a:stCxn id="4" idx="5"/>
            <a:endCxn id="5" idx="2"/>
          </p:cNvCxnSpPr>
          <p:nvPr/>
        </p:nvCxnSpPr>
        <p:spPr>
          <a:xfrm>
            <a:off x="6206144" y="3537568"/>
            <a:ext cx="1390752" cy="972488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2EB06D0D-0259-4C4B-9584-1948C8A49DFA}"/>
              </a:ext>
            </a:extLst>
          </p:cNvPr>
          <p:cNvSpPr/>
          <p:nvPr/>
        </p:nvSpPr>
        <p:spPr>
          <a:xfrm>
            <a:off x="7586788" y="1744302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197D40-1684-44DE-9EDA-136ED477BCF5}"/>
              </a:ext>
            </a:extLst>
          </p:cNvPr>
          <p:cNvCxnSpPr>
            <a:cxnSpLocks/>
            <a:stCxn id="4" idx="7"/>
            <a:endCxn id="7" idx="2"/>
          </p:cNvCxnSpPr>
          <p:nvPr/>
        </p:nvCxnSpPr>
        <p:spPr>
          <a:xfrm flipV="1">
            <a:off x="6206144" y="2141867"/>
            <a:ext cx="1380644" cy="833459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88E1463-3BC0-4163-814E-5D5063B34F5E}"/>
              </a:ext>
            </a:extLst>
          </p:cNvPr>
          <p:cNvSpPr/>
          <p:nvPr/>
        </p:nvSpPr>
        <p:spPr>
          <a:xfrm>
            <a:off x="9665260" y="2858882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2638CB-2112-4ACF-A88F-9154F217AF9F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8381918" y="2141867"/>
            <a:ext cx="1399786" cy="833459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A14BF3-2039-45E5-B261-5D722168AB57}"/>
              </a:ext>
            </a:extLst>
          </p:cNvPr>
          <p:cNvCxnSpPr>
            <a:cxnSpLocks/>
            <a:stCxn id="5" idx="6"/>
            <a:endCxn id="9" idx="3"/>
          </p:cNvCxnSpPr>
          <p:nvPr/>
        </p:nvCxnSpPr>
        <p:spPr>
          <a:xfrm flipV="1">
            <a:off x="8392026" y="3537568"/>
            <a:ext cx="1389678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D852745-4FF0-482E-920C-D2BAF2AA789B}"/>
              </a:ext>
            </a:extLst>
          </p:cNvPr>
          <p:cNvSpPr txBox="1"/>
          <p:nvPr/>
        </p:nvSpPr>
        <p:spPr>
          <a:xfrm>
            <a:off x="6587347" y="22433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512717-59AF-440F-A4A8-6B386F563E5B}"/>
              </a:ext>
            </a:extLst>
          </p:cNvPr>
          <p:cNvSpPr txBox="1"/>
          <p:nvPr/>
        </p:nvSpPr>
        <p:spPr>
          <a:xfrm>
            <a:off x="9065073" y="2151294"/>
            <a:ext cx="676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0CA8F4-5A06-4F08-9699-C616A9018516}"/>
              </a:ext>
            </a:extLst>
          </p:cNvPr>
          <p:cNvSpPr txBox="1"/>
          <p:nvPr/>
        </p:nvSpPr>
        <p:spPr>
          <a:xfrm>
            <a:off x="9117460" y="399226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B61403-BBCD-44F4-A3CB-B8A09E6CA4EE}"/>
              </a:ext>
            </a:extLst>
          </p:cNvPr>
          <p:cNvSpPr txBox="1"/>
          <p:nvPr/>
        </p:nvSpPr>
        <p:spPr>
          <a:xfrm>
            <a:off x="6596567" y="402381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EED234-DD45-491C-AAFD-9FB0D54CBA77}"/>
              </a:ext>
            </a:extLst>
          </p:cNvPr>
          <p:cNvCxnSpPr>
            <a:cxnSpLocks/>
            <a:stCxn id="4" idx="6"/>
            <a:endCxn id="9" idx="2"/>
          </p:cNvCxnSpPr>
          <p:nvPr/>
        </p:nvCxnSpPr>
        <p:spPr>
          <a:xfrm>
            <a:off x="6322588" y="3256447"/>
            <a:ext cx="3342672" cy="0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E9D1AF-A8E4-4591-8CE4-34D545556316}"/>
              </a:ext>
            </a:extLst>
          </p:cNvPr>
          <p:cNvSpPr txBox="1"/>
          <p:nvPr/>
        </p:nvSpPr>
        <p:spPr>
          <a:xfrm>
            <a:off x="7847547" y="2843010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8" name="Rectangle 32">
            <a:extLst>
              <a:ext uri="{FF2B5EF4-FFF2-40B4-BE49-F238E27FC236}">
                <a16:creationId xmlns:a16="http://schemas.microsoft.com/office/drawing/2014/main" id="{CE2BD801-B67C-495B-9B60-59C99C906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763" y="23086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DADF00-A272-4DA9-BE86-E57E2593C742}"/>
              </a:ext>
            </a:extLst>
          </p:cNvPr>
          <p:cNvSpPr txBox="1"/>
          <p:nvPr/>
        </p:nvSpPr>
        <p:spPr>
          <a:xfrm>
            <a:off x="5632347" y="18813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24" name="Rectangle 34">
            <a:extLst>
              <a:ext uri="{FF2B5EF4-FFF2-40B4-BE49-F238E27FC236}">
                <a16:creationId xmlns:a16="http://schemas.microsoft.com/office/drawing/2014/main" id="{29D955D8-E696-45D5-B8F0-D0A85CA9F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6830" y="2319265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73FD78-7670-4136-9116-340F86654715}"/>
              </a:ext>
            </a:extLst>
          </p:cNvPr>
          <p:cNvSpPr txBox="1"/>
          <p:nvPr/>
        </p:nvSpPr>
        <p:spPr>
          <a:xfrm>
            <a:off x="9816830" y="187132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9235333"/>
                  </p:ext>
                </p:extLst>
              </p:nvPr>
            </p:nvGraphicFramePr>
            <p:xfrm>
              <a:off x="1048316" y="2249625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9235333"/>
                  </p:ext>
                </p:extLst>
              </p:nvPr>
            </p:nvGraphicFramePr>
            <p:xfrm>
              <a:off x="1048316" y="2249625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8571" t="-8197" r="-94048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4000" t="-8197" r="-5333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" name="Rectangle 34">
            <a:extLst>
              <a:ext uri="{FF2B5EF4-FFF2-40B4-BE49-F238E27FC236}">
                <a16:creationId xmlns:a16="http://schemas.microsoft.com/office/drawing/2014/main" id="{AB05225C-DDE7-406D-AF03-114AB70EF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1214467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B4DBF8-730A-41E5-A5DF-D89BDF40EC12}"/>
              </a:ext>
            </a:extLst>
          </p:cNvPr>
          <p:cNvSpPr txBox="1"/>
          <p:nvPr/>
        </p:nvSpPr>
        <p:spPr>
          <a:xfrm>
            <a:off x="7754203" y="766526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9" name="Rectangle 34">
            <a:extLst>
              <a:ext uri="{FF2B5EF4-FFF2-40B4-BE49-F238E27FC236}">
                <a16:creationId xmlns:a16="http://schemas.microsoft.com/office/drawing/2014/main" id="{0E1426E5-83F0-407B-B76B-34E6B5163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5482544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C06208-3D0A-45BD-8858-27D49CE23890}"/>
              </a:ext>
            </a:extLst>
          </p:cNvPr>
          <p:cNvSpPr txBox="1"/>
          <p:nvPr/>
        </p:nvSpPr>
        <p:spPr>
          <a:xfrm>
            <a:off x="7754203" y="5034603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15">
                <a:extLst>
                  <a:ext uri="{FF2B5EF4-FFF2-40B4-BE49-F238E27FC236}">
                    <a16:creationId xmlns:a16="http://schemas.microsoft.com/office/drawing/2014/main" id="{1542F57D-C2D3-4028-9C9C-67D87D3834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Oval 15">
                <a:extLst>
                  <a:ext uri="{FF2B5EF4-FFF2-40B4-BE49-F238E27FC236}">
                    <a16:creationId xmlns:a16="http://schemas.microsoft.com/office/drawing/2014/main" id="{1542F57D-C2D3-4028-9C9C-67D87D383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15">
                <a:extLst>
                  <a:ext uri="{FF2B5EF4-FFF2-40B4-BE49-F238E27FC236}">
                    <a16:creationId xmlns:a16="http://schemas.microsoft.com/office/drawing/2014/main" id="{337A1B7D-5C8A-47A9-90AE-7B4DEFF201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Oval 15">
                <a:extLst>
                  <a:ext uri="{FF2B5EF4-FFF2-40B4-BE49-F238E27FC236}">
                    <a16:creationId xmlns:a16="http://schemas.microsoft.com/office/drawing/2014/main" id="{337A1B7D-5C8A-47A9-90AE-7B4DEFF201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71E91760-DDB5-41EC-ACDC-AF1403804445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0FC9C58-E915-4E08-BBCF-232C45AC9D56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686035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AC7884-2CE9-4AB9-BE3C-CED67042CFF5}"/>
              </a:ext>
            </a:extLst>
          </p:cNvPr>
          <p:cNvSpPr/>
          <p:nvPr/>
        </p:nvSpPr>
        <p:spPr>
          <a:xfrm>
            <a:off x="5527458" y="2858882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7F6DDB9-A354-42CF-8532-86F2CF9FAD3D}"/>
              </a:ext>
            </a:extLst>
          </p:cNvPr>
          <p:cNvSpPr/>
          <p:nvPr/>
        </p:nvSpPr>
        <p:spPr>
          <a:xfrm>
            <a:off x="7596896" y="4112491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0B7DF6-BEC3-4015-8B4A-9CF49DEBE551}"/>
              </a:ext>
            </a:extLst>
          </p:cNvPr>
          <p:cNvCxnSpPr>
            <a:cxnSpLocks/>
            <a:stCxn id="4" idx="5"/>
            <a:endCxn id="5" idx="2"/>
          </p:cNvCxnSpPr>
          <p:nvPr/>
        </p:nvCxnSpPr>
        <p:spPr>
          <a:xfrm>
            <a:off x="6206144" y="3537568"/>
            <a:ext cx="1390752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2EB06D0D-0259-4C4B-9584-1948C8A49DFA}"/>
              </a:ext>
            </a:extLst>
          </p:cNvPr>
          <p:cNvSpPr/>
          <p:nvPr/>
        </p:nvSpPr>
        <p:spPr>
          <a:xfrm>
            <a:off x="7596215" y="1753729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197D40-1684-44DE-9EDA-136ED477BCF5}"/>
              </a:ext>
            </a:extLst>
          </p:cNvPr>
          <p:cNvCxnSpPr>
            <a:cxnSpLocks/>
            <a:stCxn id="4" idx="7"/>
            <a:endCxn id="7" idx="2"/>
          </p:cNvCxnSpPr>
          <p:nvPr/>
        </p:nvCxnSpPr>
        <p:spPr>
          <a:xfrm flipV="1">
            <a:off x="6206144" y="2151294"/>
            <a:ext cx="1390071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88E1463-3BC0-4163-814E-5D5063B34F5E}"/>
              </a:ext>
            </a:extLst>
          </p:cNvPr>
          <p:cNvSpPr/>
          <p:nvPr/>
        </p:nvSpPr>
        <p:spPr>
          <a:xfrm>
            <a:off x="9665260" y="2858882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2638CB-2112-4ACF-A88F-9154F217AF9F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8391345" y="2151294"/>
            <a:ext cx="1390359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A14BF3-2039-45E5-B261-5D722168AB57}"/>
              </a:ext>
            </a:extLst>
          </p:cNvPr>
          <p:cNvCxnSpPr>
            <a:cxnSpLocks/>
            <a:stCxn id="5" idx="6"/>
            <a:endCxn id="9" idx="3"/>
          </p:cNvCxnSpPr>
          <p:nvPr/>
        </p:nvCxnSpPr>
        <p:spPr>
          <a:xfrm flipV="1">
            <a:off x="8392026" y="3537568"/>
            <a:ext cx="1389678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D852745-4FF0-482E-920C-D2BAF2AA789B}"/>
              </a:ext>
            </a:extLst>
          </p:cNvPr>
          <p:cNvSpPr txBox="1"/>
          <p:nvPr/>
        </p:nvSpPr>
        <p:spPr>
          <a:xfrm>
            <a:off x="6587347" y="22433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512717-59AF-440F-A4A8-6B386F563E5B}"/>
              </a:ext>
            </a:extLst>
          </p:cNvPr>
          <p:cNvSpPr txBox="1"/>
          <p:nvPr/>
        </p:nvSpPr>
        <p:spPr>
          <a:xfrm>
            <a:off x="9065073" y="2151294"/>
            <a:ext cx="676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0CA8F4-5A06-4F08-9699-C616A9018516}"/>
              </a:ext>
            </a:extLst>
          </p:cNvPr>
          <p:cNvSpPr txBox="1"/>
          <p:nvPr/>
        </p:nvSpPr>
        <p:spPr>
          <a:xfrm>
            <a:off x="9117460" y="399226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B61403-BBCD-44F4-A3CB-B8A09E6CA4EE}"/>
              </a:ext>
            </a:extLst>
          </p:cNvPr>
          <p:cNvSpPr txBox="1"/>
          <p:nvPr/>
        </p:nvSpPr>
        <p:spPr>
          <a:xfrm>
            <a:off x="6596567" y="402381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EED234-DD45-491C-AAFD-9FB0D54CBA77}"/>
              </a:ext>
            </a:extLst>
          </p:cNvPr>
          <p:cNvCxnSpPr>
            <a:cxnSpLocks/>
            <a:stCxn id="4" idx="6"/>
            <a:endCxn id="9" idx="2"/>
          </p:cNvCxnSpPr>
          <p:nvPr/>
        </p:nvCxnSpPr>
        <p:spPr>
          <a:xfrm>
            <a:off x="6322588" y="3256447"/>
            <a:ext cx="3342672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E9D1AF-A8E4-4591-8CE4-34D545556316}"/>
              </a:ext>
            </a:extLst>
          </p:cNvPr>
          <p:cNvSpPr txBox="1"/>
          <p:nvPr/>
        </p:nvSpPr>
        <p:spPr>
          <a:xfrm>
            <a:off x="7847547" y="2843010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8" name="Rectangle 32">
            <a:extLst>
              <a:ext uri="{FF2B5EF4-FFF2-40B4-BE49-F238E27FC236}">
                <a16:creationId xmlns:a16="http://schemas.microsoft.com/office/drawing/2014/main" id="{CE2BD801-B67C-495B-9B60-59C99C906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763" y="23086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DADF00-A272-4DA9-BE86-E57E2593C742}"/>
              </a:ext>
            </a:extLst>
          </p:cNvPr>
          <p:cNvSpPr txBox="1"/>
          <p:nvPr/>
        </p:nvSpPr>
        <p:spPr>
          <a:xfrm>
            <a:off x="5632347" y="18813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24" name="Rectangle 34">
            <a:extLst>
              <a:ext uri="{FF2B5EF4-FFF2-40B4-BE49-F238E27FC236}">
                <a16:creationId xmlns:a16="http://schemas.microsoft.com/office/drawing/2014/main" id="{29D955D8-E696-45D5-B8F0-D0A85CA9F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6830" y="2319265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73FD78-7670-4136-9116-340F86654715}"/>
              </a:ext>
            </a:extLst>
          </p:cNvPr>
          <p:cNvSpPr txBox="1"/>
          <p:nvPr/>
        </p:nvSpPr>
        <p:spPr>
          <a:xfrm>
            <a:off x="9816830" y="187132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1910990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1910990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8571" t="-8197" r="-94048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4000" t="-8197" r="-5333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" name="Rectangle 34">
            <a:extLst>
              <a:ext uri="{FF2B5EF4-FFF2-40B4-BE49-F238E27FC236}">
                <a16:creationId xmlns:a16="http://schemas.microsoft.com/office/drawing/2014/main" id="{AB05225C-DDE7-406D-AF03-114AB70EF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1214467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B4DBF8-730A-41E5-A5DF-D89BDF40EC12}"/>
              </a:ext>
            </a:extLst>
          </p:cNvPr>
          <p:cNvSpPr txBox="1"/>
          <p:nvPr/>
        </p:nvSpPr>
        <p:spPr>
          <a:xfrm>
            <a:off x="7754203" y="766526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9" name="Rectangle 34">
            <a:extLst>
              <a:ext uri="{FF2B5EF4-FFF2-40B4-BE49-F238E27FC236}">
                <a16:creationId xmlns:a16="http://schemas.microsoft.com/office/drawing/2014/main" id="{0E1426E5-83F0-407B-B76B-34E6B5163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5482544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C06208-3D0A-45BD-8858-27D49CE23890}"/>
              </a:ext>
            </a:extLst>
          </p:cNvPr>
          <p:cNvSpPr txBox="1"/>
          <p:nvPr/>
        </p:nvSpPr>
        <p:spPr>
          <a:xfrm>
            <a:off x="7754203" y="5034603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15">
                <a:extLst>
                  <a:ext uri="{FF2B5EF4-FFF2-40B4-BE49-F238E27FC236}">
                    <a16:creationId xmlns:a16="http://schemas.microsoft.com/office/drawing/2014/main" id="{1542F57D-C2D3-4028-9C9C-67D87D3834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Oval 15">
                <a:extLst>
                  <a:ext uri="{FF2B5EF4-FFF2-40B4-BE49-F238E27FC236}">
                    <a16:creationId xmlns:a16="http://schemas.microsoft.com/office/drawing/2014/main" id="{1542F57D-C2D3-4028-9C9C-67D87D383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15">
                <a:extLst>
                  <a:ext uri="{FF2B5EF4-FFF2-40B4-BE49-F238E27FC236}">
                    <a16:creationId xmlns:a16="http://schemas.microsoft.com/office/drawing/2014/main" id="{337A1B7D-5C8A-47A9-90AE-7B4DEFF201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Oval 15">
                <a:extLst>
                  <a:ext uri="{FF2B5EF4-FFF2-40B4-BE49-F238E27FC236}">
                    <a16:creationId xmlns:a16="http://schemas.microsoft.com/office/drawing/2014/main" id="{337A1B7D-5C8A-47A9-90AE-7B4DEFF201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71E91760-DDB5-41EC-ACDC-AF1403804445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0FC9C58-E915-4E08-BBCF-232C45AC9D56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2914911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AC7884-2CE9-4AB9-BE3C-CED67042CFF5}"/>
              </a:ext>
            </a:extLst>
          </p:cNvPr>
          <p:cNvSpPr/>
          <p:nvPr/>
        </p:nvSpPr>
        <p:spPr>
          <a:xfrm>
            <a:off x="5527458" y="2858882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7F6DDB9-A354-42CF-8532-86F2CF9FAD3D}"/>
              </a:ext>
            </a:extLst>
          </p:cNvPr>
          <p:cNvSpPr/>
          <p:nvPr/>
        </p:nvSpPr>
        <p:spPr>
          <a:xfrm>
            <a:off x="7596896" y="4112491"/>
            <a:ext cx="795130" cy="79513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0B7DF6-BEC3-4015-8B4A-9CF49DEBE551}"/>
              </a:ext>
            </a:extLst>
          </p:cNvPr>
          <p:cNvCxnSpPr>
            <a:cxnSpLocks/>
            <a:stCxn id="4" idx="5"/>
            <a:endCxn id="5" idx="2"/>
          </p:cNvCxnSpPr>
          <p:nvPr/>
        </p:nvCxnSpPr>
        <p:spPr>
          <a:xfrm>
            <a:off x="6206144" y="3537568"/>
            <a:ext cx="1390752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2EB06D0D-0259-4C4B-9584-1948C8A49DFA}"/>
              </a:ext>
            </a:extLst>
          </p:cNvPr>
          <p:cNvSpPr/>
          <p:nvPr/>
        </p:nvSpPr>
        <p:spPr>
          <a:xfrm>
            <a:off x="7596215" y="1753729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197D40-1684-44DE-9EDA-136ED477BCF5}"/>
              </a:ext>
            </a:extLst>
          </p:cNvPr>
          <p:cNvCxnSpPr>
            <a:cxnSpLocks/>
            <a:stCxn id="4" idx="7"/>
            <a:endCxn id="7" idx="2"/>
          </p:cNvCxnSpPr>
          <p:nvPr/>
        </p:nvCxnSpPr>
        <p:spPr>
          <a:xfrm flipV="1">
            <a:off x="6206144" y="2151294"/>
            <a:ext cx="1390071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88E1463-3BC0-4163-814E-5D5063B34F5E}"/>
              </a:ext>
            </a:extLst>
          </p:cNvPr>
          <p:cNvSpPr/>
          <p:nvPr/>
        </p:nvSpPr>
        <p:spPr>
          <a:xfrm>
            <a:off x="9665260" y="2858882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2638CB-2112-4ACF-A88F-9154F217AF9F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8391345" y="2151294"/>
            <a:ext cx="1390359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A14BF3-2039-45E5-B261-5D722168AB57}"/>
              </a:ext>
            </a:extLst>
          </p:cNvPr>
          <p:cNvCxnSpPr>
            <a:cxnSpLocks/>
            <a:stCxn id="5" idx="6"/>
            <a:endCxn id="9" idx="3"/>
          </p:cNvCxnSpPr>
          <p:nvPr/>
        </p:nvCxnSpPr>
        <p:spPr>
          <a:xfrm flipV="1">
            <a:off x="8392026" y="3537568"/>
            <a:ext cx="1389678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D852745-4FF0-482E-920C-D2BAF2AA789B}"/>
              </a:ext>
            </a:extLst>
          </p:cNvPr>
          <p:cNvSpPr txBox="1"/>
          <p:nvPr/>
        </p:nvSpPr>
        <p:spPr>
          <a:xfrm>
            <a:off x="6587347" y="22433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512717-59AF-440F-A4A8-6B386F563E5B}"/>
              </a:ext>
            </a:extLst>
          </p:cNvPr>
          <p:cNvSpPr txBox="1"/>
          <p:nvPr/>
        </p:nvSpPr>
        <p:spPr>
          <a:xfrm>
            <a:off x="9065073" y="2151294"/>
            <a:ext cx="676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0CA8F4-5A06-4F08-9699-C616A9018516}"/>
              </a:ext>
            </a:extLst>
          </p:cNvPr>
          <p:cNvSpPr txBox="1"/>
          <p:nvPr/>
        </p:nvSpPr>
        <p:spPr>
          <a:xfrm>
            <a:off x="9117460" y="399226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B61403-BBCD-44F4-A3CB-B8A09E6CA4EE}"/>
              </a:ext>
            </a:extLst>
          </p:cNvPr>
          <p:cNvSpPr txBox="1"/>
          <p:nvPr/>
        </p:nvSpPr>
        <p:spPr>
          <a:xfrm>
            <a:off x="6596567" y="402381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EED234-DD45-491C-AAFD-9FB0D54CBA77}"/>
              </a:ext>
            </a:extLst>
          </p:cNvPr>
          <p:cNvCxnSpPr>
            <a:cxnSpLocks/>
            <a:stCxn id="4" idx="6"/>
            <a:endCxn id="9" idx="2"/>
          </p:cNvCxnSpPr>
          <p:nvPr/>
        </p:nvCxnSpPr>
        <p:spPr>
          <a:xfrm>
            <a:off x="6322588" y="3256447"/>
            <a:ext cx="3342672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E9D1AF-A8E4-4591-8CE4-34D545556316}"/>
              </a:ext>
            </a:extLst>
          </p:cNvPr>
          <p:cNvSpPr txBox="1"/>
          <p:nvPr/>
        </p:nvSpPr>
        <p:spPr>
          <a:xfrm>
            <a:off x="7847547" y="2843010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8" name="Rectangle 32">
            <a:extLst>
              <a:ext uri="{FF2B5EF4-FFF2-40B4-BE49-F238E27FC236}">
                <a16:creationId xmlns:a16="http://schemas.microsoft.com/office/drawing/2014/main" id="{CE2BD801-B67C-495B-9B60-59C99C906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763" y="23086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DADF00-A272-4DA9-BE86-E57E2593C742}"/>
              </a:ext>
            </a:extLst>
          </p:cNvPr>
          <p:cNvSpPr txBox="1"/>
          <p:nvPr/>
        </p:nvSpPr>
        <p:spPr>
          <a:xfrm>
            <a:off x="5632347" y="18813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24" name="Rectangle 34">
            <a:extLst>
              <a:ext uri="{FF2B5EF4-FFF2-40B4-BE49-F238E27FC236}">
                <a16:creationId xmlns:a16="http://schemas.microsoft.com/office/drawing/2014/main" id="{29D955D8-E696-45D5-B8F0-D0A85CA9F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6830" y="2319265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73FD78-7670-4136-9116-340F86654715}"/>
              </a:ext>
            </a:extLst>
          </p:cNvPr>
          <p:cNvSpPr txBox="1"/>
          <p:nvPr/>
        </p:nvSpPr>
        <p:spPr>
          <a:xfrm>
            <a:off x="9816830" y="187132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9071199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9071199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8571" t="-8197" r="-94048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4000" t="-8197" r="-5333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" name="Rectangle 34">
            <a:extLst>
              <a:ext uri="{FF2B5EF4-FFF2-40B4-BE49-F238E27FC236}">
                <a16:creationId xmlns:a16="http://schemas.microsoft.com/office/drawing/2014/main" id="{AB05225C-DDE7-406D-AF03-114AB70EF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1214467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B4DBF8-730A-41E5-A5DF-D89BDF40EC12}"/>
              </a:ext>
            </a:extLst>
          </p:cNvPr>
          <p:cNvSpPr txBox="1"/>
          <p:nvPr/>
        </p:nvSpPr>
        <p:spPr>
          <a:xfrm>
            <a:off x="7754203" y="766526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9" name="Rectangle 34">
            <a:extLst>
              <a:ext uri="{FF2B5EF4-FFF2-40B4-BE49-F238E27FC236}">
                <a16:creationId xmlns:a16="http://schemas.microsoft.com/office/drawing/2014/main" id="{0E1426E5-83F0-407B-B76B-34E6B5163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5482544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C06208-3D0A-45BD-8858-27D49CE23890}"/>
              </a:ext>
            </a:extLst>
          </p:cNvPr>
          <p:cNvSpPr txBox="1"/>
          <p:nvPr/>
        </p:nvSpPr>
        <p:spPr>
          <a:xfrm>
            <a:off x="7754203" y="5034603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15">
                <a:extLst>
                  <a:ext uri="{FF2B5EF4-FFF2-40B4-BE49-F238E27FC236}">
                    <a16:creationId xmlns:a16="http://schemas.microsoft.com/office/drawing/2014/main" id="{1542F57D-C2D3-4028-9C9C-67D87D3834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Oval 15">
                <a:extLst>
                  <a:ext uri="{FF2B5EF4-FFF2-40B4-BE49-F238E27FC236}">
                    <a16:creationId xmlns:a16="http://schemas.microsoft.com/office/drawing/2014/main" id="{1542F57D-C2D3-4028-9C9C-67D87D383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15">
                <a:extLst>
                  <a:ext uri="{FF2B5EF4-FFF2-40B4-BE49-F238E27FC236}">
                    <a16:creationId xmlns:a16="http://schemas.microsoft.com/office/drawing/2014/main" id="{337A1B7D-5C8A-47A9-90AE-7B4DEFF201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Oval 15">
                <a:extLst>
                  <a:ext uri="{FF2B5EF4-FFF2-40B4-BE49-F238E27FC236}">
                    <a16:creationId xmlns:a16="http://schemas.microsoft.com/office/drawing/2014/main" id="{337A1B7D-5C8A-47A9-90AE-7B4DEFF201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71E91760-DDB5-41EC-ACDC-AF1403804445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0FC9C58-E915-4E08-BBCF-232C45AC9D56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2479047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AC7884-2CE9-4AB9-BE3C-CED67042CFF5}"/>
              </a:ext>
            </a:extLst>
          </p:cNvPr>
          <p:cNvSpPr/>
          <p:nvPr/>
        </p:nvSpPr>
        <p:spPr>
          <a:xfrm>
            <a:off x="5527458" y="2858882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7F6DDB9-A354-42CF-8532-86F2CF9FAD3D}"/>
              </a:ext>
            </a:extLst>
          </p:cNvPr>
          <p:cNvSpPr/>
          <p:nvPr/>
        </p:nvSpPr>
        <p:spPr>
          <a:xfrm>
            <a:off x="7596896" y="4112491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0B7DF6-BEC3-4015-8B4A-9CF49DEBE551}"/>
              </a:ext>
            </a:extLst>
          </p:cNvPr>
          <p:cNvCxnSpPr>
            <a:cxnSpLocks/>
            <a:stCxn id="4" idx="5"/>
            <a:endCxn id="5" idx="2"/>
          </p:cNvCxnSpPr>
          <p:nvPr/>
        </p:nvCxnSpPr>
        <p:spPr>
          <a:xfrm>
            <a:off x="6206144" y="3537568"/>
            <a:ext cx="1390752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2EB06D0D-0259-4C4B-9584-1948C8A49DFA}"/>
              </a:ext>
            </a:extLst>
          </p:cNvPr>
          <p:cNvSpPr/>
          <p:nvPr/>
        </p:nvSpPr>
        <p:spPr>
          <a:xfrm>
            <a:off x="7596215" y="1753729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197D40-1684-44DE-9EDA-136ED477BCF5}"/>
              </a:ext>
            </a:extLst>
          </p:cNvPr>
          <p:cNvCxnSpPr>
            <a:cxnSpLocks/>
            <a:stCxn id="4" idx="7"/>
            <a:endCxn id="7" idx="2"/>
          </p:cNvCxnSpPr>
          <p:nvPr/>
        </p:nvCxnSpPr>
        <p:spPr>
          <a:xfrm flipV="1">
            <a:off x="6206144" y="2151294"/>
            <a:ext cx="1390071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88E1463-3BC0-4163-814E-5D5063B34F5E}"/>
              </a:ext>
            </a:extLst>
          </p:cNvPr>
          <p:cNvSpPr/>
          <p:nvPr/>
        </p:nvSpPr>
        <p:spPr>
          <a:xfrm>
            <a:off x="9665260" y="2858882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2638CB-2112-4ACF-A88F-9154F217AF9F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8391345" y="2151294"/>
            <a:ext cx="1390359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A14BF3-2039-45E5-B261-5D722168AB57}"/>
              </a:ext>
            </a:extLst>
          </p:cNvPr>
          <p:cNvCxnSpPr>
            <a:cxnSpLocks/>
            <a:stCxn id="5" idx="6"/>
            <a:endCxn id="9" idx="3"/>
          </p:cNvCxnSpPr>
          <p:nvPr/>
        </p:nvCxnSpPr>
        <p:spPr>
          <a:xfrm flipV="1">
            <a:off x="8392026" y="3537568"/>
            <a:ext cx="1389678" cy="972488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D852745-4FF0-482E-920C-D2BAF2AA789B}"/>
              </a:ext>
            </a:extLst>
          </p:cNvPr>
          <p:cNvSpPr txBox="1"/>
          <p:nvPr/>
        </p:nvSpPr>
        <p:spPr>
          <a:xfrm>
            <a:off x="6587347" y="22433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512717-59AF-440F-A4A8-6B386F563E5B}"/>
              </a:ext>
            </a:extLst>
          </p:cNvPr>
          <p:cNvSpPr txBox="1"/>
          <p:nvPr/>
        </p:nvSpPr>
        <p:spPr>
          <a:xfrm>
            <a:off x="9065073" y="2151294"/>
            <a:ext cx="676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0CA8F4-5A06-4F08-9699-C616A9018516}"/>
              </a:ext>
            </a:extLst>
          </p:cNvPr>
          <p:cNvSpPr txBox="1"/>
          <p:nvPr/>
        </p:nvSpPr>
        <p:spPr>
          <a:xfrm>
            <a:off x="9117460" y="399226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B61403-BBCD-44F4-A3CB-B8A09E6CA4EE}"/>
              </a:ext>
            </a:extLst>
          </p:cNvPr>
          <p:cNvSpPr txBox="1"/>
          <p:nvPr/>
        </p:nvSpPr>
        <p:spPr>
          <a:xfrm>
            <a:off x="6596567" y="402381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EED234-DD45-491C-AAFD-9FB0D54CBA77}"/>
              </a:ext>
            </a:extLst>
          </p:cNvPr>
          <p:cNvCxnSpPr>
            <a:cxnSpLocks/>
            <a:stCxn id="4" idx="6"/>
            <a:endCxn id="9" idx="2"/>
          </p:cNvCxnSpPr>
          <p:nvPr/>
        </p:nvCxnSpPr>
        <p:spPr>
          <a:xfrm>
            <a:off x="6322588" y="3256447"/>
            <a:ext cx="3342672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E9D1AF-A8E4-4591-8CE4-34D545556316}"/>
              </a:ext>
            </a:extLst>
          </p:cNvPr>
          <p:cNvSpPr txBox="1"/>
          <p:nvPr/>
        </p:nvSpPr>
        <p:spPr>
          <a:xfrm>
            <a:off x="7847547" y="2843010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8" name="Rectangle 32">
            <a:extLst>
              <a:ext uri="{FF2B5EF4-FFF2-40B4-BE49-F238E27FC236}">
                <a16:creationId xmlns:a16="http://schemas.microsoft.com/office/drawing/2014/main" id="{CE2BD801-B67C-495B-9B60-59C99C906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763" y="23086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DADF00-A272-4DA9-BE86-E57E2593C742}"/>
              </a:ext>
            </a:extLst>
          </p:cNvPr>
          <p:cNvSpPr txBox="1"/>
          <p:nvPr/>
        </p:nvSpPr>
        <p:spPr>
          <a:xfrm>
            <a:off x="5632347" y="18813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24" name="Rectangle 34">
            <a:extLst>
              <a:ext uri="{FF2B5EF4-FFF2-40B4-BE49-F238E27FC236}">
                <a16:creationId xmlns:a16="http://schemas.microsoft.com/office/drawing/2014/main" id="{29D955D8-E696-45D5-B8F0-D0A85CA9F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6830" y="2319265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-2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73FD78-7670-4136-9116-340F86654715}"/>
              </a:ext>
            </a:extLst>
          </p:cNvPr>
          <p:cNvSpPr txBox="1"/>
          <p:nvPr/>
        </p:nvSpPr>
        <p:spPr>
          <a:xfrm>
            <a:off x="9816830" y="187132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0695672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0695672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8571" t="-8197" r="-94048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4000" t="-8197" r="-5333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" name="Rectangle 34">
            <a:extLst>
              <a:ext uri="{FF2B5EF4-FFF2-40B4-BE49-F238E27FC236}">
                <a16:creationId xmlns:a16="http://schemas.microsoft.com/office/drawing/2014/main" id="{AB05225C-DDE7-406D-AF03-114AB70EF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1214467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B4DBF8-730A-41E5-A5DF-D89BDF40EC12}"/>
              </a:ext>
            </a:extLst>
          </p:cNvPr>
          <p:cNvSpPr txBox="1"/>
          <p:nvPr/>
        </p:nvSpPr>
        <p:spPr>
          <a:xfrm>
            <a:off x="7754203" y="766526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9" name="Rectangle 34">
            <a:extLst>
              <a:ext uri="{FF2B5EF4-FFF2-40B4-BE49-F238E27FC236}">
                <a16:creationId xmlns:a16="http://schemas.microsoft.com/office/drawing/2014/main" id="{0E1426E5-83F0-407B-B76B-34E6B5163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5482544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C06208-3D0A-45BD-8858-27D49CE23890}"/>
              </a:ext>
            </a:extLst>
          </p:cNvPr>
          <p:cNvSpPr txBox="1"/>
          <p:nvPr/>
        </p:nvSpPr>
        <p:spPr>
          <a:xfrm>
            <a:off x="7754203" y="5034603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15">
                <a:extLst>
                  <a:ext uri="{FF2B5EF4-FFF2-40B4-BE49-F238E27FC236}">
                    <a16:creationId xmlns:a16="http://schemas.microsoft.com/office/drawing/2014/main" id="{1542F57D-C2D3-4028-9C9C-67D87D3834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Oval 15">
                <a:extLst>
                  <a:ext uri="{FF2B5EF4-FFF2-40B4-BE49-F238E27FC236}">
                    <a16:creationId xmlns:a16="http://schemas.microsoft.com/office/drawing/2014/main" id="{1542F57D-C2D3-4028-9C9C-67D87D383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15">
                <a:extLst>
                  <a:ext uri="{FF2B5EF4-FFF2-40B4-BE49-F238E27FC236}">
                    <a16:creationId xmlns:a16="http://schemas.microsoft.com/office/drawing/2014/main" id="{337A1B7D-5C8A-47A9-90AE-7B4DEFF201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Oval 15">
                <a:extLst>
                  <a:ext uri="{FF2B5EF4-FFF2-40B4-BE49-F238E27FC236}">
                    <a16:creationId xmlns:a16="http://schemas.microsoft.com/office/drawing/2014/main" id="{337A1B7D-5C8A-47A9-90AE-7B4DEFF201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71E91760-DDB5-41EC-ACDC-AF1403804445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0FC9C58-E915-4E08-BBCF-232C45AC9D56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606A47-46D9-4E56-83D7-0B9BCC38D641}"/>
              </a:ext>
            </a:extLst>
          </p:cNvPr>
          <p:cNvSpPr txBox="1"/>
          <p:nvPr/>
        </p:nvSpPr>
        <p:spPr>
          <a:xfrm>
            <a:off x="991076" y="4128949"/>
            <a:ext cx="510492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What is the best path from our table for 1 -&gt; 2?</a:t>
            </a:r>
          </a:p>
          <a:p>
            <a:endParaRPr lang="en-GB" dirty="0"/>
          </a:p>
          <a:p>
            <a:r>
              <a:rPr lang="en-GB" dirty="0"/>
              <a:t>1-2 with distance 1</a:t>
            </a:r>
          </a:p>
          <a:p>
            <a:endParaRPr lang="en-GB" dirty="0"/>
          </a:p>
          <a:p>
            <a:r>
              <a:rPr lang="en-GB" dirty="0"/>
              <a:t>Is there a better path?</a:t>
            </a:r>
          </a:p>
          <a:p>
            <a:endParaRPr lang="en-GB" dirty="0"/>
          </a:p>
          <a:p>
            <a:r>
              <a:rPr lang="en-GB" dirty="0"/>
              <a:t>Yes 1-3-4-2 has a distance of -1.</a:t>
            </a:r>
          </a:p>
          <a:p>
            <a:endParaRPr lang="en-GB" dirty="0"/>
          </a:p>
          <a:p>
            <a:r>
              <a:rPr lang="en-GB" dirty="0"/>
              <a:t>Dijkstra delivered a suboptimal solution. i.e., it failed</a:t>
            </a:r>
          </a:p>
        </p:txBody>
      </p:sp>
    </p:spTree>
    <p:extLst>
      <p:ext uri="{BB962C8B-B14F-4D97-AF65-F5344CB8AC3E}">
        <p14:creationId xmlns:p14="http://schemas.microsoft.com/office/powerpoint/2010/main" val="2704702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82AF55A-B108-475E-91F9-548DDA29EE49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606370cc-c8d9-4222-8a4e-3c320f1e3034"/>
    <ds:schemaRef ds:uri="http://purl.org/dc/elements/1.1/"/>
    <ds:schemaRef ds:uri="http://schemas.microsoft.com/office/2006/metadata/properties"/>
    <ds:schemaRef ds:uri="http://schemas.microsoft.com/office/infopath/2007/PartnerControls"/>
    <ds:schemaRef ds:uri="bf6b85bd-8a7e-4854-be4d-0780382295a8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BDDE952-8896-4359-840B-10D4CFFF5C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6370cc-c8d9-4222-8a4e-3c320f1e3034"/>
    <ds:schemaRef ds:uri="bf6b85bd-8a7e-4854-be4d-0780382295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2509419-170C-487C-8DB8-DA190DC3BE7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252</Words>
  <Application>Microsoft Office PowerPoint</Application>
  <PresentationFormat>Widescreen</PresentationFormat>
  <Paragraphs>209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Office Theme</vt:lpstr>
      <vt:lpstr>Question 2a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 O'Neill</dc:creator>
  <cp:lastModifiedBy>Sam O'Neill</cp:lastModifiedBy>
  <cp:revision>1</cp:revision>
  <dcterms:created xsi:type="dcterms:W3CDTF">2020-02-19T12:48:13Z</dcterms:created>
  <dcterms:modified xsi:type="dcterms:W3CDTF">2021-02-25T13:01:56Z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47d098f-2640-4837-b575-e0be04df0525_Enabled">
    <vt:lpwstr>True</vt:lpwstr>
  </property>
  <property fmtid="{D5CDD505-2E9C-101B-9397-08002B2CF9AE}" pid="3" name="MSIP_Label_b47d098f-2640-4837-b575-e0be04df0525_SiteId">
    <vt:lpwstr>98f1bb3a-5efa-4782-88ba-bd897db60e62</vt:lpwstr>
  </property>
  <property fmtid="{D5CDD505-2E9C-101B-9397-08002B2CF9AE}" pid="4" name="MSIP_Label_b47d098f-2640-4837-b575-e0be04df0525_Owner">
    <vt:lpwstr>TCSR529@derby.ac.uk</vt:lpwstr>
  </property>
  <property fmtid="{D5CDD505-2E9C-101B-9397-08002B2CF9AE}" pid="5" name="MSIP_Label_b47d098f-2640-4837-b575-e0be04df0525_SetDate">
    <vt:lpwstr>2020-02-19T13:41:07.0481624Z</vt:lpwstr>
  </property>
  <property fmtid="{D5CDD505-2E9C-101B-9397-08002B2CF9AE}" pid="6" name="MSIP_Label_b47d098f-2640-4837-b575-e0be04df0525_Name">
    <vt:lpwstr>Internal</vt:lpwstr>
  </property>
  <property fmtid="{D5CDD505-2E9C-101B-9397-08002B2CF9AE}" pid="7" name="MSIP_Label_b47d098f-2640-4837-b575-e0be04df0525_Application">
    <vt:lpwstr>Microsoft Azure Information Protection</vt:lpwstr>
  </property>
  <property fmtid="{D5CDD505-2E9C-101B-9397-08002B2CF9AE}" pid="8" name="MSIP_Label_b47d098f-2640-4837-b575-e0be04df0525_Extended_MSFT_Method">
    <vt:lpwstr>Automatic</vt:lpwstr>
  </property>
  <property fmtid="{D5CDD505-2E9C-101B-9397-08002B2CF9AE}" pid="9" name="MSIP_Label_501a0944-9d81-4c75-b857-2ec7863455b7_Enabled">
    <vt:lpwstr>True</vt:lpwstr>
  </property>
  <property fmtid="{D5CDD505-2E9C-101B-9397-08002B2CF9AE}" pid="10" name="MSIP_Label_501a0944-9d81-4c75-b857-2ec7863455b7_SiteId">
    <vt:lpwstr>98f1bb3a-5efa-4782-88ba-bd897db60e62</vt:lpwstr>
  </property>
  <property fmtid="{D5CDD505-2E9C-101B-9397-08002B2CF9AE}" pid="11" name="MSIP_Label_501a0944-9d81-4c75-b857-2ec7863455b7_Owner">
    <vt:lpwstr>TCSR529@derby.ac.uk</vt:lpwstr>
  </property>
  <property fmtid="{D5CDD505-2E9C-101B-9397-08002B2CF9AE}" pid="12" name="MSIP_Label_501a0944-9d81-4c75-b857-2ec7863455b7_SetDate">
    <vt:lpwstr>2020-02-19T13:41:07.0481624Z</vt:lpwstr>
  </property>
  <property fmtid="{D5CDD505-2E9C-101B-9397-08002B2CF9AE}" pid="13" name="MSIP_Label_501a0944-9d81-4c75-b857-2ec7863455b7_Name">
    <vt:lpwstr>Internal with visible marking</vt:lpwstr>
  </property>
  <property fmtid="{D5CDD505-2E9C-101B-9397-08002B2CF9AE}" pid="14" name="MSIP_Label_501a0944-9d81-4c75-b857-2ec7863455b7_Application">
    <vt:lpwstr>Microsoft Azure Information Protection</vt:lpwstr>
  </property>
  <property fmtid="{D5CDD505-2E9C-101B-9397-08002B2CF9AE}" pid="15" name="MSIP_Label_501a0944-9d81-4c75-b857-2ec7863455b7_Parent">
    <vt:lpwstr>b47d098f-2640-4837-b575-e0be04df0525</vt:lpwstr>
  </property>
  <property fmtid="{D5CDD505-2E9C-101B-9397-08002B2CF9AE}" pid="16" name="MSIP_Label_501a0944-9d81-4c75-b857-2ec7863455b7_Extended_MSFT_Method">
    <vt:lpwstr>Automatic</vt:lpwstr>
  </property>
  <property fmtid="{D5CDD505-2E9C-101B-9397-08002B2CF9AE}" pid="17" name="Sensitivity">
    <vt:lpwstr>Internal Internal with visible marking</vt:lpwstr>
  </property>
  <property fmtid="{D5CDD505-2E9C-101B-9397-08002B2CF9AE}" pid="18" name="ContentTypeId">
    <vt:lpwstr>0x01010051A328A96253EC468854895DB51C3CA9</vt:lpwstr>
  </property>
</Properties>
</file>