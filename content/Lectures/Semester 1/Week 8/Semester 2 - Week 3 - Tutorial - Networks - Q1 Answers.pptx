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85" r:id="rId5"/>
    <p:sldId id="256" r:id="rId6"/>
    <p:sldId id="257" r:id="rId7"/>
    <p:sldId id="258" r:id="rId8"/>
    <p:sldId id="259" r:id="rId9"/>
    <p:sldId id="260" r:id="rId10"/>
    <p:sldId id="262" r:id="rId11"/>
    <p:sldId id="261" r:id="rId12"/>
    <p:sldId id="263" r:id="rId13"/>
    <p:sldId id="284" r:id="rId14"/>
    <p:sldId id="265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7FCF8-C4C8-46EB-AC18-5B5D2EF6B4D7}" v="97" dt="2020-02-20T11:40:08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 modNotesMaster">
      <pc:chgData name="Sam O'Neill" userId="cb323814-a42a-4cfe-bc74-03f595e56f6e" providerId="ADAL" clId="{A5E7FCF8-C4C8-46EB-AC18-5B5D2EF6B4D7}" dt="2020-02-20T11:40:08.180" v="465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Chg chg="modSp add del mod">
        <pc:chgData name="Sam O'Neill" userId="cb323814-a42a-4cfe-bc74-03f595e56f6e" providerId="ADAL" clId="{A5E7FCF8-C4C8-46EB-AC18-5B5D2EF6B4D7}" dt="2020-02-20T11:39:14.451" v="450" actId="47"/>
        <pc:sldMkLst>
          <pc:docMk/>
          <pc:sldMk cId="1833868533" sldId="283"/>
        </pc:sldMkLst>
        <pc:spChg chg="mod">
          <ac:chgData name="Sam O'Neill" userId="cb323814-a42a-4cfe-bc74-03f595e56f6e" providerId="ADAL" clId="{A5E7FCF8-C4C8-46EB-AC18-5B5D2EF6B4D7}" dt="2020-02-20T11:39:13.384" v="449"/>
          <ac:spMkLst>
            <pc:docMk/>
            <pc:sldMk cId="1833868533" sldId="283"/>
            <ac:spMk id="2" creationId="{48EB4D65-AC8A-4F61-9FAB-D4C32259AF24}"/>
          </ac:spMkLst>
        </pc:spChg>
      </pc:sldChg>
      <pc:sldChg chg="modSp add mod">
        <pc:chgData name="Sam O'Neill" userId="cb323814-a42a-4cfe-bc74-03f595e56f6e" providerId="ADAL" clId="{A5E7FCF8-C4C8-46EB-AC18-5B5D2EF6B4D7}" dt="2020-02-20T11:39:25.514" v="464" actId="20577"/>
        <pc:sldMkLst>
          <pc:docMk/>
          <pc:sldMk cId="1049701263" sldId="284"/>
        </pc:sldMkLst>
        <pc:spChg chg="mod">
          <ac:chgData name="Sam O'Neill" userId="cb323814-a42a-4cfe-bc74-03f595e56f6e" providerId="ADAL" clId="{A5E7FCF8-C4C8-46EB-AC18-5B5D2EF6B4D7}" dt="2020-02-20T11:39:25.514" v="464" actId="20577"/>
          <ac:spMkLst>
            <pc:docMk/>
            <pc:sldMk cId="1049701263" sldId="284"/>
            <ac:spMk id="2" creationId="{48EB4D65-AC8A-4F61-9FAB-D4C32259AF24}"/>
          </ac:spMkLst>
        </pc:spChg>
      </pc:sldChg>
      <pc:sldChg chg="modSp add mod">
        <pc:chgData name="Sam O'Neill" userId="cb323814-a42a-4cfe-bc74-03f595e56f6e" providerId="ADAL" clId="{A5E7FCF8-C4C8-46EB-AC18-5B5D2EF6B4D7}" dt="2020-02-20T11:39:18.595" v="453"/>
        <pc:sldMkLst>
          <pc:docMk/>
          <pc:sldMk cId="588763540" sldId="285"/>
        </pc:sldMkLst>
        <pc:spChg chg="mod">
          <ac:chgData name="Sam O'Neill" userId="cb323814-a42a-4cfe-bc74-03f595e56f6e" providerId="ADAL" clId="{A5E7FCF8-C4C8-46EB-AC18-5B5D2EF6B4D7}" dt="2020-02-20T11:39:18.595" v="453"/>
          <ac:spMkLst>
            <pc:docMk/>
            <pc:sldMk cId="588763540" sldId="285"/>
            <ac:spMk id="2" creationId="{48EB4D65-AC8A-4F61-9FAB-D4C32259AF24}"/>
          </ac:spMkLst>
        </pc:spChg>
        <pc:spChg chg="mod">
          <ac:chgData name="Sam O'Neill" userId="cb323814-a42a-4cfe-bc74-03f595e56f6e" providerId="ADAL" clId="{A5E7FCF8-C4C8-46EB-AC18-5B5D2EF6B4D7}" dt="2020-02-20T11:39:16.734" v="451"/>
          <ac:spMkLst>
            <pc:docMk/>
            <pc:sldMk cId="588763540" sldId="285"/>
            <ac:spMk id="3" creationId="{CA5B5060-91E9-4AA3-AB14-EE8E7312D99C}"/>
          </ac:spMkLst>
        </pc:sp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4D65-AC8A-4F61-9FAB-D4C32259A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1</a:t>
            </a:r>
            <a:br>
              <a:rPr lang="en-GB" dirty="0"/>
            </a:br>
            <a:r>
              <a:rPr lang="en-GB" dirty="0"/>
              <a:t>Prim’s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B5060-91E9-4AA3-AB14-EE8E7312D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76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0885888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0885888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998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0512876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0512876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514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8783613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8783613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575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004089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004089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420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775857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775857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8862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32726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32726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206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71943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71943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639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C5901A-8447-40BC-944F-0957FADB4FE9}"/>
                  </a:ext>
                </a:extLst>
              </p:cNvPr>
              <p:cNvSpPr/>
              <p:nvPr/>
            </p:nvSpPr>
            <p:spPr>
              <a:xfrm>
                <a:off x="8619585" y="4672380"/>
                <a:ext cx="1381340" cy="764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C5901A-8447-40BC-944F-0957FADB4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585" y="4672380"/>
                <a:ext cx="1381340" cy="764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967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4D65-AC8A-4F61-9FAB-D4C32259A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1</a:t>
            </a:r>
            <a:br>
              <a:rPr lang="en-GB" dirty="0"/>
            </a:br>
            <a:r>
              <a:rPr lang="en-GB" dirty="0"/>
              <a:t>Kruskal’s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B5060-91E9-4AA3-AB14-EE8E7312D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70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169597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169597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709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5705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59048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59048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232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392081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392081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074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89847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89847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65790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93015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93015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4217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85032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85032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245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949794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949794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7718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9478321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9478321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01578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6984886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6984886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7A31D8-21AC-4FAE-9691-16FF1D0C89DC}"/>
                  </a:ext>
                </a:extLst>
              </p:cNvPr>
              <p:cNvSpPr/>
              <p:nvPr/>
            </p:nvSpPr>
            <p:spPr>
              <a:xfrm>
                <a:off x="8481039" y="5808453"/>
                <a:ext cx="1381340" cy="764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7A31D8-21AC-4FAE-9691-16FF1D0C8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039" y="5808453"/>
                <a:ext cx="1381340" cy="764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255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schemas.microsoft.com/office/infopath/2007/PartnerControls"/>
    <ds:schemaRef ds:uri="http://purl.org/dc/elements/1.1/"/>
    <ds:schemaRef ds:uri="http://schemas.microsoft.com/office/2006/metadata/properties"/>
    <ds:schemaRef ds:uri="bf6b85bd-8a7e-4854-be4d-0780382295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1329</Words>
  <Application>Microsoft Office PowerPoint</Application>
  <PresentationFormat>Widescreen</PresentationFormat>
  <Paragraphs>845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Question 1 Prim’s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1 Kruskal’s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2020-02-19T12:48:13Z</dcterms:created>
  <dcterms:modified xsi:type="dcterms:W3CDTF">2020-02-20T11:40:19Z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