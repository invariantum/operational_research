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.xml" ContentType="application/vnd.openxmlformats-officedocument.presentationml.notesSlide+xml"/>
  <Override PartName="/ppt/ink/ink23.xml" ContentType="application/inkml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61" r:id="rId6"/>
    <p:sldId id="319" r:id="rId7"/>
    <p:sldId id="313" r:id="rId8"/>
    <p:sldId id="314" r:id="rId9"/>
    <p:sldId id="340" r:id="rId10"/>
    <p:sldId id="326" r:id="rId11"/>
    <p:sldId id="327" r:id="rId12"/>
    <p:sldId id="328" r:id="rId13"/>
    <p:sldId id="316" r:id="rId14"/>
    <p:sldId id="317" r:id="rId15"/>
    <p:sldId id="321" r:id="rId16"/>
    <p:sldId id="315" r:id="rId17"/>
    <p:sldId id="320" r:id="rId18"/>
    <p:sldId id="325" r:id="rId19"/>
    <p:sldId id="329" r:id="rId20"/>
    <p:sldId id="330" r:id="rId21"/>
    <p:sldId id="331" r:id="rId22"/>
    <p:sldId id="323" r:id="rId23"/>
    <p:sldId id="336" r:id="rId24"/>
    <p:sldId id="337" r:id="rId25"/>
    <p:sldId id="322" r:id="rId26"/>
    <p:sldId id="334" r:id="rId27"/>
    <p:sldId id="339" r:id="rId28"/>
    <p:sldId id="324" r:id="rId29"/>
    <p:sldId id="338" r:id="rId30"/>
    <p:sldId id="270" r:id="rId31"/>
    <p:sldId id="341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ambria Math" panose="02040503050406030204" pitchFamily="18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0073F-18DA-4B34-ACC2-DF3E11DF9A20}" v="30" dt="2020-11-02T17:46:01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28:36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15763 12111 258 0,'0'0'182'0,"0"0"-64"0,0 0-1 16,0 0 52-16,0 0 37 0,0 0 12 16,0 0 20-16,0 0-11 0,0 0-38 15,0 0-14-15,-3-12 10 0,3 10 5 0,0 2-12 16,0-3-20-16,0 2-4 0,0-1-3 15,0 1-43-15,0 1-12 0,0 0-10 16,0 0-19-16,0 0-16 0,0 0-20 16,0 0-18-16,0 0 3 0,0 0-3 15,0 3-12-15,0 1 1 0,0 3 10 16,0 5 7-16,0 0-15 0,0 6 27 0,0 0-18 16,0 1 15-16,0-1-6 0,0 0-3 15,0 2 0-15,0-3 0 0,0-1-16 16,0-1 19-16,0 0-22 0,0-7 1 15,0-2-1-15,0 0-1 0,0-4 1 16,0 0 2-16,0-2 11 0,0 0-12 0,0 0-1 16,0-4-19-16,0-2-22 0,0-2-3 15,0-7 43-15,0 0-2 0,0-4 3 16,0-1-19-16,1-1-10 0,1 0 10 16,1 2-15-16,-2-1 10 0,1 2 24 15,1 1 0-15,-1 1 0 0,0 2-2 16,1 1 1-16,0 2 1 0,1 3 0 15,-1 0 22-15,0 4 7 0,-2-1-4 16,1 4-3-16,-1-1 1 0,0 2 21 16,2 0-7-16,2 4-34 0,-1 7 75 15,3-1 23-15,0 7-29 0,1 0-18 16,-3 2 2-16,3 2 13 0,-1-3-19 0,-2 2-16 16,1-4-12-16,0 2-1 0,-1-5 4 15,0 1-9-15,-1-2-16 0,1-3 0 16,-2-3-22-16,-2-3-3 0,1 0-12 15,1-3-7-15,-2 0-15 0,2 0 3 16,0-8 56-16,4-4 26 0,-1-3 5 0,-2-3-9 16,2-4-22-16,0 2 1 0,-2 1 0 15,1 1 1-15,-2 6 0 0,0 3-2 16,-1 5 1-16,1 1-1 0,-3 3 13 16,1 0 15-16,1 0-3 0,0 3-4 15,3 0 26-15,2 7-10 0,-1-1-9 16,1 1 3-16,2 7-16 0,-2-3 19 15,1 4-12-15,0 1-10 0,-3 3-9 16,0-4 25-16,2 1-17 0,-3-2-11 16,0-5-31-16,-1-1-9 0,2-3-7 0,-1-3-52 15,-1 1-50-15,0-6-17 0,0 0-23 16,2 0-44-16,0 0-110 0,-1-5-74 16,1-2-86-16,0-2-38 0,0 0-243 15,-1-3-213-15</inkml:trace>
  <inkml:trace contextRef="#ctx0" brushRef="#br0" timeOffset="219.13">16142 12158 680 0,'0'0'743'0,"0"0"-278"16,0 0-244-16,0 0-49 0,0 0 47 16,0 0 7-16,0 0-10 0,0 0-8 15,0 0-29-15,0 0-14 0,0 0-22 0,30 73-1 16,-27-58-48-16,0 1-28 0,-1 0-28 15,0-3-19-15,2 1-19 0,-1-4-13 16,2 1-24-16,-2-4-20 0,1-4-56 16,2-2-121-16,0-1-72 0,1 0-220 15,-3-4-286-15,3-7-316 0</inkml:trace>
  <inkml:trace contextRef="#ctx0" brushRef="#br0" timeOffset="465.3">16318 12140 2056 0,'0'0'479'0,"0"0"-373"0,0 0-80 16,0 0 109-16,0 0 29 0,0 0-45 16,0 0-49-16,0 0-28 0,0 0-17 0,75 49-22 15,-60-44 13-15,0 3 25 0,2 2-3 16,-2-3 4-16,2 1-40 0,-4 1-2 15,3-4-1-15,-5 2-21 0,2-2 18 16,-3 0-37-16,-1-1-132 0,-2-2-57 16,2 0 43-16,-3 0-194 0,-4-1-268 15,0-1-110-15,-1 0-17 0</inkml:trace>
  <inkml:trace contextRef="#ctx0" brushRef="#br0" timeOffset="685.32">16527 12135 1474 0,'0'0'514'16,"0"0"-229"-16,0 0-84 0,0 0 111 15,0 0 57-15,0 0-34 0,0 0-158 0,0 0-94 16,0 0-71-16,0 0 1 0,0 0 24 16,-34 73 39-16,27-54 9 0,2 0-10 15,-3 0-8-15,1 0-30 0,0 0-12 0,1-1-25 16,2-2-18-16,1-1-16 0,3-2-35 15,0-2-129-15,0-4-153 16,0-1-275-16,3-4-518 0,4-2-209 0</inkml:trace>
  <inkml:trace contextRef="#ctx0" brushRef="#br0" timeOffset="1100.16">16684 12251 1960 0,'0'0'301'16,"0"0"-301"-16,0 0-45 0,0 0 45 15,0 0 110-15,0 0-20 0,0 0-44 16,0 0-18-16,90-49-28 0,-76 36-20 16,0 1 20-16,-3-1 7 0,0 0 22 15,-3 1-7-15,-2 1 24 0,-3 2 18 0,0 2 20 16,0 2 6-16,-3 0-6 15,0 0-14-15,0 2-9 0,0-1-6 16,-3 1-1-16,-2 1 7 0,-1 0-42 0,-2 2-6 16,-1 0 9-16,1 0 71 0,-5 2 82 15,3 2-55-15,-2 1 22 0,1 3-10 16,0 1-13-16,3 1-5 0,-1 2-14 0,4-2-16 16,2 5-19-16,0-4-44 0,3 2-17 15,0-1-4-15,3 2-13 16,4-1 10-16,6 2 1 15,-3-4 2-15,5 1-2 0,0-5-23 0,2-1-3 16,-1 0-28-16,4-3-34 0,1-2-13 0,2-1-61 16,-2 0-44-16,1-4-124 0,-2-4-151 15,2 0-143-15,-8-2-360 0,6-3 172 0</inkml:trace>
  <inkml:trace contextRef="#ctx0" brushRef="#br0" timeOffset="1488.11">17089 12078 232 0,'0'0'1391'0,"0"0"-946"0,0 0-138 0,0 0-38 16,0 0 30 0,0 0-75-16,0 0-112 0,0 0-45 0,0 0-13 0,0 0 25 15,-20 80 10-15,20-66 13 16,0 1 2-16,0-5 15 0,4 1 10 0,-1-7-59 16,1 2-51-16,0-5-17 0,1-1 19 15,-1 0 8-15,0-1 2 0,4-5 0 16,2-5-6-16,-3-1-25 0,2-6 0 15,0-2-19-15,0-3-6 0,-2-5-3 16,1 0-31 0,-4-1 9-16,-1-2-23 0,-3 0 23 0,0-2 15 15,-10 4 7-15,3-1-4 0,-2 6 32 0,2 5 3 0,1 7 42 16,2 4 17-16,2 3 1 0,1 4 13 16,1 1 15-16,0 0-17 0,0 0 7 15,0 1 34-15,-2 6-13 0,2 0-44 16,0 5-24-16,0 7-21 0,0 5 33 0,0 4 40 15,8-2 43-15,-1 2 8 0,3-2-42 16,0 1-37-16,3-6-25 16,-3-1-30-16,2-3 8 0,0-3-11 15,0-2-21-15,1-5-6 0,1 0-31 0,0-2-104 16,0-5-80-16,0 0-107 0,-1-5-362 16,5-7-752-16</inkml:trace>
  <inkml:trace contextRef="#ctx0" brushRef="#br0" timeOffset="3103.26">16244 13156 2639 0,'0'0'332'0,"0"0"-140"0,0 0-106 16,0 0-22-16,0 0 63 0,0 0 57 15,0 0-23-15,0 0-41 0,0 0-101 0,0 0-19 16,9 74 0-16,-3-54 3 0,-3-2 9 16,1 0 4-16,-1-2-14 0,0-2 23 15,-3 0 0-15,0-7-9 0,0 1-13 0,0-4 13 16,0-1 0-16,0-3-12 0,0 0-4 16,0 0-39-16,0-8-52 0,0-3-3 15,0-7-23-15,0-3 60 0,0-7 54 16,-2-1-13-16,-1-2 13 15,0 0-35-15,1 3 16 0,-1 1 6 0,0 3 16 16,0 1 19-16,3 5 3 16,-2 6-3-16,1 0-6 0,1 6 6 0,0 2 3 15,0 1-19-15,0 3 23 0,0 0-9 16,0 0-17-16,3 5-35 0,1 0 35 16,3 6 119-16,4 3-21 0,3 5-13 0,-1 6-32 15,4 3 17-15,-1 3-14 0,0 0-28 16,0 0-3-16,0-2 0 0,-2-2-25 15,0-4 0-15,-2-2-3 0,1-3-10 16,-4-5-15-16,-2-4 3 0,0-1-6 16,-1-5-3-16,-4 0-29 0,0-2-51 15,-1-1-59-15,-1 0-64 0,0 0-94 0,-5-2 36 16,-2-3-379-16,-9-2-552 0</inkml:trace>
  <inkml:trace contextRef="#ctx0" brushRef="#br0" timeOffset="3667">16279 13300 1960 0,'0'0'495'0,"0"0"-378"15,0 0-72-15,0 0-45 16,0 0 119-16,0 0 16 0,0 0-55 16,0 0-44-16,0 0-36 0,85-60-45 0,-69 44 16 15,-3 0-3-15,1-3-100 0,-1 0-39 16,-2 0-7-16,0 0 4 0,-4-1-5 15,-3 2-35-15,2 2 48 0,0 0 52 0,-5 3 56 16,-1 1 58-16,1 5 3 0,-1 0 33 16,2 3 19-16,-2 3 23 0,1-1 29 15,-1 2 56-15,2 0 67 0,-1 2 32 16,2 3-100-16,2 3-1 0,-1 4 13 16,2 4-20-16,4 3-20 0,-3 0-25 15,2 4-40-15,1-3 17 0,0 2-13 31,0-1-19-31,0-3-19 0,-1-1-3 0,-1-5-4 0,0-1-28 0,0-4-2 16,1-2-23-16,-3-3-4 0,1-2 1 0,3 0 15 16,-3-7 0-16,0-4-18 15,1-4-29-15,-3-1-30 0,-1-4 5 16,-1-4 18-16,-3 1 15 0,0-2 25 0,0 0 27 16,0 0 0-16,-6 0 3 0,1 2 54 15,1 3-21-15,-1 5-1 0,1 2-7 16,2 4 7-16,1 5 16 0,0 2 0 15,1 2 13-15,0 0 12 0,0 0 15 0,0 0 26 16,0 6-41-16,0 0-45 0,4 6 19 16,2 2 6-16,4 7-20 0,-2 0 1 15,4 1 4-15,1 3-4 0,0-1-5 16,1 0-7-16,-2 0-22 0,-1-2 15 16,4-3-18-16,-7-1-10 0,3-7-3 15,-2 1-15-15,2-5-15 0,-3-2-63 16,4-3-84-16,-4-2-24 0,6 0-91 0,-3-7-223 15,-2-1-270-15,2-9-322 0</inkml:trace>
  <inkml:trace contextRef="#ctx0" brushRef="#br0" timeOffset="3932.29">17069 12986 1023 0,'0'0'1032'0,"0"0"-741"16,0 0-252-16,0 0 94 0,0 0 141 15,0 0 2-15,0 0-68 0,0 0-55 0,0 0-36 16,0 0-38-16,0 0-22 0,54 73-9 16,-46-64-23-16,-4 1-24 0,1-3-1 15,0-2-16-15,1 1-19 0,-3-5-31 16,1-1-115-16,0 0-96 0,2 0-79 15,0-8-96-15,-2-3-200 0,-1 1-31 16,0-5-306-16</inkml:trace>
  <inkml:trace contextRef="#ctx0" brushRef="#br0" timeOffset="4285.72">17237 12910 1190 0,'0'0'638'15,"0"0"-324"-15,0 0-178 0,0 0 17 16,0 0 73-16,0 0-40 0,0 0-16 15,0 0-48-15,0 0-23 0,0 0-16 16,35 68 6-16,-32-56 13 0,1-2 9 16,0-1-19-16,-1-2-4 0,2 0-35 0,-5-4-49 15,4-1-4-15,-4-2-26 0,0 0-2 16,1 0-13-16,1-5-19 0,0-4 48 16,1-3-7-16,0-3-26 0,-1-3-18 15,-1 1 0-15,-1-4-4 0,0 1 35 16,0 0-19-16,-3 4-3 0,0 2 9 15,2 4 45-15,1 5 14 0,0 3 15 0,0 2 6 16,0 0 67-16,0 0 25 16,0 7-93-16,4 0-11 0,4 4 5 15,-1 1 13-15,4 0 7 0,-1 1-11 16,3 0-15-16,-1 0 10 0,0-4 12 0,0 3-41 16,0-5-2-16,0-1-1 0,-3 0-14 15,2-2-21-15,-4-3-85 0,1-1-79 16,0 0-104-16,-3-5-178 0,-2-2-208 15,-1 1-98-15,-2-3-434 0</inkml:trace>
  <inkml:trace contextRef="#ctx0" brushRef="#br0" timeOffset="4547.59">17438 12659 2183 0,'0'0'456'0,"0"0"-298"0,0 0-158 16,0 0 0-16,0 0 74 0,0 0 45 16,0 0 44-16,0 0-9 15,0 0-40-15,50 68-22 0,-38-48 22 0,0 2 3 16,0 0-10-16,1 2-6 0,-2 0-62 16,0-5-39-16,-1-2-16 0,0-1-50 15,-2-4-148-15,0-4-94 0,0 0-114 0,-4-3-174 16,-1-1-404-16,-1-4-130 0</inkml:trace>
  <inkml:trace contextRef="#ctx0" brushRef="#br0" timeOffset="5801.79">17569 12877 1102 0,'0'0'443'0,"0"0"-268"16,0 0 4-16,0 0 84 0,0 0-30 0,0 0-49 15,0 0-39-15,0 0-48 16,0 0-33-16,88-54-22 0,-74 42-23 0,2-3-19 15,0 0-1-15,-5 0-18 0,3-1 6 16,-3 2 11-16,-4 0-14 0,-1 3 3 16,-2-1-3-16,-3 0-10 0,-1 4 23 15,0 1 3-15,-1 0 42 0,-5 2 6 16,2 3-26-16,-2 1 30 0,0 1-14 0,-1 0 23 16,-1 0 54-16,2 3-19 0,-2 3-17 15,3 3-5-15,-1-1 14 0,-1 4 23 16,3 1-32-16,1 2 3 0,3 1 19 15,0-1-10-15,0 2-18 0,3-2-30 16,2 0-18-16,7-2-22 0,-4-5 7 16,6 2-10-16,0-5-3 0,2-3-25 15,2-2-10-15,1-2-35 0,0-7-62 16,1-3-25-16,0-2-46 0,-1-3-20 0,-2-2-55 16,-4 2-47-16,-2-1-18 0,-2 1-20 15,-3 2 48-15,-1-1 84 0,-4 2 71 16,-1 3 91-16,0-1 72 0,0 3 45 0,0 0 75 15,-3 3 69-15,0-1 25 0,0 2-12 16,0 4 5-16,2 1 20 0,-1 0 19 16,1 0 8-16,-1 2-7 15,-1 5-177-15,0 2-68 0,0 1 0 0,-2 0 30 16,4 1 10-16,-1-4-1 0,2 0-6 16,0-3-9-16,0-3-26 0,0 0 2 15,5-1 36-15,1 0-16 0,2-2-3 16,-1-3-16-16,1-2-3 0,-4 0-9 15,2-2-13-15,-2 2 9 0,-1 5 0 16,-3-1 10-16,0 1 3 0,0 1 3 16,0 1 32-16,0 0 10 0,0 0-45 15,0 0-13-15,0-2-32 0,1 2-6 0,1 0-12 16,-2 0 18-16,1 0 16 0,2 0 29 16,0 2 40-16,1-1 20 0,4 4 14 15,1-1-20-15,3 3 0 0,2 0-16 16,1 0-19-16,2 1-16 0,2 1-2 15,4-1-1-15,1 3 12 0,4 1 14 16,2-1 18-16,2 5 161 0,-2-1-61 16,0 0-102-16,-4 2-40 0,-3 0 0 15,-3 1 14-15,-6 0-14 0,-6 1 20 0,-5 2 3 16,-3-2 15-16,0 2-2 0,-9 0-4 16,-2-2-6-16,-2-1 0 0,-4-1-6 15,-2-4-21-15,1-5-1 0,1-4-50 16,1-4-59-16,2-3-70 0,-1-10-57 0,1-3-4 15,1-6-69-15,-1-2-38 0,4 1-143 16,2-1-45-16,3 2 122 0,3 2 244 16,2 3 169-16,0 2 13 0,2-2 33 15,2 3-7-15,3-3-10 0,3-1-13 16,3 0 46-16,-1 0 39 0,4-3 39 16,-3 0 16-16,2-2-17 0,-2 3-38 15,2-3-27-15,-7 4-51 0,-2 0 3 0,-1 5 3 16,-5-1 13-16,0 4 65 0,0 1 42 15,-5 2 22-15,-1 2-4 0,-1 0 3 16,-3 1-36-16,2 4-25 0,-3 1-10 16,0 0 41-16,2 1 46 15,1 5-35-15,-1 0-100 0,3 5-17 0,1 0-6 16,2 1-15-16,3 1 31 0,0 3 13 16,0-1 21-16,4 1-16 0,3-4-9 0,7 0-9 15,0-3-16-15,3-4-25 0,0 0-2 16,5-5-1-16,1-1-22 0,0-8-52 15,-1-5-64-15,1-2-38 0,-3 0 0 16,-1-5-70-16,-4 2-82 0,-3-3-57 16,-3 2-83-16,-4 1-112 0,-2 2 62 15,-2-1 88-15,-1 1 156 0,0 2 118 16,-1 0 146-16,-1 3 10 0,2 4 215 0,0 1 17 16,0 3-164-16,0 4-39 0,3 0 63 15,3 0 198-15,3 7 103 0,1 0-100 16,2 2-190-16,2 3 17 0,2 0 32 15,1 0 62-15,0 0-56 0,-1 0-7 16,-3 0 16-16,-3-1-7 0,-1-4 37 16,-3-3-38-16,-3-1-61 0,-3-3-25 15,1 0 18-15,-1 0 44 0,0 0 47 0,0-7-13 16,0-2-89-16,-1-5-80 0,-4-5-9 16,1-5-13-16,0-2 0 15,1-2 1-15,1-1-4 0,2 1-40 0,0 2-23 16,5 2 1-16,3 5-33 0,1 1-12 15,-2 5-80-15,3 4-125 0,-3 2-205 16,1 4-482-16,-5 0-288 0</inkml:trace>
  <inkml:trace contextRef="#ctx0" brushRef="#br0" timeOffset="11549.24">17326 13482 1284 0,'0'0'560'0,"0"0"-197"16,0 0-188-16,0 0-4 16,0 0 58-16,0 0-17 0,0 0-61 15,0 0-36-15,0 0 6 0,0 0 60 16,5 23 27-16,-2-10-88 0,2 1-73 0,1 1-28 16,2 0 28-16,-1 1-6 0,0-1-21 15,-1 0-2-15,0-4-17 0,-2 1-1 16,1-4-2-16,0-1 0 0,-2-1-1 0,-2-3 0 15,1 0-13-15,-2-2 13 16,0-1-13-16,0 0-10 0,0 0-2 0,0 0-3 16,0-4-13-16,0-1 0 0,0-4 6 15,-5-4 25-15,-1-1 13 0,-1-4 0 16,-1-1-2-16,0-2-10 0,0 2 10 16,-1 0-19-16,2 2 20 0,3 3-1 15,-2 1-12-15,3 0 14 0,1 3 13 16,1-1-13-16,1 2-3 0,0 1 2 15,0 1-2-15,4-1 1 0,2-1 2 0,1 0 47 16,6-1-18-16,-1-2-7 0,4 2 0 16,1 1 0-16,2-1 6 0,-3 4-28 15,-1 1 0-15,0 4-6 0,-2 1 6 16,-5 0 37-16,0 6-11 0,-2 2 2 16,-2 1 13-16,1 3-6 0,-5 2 9 15,0 1 12-15,0 2-25 0,-7 2-19 16,-1-2 20-16,-3 3-29 0,-3 0-3 0,1 1-15 15,-2-1 14-15,-2-1-1 0,2-2-14 16,3-4-2-16,2-4-10 0,2-2 12 16,2-6 16-16,3 1-3 15,1-2-10-15,2 0-21 0,0 0-19 0,0 0-26 0,5 0 10 16,2-3 69-16,6-1 44 0,0-3-7 16,5 0-15-16,0 1 29 0,3 0-19 15,1-1-14-15,-2 2 13 0,2 3 16 16,-4-1 6-16,-4 3-40 0,-4 0 21 15,0 4 9-15,-6 1-6 0,-1 2 4 16,-2-1 45-16,-1 1 16 0,0 4-37 16,0-3-19-16,-4 3-15 0,-5 1-31 0,-3 0-3 15,-2-2 3-15,-1 0 0 16,0-1 1-16,-2 0-1 0,2-4-31 16,3-1 10-16,0-1 8 0,2-3-24 0,3 0-40 15,3 0-31-15,-1 0-28 0,4 0-54 16,1-4-93-16,0-2-125 0,0 1-65 15,0-4 26-15,6 1-45 0,-2 0-158 16,6-2-96-16</inkml:trace>
  <inkml:trace contextRef="#ctx0" brushRef="#br0" timeOffset="11782.61">17632 13480 1094 0,'0'0'999'0,"0"0"-614"0,0 0-114 0,0 0 8 16,0 0 51-16,0 0-48 16,0 0-96-16,0 0-48 0,0 0-33 15,51 72-36-15,-44-64-29 0,3 1-40 16,-3-3-25-16,0-1-9 0,5-1-16 0,-5-1-11 16,0-3-55-16,0 0-32 0,2-1-48 15,0-6-97-15,-4-1 28 0,1-5-153 16,2-2-188-16,-5 4-174 0,0-7-369 0</inkml:trace>
  <inkml:trace contextRef="#ctx0" brushRef="#br0" timeOffset="12148.17">17799 13391 1114 0,'0'0'628'16,"0"0"-251"-16,0 0-180 0,0 0-19 0,0 0 19 0,0 0-49 15,25 67-23-15,-18-55-22 0,-3 0 47 16,4-1-32-16,-2-2 35 0,-1-1-4 15,1-2-51-15,-3-3-35 0,0-1-29 0,-3-1-12 16,0-1-22-16,1 0 0 0,-1-1-47 16,0-4 6-16,0-3 41 0,1-6 0 15,1 0-3-15,-1-2-47 0,1-4-4 16,-1-1 10-16,1 2-13 0,-1-1 0 16,5 0 38-16,-3 2 15 0,1 3 8 15,0 5 0-15,1 3-2 0,1 2 34 16,-1 3 43-16,1 2 3 0,0 0 0 15,2 0 3-15,4 1 0 0,-2 5 12 0,2 1 61 16,2 3-9-16,-1 2-56 0,1-1-56 16,-2 1-6-1,0 0 9-15,-1 0-27 0,-2-2-1 0,-2-1-12 0,-3 2-12 16,3-4-22-16,-4-4-22 0,1-2-77 16,-1-1-110-16,2 0-135 0,1-8-51 15,-3 0 0-15,2-4-49 0,-1-4-125 0,-2 5-93 16,2-6-380-16</inkml:trace>
  <inkml:trace contextRef="#ctx0" brushRef="#br0" timeOffset="12550.79">18161 13206 1391 0,'0'0'637'0,"0"0"-236"0,0 0-136 16,0 0-14-16,0 0-11 0,0 0-48 15,0 0-27-15,0 0-13 0,0 0-4 16,-30 81-29-16,30-66-14 0,0 1 7 15,0-4 28-15,1-5-31 0,2 0-72 16,0-5-37-16,1 1-22 0,4-3-15 16,-2 0-28-16,0 0 9 0,3-3 19 15,-2-4-4-15,3-5-15 0,-3-1-13 16,1-3-10-16,-1 1-21 0,-3 0-36 16,2 0 4-16,-3 3 11 0,-3 0 35 0,0 5 36 15,0-3 50-15,0 6 3 16,-2-1 60-16,-1 2-18 0,-1 3 12 0,3 0 13 15,0 0 21-15,1 0 1 0,0 3-7 16,0 0-10-16,0 1-44 0,0 2-31 16,0 0 0-16,1 2 44 0,4 3 45 0,1-4 1 15,0 3-9-15,1-3-12 16,-1-1-14-16,4 0-24 0,-3-4-12 0,1 2-10 16,0-4-9-16,2 0-43 0,-1 0-19 15,1-3 15-15,1-3-49 0,-2-3-41 16,1-3-33-16,0 0 6 0,-1-5-64 15,-3 1-167-15,-2-1-138 0,1 0-131 16,-1 4-65-16,-4-4-14 0</inkml:trace>
  <inkml:trace contextRef="#ctx0" brushRef="#br0" timeOffset="13247.62">18369 13097 192 0,'0'0'610'0,"0"0"-92"0,0 0-144 16,0 0-127-16,0 0 32 0,0 0-1 15,0 0-4-15,0 0-58 0,0 0-46 16,0 0-30-16,0 0-19 0,68 54-13 0,-60-47 3 15,-2 0-1-15,-3-2 4 0,0 0-26 16,-2-1-35-16,0-1-18 0,-1-2-9 16,0-1-23-16,0 0 12 0,0 0 10 15,0 0 5-15,0-1-30 0,0-2-47 16,-2-2-20-16,-1-1-21 0,0-1-38 16,-2-2 38-16,4 0 15 0,1 0 1 15,0 0 2-15,0-1-13 0,4-1 7 16,4 3 15-16,1-3 4 0,2 2 6 0,0-1 25 15,5 3 1-15,-2 1-20 16,4 0 26-16,-4 2 19 0,3 2 103 16,-2 0 25-16,1 2-115 0,-6 0-1 0,2 0 33 15,-3 1 15-15,2 3 36 0,-4 1-55 16,1 0-19-16,-1 0 13 0,-1 2 9 16,0-2-3-16,0-1-28 0,-4-1 0 0,3 0-11 15,-2-1-2-15,1-1-13 16,1-1 0-16,-1 0 12 0,3-4 1 0,-1-4-1 15,1-2-21-15,-1-3-13 0,3 0 0 16,-1-2-12-16,-2 1-4 0,3-2-3 16,-4 6-3-16,2 0 3 0,2 0 3 15,0 4 35-15,1 3-6 0,0 1-4 16,0 2 26-16,0 0 66 0,3 3 39 16,2 8-63-16,0-1-27 0,4 6 27 15,4 2 31-15,2 5-39 0,-1 0-31 16,0 3 0-16,-2 2 54 0,0-1 0 0,-4 2 12 15,-3-2-16-15,-5 1-15 0,-1-1 3 16,-9-1-16-16,0-1 0 0,-2-1-6 16,-8-1 3-16,2-5 3 0,-3-4-8 15,2-5 8-15,1-5-3 0,4-4-22 16,-1-3-7-16,1-8-56 0,0-6-19 0,-2-8 26 16,3-6 56-16,-1-6 15 0,3-6 4 15,1 0-3-15,0 3-14 0,0-2-1 16,5 11 12-16,2 2 5 0,3 6-17 15,-1 0 0-15,5 6 12 0,0 2 18 0,-4 3 30 16,0 5-48 0,-3 1-13-16,-3 1-18 0,-1 4-11 0,0 1-15 15,-1 0-28-15,-2 0-73 0,0 0-35 0,0 0-33 16,0 1-74-16,0 4-208 0,0-2-579 16,-9 6-383-16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29:37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11499 10932 2629 0,'0'0'427'0,"0"0"-238"16,0 0-128-16,0 0 104 0,0 0 95 0,0 0 16 15,0 0-65-15,0 0-65 16,0 0-32-16,23-6-6 0,-18 6-52 0,1 0-28 15,3 0-25-15,1 0 31 0,4-2-13 16,5-3-5-16,4-3 8 0,4-2 4 16,2-4-25-16,3-2-3 0,0-1 0 15,-1 2-1-15,0 0-36 0,-3 0 6 16,-2 5-18-16,-2-2-74 0,-4 1-75 16,0 4-140-16,-6 2-27 0,-1-2-173 15,-6 1-199-15,-2 4-392 0,-5 0-12 0</inkml:trace>
  <inkml:trace contextRef="#ctx0" brushRef="#br0" timeOffset="331.8">11552 10986 2089 0,'0'0'473'0,"0"0"-180"16,0 0-97-16,0 0 8 0,0 0 45 16,0 0-62-16,0 0-49 0,0 0 7 15,0 0-25-15,0 0-30 0,0 0-6 16,23 74 3-16,-17-56-3 0,-2 0-10 16,-1 1-6-16,0 1 0 0,0-1-31 15,1-1-25-15,-4 0-12 0,1 0 1 0,-1-1-1 16,2-2-11-16,-2 1-1 0,0-3-19 15,1-3-31-15,1 0-58 0,-1-2-38 16,1-2-35-16,-1 0-34 0,0-5-130 16,1-1-108-16,-1 0-105 0,1-1-185 0,1-3-390 15,0-8 552-15</inkml:trace>
  <inkml:trace contextRef="#ctx0" brushRef="#br0" timeOffset="654.04">11629 11159 696 0,'0'0'697'0,"0"0"-297"16,0 0-105-16,0 0 10 0,0 0-50 0,0 0-91 15,0 0-39-15,90-48-35 0,-68 38-29 16,1 2-22-16,4-3 9 0,-1 0-29 16,0 0-17-16,-4 4-2 0,-2 0-13 15,-4 1 13-15,-1 2 0 0,-4 2 1 16,-3 2 12-16,-4 0 6 0,-1 0 26 0,-1 0 60 15,1 5 60-15,-3 1 19 16,3 2-27-16,-2 3-41 0,0 1-46 0,1-1-13 16,-2 2-17-16,1-1 4 0,2 1-13 15,0-1-31-15,3-2 0 0,-2 1-12 16,2-3 11-16,0 1-15 0,-2-2 15 16,1 0-1-16,0-2-20 0,1-2-37 15,-3 1-55-15,3-1-40 0,-1 0-38 0,1-3-46 16,3 0-119-16,-2-4-74 0,2-2-58 15,-2-1-271-15,6-5-294 16</inkml:trace>
  <inkml:trace contextRef="#ctx0" brushRef="#br0" timeOffset="966.59">12169 10981 1641 0,'0'0'478'15,"0"0"-307"-15,0 0-67 16,0 0 151-16,0 0 54 0,0 0-63 15,0 0-99-15,0 0-26 0,48 70-48 0,-37-57-19 16,-1-1-7-16,0 1 13 0,-1-3 3 16,-2-2 0-16,-1-1-25 0,-2-3-19 15,-1 0-6-15,-3-3 2 0,0-1 14 0,0 0 27 16,0 0 36-16,0 0 58 0,0-5-11 16,0-1-64-16,-7-2-75 0,2-6-31 15,1-1-31-15,1-7 15 0,2 1 22 16,1-1-3-16,0-1-43 15,4 4 5-15,5 0 4 0,0 1 20 16,5 1 4-16,0 2-18 0,3 0-10 0,2 3-3 16,-2 2-26-16,1 1-32 0,-2 5-54 15,-2 2-90-15,-5 1-120 0,-1 1-143 16,-2 0-157-16,-3 1-366 0</inkml:trace>
  <inkml:trace contextRef="#ctx0" brushRef="#br0" timeOffset="1651.3">12391 10982 2602 0,'0'0'395'0,"0"0"-395"16,0 0 0-16,0 0 10 0,0 0 118 16,0 0-6-16,0 0 24 0,77-1 10 15,-58-5-11-15,1 0-66 0,-1-1-32 16,-2 1-18-16,-1 0-14 0,-4-1 7 15,-3-4 4-15,-1 5 2 0,-2 0 3 16,-3-2 10-16,-2 0-9 0,1 1-10 16,-2-1 0-16,0-3-21 0,0 3 0 15,-2-3 0-15,-2 3 12 0,-2-1-10 16,-2 2 22-16,-1 0-22 0,-1 3 0 0,-3 2 16 16,0 2-7-16,1 0-9 0,-2 2 22 15,4 6 75-15,-5 3-35 0,5 2-31 16,0 2 25-16,0 3 9 0,3 1 12 15,0 1 34-15,4 2 9 0,3-3-19 16,0-1-37-16,0-2-33 0,7-4-19 0,5-1-15 16,0-3 0-16,4-2-24 0,3-5-13 15,2-1-21-15,3-1 0 16,2-10-6-16,0-1-47 0,-2-5-12 0,2-2-50 16,0-2 17-16,-6 0-123 15,0-4-156-15,-2 1-55 0,-4 2 13 0,-1 0 60 16,-2-2 28-16,-3 1 15 0,-2-1 45 15,-2 0 88-15,-1 2 218 0,-3 6 23 16,0 0 173-16,0 7 159 0,0 3 29 0,0 2-43 16,0 2-10-16,-2 2 15 15,-1 0 12-15,1 0-72 0,-1 5-75 16,0 0 12-16,0 2-166 0,-2 1 17 0,2 1 18 16,2 2-3-16,1-1-9 0,0 2 6 15,0 1-13-15,6-1 11 0,3 1 10 16,-1 1 29-16,4 0 9 0,1 1 0 15,1-4-17-15,1 1-11 0,-1-1-44 0,-3-1-13 16,0-2 7-16,0-2-14 0,-2 1-17 16,-3-4-15-16,-2 1 15 0,-1 0 0 15,-3-3 0-15,0 4 0 0,0-2 31 16,-3 6 9-16,-7-1-31 0,-6 5-9 16,-2-1-28-16,-3 1-15 0,0-2-18 15,2 0-13-15,1-4-19 0,4-4-59 16,1-3-63-16,3 0-68 0,3-3-90 15,2-8-160-15,4-1-255 0,-1 2-483 0</inkml:trace>
  <inkml:trace contextRef="#ctx0" brushRef="#br0" timeOffset="1886.76">12921 10569 2013 0,'0'0'608'0,"0"0"-283"0,0 0-174 15,0 0-46-15,0 0 1 0,0 0-24 16,0 0 42-16,0 0-3 0,0 0-4 16,42 82 5-16,-31-55-31 0,1-2-15 15,1 3-10-15,-3-2 3 0,3-2-32 16,-5-1-24-16,3-2-12 0,-4 0-1 16,-3-6-37-16,-1-1-76 0,0-2-60 0,-3-3-64 15,0-4-51-15,0-5-176 0,0 0-194 16,-3 0-151-16,-2-9-286 0</inkml:trace>
  <inkml:trace contextRef="#ctx0" brushRef="#br0" timeOffset="2349.69">13046 10724 16 0,'0'0'144'0,"0"0"-17"0,0 0 69 16,0 0 45-16,0 0 7 0,0 0 38 16,80-65-12-16,-65 56-14 0,0 2-13 0,2 2-21 15,-2-1 14-15,-1 0-147 0,-3 4-51 16,0-3-25-16,-3 2-5 0,-4 2 5 15,-1-1 2-15,-1 2 26 0,-2 0 64 16,0 0 52-16,0 0 21 0,0 5 32 0,-2 1 33 16,-2 2-114-16,0 3-73 0,-3 2-20 15,1 3 8-15,1 0 24 0,3 1 19 16,0 0-6-16,2-3 2 16,0-1-25-16,2-3-28 0,2-1 19 0,2-2-53 15,1-6 0-15,0 4-34 0,2-5 3 16,0 0 18-16,3 0 1 0,0-7-44 15,1-3 12-15,0-3 1 16,-2-2 2-16,2-2-43 0,-3 1-8 0,-2-1 39 16,0 3-20-16,-5 1 17 0,-2 1 56 15,-1 2 0-15,0 2 34 0,0 3 1 0,-1 0 22 16,0 5 33-16,-2 0 62 0,3 0-9 16,0 0-35-16,0 0-36 0,0 2-14 15,0 2-24-15,0 3-34 0,0 4 2 16,3 1 17-16,4 1 6 0,0 1 15 0,2 0 27 15,2-3-2-15,-1-1-19 0,2-3-25 16,1-3-21-16,-1 0-3 0,-1-3-58 16,0-1-28-16,1-1-19 0,-1-7-87 15,1-2-26-15,-2-5 2 16,2-3-33-16,-5-3-282 0,-1-2-435 0,-3 5-136 16,-2-12 109-16</inkml:trace>
  <inkml:trace contextRef="#ctx0" brushRef="#br0" timeOffset="2568.16">13525 10374 767 0,'0'0'1064'0,"0"0"-652"0,0 0-47 0,0 0-114 16,0 0-52-16,0 0-52 0,0 0-3 15,0 0 40-15,0 0 16 0,0 0-18 16,39 76-21-16,-26-54-30 0,0 0-28 16,-1 2-35-16,2-3-6 0,-4-1-22 15,3-1-37-15,-5-3-3 0,0-2-4 0,-5-2-17 16,0-1-16-16,-1-5-50 0,-2 0-53 15,0-5-58-15,-2 1 9 0,-1-2 25 16,-3 0-80-16,-2-3-165 0,3-8-184 16,2-1 68-16,0-3-51 0,3-3 42 15,0 3 29-15</inkml:trace>
  <inkml:trace contextRef="#ctx0" brushRef="#br0" timeOffset="2987.2">13738 10457 101 0,'0'0'320'0,"0"0"51"0,0 0 229 0,0 0-51 16,0 0-95-16,0 0-112 0,0 0-62 15,0 0-56-15,0 0-30 0,0 0-10 16,0 0-17-16,46 5-38 0,-43 2-35 16,0 4-8-16,1-1-27 0,-1 1-9 15,2 3-16-15,-3-1 19 0,3-2 6 16,2 1-34-16,-1-4-25 0,-2 2 2 16,2-4-2-16,1-3-12 0,0 1-47 0,2-4-16 15,-1 0 10-15,4 0-65 0,-2-7-26 16,2-2 11-16,2-4 59 0,-1 0-27 15,1-3-113-15,-2-1-27 0,0 2-58 32,-1-2 72-32,-1-1-42 0,-3 5 86 0,2 0 117 0,-3 3 47 0,-4 3 31 15,0 2 3-15,1 3 33 0,-3 2 32 0,0 0 49 16,1 0 38-16,1 0-13 0,-1 3-67 16,4 2 67-16,-1 5 54 0,6-2 6 15,-1 4-45-15,4-1 25 0,1 1-20 16,1-1-45-16,2-2-29 15,0 2-6-15,2-4-3 0,-1-2-13 16,-2 0-7-16,1-3-20 0,-2-2-11 0,-2 0-6 16,-4 0-4-16,-2-3 1 0,-1-3 0 15,-3-3 6-15,-3-1-4 0,0-1-21 0,0-5-30 16,-3 2-29-16,-8-3-25 0,0 2-14 16,-6-2-28-16,-1 1-6 0,-3 3-1 15</inkml:trace>
  <inkml:trace contextRef="#ctx0" brushRef="#br0" timeOffset="4716.43">13460 10540 2312 0,'0'0'747'0,"0"0"-268"16,0 0-264-16,0 0-67 0,0 0-17 15,0 0 8-15,0 0 1 0,0 0-35 16,85-50-52-16,-53 34-53 0,-2-2-13 16,2 0-18-16,-2 6-10 0,-3 0-102 15,-2 2-123-15,-1 2-131 0,1 0-216 16,-7 3-480-16,10-2-511 0</inkml:trace>
  <inkml:trace contextRef="#ctx0" brushRef="#br0" timeOffset="5649.89">14145 10312 1489 0,'0'0'348'0,"0"0"-247"16,0 0-75-16,0 0-13 0,0 0 13 15,0 0-3-15,0 0-1 0,0 0 43 0,0 0 32 16,60 71-16-16,-53-63 42 0,2 2 71 16,-6-2 12-16,1 2-16 0,-3-3 18 15,1 4-17-15,-2-4-26 0,0 0-26 16,0-1-16-16,0-1-41 0,0-3-35 15,0 2-31-15,0-4-13 0,0 0-1 16,0 0 14-16,0 0 18 0,0 0 17 16,0 0 6-16,1 0 27 0,-1 0 22 15,0-5-23-15,0-2-83 0,0-4-3 16,0-1-50-16,0-2 4 0,0-2 21 16,0-3-16-16,3 0-18 0,2-2 6 15,2 1-24 1,0 3 15-16,2 3 5 0,-1 0 32 0,4 5 9 0,-5 1 19 0,0 3 14 15,2 2 52-15,-5 2 15 0,3 1-11 16,1 0-8-16,0 6 32 0,4 4 8 0,-1 2-2 16,4 0-17-16,-2 2-9 15,0 3-18-15,2 0-19 0,3-1-16 0,-4 1-2 16,2-3 5-16,-3-1-5 0,2-1-17 16,-4-4-2-16,1-3 0 0,-4 0-13 15,4-4-17-15,-4-1-69 0,1-1-83 16,2-5-63-16,0-6-10 0,-4-1-44 15,3-4-232-15,-4 5-439 0,1-9-598 16</inkml:trace>
  <inkml:trace contextRef="#ctx0" brushRef="#br0" timeOffset="6371.56">14146 10341 635 0,'0'0'980'0,"0"0"-596"0,0 0-77 15,0 0 4-15,0 0-22 0,0 0-13 16,0 0-43-16,0 0-46 15,0 0-45-15,0 0-25 0,0 0 2 0,-7-4 11 16,4 3-18-16,1-1-31 0,-1 0-10 16,0 1 3-16,1 1-12 0,-5 0-6 15,-1 0-10-15,1 0-43 0,-3 6-3 0,-4 3-15 16,-1 1-31-16,-4 5-4 0,-1-2-55 16,3 6-85-16,-2-3-127 0,3-2-125 15,5-2-288-15,-1 0-910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30:56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24212 6329 593 0,'0'0'441'0,"0"0"-103"15,0 0-64-15,0 0-57 0,0 0-22 16,0 0-13-16,0 0-21 0,0 0-6 16,5 2-13-16,-5-2-23 0,0 1-16 15,0 1 0-15,0-2 25 0,0 1 13 16,0-1-20-16,0 1-26 0,0 1-6 15,-3 2-26-15,0-2 3 0,-3 3-9 16,2-1 25-16,-1 2 25 0,-1 0 22 16,-2 1-70-16,1 1-18 0,-2 3 43 0,-1-1-50 15,3 2 7-15,1-3-29 0,0 3 3 16,2-2-11-16,0 2-4 0,3-1 3 0,-1-3-3 16,2 2-3-16,0-3-25 0,0-1-16 15,3 0-2-15,2-4-57 0,0 2-33 16,1-3 30-16,-1-1-36 0,4 0-57 15,1 0-90-15,0-5-63 0,4-1-67 16,-2-6-134-16,0 5-186 0,3-7-20 0</inkml:trace>
  <inkml:trace contextRef="#ctx0" brushRef="#br0" timeOffset="477.07">24260 6186 1162 0,'0'0'494'16,"0"0"-185"-16,0 0-92 0,0 0-19 15,0 0-24-15,0 0-22 0,0 0-33 16,0 0-42-16,0 0-77 0,0 0-27 16,0 0-14-16,-3 7-8 0,3-7-18 15,0 0-17-15,0 0 3 0,0 0 39 0,3 0 42 16,1 0 24-16,1 0 47 0,0-2-39 15,0-1-19-15,-2 1-13 0,-2 1 3 16,3 0 17-16,-4-1-1 0,2-1-17 16,-2 2 0-16,0 1 24 0,0-1 13 15,0 1 12-15,0 0 17 0,0 0 15 0,0 0 7 16,-2 0 9-16,-5 4-44 0,1 0 5 16,-1 1 26-16,3-2-37 0,1 1-49 15,0-1-25-15,3-2-33 0,-2 1-5 16,2-1-24-16,0-1-79 0,0 0-62 15,6 0-98-15,0 0-293 0,7-4-422 0</inkml:trace>
  <inkml:trace contextRef="#ctx0" brushRef="#br0" timeOffset="12600.63">17430 4169 2523 0,'0'0'396'0,"0"0"-245"16,0 0-148-16,0 0 26 0,0 0 35 16,0 0-35-16,0 0-29 0,0 0-90 0,0 0 4 15,0 0 86-15,35-12 49 0,-19 4-4 16,-2 0-7-16,3-4 32 0,1 0-22 16,2-1-9-16,-1 0-23 0,2-2 3 15,1 0-19-15,-1-1-13 0,0-1-35 16,0-1 7-16,-1 3-42 0,-1-2-119 15,0 2-127-15,-3 0-256 0,-2 5-475 16</inkml:trace>
  <inkml:trace contextRef="#ctx0" brushRef="#br0" timeOffset="13032.16">18301 3600 756 0,'0'0'1371'0,"0"0"-908"15,0 0-164-15,0 0-52 0,0 0-11 16,0 0-32-16,0 0-40 0,0 0-60 15,0 0-60-15,0 0-6 0,-83 40 21 16,66-26 21-16,0 2 63 0,3-1-25 16,2 1-49-16,1-3-38 0,5 0-13 0,1 2-4 15,4-3-14-15,1 0-31 0,0-2-3 16,4 1 6-16,5-4 0 0,2 2-3 16,0-1 6-16,0-1 6 0,3 0 4 15,0 0 12-15,-2-1 3 0,0-2 0 0,-2 2 1 16,-1-1-1-16,-5-1 1 0,0 2 1 15,-2-3 10-15,-1 4 10 0,-1-1 15 16,0 3 0 0,0-1-15-16,0 1 0 0,-4 0-22 0,-3 0-93 0,-3-3-100 15,1 1-62-15,-1-3-131 0,-1-2-231 16,0-2-440-16,3 0-269 0</inkml:trace>
  <inkml:trace contextRef="#ctx0" brushRef="#br0" timeOffset="13415.85">18457 3766 235 0,'0'0'1433'16,"0"0"-1234"-16,0 0-141 15,0 0 36-15,0 0 0 0,0 0-32 0,0 0-17 16,0 0-22-16,77-68-10 0,-71 59 16 15,0-2-10-15,-5 0 20 0,2 3 42 16,-3-1 113-16,0 1-72 0,0 1-28 16,0 0-4-16,-3 3 22 0,0-1 25 15,0 3-18-15,-1 2-2 0,0 0 1 16,-1 0 28-16,-2 0-1 0,2 4-41 16,-4 4-48-16,0 1-3 0,-1 3-2 15,1 2 18-15,1 4 21 0,-1-2 29 16,5 2-17-16,3 0-46 0,-1-1-16 15,2-1-25-15,0-1-3 0,6-5-10 16,1 2 2-16,2-2-4 0,1-4-13 0,2-3-18 16,2 1-55-16,1-4-16 0,3-4-20 15,0-5-43-15,0-4-78 0,0-3-155 16,1-2-197-16,-7 3-223 0,11-10-500 0</inkml:trace>
  <inkml:trace contextRef="#ctx0" brushRef="#br0" timeOffset="13664.74">18806 3401 2002 0,'0'0'482'0,"0"0"-211"0,0 0-190 0,0 0-62 16,0 0 36-16,0 0 47 16,0 0 23-16,11 65 35 0,-4-39-42 0,0 2-48 15,5-2-23-15,-5 5-18 16,0-4 15-16,0-3-41 0,-1-2-3 0,-2-2-19 15,1-5-28-15,-2-2 15 0,-2-2-12 16,0-4-42-16,1-2-26 0,-2-3-38 0,0 0-29 16,1-2-43-16,-1 0-108 15,0-7-78-15,0-2-63 0,0-6-83 16,0-3 39-16,0-3 169 0</inkml:trace>
  <inkml:trace contextRef="#ctx0" brushRef="#br0" timeOffset="13750.52">18886 3579 142 0,'0'0'294'15,"0"0"-10"-15,0 0 9 0,0 0-16 16,0 0-69-16,0 0-23 0,0 0-58 15,0 0-88-15,55-68-39 0,-45 64-13 16,1-1-23-16,-1 1-84 0,2 0-280 16,-2 2-121-16,3-3-151 0</inkml:trace>
  <inkml:trace contextRef="#ctx0" brushRef="#br0" timeOffset="14524.62">19535 3371 1740 0,'0'0'1042'0,"0"0"-846"0,0 0-80 15,0 0 47-15,0 0 18 0,0 0-16 16,-32 69-45-16,32-56-82 0,0-3-38 16,0-2-31-16,6-2-10 0,-1 1 37 15,1-4-8-15,3-2 10 0,-3-1-11 16,3 0 10-16,2-4 3 0,0-5 3 0,2-3-3 16,-1-2-22-16,0-3-80 15,-3 2 1-15,-2-1-20 0,-4 0 44 16,-1 2 77-16,-2 2 1 0,-2 1 60 0,-4 5 6 15,-2 2-10-15,-4 1-3 0,1 3-35 16,-3 0 32-16,0 0-51 0,1 0-6 16,1 1-16-16,3 3 9 0,4-2 10 15,2 1-13-15,3 0-48 0,0-3-34 0,0 4 43 16,8-2 55-16,1 1 3 16,3-3-1-16,4 0 13 0,1-2 24 0,2-5-14 15,3-2 1-15,-2-3-26 0,0-2-44 16,2-1-29-1,-2-2-10-15,-2-1 25 0,-1 0 10 0,-3 0 32 16,-1 1 13-16,-1 2-9 0,-5-1 12 0,1 2 1 16,0 3 22-16,-6 3 12 0,1 6-16 15,-1 0-16-15,-2 2 36 0,0 0-11 16,1 2-24-16,-1 5-4 0,3 5 60 16,0 7 26-16,2 6-19 0,0 6-13 15,2 7-25-15,4 2 9 0,0 3 82 16,5-1-3-16,4 0-13 0,2-1-54 15,-1-4-50-15,2-3-23 16,-4-5 5-16,-3-4 2 0,-4-6 3 0,-3-5-3 16,-4-4-34-16,-4-3-10 0,1-6 3 0,-2-1 40 15,0 0 15-15,0-6-11 0,-5-5-67 0,-1-3-85 16,-5-3 102-16,2-4 24 16,1-3 39-16,-1 3 0 0,3 1 26 0,4 1-26 15,2 5 0-15,0 3-2 0,0 2-40 16,0-1-2-16,1 3-11 0,5 0 7 15,2 0 0-15,-1 0 48 0,4 1 0 16,1 0 0-16,2 0-11 0,-3 0 11 16,5-3-33-16,0 2 8 0,3-2-145 0,1 0-246 15,-4 2-311-15,14-6-535 16</inkml:trace>
  <inkml:trace contextRef="#ctx0" brushRef="#br0" timeOffset="14827.67">20551 3070 1167 0,'0'0'1649'0,"0"0"-1238"0,0 0-109 15,0 0-30-15,0 0-43 0,0 0-87 16,0 0-46-16,0 0-52 0,0 0-42 16,0 0-2-16,-62 64 0 0,59-47 15 15,0 1 28-15,3-2 0 0,0 0-27 16,1-2-16-16,5 0-3 0,2 1-16 15,3-2 7-15,0-1-4 0,2 1-15 0,-1-3 0 16,2-1 0-16,-2-1 0 16,-4 0 9-16,0-1-6 0,-3 0 28 0,-2 0 14 15,-2-3-2-15,-1 5 16 0,0-3-28 16,-4 3 0-16,-6 1-15 0,0-1 14 16,-2 2-49-16,-3 0-66 15,1-2-60-15,3-4-16 0,4 0-81 0,3-4-171 16,4-1-268-16,0 0-623 0</inkml:trace>
  <inkml:trace contextRef="#ctx0" brushRef="#br0" timeOffset="15165.7">20670 3321 916 0,'0'0'547'16,"0"0"-195"-16,0 0-34 0,0 0-27 15,0 0-81-15,0 0-68 0,0 0-72 16,84-33-18-16,-68 26-14 0,-2-1 27 0,-1-1-21 15,-2 0-2-15,-3 0 29 0,-3 1 8 16,-2-3 39-16,-1 0 10 0,-1 2-46 16,-1-2-15-16,0 3 12 0,0 0 9 15,0 3 13-15,-3 3-7 0,0 0 1 0,-1 2-8 16,0 0 7-16,-4 0 30 0,1 4-31 16,-1 1-38-16,-1 4-53 15,-2 0 1-15,-1 6 22 0,0-1 3 0,4 3 0 16,1-1 9-16,2 0-13 0,5-1-8 15,0-1-13-15,0 0-3 0,5-4-2 16,3 2-26-16,4-2-18 0,-1-4-10 16,6-3-40-16,1 1-3 0,2-4 3 15,0 0-35-15,0-4-51 0,3-4-73 16,2-5-103-16,1-3-138 0,1-3-241 16,-8 3-43-16,5-10-41 0</inkml:trace>
  <inkml:trace contextRef="#ctx0" brushRef="#br0" timeOffset="15651.34">21060 3026 1542 0,'0'0'436'0,"0"0"-80"16,0 0-78-16,0 0-71 0,0 0-66 0,0 0-3 15,0 0-4-15,-17 70 0 0,17-45-42 16,6 0-25-16,4 2 18 16,0 1-24-16,0-2-9 0,3-3-52 15,-3-3-16-15,0-1-6 0,-1-3 19 0,-2-2-35 16,-2-9-31-16,1 2-36 0,-5-4-6 15,0-3-7-15,2 0 3 0,-3-2 12 16,0-6 23-16,1 0 6 0,1-7 73 0,1-1-31 16,1-5-26-16,3-2-7 0,2-3-18 15,4 0-14 1,0 0 64-16,1 1-15 0,1 1 32 16,1 1 3-16,3 3-3 0,1 0 0 0,3 0 3 0,0 1 12 15,1-1-15-15,-1 4 16 0,0 0 68 16,-1 4-38-16,-2-2 44 0,-3 4 0 15,-4 1 26-15,-4 4-20 0,-6 2 11 0,0 3 95 16,-3 0 111-16,0 1 55 16,-3 5-91-16,-4 0-44 0,-3 3-121 0,-5 4-59 15,-1 5 7-15,-2 3 9 16,3 3 5-16,0 0 1 0,4 1 12 0,4-2-3 16,6-1 0-16,1 0-32 15,0-2-14-15,7-1-10 0,5-2-12 0,0 1 1 16,6-4 1-16,2-2-2 0,0 1-12 15,-1-5-3-15,-1 1 13 0,-3-3-14 0,-2 0-5 16,-5-2 5-16,-2-1 14 16,-3 3-31-16,-3 0-11 0,0 3-178 0,-11 2-67 15,-5-1-130-15,-26 9-1129 0</inkml:trace>
  <inkml:trace contextRef="#ctx0" brushRef="#br0" timeOffset="23564.97">26821 7065 1281 0,'0'0'394'0,"0"0"-144"0,0 0-52 16,0 0 90-16,0 0 6 0,0 0-40 16,0 0-46-16,0 0-61 0,0 0-13 15,0 0-14-15,3 0-6 0,-3 1 25 16,0 2 43-16,0 0 35 0,1 0-12 15,1 3-8-15,-1 1-3 0,-1 4-25 16,3 1-32-16,-3 2-33 0,0 4-31 0,0 0-3 16,0 0-31-16,0 0-38 0,0 2-1 15,0-4-13-15,0 1-29 16,0-1-19-16,0-2-18 16,0-2-19-16,0-1-55 0,0-3-132 0,0-1-120 15,0 2-211-15,0-6-448 0,-3 2-580 0</inkml:trace>
  <inkml:trace contextRef="#ctx0" brushRef="#br0" timeOffset="24321.14">26922 7592 1732 0,'0'0'591'0,"0"0"-275"0,0 0-148 0,0 0 41 15,0 0 18-15,0 0-8 16,0 0-54-16,0 0-29 0,0 0-51 15,0 0-16-15,0 0 25 0,-56 37 11 0,48-27-15 16,1 0 10-16,1 2 11 0,2-1-49 16,0 2-9-16,2 1-1 0,2-3-24 0,0 1 3 15,0 0-9-15,6-2-7 0,1 1-9 16,0-3-6-16,2 1-15 0,4-6-16 16,-3 3-3-16,3-5-6 0,0-1 15 15,-1 0 0-15,-1 0 7 0,-1-1 18 16,-1-2-2-16,-2-1 2 0,3-2-2 15,-3 1 1-15,-1-2 1 0,-1 1 12 16,0-1 13-16,-1 0-4 0,-2-2 13 0,-2-3 3 16,0 0-6-16,0-2 19 15,-6 0 14-15,-2-1-64 0,0 2 0 0,-2 0-6 16,0 4-9-16,0 2-10 0,3 0-64 16,-4 3-44-16,2 3-50 15,0 1-26-15,2 0-90 0,-2 4-198 0,2-1-209 16,-3 9-634-16</inkml:trace>
  <inkml:trace contextRef="#ctx0" brushRef="#br0" timeOffset="30679.02">17337 9415 1375 0,'0'0'699'15,"0"0"-433"-15,0 0-124 0,0 0-77 16,0 0 86-16,0 0 71 0,0 0 0 16,0 0-40-16,0 0-36 0,0 0-45 15,0 6-18-15,1-3 8 0,0-1 13 16,2 5 31-16,0 4-21 0,2-1-24 15,2 1-27-15,-4 5-7 0,-1-2-3 0,3 2-10 16,-4-1-15-16,4 2-26 0,-2-3 0 16,0 0-2-16,-3-1 1 0,1-1 1 15,2-4-2-15,-2 1-2 0,2-2 1 0,-2-1 0 16,-1-1-1-16,2-4 0 16,-2 2-1-16,0-1 0 15,0-2-10-15,0 0 1 0,0 0 9 0,0 0 0 0,0 0-22 16,0 0-9-16,0 0 9 15,0 0 3-15,0-3 7 0,0 1 14 0,0-4-2 16,0 1-15-16,-2-1-32 16,-2-5 6-16,0-1 4 0,1-2 27 0,-1-3-15 15,1-4 27-15,0 0-11 0,1 1 9 16,-1-1 1-16,2 2-12 0,0 1 14 16,-2 1 1-16,-1 0 0 0,2 3 16 15,-1 0-14-15,-1 3 37 0,1-1-21 16,-1 2-6-16,1 2 15 0,-2 1-7 0,2 0-17 15,-1 1-1-15,1 1 0 0,2 0 0 16,0 4 16-16,1 0 9 0,0-1-3 16,0 2 9-16,0 0-6 0,-2 0-10 0,2 0 4 15,-1 0 0-15,1 2-1 16,-3 0-17-16,-2 3 17 0,-1-2 13 0,-2 5-31 16,-2 0-3-16,-2 3-2 0,0 1 0 15,-3 2 1-15,-1-1-1 16,2 4 2-16,-2 1 2 0,1 0 1 15,0-2 16-15,3-2-7 0,2 1 10 0,3-7-7 16,3 3-15-16,1-6-1 0,0-2-2 16,3 1-12-16,0-4-10 0,0 0 0 15,0 0 4-15,0 0-10 0,0 0-7 0,3-4 23 16,2 1 14-16,7-2 1 16,-1-4 0-16,4 0-2 0,-4-4 2 15,5-2-2-15,-3 0-14 0,-1 1-9 16,0 0-6-16,-3 1 16 0,2-2 2 0,-2 3 10 15,-1 0-12-15,-4 1-1 0,2 1 0 16,0-1 16-16,-2 3-1 0,0-2 1 0,0 3 1 16,-1 2-1-16,0-1 3 0,-1 1 0 15,-1 4-1-15,1-1 13 0,-2 2 13 16,0 0 7-16,0 0 2 0,0 0 6 16,0 0 10-16,1 2-10 0,1 2-6 15,0 0 38 1,4 3 5-16,0 1 30 0,2 3-39 0,3 2-31 0,1-1-13 15,2 0 1-15,-2-2-10 0,0 0 7 16,1 1-4-16,0-3-9 0,-3 1-11 16,-1-3-1-16,1-1 0 0,-3-2-3 15,0 1-21-15,-2-3-31 0,2 1-59 16,-5-2-48-16,1 0-70 0,0-7-113 0,-1-3-246 16,-2 3-627-16,0-6-839 0</inkml:trace>
  <inkml:trace contextRef="#ctx0" brushRef="#br0" timeOffset="34709.26">24328 2934 1694 0,'0'0'393'0,"0"0"-185"0,0 0-157 15,0 0-5-15,0 0 89 0,0 0 88 16,0 0-5-16,0 0-60 0,0 0-50 16,0 0-31-16,0 5-20 0,-3 0-6 0,-2-1-6 15,1 2 15-15,-3 0 19 0,-2 3-3 16,2 3-19-16,-6-1-10 15,2 2-25-15,-3 3 19 0,0-1-22 0,1 1-19 16,0-2 16-16,3-3-16 0,1 0 0 16,3-4-15-16,1 0-20 0,5-2-6 15,-1-1-3-15,1-1-19 0,0 0-3 16,0 0 53-16,1 0 13 0,2-3 2 16,2 3-1-16,0 0 15 0,2 0-13 15,0 0 19-15,2 0-9 0,1 0-10 16,0 0-1-16,0-3-2 0,0 4 1 15,2-1 17-15,-3-1 11 0,2 1-29 16,-4-1 0-16,-1 1 1 0,-1-1 1 0,-3 1-2 16,2-2-16-16,-2 2 15 0,-2-2 1 15,1 3 16-15,-1 1 19 0,0 2 37 0,0 2 0 16,-1 2-6-16,-5 1 16 0,1 0-19 16,-3 1-3-16,1 0-29 0,-3 1-16 15,1 3-15-15,-1-3 2 16,3 1 11-16,-3 0-12 0,3-2-1 15,1 1 0 1,0-2-2-16,3 1 0 0,2-2-20 0,-2 0-6 0,3 0 10 0,0 1 18 16,0-1 19-16,0 2 43 0,4 1-15 15,-1-1-13-15,0-1-15 0,0-1-18 16,1-1-1-16,1 0-3 0,-1-3-19 16,3 1-12-16,-4 0-4 0,1-1-49 15,1 0-45-15,0-1-47 0,0-1-96 16,2 1-126-16,0-6-348 0,0 0-788 0</inkml:trace>
  <inkml:trace contextRef="#ctx0" brushRef="#br0" timeOffset="35250.8">24805 3135 1535 0,'0'0'536'15,"0"0"-296"-15,0 0-114 0,0 0 87 16,0 0 99-16,0 0-30 0,0 0-82 16,0 0-50-16,0 0-14 0,0 0 21 15,0 0-47-15,-13 9-73 0,2 0 2 16,-3 3-14-16,-2 3-25 0,2 1 16 15,-1 3 18-15,3 0 22 0,4-5 28 16,1 1-40-16,4-4-44 0,3 0-12 16,0-1 12-16,0-1 0 0,3 1-25 15,4-1-21-15,2-1-4 0,2 0 25 16,1-1-12-16,-2 1 34 0,3-2-9 0,-4 1 11 16,-2-1-12-16,1-1 13 0,-5 1 3 15,0 0 15-15,-1 0 23 0,-2 4 6 16,0 0-7-16,-2 1-15 0,-4 1-25 15,-2 1-22-15,1 0-9 0,-5 1-59 0,2 0-99 16,-1-3-54-16,2 0-172 0,-1-3-208 16,6-4-394-16,2-4-32 0</inkml:trace>
  <inkml:trace contextRef="#ctx0" brushRef="#br0" timeOffset="35462.3">24937 3426 2141 0,'0'0'427'0,"0"0"-233"0,0 0-33 15,0 0 120-15,0 0 0 0,0 67-94 16,0-50-64-16,0 0-51 0,0-1-69 16,0 0-3-16,0-2-1 0,0-3-33 15,0 0-86-15,0-5-92 0,3 0-113 16,1-1-137-16,-2-4-292 0,2-1-633 0</inkml:trace>
  <inkml:trace contextRef="#ctx0" brushRef="#br0" timeOffset="35897.76">25349 3473 2115 0,'0'0'968'0,"0"0"-783"16,0 0-89-16,0 0 85 0,0 0 113 15,0 0-87-15,-7 73-87 0,3-56-67 16,-1-1-50-16,-1 1-3 0,0-1-27 16,1-1 27-16,-1-2-53 0,2-1-130 15,0-2-119-15,0-5-156 0,2 1-531 16,2-6-601-16</inkml:trace>
  <inkml:trace contextRef="#ctx0" brushRef="#br0" timeOffset="36282.44">25777 3144 1231 0,'0'0'423'0,"0"0"-212"0,0 0 56 16,0 0 182-16,0 0 5 0,0 0-81 15,0 0-106-15,0 0-125 0,0 0-101 16,0 0 0-16,0 0 12 0,-80 43 3 16,64-29 11-16,-1 1-14 0,4 0 3 15,2-1 0-15,3-2-12 0,5 0-44 0,3-3-20 16,0 1 8-16,0-2-16 0,6 1 6 16,2 0 10-16,1-2 10 0,0 3 1 15,2-2 1-15,-1-1-3 0,-1 2 0 16,1-1 3-16,-3 0 1 0,0 0 15 15,-2 2-4-15,-1 0 26 0,-2 0 15 16,-1 1 2-16,-1-1-17 0,0 2-7 0,0-1-16 16,-6 1-15-16,-4 0-38 0,1 0-80 15,-3-2-60-15,1-2-39 0,0-4-83 16,4-1-142-16,1-3-301 0,3-3-744 0</inkml:trace>
  <inkml:trace contextRef="#ctx0" brushRef="#br0" timeOffset="36625.25">25844 3411 661 0,'0'0'1091'0,"0"0"-893"0,0 0-4 0,0 0 46 16,0 0 35-16,0 0-24 15,0 0-91-15,0 0-22 0,0 0-52 0,0 0-38 16,0 0-13-16,79 14 19 15,-75-12 22-15,-1 3 28 0,0-2 32 0,0 1-19 16,0 2-23-16,-2 2 1 0,-1 2-7 16,0 0-1-16,0 4-6 0,-4 1-25 15,0 2-16-15,-1 2-15 0,-1 0 31 16,2-3-16-16,-1-1-19 0,2-3-2 16,1-2-16-16,1-3 0 15,1 0-1-15,0-2-1 0,0 0-1 0,0-3 0 0,0 0-2 16,0 0-16-16,0-1-26 15,4 0-11-15,3 0-45 16,0-1-24-16,1 0-54 0,2 0-52 0,1 0-86 0,2-5-230 16,-4 1-270-16,10-6-654 0</inkml:trace>
  <inkml:trace contextRef="#ctx0" brushRef="#br0" timeOffset="36864.17">26220 3551 1079 0,'0'0'1617'16,"0"0"-1305"-16,0 0-91 0,0 0 65 16,0 0 30-16,0 0-51 0,0 0-50 15,7 72-72-15,-14-57-69 0,-2 1-40 16,-1 0-34-16,0-1-20 0,0-2-29 0,1 2-125 15,2-7-136-15,0-2-121 16,4-1-310-16,0-5-741 0</inkml:trace>
  <inkml:trace contextRef="#ctx0" brushRef="#br0" timeOffset="37382.5">26681 3028 1201 0,'0'0'699'15,"0"0"-271"-15,0 0-92 0,0 0 43 16,0 0-8-16,0 0-64 0,0 0-93 0,0 0-91 16,0 0-57-16,0 0-7 15,-52 49-15-15,36-31 34 0,2 3 2 0,-2 0 26 16,4-2-35-16,1-2-22 0,5-1-26 16,2-3-23-16,4-4-25 0,0 0-6 0,0-2 10 15,1 0 5-15,5-2 4 0,1 1-13 16,2 0 7-16,1 0-16 0,1-3-22 15,3 2 22-15,0-1 3 0,2-2 3 16,-2 3 25-16,-1-2-13 0,-1 2 0 16,-5-1 1-16,0-1 15 0,-1 1 2 15,-5 1 35-15,1 2 38 0,-2 2-1 16,0-1 13-16,-2 3-16 0,-8 2-22 16,-3 2-9-16,-3 1-9 0,-4 1-3 0,2 0-13 15,0-3 4-15,4-2-19 16,2-3-18-16,6-1-25 0,2-4-9 15,1-1-53-15,3-1-47 0,0-2-37 0,0 0-53 16,0 0-73-16,0 0-123 0,5-2-176 16,-1-1 0-16,6-4-469 0</inkml:trace>
  <inkml:trace contextRef="#ctx0" brushRef="#br0" timeOffset="37878.44">26851 3440 927 0,'0'0'1169'15,"0"0"-994"-15,0 0-133 0,0 0 97 16,0 0 32-16,0 0 29 0,0 0-20 15,0 0-52-15,0 0-51 0,0 0-30 16,23 9-5-16,-16-6 3 0,2-2-7 16,-2 2 0-16,3 0-9 0,-4-1-4 15,1 2 13-15,-2-2 3 0,-1 1-3 0,0 0 29 16,-4-1 18-16,3 2 25 0,-3 1 0 16,0 0-22-16,0 2-12 0,0-1-17 15,-3 3-3-15,-4 1 4 0,0 1-5 16,-2 2-5-16,-1-1-7 0,0-2 25 15,4 0-34-15,2-3-24 16,1-3-10-16,0-1-25 0,3-1-3 0,0-2 7 16,0 0-1-16,0 2-6 0,0-2 3 0,0 1-6 15,0 1 10-15,3 1 18 0,1 0 1 16,2 0-1-16,0-1-25 0,4 2 16 16,-3 0 12-16,0-2 1 0,-1 3 0 15,0 2-1-15,0 0 2 0,-2 1 26 16,-3 1 37-16,1 3 28 0,-1 3-31 15,-1-3-28-15,0 0-16 0,-1 0-16 16,-4-2-2-16,-3 1-80 0,2-2-155 0,-1-3-138 16,1-1-215-16,0-4-705 0,-1-1-735 15</inkml:trace>
  <inkml:trace contextRef="#ctx0" brushRef="#br0" timeOffset="38477.36">27230 3439 1246 0,'0'0'1743'0,"0"0"-1401"0,0 0-180 15,0 0 60-15,0 0 128 0,0 0-33 16,0 0-109-16,13 80-76 16,-13-65-49-16,0 2-28 0,0 1-24 0,0-1-16 15,-4-1 28-15,-2-1-43 0,0-1 0 16,-1-3-86-16,-2-1-101 0,1-2-116 15,-1-4-132-15,3-1-332 0,2-3-813 0</inkml:trace>
  <inkml:trace contextRef="#ctx0" brushRef="#br0" timeOffset="38977.22">27640 3077 359 0,'0'0'1645'0,"0"0"-1127"0,0 0-176 0,0 0-9 15,0 0-91-15,0 0-86 0,0 0-36 16,0 0-13-16,0 0-10 0,0 0 35 16,-89 71 25-16,75-58-8 0,1 1-46 0,0-1-32 15,6-3-22-15,1-1-22 0,3 0-27 16,3-2-18-16,0 1 5 0,0-1-5 15,0-1-4-15,6 1 7 0,3 2-22 16,2 0 12-16,2-1 22 0,6 3-10 16,1-3 10-16,2 3-12 0,1-2 14 15,-3-1-15-15,0 2 16 16,-3-3 0-16,-5 0 0 0,-5 2 1 0,-1-3-1 16,-3 2 37-16,-3-1 35 0,0 4 5 15,-6 1-22-15,-4 0-30 0,-2 1-25 16,-2-1-34-16,-1-1-52 0,1-1-109 15,4-4-124-15,4-4-94 0,3-2-234 16,2 0-385-16,1-4-282 0</inkml:trace>
  <inkml:trace contextRef="#ctx0" brushRef="#br0" timeOffset="39312.25">27861 3355 1114 0,'0'0'1232'16,"0"0"-1054"-16,0 0 6 0,0 0 109 15,0 0 65-15,0 0-63 0,0 0-49 16,0 0-29-16,0 0-46 0,-4 70-34 16,0-60-48-16,-2 1-8 0,3 0-7 15,0 0-28-15,-1 0-46 0,2-3-6 0,1-1-13 16,1 0 1-16,0-4-4 15,0 2 4-15,0-3-22 0,1 1-47 16,2-1 4-16,5-1 21 0,0 1 6 0,2-1 18 16,3-1 4-16,3 0 6 0,-1 0 6 15,2-1-9-15,-1-2 0 0,1 0-7 0,-1-1-19 32,1-1-75-32,-1 2-22 0,0-2-71 0,0 0-116 0,-2-1-175 0,-4 3-213 15,3-6-293-15</inkml:trace>
  <inkml:trace contextRef="#ctx0" brushRef="#br0" timeOffset="39520.55">27995 3409 2410 0,'0'0'993'0,"0"0"-799"15,0 0 39-15,0 0 82 0,0 0-45 16,0 0-50-16,-24 70-42 0,20-50-74 15,1 0-67-15,0-4-34 0,1 1-3 16,2-3-21-16,0-1-56 0,0-4-67 0,0-1-72 16,0-4-70-16,0-3-125 0,5-1-262 15,-2 0-703-15,1-9-350 0</inkml:trace>
  <inkml:trace contextRef="#ctx0" brushRef="#br0" timeOffset="40064.41">28409 2970 886 0,'0'0'1501'0,"0"0"-1023"15,0 0-145-15,0 0 14 16,0 0-28-16,0 0-80 0,0 0-52 0,0 0-41 16,0 0-10-16,0 0-34 0,0 0 2 15,-32 75 1-15,28-61-20 0,-2-2-39 16,3 0-46-16,0 0-6 0,2-1-12 16,1-3 3-16,0 1 2 0,0-2-23 0,6 0-32 15,1 0 10-15,4-3-7 0,0 1-2 16,0 0 14-16,5 0 10 0,-3-1 18 15,1 0 10-15,-4 0 13 0,-1 0-10 16,1 1 8-16,-3-4-8 0,-1 3 9 16,-3 2-11-16,0 0 14 0,0 0 18 15,-3 2 35-15,0 3 5 0,0 1 4 16,-3-2 6 15,-3 5-10-31,-1-1 0 0,-3 0-9 0,-2 0-12 0,2 0-13 0,0-2-8 0,0-1-16 0,4-1-16 0,2-2-26 16,1 2 17-16,3-4-15 15,0 0 19-15,0-3-1 0,0 2 10 0,0 0-6 16,0 1 5-16,1 2 13 0,4-1 3 16,-2 4 13-16,1 2-14 0,2 4 16 15,1-1 7-15,-3 4 15 0,-1-2-13 0,-1 0 4 16,-2-1-16-16,0 2 10 0,-2-2-7 16,-4-1-18-16,-5-1-3 15,-1-2-129-15,-2-1-166 0,1-4-294 0,-7-2-1218 16</inkml:trace>
  <inkml:trace contextRef="#ctx0" brushRef="#br0" timeOffset="42063.24">30108 3039 1744 0,'0'0'299'0,"0"0"-212"16,0 0 101-16,0 0 181 0,0 0 26 15,0 0-63-15,0 0-75 0,0 0-49 16,0 0-52-16,0 0-39 0,0 0-14 15,-23 0 43-15,13 3 9 16,-4 1-72-16,-1 2-15 0,-4 5-19 0,1-3 9 16,0 9 4-16,1-3 8 0,4 3 9 15,0-4-14-15,6-1-32 0,4 1-21 16,0-3-12-16,3 2-11 0,2 0-7 0,6 0-9 16,7 2-1-16,2 3 7 15,6-3 2 1,4 1 4-16,2 0 12 0,1-1 0 0,-1 1 0 15,0-3-16-15,-5 1 7 0,-3 0 10 0,-5-1 1 16,-5 0-1-16,-5-4 0 0,0 3 2 0,-5-3 40 16,-1 2 24-16,-1-2 28 0,-8 3-10 15,0 1-24-15,-2-3-28 0,-5 2-30 0,0-3 0 16,-1-2-61-16,1-2-33 0,3-4-50 16,3 0-42-16,4-2-58 0,-1-5-227 15,6-5-265-15,-1 3-250 0,2-10-691 0</inkml:trace>
  <inkml:trace contextRef="#ctx0" brushRef="#br0" timeOffset="42330.05">30503 2967 2323 0,'0'0'1534'0,"0"0"-1340"0,0 0-177 16,0 0 101-16,0 0 88 0,4 74 63 0,1-38-30 16,0 7-46-16,4 2-59 0,2 1-67 15,1 0-19-15,1 2-23 0,0-1-5 16,0-3-20-16,1-2-15 0,-5-5-34 16,0-2-39-16,-2-6-34 0,-3-2-40 15,-4-4-19-15,0-5-105 16,0-6-320-16,-7-4-389 0,-6-7-666 0</inkml:trace>
  <inkml:trace contextRef="#ctx0" brushRef="#br0" timeOffset="42629.19">29960 2946 3317 0,'0'0'598'0,"0"0"-409"0,0 0-36 0,-38 67 104 16,27-32 79-16,1 8-33 0,2 7-69 15,1 4-61-15,3 3-52 0,1 1-48 16,-3 2-22-16,0-1-15 0,1-4-36 15,-2-1-27-15,2-8-54 16,2-6-74-16,2-5-66 0,-1-6-145 0,1-4-340 16,1-11-868-16,-3 1-1096 0</inkml:trace>
  <inkml:trace contextRef="#ctx0" brushRef="#br0" timeOffset="44497.66">31016 3195 1444 0,'0'0'1492'0,"0"0"-1187"0,0 0-191 16,0 0 45-16,0 0 135 0,0 0-42 16,0 0-133-16,0 0-81 0,0 0-37 15,0 0 20-15,41 1 29 0,-20-2 0 0,3-5-16 16,5 1-23-16,0-2-11 0,3 1-1 15,-2 0 1-15,-3-1-18 0,-2 1-47 16,-3 0-85-16,-4 4-139 0,-6 0-154 0,-3 1-352 16,-7 1-735-16</inkml:trace>
  <inkml:trace contextRef="#ctx0" brushRef="#br0" timeOffset="44662.89">31111 3369 2629 0,'0'0'759'0,"0"0"-546"16,0 0-200-16,0 0 18 0,0 0 61 16,0 0 24-16,0 0 10 0,0 0-43 15,94-9-65-15,-64 0-18 0,5-4-73 16,-2-2-147-16,1-1-106 0,-12 3-239 0,10-8-860 16</inkml:trace>
  <inkml:trace contextRef="#ctx0" brushRef="#br0" timeOffset="44987.49">31764 3010 160 0,'0'0'3288'16,"0"0"-2862"-16,0 0-344 0,0 0-4 16,0 0 148-16,0 0-18 0,0 0-103 15,0 0-68-15,0 0-3 0,0 0 0 16,4 75 6-16,-8-52-9 0,1-2-16 15,2-2 0-15,-2-2-12 0,3-5-3 16,0-1-13-16,0-3-15 0,0 0 16 16,0-2-9-16,4-1 2 0,1-1 16 0,2 1-15 15,1-2-1-15,4 1 1 0,4-3 18 16,1 1 0-16,6-2 3 0,3 0-3 16,0-5-3-1,1-1-31-15,1-1 0 16,-2 0-6-16,3-1 0 0,-1 1-16 0,1-2-40 15,0 1-26-15,-3 0-12 0,-2 0-127 16,-5 0-304-16,-5 1-411 0,-3-2-367 16</inkml:trace>
  <inkml:trace contextRef="#ctx0" brushRef="#br0" timeOffset="45167.43">32052 3064 3555 0,'0'0'583'15,"0"0"-462"-15,0 0-25 16,0 0 93-16,-20 73 141 0,16-44-37 0,1 3-95 16,0 4-86-16,3 0-78 15,0 1-34-15,0-3-52 0,0 0-30 0,0-3-85 16,1-3-142-16,1-3-249 0,-1-9-886 16,-1 2-1102-16</inkml:trace>
  <inkml:trace contextRef="#ctx0" brushRef="#br0" timeOffset="54458.92">18563 12232 1896 0,'0'0'418'0,"0"0"-172"0,0 0-120 15,0 0 57-15,0 0 74 0,0 0-31 16,0 0-64-16,0 0-25 0,0 0 11 16,0 0-3-16,-3 28-3 0,3-22 48 15,0 5 8-15,0 1-31 0,0 2-19 0,-1 4-56 16,1 6-37-16,-3 4-15 0,3 5-16 15,0 5-3-15,0 3 10 0,3 6-3 16,2 0 39-16,7 3-6 16,2 4-7-16,4-2-2 0,3-1 15 0,4-2-3 15,2-5-22-15,-1-7-24 0,3-5 1 0,0-6 20 16,3-5 0-16,-4-7-20 0,1-4-7 16,1-4 15-16,-2-5-16 0,1-1-10 15,-4-10-1-15,4-6 27 0,0-7-25 16,0-8 1-16,0-6-1 0,-6-10 1 15,-1-1 19-15,-5-5-22 0,-9-2-3 16,-2 1-10-16,-6-1 1 0,0 2-6 16,-3 6-9-16,-3 6 12 0,-5 4-3 15,1 7-16-15,-2 3-17 0,0 2-13 0,-3 3 3 16,2 4-15-16,3 4 10 16,1 3-14-16,2 3-32 0,2 2-100 0,2 1-43 15,0 2-23-15,1 3-101 0,2 0-113 16,0 1-171-16,0 3-51 0,0 7-505 15</inkml:trace>
  <inkml:trace contextRef="#ctx0" brushRef="#br0" timeOffset="56494.99">18971 13362 1899 0,'0'0'528'0,"0"0"-266"0,0 0-166 16,0 0-28-16,0 0 22 0,0 0-20 16,0 0-5-16,1 77-17 0,5-69 9 15,-1 3 13-15,1-3-6 0,-1 1 6 16,-1-2-9-16,1 0-20 0,-2-5-25 16,-1 1-15-16,1 1-1 0,0-2-26 15,1-1-2-15,1 1-7 0,0 0-41 16,3-2-23-16,1 0-32 0,-1 0-46 15,2-4-83-15,0-1-73 0,2-2-49 16,-4-2-38-16,3-1-36 0,-6 2-68 16,2-5-35-16</inkml:trace>
  <inkml:trace contextRef="#ctx0" brushRef="#br0" timeOffset="56976.03">18961 13234 1596 0,'0'0'574'0,"0"0"-302"0,0 0-110 16,0 0 5-16,0 0 55 0,0 0-49 15,0 0-90-15,0 0-41 0,0 0-23 16,0 0-19-16,0 0 3 0,-10 31 35 0,10-25-6 16,0-5-15-16,0 3-17 0,1-3-26 15,2-1 4-15,3 0 20 0,-3 0 0 16,1 0-10-16,2 0 12 0,0-5 2 15,-2-1-2-15,1 1-11 0,0-1-21 16,-4 1-13-16,1 2 45 0,-2-1 0 16,0 2 64-16,0 1 16 0,0 0-7 15,-3-1-61-15,-2 1 17 0,0 1-29 16,1 0 0-16,-1 0-16 0,2 0-22 16,-1 0-3-16,1 0 25 0,-1 1 13 0,-2 2-9 15,3-2 11-15,-1 1-20 0,0 2-8 16,1-1-35-16,-2 2-73 0,2 0-104 15,2 0-168-15,1-1-307 0,0-2-581 0</inkml:trace>
  <inkml:trace contextRef="#ctx0" brushRef="#br0" timeOffset="57643.74">19598 12506 661 0,'0'0'1416'0,"0"0"-982"16,0 0-169-16,0 0-50 0,0 0 6 15,0 0 5-15,0 0-42 0,0 0-48 16,0 0-38-16,0 0-14 0,-43 8-12 16,32-2-11-16,0 6-8 0,-1-1-22 15,0 6 4-15,-2-2 21 0,3 3-6 16,1 0-13-16,1-1 3 0,5 0-12 15,2-4-10-15,2 0-18 0,0-1-13 16,3-4-12-16,6 1 7 0,2-2-1 0,2 0-3 16,6-2 10-16,-1 1-10 0,2-1 20 15,-1-2-10-15,1 1 9 0,-5 0-13 16,-2-1 16-16,-4 2 0 16,2 0 0-16,-5 2 2 0,2-2 17 0,-5 6 21 0,-3-3 32 15,0 3 2-15,0-1-12 0,0 0-16 16,-8 2-9-16,-1 0-18 0,-2 3-7 15,-1-2-11-15,-3 0-1 0,0-3 0 16,4-1-12-16,-2-1-16 0,4-5-68 16,0-2-65-16,4-1-41 0,2 0-40 15,3-2-112-15,0-5-336 0,0 0-640 16,4-7 129-16</inkml:trace>
  <inkml:trace contextRef="#ctx0" brushRef="#br0" timeOffset="58256.81">19816 12753 1148 0,'0'0'488'0,"0"0"-63"0,0 0-33 16,0 0-76-16,0 0-94 0,0 0-49 15,0 0-29-15,0 0-27 0,0 0-2 16,0 0 5-16,0 0-10 0,0 36-15 16,0-29-10-16,0 1-23 0,0 2-10 0,4-2-30 15,-3 1-21-15,0-1-1 0,2-3-12 16,-1-1-7-16,-1-1-16 0,2 1 3 15,0-3-18-15,0-1-53 0,0 0-115 0,3 0-125 16,-1-6-164-16,3-4-207 0,-6 3-102 16</inkml:trace>
  <inkml:trace contextRef="#ctx0" brushRef="#br0" timeOffset="58750.64">19813 12551 988 0,'0'0'482'0,"0"0"-115"16,0 0-52-16,0 0-43 0,0 0 2 0,0 0-42 15,0 0-104-15,0 0-13 0,0 0-28 16,0 0-52-16,0 0-6 0,-15 40 6 15,15-34-10-15,1 0-23 0,4-3-2 16,-1 1-13-16,2-4 10 0,1 0 0 16,-1 0 3-16,-2 0 0 0,4-4 13 15,-4-1-12-15,-1 0 12 0,1-1 9 16,-3-2 6-16,-1 1 14 0,0 1 9 0,0-1-4 16,0 1-3-16,-4 0-12 15,0-1-3-15,0 3-4 0,-4 1-23 0,4 0 17 16,-2 2-7-16,1 0-12 15,-3 1-6-15,2 0-35 0,2 0 0 0,0 1-22 16,-1 0-51-16,1 2-52 0,1-2-102 16,3 1-157-16,0-2-294 0,0 0-409 0</inkml:trace>
  <inkml:trace contextRef="#ctx0" brushRef="#br0" timeOffset="62660.76">22046 12284 10 0,'0'0'65'0,"0"0"-6"0,0 0-17 15,0 0-13-15,0 0-16 0,0 0-13 0,0 0-11 16,0 0-6-16,0 0-6 0,0 0 7 16,0 0-3-16,0 0-4 0,0 0-10 15,0 0-6-15,0 0 2 0,0 0 37 16,0 0 0-16,0 0 0 0,2 0 0 15,-1 0 0-15,-1 0 0 0,0 0 0 16,0 2 0-16,0-2 0 0,0 1 0 16,0 1 0-16,2-1 0 0,-1 0 0 0,-1-1 0 15,0 0 0-15,2 2 0 0,-2-1 0 16,0 2 0-16,0-3 0 0</inkml:trace>
  <inkml:trace contextRef="#ctx0" brushRef="#br0" timeOffset="63302.09">22046 12284 25 0,'9'19'46'0,"-9"-19"3"0,0 0-30 0,0 0-3 0,0 0-16 0,0 0 0 15,0 0-19-15,0 2-1 0,0-2 4 16,0 0 13-16,0 1 1 0,0 1-15 16,0-2 17-16,0 0 17 0,0 1 12 15,0-1 7-15,0 0 36 0,0 0 42 0,-1 0 0 16,1 0-3-16,-2 0-7 0,2 0-16 15,-1 0-26-15,1 0-36 0,-2-1-3 16,2-2-10-16,0 1-11 0,0 2-2 16,0 0 0-16,0 0 0 0,0 0 2 15,-1 0 1-15,1 0 10 0,-2 0-10 16,2 0 16-16,0 0-2 0,-1 0-8 16,1 0-9-16,-2 0-36 0,2 0 7 15,-1 0 10-15,-1 0 16 0,2 0-10 16,0 0 0-16,0 0-16 0,0 2-23 15,0-2-10-15,0 0 0 0,0 1 0 16,0-1 7-16,-1 0-14 0,1 2 1 0,0-2 19 16,0 1 16-16,0-1 17 0,0 0-1 15,0 0-9-15,0 0-32 0,0 0-1 16,0 0 23-16,0 0 36 0,0 1 0 0,-2-1 26 16,2 0 23-16,0 0 36 0,0 0 3 15,0 0-16-15,0 0-7 0,0 0-10 16,-1 0-12-16,1 0-27 0,0 0-16 15,0 0 0-15,0 0-2 0,0 0-11 16,0 0 11-16,0 0-2 0,0 0 1 16,0 0 0-16,0 0-10 0,0 0 10 15,0 0-1-15,0 0 4 0,0 0 1 16,0 0 29-16,0 0-1 0,0 0 7 16,0 0-7-16,-2 0-6 0,2 0-23 15,0 0-16-15,0 0-7 0,0 0-3 16,0 0-7-16,0 0-25 0,0 0-34 0,0 0-15 15,0 0-30-15,0 0 13 0,0 0 51 16,0 0 73-16,0 0 0 0,0 0 0 16,-2 0 47-16,-1 0 24 0,3 0-5 0,-3 0 2 15,3 0-3-15,-1 0-22 0,-1 0-33 16,2 0-10-16,0-1-40 0,0 1-51 16,0-1-3-16,-1-2-14 0</inkml:trace>
  <inkml:trace contextRef="#ctx0" brushRef="#br0" timeOffset="63427.26">22009 12287 23 0,'0'0'75'0,"0"0"-33"0,0 0 1 16,0 0 6-16,0 0-7 0,0 0-42 0,0 0-23 15,0 0 4-15,0 0 15 16,0 0-15-16,0 0 18 0,-17-29-25 0,17 26-23 16,0 1-39-16,-3 0 43 0</inkml:trace>
  <inkml:trace contextRef="#ctx0" brushRef="#br0" timeOffset="66608.55">10304 6089 2741 0,'0'0'418'0,"0"0"-195"15,0 0-29-15,0 0-39 16,0 0 21-16,0 0 16 0,0 0-33 0,0 0-29 16,0 0-55-16,0 0-13 0,0 0 15 15,0 0 18-15,75-67-9 0,-46 40-21 16,2 0-44-16,4-2-2 0,0-1-16 16,1-1-2-16,1-1-1 0,-1 3-12 0,0 1-10 15,-1 4-21-15,-4 0 6 0,0 5-30 16,-7 1-90-16,-6 6-54 15,-4 2-41-15,-7 7-123 16,-4 2-130-16,-3 1-54 0,-2 0-195 0,-14 3-519 0</inkml:trace>
  <inkml:trace contextRef="#ctx0" brushRef="#br0" timeOffset="66993.75">10399 5841 2387 0,'0'0'548'0,"0"0"-272"16,0 0-117-16,0 0 19 16,0 0 78-16,0 0-61 0,0 0-60 0,0 0-29 15,0 0-12-15,0 0-1 0,0 0-10 16,-7 26-27-16,1-12-19 0,-1 7-3 15,-1 1-13-15,-1 4 7 0,-2 4 3 16,1-1 3-16,-1-2-4 0,4 2-8 16,1-6-4-16,3-2-2 0,0-6-16 15,3-3-13-15,0-2-2 0,1-2 1 16,4-3 14-16,-1-1 12 0,3 0-9 0,5-4 22 16,-1 0 15-16,6 0-1 0,1-2-8 15,4-3 0-15,2-2-16 0,-2-3-12 16,4 1-1-16,-3-3-2 0,1-1-18 15,-2 2-53-15,-2 2-116 0,2-1-78 16,-2 1-96-16,-1-1-280 0,-2 3-725 16,-1-4-568-16</inkml:trace>
  <inkml:trace contextRef="#ctx0" brushRef="#br0" timeOffset="68007.34">11378 5321 2009 0,'0'0'463'0,"0"0"-391"15,0 0-47-15,0 0 85 0,0 0 103 16,0 0 14-16,0 0-45 0,0 0-23 16,0 0-25-16,0 0-8 0,54 71-16 15,-48-57-15-15,1 0 8 0,-3-2-8 0,1 1-5 16,-2-2 4-16,0-1-1 0,-3-1-22 15,1 0-3-15,-1-2 9 0,0-2 6 16,0 0-12-16,0-2-25 0,0-2-21 0,0-1-22 16,0 0 9-16,0 0 10 0,0 0-10 15,0-4-12-15,-1-2 0 0,-4-5-55 16,1-4 12-16,1-4-3 0,-1-4-4 16,2-1 10-16,0 0 0 0,2 2-3 15,0 1 3-15,4 3 9 0,0 3 0 16,2 1 0-16,1 3 13 0,0 0-10 15,2 3 12-15,-2 2 13 0,2 1 0 16,0-1 3-16,2 0 0 0,-1 5 2 16,3-2 0-16,-3 3 20 0,2 0 24 0,0 4 25 15,2 7 19-15,-2 1 12 0,0 1-26 16,-2 5-11-16,1 1-19 16,-3 0-3-16,-1 1-19 0,-1-2-5 0,-2 0-4 15,0-4-3-15,-1-1-12 0,-1-1-2 16,1-5-10-16,-3-2 9 0,1-1-34 15,-1-2-39-15,0-2-75 0,0 0-52 0,0 0-42 16,0-6-128-16,0 0-111 16,0-3-133-16,0 3-506 0,0-5-382 0</inkml:trace>
  <inkml:trace contextRef="#ctx0" brushRef="#br0" timeOffset="68375.96">11764 5186 2017 0,'0'0'531'0,"0"0"-186"0,0 0 4 16,0 0-19-16,0 0-74 0,0 0-102 16,0 0-97-16,0 0-22 0,0 0-7 15,-16 68-9-15,16-50 6 0,0 0 28 16,0-1 6-16,7-3 3 0,-1-1-25 15,1-2-18-15,2-2-18 0,1-3 1 0,0-3-1 16,2-2 0-16,-1-1 2 16,2-1 10-16,3-8 5 0,-2-3-2 0,2-2-14 15,-4-5 1-15,-2 2-3 0,-2 3 12 16,-6-3 10-16,-2 4 6 0,0 1 6 16,-9-1-9-16,-2 3-10 0,-1-2 19 15,-5 4-24-15,1 3-10 0,-4 1-27 16,0 4-26-16,1 0 25 0,1 2-27 15,4 5-38-15,0 1-44 0,5-2-48 0,5 0-86 16,4-2-157-16,0-2-267 0,2-1-508 16,12-1-95-16</inkml:trace>
  <inkml:trace contextRef="#ctx0" brushRef="#br0" timeOffset="69125.14">12251 4975 722 0,'0'0'1582'0,"0"0"-1178"0,0 0-230 15,0 0 12-15,0 0 34 0,0 0-32 16,0 0-55-16,0 0-9 0,0 0-24 15,0 0-27-15,0 0-10 0,19 53-4 16,-12-42-14-16,0-1-11 0,2 1-33 0,-1-4-1 16,4-1-21-16,-1-1 21 0,1-3 0 15,1-2 3-15,-3 0 12 0,3-1-2 16,-3-5-10-16,-1-2-2 16,-2-1-1-16,-3 1 0 0,-3-1-23 0,-1-1 23 15,0 1 1-15,0 0-1 0,-5 0-2 16,-5 1-13-16,0 2 15 0,-2-1 16 15,-2 4-16-15,-1-2-25 0,1 3-14 16,2 2 27-16,-1 0 9 0,5 0 2 16,0 0-2-16,4 2 3 0,1 1-1 0,2-1-11 15,1-2-54-15,0 0-15 0,3 0-8 16,2 0 70-16,6 0 19 0,3-5 0 16,0-2 22-16,4-4-9 0,-1-2-13 15,0-1-44 16,1-3-6-31,-4 1-26 0,1-1-4 0,-1 0 42 0,-1 1 26 0,-4-1-14 0,-3 3 26 0,-1-1 0 16,-2 4 13-16,-3 1 47 0,0 2-9 0,0-1 0 16,0 8-4-16,0 0 41 15,0 1-22-15,0 0-21 0,0 0 14 0,-2 2-2 16,2 7-23-16,0 1-34 0,0 7-12 16,2 2 8-16,4 3-21 0,4 3 24 15,4-3 1-15,1-1-12 0,3 1-4 16,1-7 16-16,0 1-22 0,-2-3 0 15,-2-3-9-15,-1-2 2 0,-6-1 7 0,-3-1 22 16,-2-2 3-16,-2 0 22 0,-1 1 6 16,0-1 7-16,-3-1-13 0,-3 0-25 15,1 0-1-15,-5-3-20 0,3 0 21 16,1 0 13-16,-2-4 12 0,2 0-13 16,3-1 41-16,0 0-17 0,0 0-36 15,3-3-2-15,0 0-1 0,0 0 3 16,0-1 0-16,3-1-2 0,3-1-24 0,2-5-3 15,1 2-5-15,1-2-1 16,0-2-46-16,0 2-99 0,-1-1-70 0,2-2-172 16,-2 3-200-16,-1 5-166 0,4-7-398 0</inkml:trace>
  <inkml:trace contextRef="#ctx0" brushRef="#br0" timeOffset="69476.67">12964 4473 2360 0,'0'0'654'0,"0"0"-292"0,0 0-112 15,0 0 3-15,0 0 26 0,0 0-24 16,0 0-54-16,0 0-25 0,0 0-23 16,0 0-9-16,-3 5-41 0,-6 6-63 0,-3 4-40 15,-1 7-2-15,-2 0 0 0,4-1-1 16,5-2-9-16,-1-2-1 0,7-5-11 15,0 0-13-15,0 1 7 0,8-2-4 16,3-1-2-16,3-1 17 0,2-1 7 0,4-2 9 16,0-2-9-16,2 1 12 0,1-2-12 15,-4 0 11 1,-1-1 0-16,-2 1-12 0,-4 0 10 0,-2-1-9 16,-4 3 9-16,1-1 1 0,-5-1 2 0,0 3 0 15,-1-1 15-15,-1 2-3 0,-1 1-8 16,-6 4-4-16,-8 0-138 0,1-1-84 15,-3-3-121-15,1-2-223 0,1-1-572 16,1-5-457-16</inkml:trace>
  <inkml:trace contextRef="#ctx0" brushRef="#br0" timeOffset="69816.89">13130 4647 1585 0,'0'0'338'0,"0"0"-33"0,0 0-1 15,0 0-72-15,0 0-20 0,0 0-23 0,73-66-45 16,-65 57-55-16,-3 0-35 0,0-1-19 16,-1-1 3-16,0 3 22 15,-2-2 0-15,-2 1-3 0,0 1 13 0,0 2 24 16,-6 2 25-16,-1 0 48 0,0 3-11 16,-2 1-44-16,-2 0-4 0,2 0-31 15,0 3-43-15,1 3 15 0,2 2-31 16,0 2-18-16,2 3-2 0,1 1 2 15,1 1 12-15,2 0 6 0,0-1-5 16,5 0-12-16,0-2 14 0,6-2-14 16,0-1-1-16,4-3-2 0,0-3 1 0,1-3-2 15,3 0-9-15,1-4-22 0,-1-7-65 16,2-1-105-16,2-7-7 0,-1-1 35 16,3-3-176-16,-5-1-350 0,-7 4-641 15,1-9 69-15</inkml:trace>
  <inkml:trace contextRef="#ctx0" brushRef="#br0" timeOffset="70144.38">13388 4248 1835 0,'0'0'432'15,"0"0"-145"-15,0 0-39 0,0 0-39 16,0 0-58-16,0 0-49 0,0 0-13 16,0 0 83-16,0 0 65 0,0 0-54 15,42 78-20-15,-24-59-13 0,0 0-57 16,2-1-46-16,0-2-35 0,-1-1-10 0,-2-3 12 15,-2-1-14-15,-1-1-3 0,-7-3 0 16,-3-1-1-16,1-1 3 0,-5-3 1 16,0-1 13-16,0 2-11 0,0-3 0 15,0 0-2-15,-5 0-20 0,1 0-67 16,-2-3 10-16,-1-3 5 0,1 1-22 16,4-3 43-16,-4 1 14 0,3-2 5 0,3-2 29 15,0 1-25-15,0-3-10 0,0-1 1 16,6-3-1-16,-1-1-22 0,7-2 9 15,-4 0-34 1,3 0-26-16,0 0-10 0,1-1-54 0,-4 4-20 0,4-3-30 16,-4 4-36-16,3 0-43 0,-3 2-63 15,1 2 26-15,-3 4-170 16,1-3-268-16</inkml:trace>
  <inkml:trace contextRef="#ctx0" brushRef="#br0" timeOffset="70408.72">13816 3994 2331 0,'0'0'671'0,"0"0"-294"16,0 0-95-16,0 0-27 0,0 0 12 15,0 0-18-15,0 0-67 0,0 0-46 16,0 0-90-16,0 0-28 0,-54 69 19 16,44-52 6-16,0-1-18 0,8-1-25 15,2-3-27-15,0-1-7 0,1-3-3 0,8 1 21 16,1 1 16-16,4-1 2 0,3 3 11 15,1-3-13-15,2 1-12 0,0 0 10 0,-1-2 0 16,1 1-16-16,-4-1 5 16,0-1-2-16,-6 1-7 0,-3 1-2 15,-4 2 8-15,-3-1-2 0,0 5-142 16,-12 2-163-16,1-1-193 0,-2-3-701 16,-9 4-996-16</inkml:trace>
  <inkml:trace contextRef="#ctx0" brushRef="#br0" timeOffset="71258">12205 5648 2111 0,'0'0'601'16,"0"0"-241"-16,0 0-25 0,0 0-18 16,0 0-15-16,0 0-2 0,0 0-80 15,0 0-99-15,0 0-38 0,-78 50-43 0,66-30-10 16,4 3 7-16,2 0 9 0,1-1-3 15,5-1-15-15,0-1-28 0,5-4-4 16,4-3-20-16,5-2 3 0,2-3 5 16,4-2 4-16,-1-6-9 0,4 0-19 15,-3-7-16-15,3-4-42 0,-4-5-72 16,-2-2-12 0,-2-2-24-16,-1-5-52 0,-6 0-112 15,-2-4-112-15,-1-1 3 0,-5 0-120 0,0 0 153 0,-3 0 72 16,-5 4 193-16,0 2 181 0,-1 7 192 15,1 6 124-15,2 3 35 0,0 4 3 16,3 4-79-16,0 0-14 0,2 0 32 0,1 0-37 16,-3 5-77-16,3 6-94 0,0 3 7 15,0 3 19-15,6 5 34 0,1 2-10 16,2-1-9-16,2 2-32 0,1-5-7 0,1-1-15 16,1-2-23-16,-1-4-27 0,0-1-20 15,-3-6-1-15,0 0-1 0,-1-4-1 16,-2-2-2-16,-1 0-13 0,-2-3 4 15,1-5-66-15,-1-3-15 0,0-1 56 16,-1-1-4-16,0-2 10 0,-3 2 0 16,3-1-17-16,-3 3 26 0,3 2 19 15,-2 2-1-15,0 5-8 0,1 2 12 16,-1 0 2-16,1 0 26 0,2 1 36 16,1 2 33-16,4 4 12 0,2 1-41 15,3 1-12-15,-1 0-10 0,2-2-15 16,0 2-15-16,0-5-16 0,-1 0 0 0,1-3-3 15,-1-1-18-15,2 0-26 0,0-6-49 16,0-3-109-16,1-3-138 0,-6-2-132 16,1-3-118-16,-8 4-397 0,0-6-134 0</inkml:trace>
  <inkml:trace contextRef="#ctx0" brushRef="#br0" timeOffset="71534.5">12698 5506 372 0,'0'0'1819'15,"0"0"-1373"-15,0 0-208 0,0 0-32 16,0 0 1-16,0 0 29 0,-9 76-24 16,12-65-36-16,4 0-57 0,3-5-43 0,2 0-16 15,-1-4-1-15,3-2 0 0,0 0 16 16,1-4 36-16,0-3-12 0,1-3-34 16,-3-3-31-16,-4 0-33 0,2-2 11 15,-5 1-12-15,-5 3-25 0,-1-1 13 16,0 3 12-16,-1 2 1 0,-7-3-1 15,-4 3-34-15,0-1-28 0,-7 3-2 16,2 2-11-16,-3 3-30 0,1 0-23 16,-1 3-29-16,4 2-13 0,3 1-32 15,6-2-137-15,1-3-238 0,6-1-481 0,0 0-163 0</inkml:trace>
  <inkml:trace contextRef="#ctx0" brushRef="#br0" timeOffset="71776.36">12922 5259 248 0,'0'0'1054'0,"0"0"-661"0,0 0 39 0,0 0-53 16,0 0 85-16,0 0 5 0,0 0-118 15,0 0-225-15,0 0-82 0,0 0-19 16,0 0 7-16,-5 77 13 0,5-59-8 16,4-4-15-16,4 0-21 0,6 1 18 15,0-3 12-15,3-1 9 0,0 1 4 16,1-2-19-16,1-1 0 0,-2-1-1 15,-4-2-24-15,-1-1-1 0,-3 0-12 16,-3-1 10-16,-1 1 2 0,-5-3 1 0,0 1 19 16,0 3-19-16,-6-1-66 0,-7 0-146 15,0-1-116-15,-6-2-145 0,6 0-304 16,-8-2-641-16</inkml:trace>
  <inkml:trace contextRef="#ctx0" brushRef="#br0" timeOffset="72091.19">13137 5331 1487 0,'0'0'468'0,"0"0"-53"0,0 0-69 15,0 0-86-15,76-64-74 0,-61 51-62 16,-8 1-25-16,-1-1-26 0,-2 1 0 16,-2 2 13-16,-2-1 65 0,0 1 69 15,-6 2-56-15,0 2-14 0,-1 1 2 16,-3 4 17-16,3 1-21 0,-5 0-37 0,1 4-53 15,2 4-43-15,-1 2-13 0,-2 3 10 16,4 3-9-16,2 3 10 0,3 0-11 16,3 0 10-16,0 1-12 15,3-4-2-15,4 0-19 0,5-3 2 16,0-4-5-16,5-5 11 0,0-2-5 0,-1-2-34 0,1-2-86 16,1-6-118-16,0-5-15 0,2-2-103 15,2-4-216-15,2-5-23 0,1 3-400 16,-5 4-3-16,2-9 437 0</inkml:trace>
  <inkml:trace contextRef="#ctx0" brushRef="#br0" timeOffset="72373.64">13472 5107 1767 0,'0'0'522'0,"0"0"-234"0,0 0-69 16,0 0-23-16,0 0 44 0,0 0 50 0,0 0-22 16,0 0-38-16,51 66-51 15,-36-58-33-15,-2-1-22 0,0 0-28 0,1-4-31 16,-2 0-28-16,0-3-7 15,0 0-5-15,0-3 0 0,-2-4 8 0,-2 0-14 16,3-4-17-16,-2-1-2 0,2 1-2 16,0-4 0-16,2 0-11 0,2-1-2 15,0 1 0-15,1 1-13 0,4 0 7 0,0 4-1 16,-1 1 7-16,0 3 15 0,-1 1 1 16,0 3 33-16,1-2 27 0,-3 1 22 15,1 1 64-15,0-1-7 0,-1-1-70 16,-1 0-45-16,-1 1-15 0,-2-2-10 15,-4 1-18-15,1-2-31 0,-5 3-119 16,-1-3-86-16,-2 2-42 0,-1-1-84 16,0-1-233-16,0 3-628 0,-10-2-722 0</inkml:trace>
  <inkml:trace contextRef="#ctx0" brushRef="#br0" timeOffset="75142.44">11831 10549 1281 0,'0'0'508'0,"0"0"-161"0,0 0-130 0,0 0-56 16,0 0-12-16,0 0 2 0,0 0-9 15,0 0 37-15,0 0 41 0,0 0 22 16,0 0-21-16,16 22-42 0,-7-15-41 15,1 2-56-15,4 1-23 0,1 5 18 16,5-1 1-16,0 4-16 0,2 5 30 16,1-2 4-16,0 4-16 0,1 2-37 15,0-2-9-15,-1 3-7 0,-1-3-24 16,0-1 9-16,-2-2-12 0,0-4-3 16,-3-1 0-16,-2-7-13 0,-3 1 4 0,-2-3-3 15,-6-2 15-15,0-1 0 0,-2-1 2 16,-1-4 1-16,-1 1 12 0,0-1-15 15,0 0-12-15,0 0-7 0,0 0-24 0,0-4-12 16,-3 0-50-16,-2-4 50 0,-7 0-16 16,1-3 49-16,-4 2 21 15,1-6-18-15,-5 0 18 0,2-4-45 16,-3 2 15-16,0-3-9 0,1 0-1 16,-1 2 39-16,2-1-26 0,0-2 9 15,0 0-18-15,4 2-10 0,-3-2 21 16,1 2 25-16,0 2 2 0,1 2 20 15,0 0-19-15,2 3 14 0,1 2 6 0,1 1 31 16,0 2-16-16,4 2-3 0,3 1 10 16,-2 1 2-16,5 3 4 0,-1 0-1 15,1 0 1-15,1 0-10 0,0 0 0 16,0 0 3-16,0 0 9 0,0 2 19 16,0 2-16-16,0 0-24 0,0 2 6 0,-2 3-25 15,0 8-12-15,2 1 0 0,-3 6 1 16,1 2 2-16,1 2 12 0,-2-1 0 0,3 0-11 15,-2 0 11-15,2-5-12 0,0-3 8 16,0-3-11-16,2-2-2 0,1-7-1 16,0-1-15-16,-2-2 2 0,1-4-2 15,-1 0-13-15,0 0 1 0,2 0 18 16,0-7 12-16,0-3 3 0,0-2 9 16,-2-4 15-16,-1-2-14 0,0-3-13 15,-5-2-2-15,-1-2-26 0,-1 1 0 16,1-2 1-16,-4-1 11 0,3 2 5 15,-2 0 11-15,2 5 1 0,1 3 1 16,0 3 14-16,2 4-13 0,1 4 15 16,2 1 4-16,1 5-4 0,0 0 6 0,0 0 7 15,0 0 6-15,0 0-1 16,0 0-11-16,0 4-25 0,4-1 18 0,6 2 25 16,1 1 51-16,6 4 19 0,4 1-37 15,0 2-18-15,2 0-10 0,1-1-11 0,2 1-7 16,-2-1-3-16,1-3-8 0,-4 0-19 15,1-4 0-15,-1-3-3 0,-3 1-9 16,-1-3-15-16,-4 0-30 0,-3 0-114 16,-1-3-103-16,-6-4-118 0,-2 1-330 15,-1 0-643-15,-4-6-934 0</inkml:trace>
  <inkml:trace contextRef="#ctx0" brushRef="#br0" timeOffset="76925.62">12248 11443 2168 0,'0'0'382'16,"0"0"-214"-16,0 0-46 0,0 0-10 15,0 0 119-15,0 0 24 0,0 0-49 16,0 0-45-16,0 0-70 0,0 0-43 16,-79-35 14-16,73 35 8 0,-3 4 99 15,1 2-33-15,-3 2-108 0,4 5 3 16,0 2-9-16,1 4 9 0,5 5-3 0,1 4 9 15,1 1 12-15,11 4-18 0,4-1-16 16,4 0-12-16,1-2 19 0,3-2-19 16,2-4-2-16,1-1-1 0,-1-6-3 15,-3 0-12-15,-4-4-10 0,-2-4 6 16,-3 0 17-16,-2-4-13 0,-6-1 12 16,-4 0 1-16,1-4 2 0,-3 0 18 0,0 0 1 15,0 0-4-15,0 0-2 0,-1 0-13 16,-6-6-60-16,-8 0-91 0,1-4 36 15,-3-3 12-15,1-1 60 0,-1-2 2 16,5 3 19-16,2 0 4 16,3 1-26-16,5 0-26 0,2 2 20 0,0-2-7 15,5 2 16-15,4-1 17 0,3 0 24 16,4-1 32-16,-2 2-29 0,4 1 25 16,-2 0 16-16,1 2-10 0,-1 1-8 15,-2 4-8-15,-2 0-18 0,-5 2 13 16,3 0 6-16,-1 4 69 0,-1 3 0 15,4 3-20-15,-2 1-24 0,3 0-13 0,0 0-28 16,0-1-2-16,0 1-1 0,-3-4-3 16,0-2 1-16,0-3 0 0,-4 1-1 15,-1-2 1-15,-2-1 1 0,0 0 1 0,-1 0 19 16,1-4 27-16,-2-2 29 0,1-2-1 16,1-3-25-16,-1 1-18 0,-1-4-9 15,-1 2-4-15,0-2-15 0,0 4 13 16,-3-2 8-16,-6 1 19 0,-1 1-18 15,-3 1-1-15,-3 1 1 0,-1 2 3 16,-2 1-25-16,-1 1-2 0,4 4-1 16,-4 0-18-16,4 0-6 0,1 3 2 0,4 0-21 15,-1 3-9-15,5-1-28 0,3 0 21 16,2-4-40-16,2 0-40 16,0-1-26-16,3 0 1 0,6 0 58 15,5-1-1-15,1-5-83 0,5-2-10 0,-4-4 16 16,4 1 1-16,0-2 29 0,-3 1 0 15,2 0 18-15,-3 1 43 0,3 2 38 16,-6 1 23-16,2 4 19 0,-1 2-5 16,1 2 18-16,-2 0 49 0,1 2 83 0,0 5 39 15,1 0 29-15,-2 2-50 16,2 0-35-16,-1-2-35 0,-2 2-16 0,-1-1 19 16,-4-3 6-16,1 0-23 0,-4-2 16 15,-2-1 19-15,1 2 29 0,-3-4 74 16,0 0 39-16,0 0-42 0,0 0-31 15,0-6 69-15,-6-2-62 0,0-3-107 16,-1-6-70-16,-3-2-2 0,0-6-13 0,1 2 0 16,0-1 13-16,1 1-16 0,3 4-16 15,2 2-9-15,3 4-27 0,0 1-71 16,0 2-49-16,8 3-63 0,1 0-135 16,3 2-249-16,-3 1-493 15,7 4-422-15</inkml:trace>
  <inkml:trace contextRef="#ctx0" brushRef="#br0" timeOffset="77590.99">13154 11269 2319 0,'0'0'568'0,"0"0"-372"15,0 0-116-15,0 0 38 0,0 0 70 0,0 0-61 16,0 0-58-16,19-80-37 16,-16 63-29-16,-2 1 22 0,-1 2 19 15,0 0 38-15,-5 4 3 0,-5-1-13 0,0 3 20 16,1 2 20-16,-5 2 0 0,2 2-9 15,0 2-41-15,-1 0-10 0,2 6 32 16,0 1 17-16,2 4-73 0,1 3-16 16,5 1-12-16,2 3 0 0,1 2 2 15,0 3 41-15,3-4 3 16,6 0-12-16,0-2-7 0,5-3-14 0,2-2-11 16,1-3 0-16,3-4 0 0,-1-3-2 0,2-2-12 15,1-1-1-15,-2-9-11 0,2-2-31 16,-4-1-176-16,-2-6 107 0,-1-2-6 15,-5 0-57-15,-4 0-86 0,-3-1-71 16,-3 1-41-16,0 3-26 0,0 3 10 16,-8 0 123-16,2 2 51 0,1 5 227 15,-1 4 29-15,5-1 133 0,-1 3 52 0,2 2-71 16,0 0-101-16,0 0-39 16,5 3 39-16,2 2 213 0,3 3 44 15,1 1-50-15,4 2-74 0,1-3-42 16,1 3-16-16,-1-4 22 0,0 2-4 0,-2-4-31 15,-1-1-29-15,-1-1-6 0,-1-1-1 16,-2-2 16-16,-2-3 28 0,-1-5 82 16,0-4-53-16,-1-1-55 0,-2-4-40 0,-2-3-9 15,-1-1-3-15,0 1-10 0,-5-3-9 16,-2 2-14-16,-1-1-1 0,0 3-3 16,0-3-24-16,0 7-37 0,4 2-120 15,-1 4-44-15,4 3-54 0,-1 0-116 16,2 6-233-16,0 0-440 0,2 0-56 15,4 6 88-15</inkml:trace>
  <inkml:trace contextRef="#ctx0" brushRef="#br0" timeOffset="78391.47">13585 10940 1383 0,'0'0'423'0,"0"0"-1"16,0 0 37-16,0 0-64 0,0 0-98 0,0 0-81 15,0 0-74-15,0 0-22 0,34-66-42 16,-34 54-37-16,0 0-19 0,-3 4 15 15,-3-3-14-15,-3 4 2 0,1 1-12 0,-3 2 6 16,3 2 6-16,-1 2-4 0,1 0 1 16,-1 6 41-16,1 1 45 0,-1 3-89 15,3 4-18-15,3 2 11 0,1-1 1 16,2 2-10-16,0-2 12 0,8-1-12 16,3-1 15-16,4-1-16 0,3-3 0 15,3-5-2-15,-1 0-3 0,3-4 1 16,-1 0-13-16,-2-8 2 0,1-2-12 0,1-4 7 15,-6-2-113-15,-3-1 38 16,-2 3-27-16,-4 1 13 0,-4 2 10 0,-1-1-4 16,-2 2 25-16,0 1 13 0,-3-1-10 15,-2 0 9-15,0 2-9 0,-1 1 73 16,-1 2 19-16,2 3 61 0,3-1 15 0,2 3 19 16,-2 0-48-16,2 0-64 15,0 0-2-15,0 0 1 0,0 0 0 0,0 0 12 16,3 4-10-16,4-3 25 0,2 4-9 15,1-5-18-15,2 0 21 0,-1 0 4 16,1 0-23-16,2 0 0 0,-4 0 16 16,2-5-7-16,2 0 1 0,-1-3 3 15,1 1-4-15,-2-3-12 0,0-3 0 16,-1 3-3-16,-2 0 1 16,-4-2 2-16,4 0 2 0,-6 2 1 0,1 0 10 15,-3 1 15-15,1 1-6 0,-2 0-3 0,1 2-16 16,-1 1 9-16,2 1-12 0,-1 0-15 15,1 4-4-15,1-2-9 0,3 0 6 16,0 2 22-16,3 0 2 0,0 0 35 16,4 0-2-16,0 0-3 0,1 4 3 0,6 0 8 15,2 0 7-15,4 1-22 16,3 1 4-16,1-5-8 0,5 3-20 16,4-3-4-16,0 0 0 0,1 2 0 0,-1 3-25 15,-6 3 10-15,-1 7 14 0,-8 2 2 16,-5 5-1-16,0 1 53 0,-6 3 12 15,-1 2-31-15,-1 0-3 0,-5-4 7 16,-4 3-4-16,0-3-7 0,-2-3 1 16,-2 0 6-16,-5-1 9 0,-2-5-6 15,1-2-24-15,-2-6 8 0,1-2 7 16,2-6 9-16,-3-4-37 0,0-8-36 16,-1-9-10-16,-1-8 33 0,-1-8 10 0,0-10-9 15,3-4 10-15,-2-6 2 0,5-1 1 16,0 2-1-16,5 1 2 0,2 8 10 15,0 7-12-15,0 7-10 0,2 8-24 16,1 7 3-16,1 6-9 0,-4 7-43 0,0 4-106 16,0 1-69-16,0 0-97 15,-4 0-144-15,1 1-672 0,-10 9-619 16</inkml:trace>
  <inkml:trace contextRef="#ctx0" brushRef="#br0" timeOffset="79407.89">14616 10087 2436 0,'0'0'438'0,"0"0"-300"0,0 0-115 16,0 0 76-16,0 0 67 0,0 0-45 16,0 0-70-16,0 0-6 0,0 0-4 15,0 0-16-15,16-46 3 0,-13 36 29 16,-3-1 29-16,0 1-11 0,0-1-12 15,0-1-9-15,-6-1-11 0,0 1-11 16,-1 0 0-16,-3 0-7 0,-1 3-9 16,3 1 0-16,-2 3 21 0,1 2 10 15,2 1 15-15,0 2 28 0,-2 0 19 0,2 5 27 16,0 5 11-16,1 2-116 0,-1 3-16 16,4 3-11-16,3 4 20 0,0 3 10 15,10 0 12-15,1-1-3 0,7-1 6 16,-2-1-13-16,4-4 7 0,0-3 0 0,2-3-22 15,1-1-19-15,-2-5 0 0,0-4-2 16,-1-2-2-16,0 0-19 0,-3-8-13 16,-1-3-79-16,-2-8-95 0,-2-1 4 15,-4-4-65-15,-3-5-129 0,-5-2-210 16,0 9-444-16,-5-12-222 16</inkml:trace>
  <inkml:trace contextRef="#ctx0" brushRef="#br0" timeOffset="79598.39">14688 9726 714 0,'0'0'1336'0,"0"0"-863"16,0 0-51-16,0 0-102 16,0 0-107-16,0 0-23 0,0 0 12 0,10 83 0 15,3-55-15-15,1-3-53 0,2 0-26 16,1 1-15-16,1-2-29 0,1-3-20 16,-2 0-44-16,3-6-1 0,-3-1-21 15,2-3-15-15,-3-6-46 0,2-1-103 0,-3-4-104 16,-1 0-211-16,-5-3-253 15,0-7-603-15</inkml:trace>
  <inkml:trace contextRef="#ctx0" brushRef="#br0" timeOffset="80008.28">14995 9826 1994 0,'0'0'580'15,"0"0"-339"-15,0 0-112 0,0 0 60 16,0 0 34-16,0 0-60 0,0 0-62 15,0 0-50-15,0-67-36 0,0 58-2 0,-5 0 44 16,-1 1 15-16,1 0 4 0,-1 2-17 16,0 0 1-16,0 3 19 0,2 0 21 15,0 2 37-15,0 1 12 0,-1 0-20 16,1 6-33-16,0-1-41 0,-4 2-53 16,0 2-2-16,1 1-1 0,1 1 0 15,0 0 1-15,2 0 12 0,1 1 10 0,0 0 12 16,3 1-4-16,0 0 1 15,4 1-6-15,2 0-10 0,3 0 0 0,0-2-3 16,2 0-11-16,-1-4-1 0,-1 1 3 16,2 0-1-16,1 1-2 0,-2-3-2 15,3 1 0-15,-2-1 1 0,4-1-2 16,1 0-9-16,-2-5 9 0,2 1-21 16,0-2 2-16,-3 0-2 0,-1 0 2 15,-1-3 1-15,-3-2-13 0,0-1-40 0,-1 1 22 16,-2-2 9-16,1-2-13 15,-1 0-3-15,-1-3-15 0,-1 2-19 0,-2-4-6 16,2 3-26-16,-3-1-42 0,0 0-75 16,0 2-110-16,0 0-115 0,-4-2-188 15,1 3-480-15</inkml:trace>
  <inkml:trace contextRef="#ctx0" brushRef="#br0" timeOffset="80556.24">15149 9650 2285 0,'0'0'433'0,"0"0"-334"16,0 0 36-16,0 0 96 0,0 0 65 15,0 0-93-15,0 0-64 0,60 65-29 16,-51-54-38-16,-2 0-15 0,0-2 3 16,-2-1 15-16,-2-3-10 0,0 0-34 15,-2-4-29-15,1-1-1 0,-2 0 18 16,0 0-3-16,0 0-15 0,0-5-1 15,0-1-50-15,0-7 34 0,-2-2-12 16,-1-2 0-16,0-4-25 0,0 0-47 16,0-2 5-16,-1 1 20 0,3 4 37 15,1 4 26-15,0 4 8 0,0 4 3 16,0 3 0-16,0 1-2 0,0 2 3 0,0 0 16 16,0 0 15-16,5 6 17 0,3 1 112 15,2 3-47-15,3 2-35 0,-2 4-22 0,1-2-10 16,1 3-6-16,-2-1 4 0,0-4-7 15,-2 2 3-15,0-7-26 0,-1-1-14 16,-2 0-12-16,0-6-3 0,-1 0-1 16,-2 0 15-16,1 0 0 0,-1-8-24 15,0-3-12-15,0-1 19 0,1-2-13 16,-4-3-16-16,0-1 19 0,0 1-9 16,0-2-13-16,0-2-18 15,-4 0 2-15,1 2 35 0,0 2 16 0,1 6 15 16,2 4 23-16,0 2-10 0,0 5-11 15,0 0 20-15,0 0 18 0,5 0 19 16,5 4 84-16,0 0-12 0,1 0-36 0,4 5-21 16,-2-3-28-16,2-2-21 0,2 2-13 15,-2-3-12-15,0-1-12 0,-1-2-16 16,1 0-73-16,-4 0-100 0,1-6-79 16,-5 0-149-16,0-1-307 0,-4 1-627 15,-3-5-223-15</inkml:trace>
  <inkml:trace contextRef="#ctx0" brushRef="#br0" timeOffset="81289.8">15566 9483 437 0,'0'0'1425'0,"0"0"-1019"0,0 0-106 16,0 0-55-16,0 0-55 0,0 0-65 16,53-71-20-16,-44 55 26 0,-3-1 9 15,2 1-48-15,-5-1-48 0,0-1-22 16,0 3-19-16,-3-1 26 0,0 3 9 15,-6 1 12-15,-3 5-6 0,1 2 25 16,-3 3 47-16,3 2 48 0,-4 0-30 0,4 8-4 16,-1 1-93-16,1 1-24 0,2 4-10 15,3-2 15-15,0 2 4 0,3 0 12 16,0 1 3-16,0-2 6 16,6-1 9-16,-1 0-2 0,4-3-20 0,1 0 1 0,3-3-19 15,0-3-12-15,3-3 1 0,0 0-1 16,1-1 1-16,-4-6-1 0,1 0-30 15,-4-3-50-15,-1-1 58 0,-3 3 4 16,1-4 2-16,-3 1 13 0,-1 3-9 16,-1-3 10-16,0 5-1 0,-2 1 0 15,2 2-10-15,-1 0 10 0,-1 3-15 16,2 0 2-16,-1 0 14 0,2 0-19 16,2 0 21-16,3 0 48 0,1 0 20 15,1 0-4-15,3-2 4 0,0-3-7 16,4-2-24-16,0-4-3 0,3 0-19 0,2-5-12 15,-2-3-1-15,2-1-2 16,-1-1-11-16,-5-2-16 0,-1 0-13 0,-4 1-34 16,-3 0-46-16,-5-4-19 0,-3 1 22 0,0-5-10 15,-3-1-23-15,-8-5-10 0,0-4-7 16,-5-2-6 0,-1-1-1-16,-2 3 2 0,-1 2-1 0,-2 8 173 15,5 8 16-15,1 6 192 0,5 6-30 16,5 5-33-16,0 4-41 0,4 1-3 0,2 0-13 15,0 9 26-15,0 3-39 0,8 6-44 16,3 4 31-16,5 6-3 0,2 2-6 16,5 1 9-16,-2 2 6 0,0-3 0 15,1-3 9-15,0 1-15 0,-4-5-38 0,-1-3-21 16,-4-2-3-16,-2-4-3 16,-4-3 3-16,-2 0 0 0,-2-5 0 0,-3-4-3 15,0 1-9-15,0-3 11 0,0 0 0 16,0-4-51-16,-3-5-69 0,-3-6-9 15,1-4 71-15,1-4 19 0,0 0 37 16,0 0 1-16,2 3 2 0,1 5 3 16,1 4 22-16,0 1-25 0,0 3-10 0,0 1-30 15,0 0-10-15,3 4-81 0,-2 0-158 16,2 2-231-16,-3 0-452 0,0 7-269 0</inkml:trace>
  <inkml:trace contextRef="#ctx0" brushRef="#br0" timeOffset="81907">13959 12128 2944 0,'0'0'562'0,"0"0"-306"0,0 0-83 16,0 0 13-16,0 0 1 0,0 0-75 0,0 0-47 16,0 0-47-16,82 44-18 0,-75-44-18 15,0-2-35-15,0-4 51 16,-2-5 2-16,-1-1 1 0,-1-3-1 0,-2-3 0 15,-1-3-31-15,0-4-47 0,0 0 4 16,0-2-4-16,-1 3-3 0,1 3 8 16,0 4 22-16,0 5 39 0,0 4 12 15,3 1-2-15,0 4 2 0,0 0 14 0,1 2 21 16,4 1 15-16,0 0 20 16,2 0 5-16,3 0 9 0,3 2-3 0,1 3-4 15,2 3-18-15,4-1-10 16,0 0 13-16,-4 3-13 0,4-4 4 0,-6 0-10 15,-1 0-13-15,-1-5-8 0,-1 1-22 16,-3-2-2-16,-2 0-13 0,-1-2-7 16,0-5-49-16,-3-3-117 0,-5-4-63 0,0 1-41 15,-8-3-83-15,-4 0-189 16,0 4-400-16,-14-6-197 0</inkml:trace>
  <inkml:trace contextRef="#ctx0" brushRef="#br0" timeOffset="82093.39">13875 11809 1588 0,'0'0'2620'0,"0"0"-2229"0,0 0-240 16,0 0-44-16,0 0-64 0,0 0-43 16,0 0-2-16,0 0-16 0,0 0-10 15,0 0-64-15,0 0-164 0,75-51-64 16,-61 46-234-16,-2 1-679 0,2-1-813 0</inkml:trace>
  <inkml:trace contextRef="#ctx0" brushRef="#br0" timeOffset="82462.06">14728 11328 3667 0,'0'0'460'0,"0"0"-394"0,0 0-65 15,0 0 67-15,0 0 38 0,0 0-32 16,0 0 4-16,85 73 2 0,-66-62-46 15,0-5-19-15,-2-3 34 0,-1-2 47 0,1-1 75 16,-1-3-39-16,1-8-35 0,-1-3-20 16,1-6-17-16,-2-3-17 0,-1-3-4 15,-5-1 1-15,-5 3-25 0,-4-2-15 0,0 3 2 16,-8-1-2-16,-4 4-27 0,-2 4 5 31,-2 1-11-31,-3 8 6 0,3 1-37 0,-3 6-67 0,2 0-98 16,3 6-29-16,-1 1-60 0,7 2-300 0,3-2-534 15,4 2-504-15</inkml:trace>
  <inkml:trace contextRef="#ctx0" brushRef="#br0" timeOffset="85324.5">14505 11067 1267 0,'0'0'452'16,"0"0"-88"-16,0 0-73 0,0 0-13 15,0 0-7-15,0 0-82 0,0 0-30 0,0 0 7 16,0 0 15-16,0 0 8 0,14 33-10 16,-8-22-18-16,0-1-27 0,-1 0-22 15,3 1 2-15,-2 0 0 0,2 0-6 16,1 0-3-16,-3 1-7 0,1 2-10 16,3 0-8-16,-5-1-13 0,4 1-15 15,3-1-22-15,-4 0-27 0,4-3 0 0,2 1 0 16,1-2 0-16,-1-1-1 0,2 1-2 15,0-2 3-15,-2 2 0 0,0-1-1 16,0-2-1-16,-1-1 0 0,1-2 1 16,-2 1 10-16,2-4 6 0,-2 0 15 15,2 0 1-15,-4 0-22 0,0 0-12 0,1 0 0 16,0 0 0-16,-1 0 0 0,3-2 0 16,-5 0 0-16,3 2 0 0,-3-2-1 15,-1-1-1-15,-1 2 1 16,-2-1-1-16,1-2 1 0,-2 0 1 0,2-2 1 15,0-1 20-15,-4 0-3 0,2-3-15 16,0 1 13-16,-2-2-15 0,1 0-1 16,1 2-2-16,-3-2 1 0,0-1 1 15,1 0-1-15,-1 2-1 0,0-1 2 16,0 1 1-16,-3-2 1 0,-3-1 10 0,1 2-9 16,-4-4 0-16,2 2-3 0,-2-1-1 15,0 0 0-15,1 0 0 0,1 1-11 16,-2-1-1-16,2 1 11 0,-3 1-1 0,3-2 1 15,-2 2 0-15,-1 0 2 0,3 0 0 16,-5 1 2-16,1-1 11 0,1 2-13 16,-2 0 1-16,1 0 17 0,0 4-6 15,3 3 3-15,2-2 3 0,-3 4-15 16,5 0 13-16,1 1-13 0,-1-3 8 16,1 3-11-16,0-1 0 0,-2 1 1 15,3 0 2-15,-2 0 12 16,1 0-12-16,0 0 9 0,0 0-10 0,1 0-2 15,1 0 0-15,-1 0 1 0,2 0 0 16,0 0 1-16,0 0 1 0,0 0 18 16,0 0 10-16,0 0-1 0,0 0 12 0,0 1 31 15,0 2 24-15,0-1-37 0,0 4-58 16,3 1-2-16,3 5 0 0,3 1-2 16,-1 2-1-16,3-1 0 0,-1 3 0 15,1-1-9-15,1 1 12 0,0-1 1 16,2 1 0-16,1 2-1 0,-2-2-2 0,3 1-1 15,2-1 1-15,0 2-10 0,0-3 9 16,-1-1-9-16,-3 3 11 0,1-5 0 16,-5 2 1-16,-1-2 3 0,-1 0 12 15,-2 0-12-15,0 1 9 0,-3-1-10 16,1-1-1-16,-3-2-1 0,2 0 0 16,-1-4-2-16,2 0 1 0,-4 0 1 15,0-1 2-15,0-4 16 0,0 3 6 16,0-1-6-16,-4 4-6 0,-4-2-10 15,0 2-2-15,-5-2-2 0,1 2-10 16,-2-3 10-16,-2-1 0 0,1 1-13 16,0-4 13-16,0 1 0 0,0-1-1 0,0 0-9 15,-1-1-9-15,2-6 6 0,-2-3 13 16,1 2-13-16,0-5-3 0,-1 1 15 16,-1-1 0-16,0 1-12 0,2-2 4 15,2 1 11-15,-1 4 2 0,2-1 0 0,-1-1-2 16,1 1 0-16,4 2 0 0,-2-1-2 15,3-2 0-15,-2 4 1 16,-1-4 1-16,0 4-1 0,-1-3 2 0,3 4-1 16,-4 0 0-16,4 1 0 0,2 0 0 15,0 2 0-15,1-1-1 0,2 2-2 16,0 0-21-16,1-1 3 0,1 2 20 16,-1 1 1-16,2-1 0 0,0 1 2 15,0 0 1-15,0 0 9 0,0 0-11 0,0 0-1 16,0 0 0-16,0 0-3 15,0 0-15-15,0 0 3 0,0 0 0 0,0 0-3 16,0 0 5-16,0 0-2 0,0 0-3 16,0 0 0-16,0 0 3 0,0 0 12 15,0 0 1-15,0 0 0 0,0 0 0 0,0 0-13 16,0 0-7-16,3 0-32 16,0 0-101-16,2-3-95 0,0-4-148 0,-2-4-310 15,-2 4-824-15,-1-8-726 0,-20 58 2017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32:52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27463 10655 333 0,'0'0'290'16,"0"0"-95"-16,0 0-28 0,0 0 38 16,0 0-91-16,0 0-36 0,0 0-10 15,0 0 4-15,0 0 19 0,-8 1 16 0,8-1 14 16,0 0 8-16,-1 0 14 0,1 0-7 16,-2 0 3-16,2 0 0 0,0 1 7 15,-1 1-8-15,1-2 7 0,0 0 28 16,0 0-17-16,0 0-16 0,0 1-16 0,0-1-13 15,0 0-16-15,0 0-20 0,0 0-12 16,0 0-16-16,0 0-12 0,0-1-35 16,1-1-24-16,6 2-26 0,3-1 50 15,5 1 6-15,5-3 13 0,6 0-4 16,3-3-11-16,2 0-2 0,4 0 10 16,1-2-12-16,3-3-2 0,4 3 2 15,-1-4-2-15,1 1-26 0,-1 0-32 16,-3-1 47-16,-3 0-12 0,-6 2 0 15,-5 1-6-15,-8 3-20 0,-7 2-69 0,-4 1-35 16,-3 1-1-16,-3 1-7 16,0 0-23-16,0 1-52 0,-3-2-95 0,0 0-241 15,-9-1-444-15</inkml:trace>
  <inkml:trace contextRef="#ctx0" brushRef="#br0" timeOffset="544.64">27475 10500 1117 0,'0'0'726'0,"0"0"-350"16,0 0-143-16,0 0 77 0,0 0-12 16,0 0-42-16,0 0-62 0,0 0-48 15,0 0-26-15,0 0-10 0,0 0 19 16,6-7 31-16,-6 9 24 0,0 2-11 15,0 0-10-15,0 0-18 0,-3 5-14 16,-3-1-20-16,-1 2-38 0,-3 3-37 16,-3 2-5-16,1 1-4 0,-5 2-26 15,3-1 2-15,-2 2 9 0,3-2-2 0,0-3-10 16,4 2-20-16,2-2 19 0,1-4 0 16,2 2 1-16,1-3-21 0,2 0 21 15,1-2 12-15,0 2 19 0,0-2-16 16,0-1-13-16,4-1 0 0,6 0 10 15,-1-1-11-15,5 1 1 0,2 1 13 0,4-4-14 16,2 1-1-16,2-3-3 16,2 0-9-16,2 0-9 0,-1 0-16 15,0 0-12-15,-5 0 13 0,1 0-1 16,-4 0-66-16,-5 0-47 0,-1 0-78 0,-6 0-168 16,1 2-252-16,-4-1-435 0,4 3-349 15</inkml:trace>
  <inkml:trace contextRef="#ctx0" brushRef="#br0" timeOffset="5041.21">28467 10772 1820 0,'0'0'535'16,"0"0"-257"-16,0 0-162 0,0 0-20 15,0 0 62-15,0 0-36 0,0 0-49 16,0 0-22-16,0 0-35 0,0 0 6 16,4 2 49-16,0-2 40 0,2 0 35 15,0 0-23-15,0-2-16 0,1-1-22 16,1 2-47-16,1-3-20 0,3-3-18 0,-2 0-18 16,0-2 16-16,-3 1-19 0,0-1-8 15,0-1-24-15,-1-1 47 0,-1 1 6 16,-3 0 0-16,1 1 1 0,-3-3 1 15,0 5-2-15,0-2 3 0,-1 1 16 16,-5 2-16-16,-3-2-1 0,-1 2 33 16,0 0-4-16,-1 2-9 0,-2 4-6 0,1 0 15 15,-1 0-3-15,2 4 20 0,-1 3 36 16,1-1 19-16,2 5 18 0,0 0 21 16,2 4 3-16,0 2-43 0,4 1-19 15,3 4-25-15,0-1-34 0,3-1-5 16,5 0 5-16,3-5-10 0,0 1-13 15,2-3-1-15,3-2 13 0,0 0-13 16,1-4-28-16,5-1 25 0,-1-4-9 16,3 1-10-16,0-3-20 0,-1 0-14 15,-3-5-36-15,-1 0-58 0,-2 0-51 16,-2-7-60-16,-1 1-133 0,-4-3-129 0,0 1-229 16,-3-2-505-16</inkml:trace>
  <inkml:trace contextRef="#ctx0" brushRef="#br0" timeOffset="5243.66">28713 10537 2315 0,'0'0'552'0,"0"0"-292"0,0 0-113 16,0 0 50-16,0 0 94 0,0 0 12 16,0 0-94-16,3 69-98 0,4-46-58 15,0 1-34-15,2-1 6 0,0-2-25 16,1 0-35-16,0-3 14 0,0-3-32 0,1-2 0 15,0-1-65-15,-1-5-89 0,-2-1-121 16,1-1-177-16,-2-4-203 0,-2 3-436 16,1-4 11-16</inkml:trace>
  <inkml:trace contextRef="#ctx0" brushRef="#br0" timeOffset="5579.47">28866 10775 1624 0,'0'0'360'0,"0"0"-171"0,0 0 28 15,0 0 2-15,0 0-54 0,0 0-53 16,82-25-44-16,-66 18-43 0,0-3-25 16,1-1 0-16,-4-1 0 0,0 1 13 15,0-2-11-15,-6 1 14 0,-1 0 13 16,-6 1-16-16,0-1 57 0,0 1 1 16,-3 1 24-16,-6-1-18 0,2 3 6 0,-4 1 21 15,2 2 45-15,-1 2 21 0,-2 3-32 16,2 0-49-16,1 3-5 0,-2 0 19 15,4 6 12-15,-2-1-10 0,2 5 19 16,0 3 14-16,4-1-18 0,2 2-10 16,1-1-21-16,1 0-62 0,6-3-14 15,3-2-13-15,3-3-45 16,0-2 2-16,3-3 0 0,1-3-21 0,-1 0-19 16,4-1-28-16,-2-6-9 0,-1-2-53 15,-2-1-72-15,-1-1-28 0,-3-2-71 0,-1-1-163 16,-4 1-94-16,0 0-119 0,-5 2-52 15,1-4-201-15</inkml:trace>
  <inkml:trace contextRef="#ctx0" brushRef="#br0" timeOffset="6046.05">29144 10575 630 0,'0'0'740'0,"0"0"-252"0,0 0-12 16,0 0-82-16,0 0-47 0,0 0-53 0,0 0-119 16,0 0-39-16,35 71-16 0,-30-62 15 15,-2-2-5-15,1-1-21 0,1 0-59 16,-2-5-31-16,-2 2-19 0,-1-3-2 15,2 0 0-15,-1 0-16 0,-1 0-35 16,3-4-44-16,0-2 11 0,1 0 84 0,2-5-20 16,-3 1 7-16,1-2-1 15,-1-2-41-15,0 0 1 0,1 6 2 0,-1-1 23 16,1 3 15-16,1 4 3 16,-4 1 13-16,2 1 18 0,0 0 26 0,3 1 7 15,-2 3 56-15,3 3 18 0,3 2-21 16,-1 0-13-16,0 1-17 0,1 1-15 15,-2 0-9-15,1-2-13 0,-1 0-12 32,0-2-25-32,-1-2-13 0,-1-3 10 0,0 1-18 0,-1-1-23 0,-2-2-21 15,1 0-10-15,1-4-6 0,-1-1-6 0,-1-1 43 16,3-3 40-16,-3-3-27 0,4-1 9 16,-4 0-19-16,1-2-15 0,-2 0 2 15,1 3 16-15,-2 1 23 0,2 3 12 0,-3 4 0 16,3 1 1-16,-2 3 2 0,-1 0 22 15,3 0 79-15,1 0-7 0,2 5-15 16,1-1 52-16,2 2-6 0,2 1-38 16,0 2-25-16,-1-2-38 15,1 0-5-15,1-2-19 0,-1 1-1 0,2-5-42 16,-1 1-97-16,-1-2-56 0,1 0-77 16,-3-2-224-16,0-2-205 0,-3 0-391 15,-1-2-268-15</inkml:trace>
  <inkml:trace contextRef="#ctx0" brushRef="#br0" timeOffset="6865">29669 10557 466 0,'0'0'1751'0,"0"0"-1476"16,0 0-146-16,0 0 45 0,0 0-26 16,0 0-36-16,0 0-48 0,0 0-16 15,0 0-10-15,80-58 1 0,-78 52-17 0,-1-2 23 16,-1-2 9-16,0 3-22 0,-6-4 0 15,-1-1 12-15,-3 4 45 0,3-1 28 16,-2 3 12-16,-2 2-15 0,2 1-14 16,2 3 26-16,-2 0 20 0,2 0-15 15,1 2-20-15,-2 3-62 0,0 2-21 16,-2 4-26-16,3 0 29 0,1 6 25 16,2-4-1-16,4 0-6 0,0 0-6 0,0 1-3 15,7-3-19 1,3 0-20-16,3-3-1 0,0 0-2 0,3-4-25 0,0-1-16 15,1-3-16-15,1 0-73 0,0 0-28 16,-3-4 14-16,-1-1 12 0,-1-1-12 16,-2-2-12-16,-2 0-56 0,0-1-15 15,1-1 16-15,-3-2 2 0,-1 1-4 16,1-1 28-16,-1 3 77 0,1 1 81 0,-4 1 26 16,1 6 3-16,-4 1 102 0,3 0 108 15,-3 0 43-15,2 1-23 0,1 1-51 16,1 2 24-16,2 1-46 0,2 2-6 15,-2-1-9-15,4 0-33 16,0 1-25-16,-1-1 3 0,1 1-3 0,1-2 2 16,1 1 0-16,0-3-9 0,3 0-15 15,0-2-22-15,1-1-16 0,0 0-21 16,1 0-3-16,-1-7-37 0,1-2-27 16,0-1-19-16,-4-2-22 0,2-1-31 0,-2-4 0 15,-3 3-8-15,1-4-19 0,-4 0-38 16,-2-3-65-16,-1 0-65 0,-1-1-12 15,-3-1-31-15,0 2 44 0,0-2 96 16,0 4 104-16,0 1 108 0,0 3 22 16,0 3 16-16,0 4 107 0,0 3 59 15,0 5 51-15,0 0 39 0,0 5 27 0,0 6-65 16,0 3-103-16,0 4-13 0,1 5 25 16,7 4-73-16,3 0-10 0,-1 3 10 15,3-1 2-15,-3-2 26 0,2 0-7 0,-2-2-47 16,-3-5-29-16,-3-2-15 0,-1 0 0 15,-1-8-21-15,-2 1-51 16,0-4-41-16,0-2-19 0,-6-5-33 16,3 0-25-16,-3 0-40 0,-1-2 50 15,3-7 80-15,-2-3-15 0,3-1 60 0,0-3 55 16,3-1 26-16,0 3 89 0,0-1 24 16,0 2-46-16,5 2-29 0,2 3-26 15,1-3-36-15,4 2 0 0,0 1 0 16,3-2-2-16,3 1 0 0,2 2-3 15,0-3-38-15,2 0-136 0,-1 0-174 16,5-2-202-16,-10 4-419 16,14-8 190-16</inkml:trace>
  <inkml:trace contextRef="#ctx0" brushRef="#br0" timeOffset="7076.57">30683 10157 1535 0,'0'0'685'15,"0"0"-174"-15,0 0-53 0,0 0-31 0,0 0-106 16,0 0-104-16,0 0-80 0,0 0-47 15,0 0-15-15,-72 75-13 0,63-51 18 16,1-1 12-16,8 3-6 0,0-2-6 16,0 1 0-16,11-1-22 0,4-3 3 15,2-2-3-15,6 0-24 0,0-6-1 16,3-1-32-16,0-3-1 0,-3 0-2 16,-5-2-22-16,-6-6-10 0,-4 4-36 15,-7 1-55-15,-1-1-84 0,-12 3-63 16,-11 4-221-16,3-2-710 0,-25 7-964 0</inkml:trace>
  <inkml:trace contextRef="#ctx0" brushRef="#br0" timeOffset="33742.31">26086 7143 186 0,'0'0'66'16,"0"0"-66"-16,0 0-68 0,0 0-112 0</inkml:trace>
  <inkml:trace contextRef="#ctx0" brushRef="#br0" timeOffset="52038.31">26675 2350 1884 0,'0'0'198'0,"0"0"-198"0,0 0-192 16,0 0 108-16,0 0 84 0,0 0 156 16,0 0 119-16,0 0 46 0,3 98-134 15,2-50-23-15,0 12 31 0,2 11 26 0,-1 14-59 16,3 9-7-16,1 8-60 0,0 7-45 15,-1 3-49-15,-2 0 69 0,1-1-26 16,-3-3-44-16,-4-4-15 0,-1-6-29 0,0-8-32 16,0-7-78-16,0-8-222 15,0-9 82-15,0-8-76 0,0-7-48 0,0-6-72 16,0-5 100-16,0-5 41 0,0-13-59 16,2 1 60-16</inkml:trace>
  <inkml:trace contextRef="#ctx0" brushRef="#br0" timeOffset="52480.79">26818 2473 1444 0,'0'0'162'0,"0"0"-162"16,0 0-42-16,0 0 42 0,0 0 215 16,0 0-24-16,108-46-25 0,-62 33-43 15,10-3-10-15,12-3-58 0,10-2-53 16,11-2 47-16,13-2 3 0,11-1-10 16,10 2-20-1,10 1-7-15,7 2-14 0,7 4 69 0,3 3-57 16,6 3-26-16,5 0-9 0,2 3-7 0,7-1-4 0,-1 3-64 15,1-1-48-15,-6 6-143 0,-4-3-174 16,-4 3-192-16,-41 1 64 0</inkml:trace>
  <inkml:trace contextRef="#ctx0" brushRef="#br0" timeOffset="52877.73">30803 2057 1125 0,'0'0'384'0,"0"0"-140"0,0 0-75 0,-3 70-56 0,3-30 17 15,0 10 29-15,0 12 12 0,-3 10 13 16,-6 10-113-16,-3 6-71 0,-3 8-26 16,-2 4 0 15,-2 3-45-31,-3 4 13 0,2-1 42 0,1-2 16 0,2-7 35 0,4-7-35 0,0-5-7 15,3-7-6-15,1-6 4 0,1-8 5 0,2-5-57 16,6-7 22-16,0-4-9 0,0-7 15 16,0-3-9-16,6-4-71 0,-1-8-328 15,-2-7-292-15,2-4-278 0</inkml:trace>
  <inkml:trace contextRef="#ctx0" brushRef="#br0" timeOffset="53437.32">27044 4028 1349 0,'0'0'410'15,"0"0"-380"-15,0 0-17 0,0 0-13 16,0 0 58-16,0 0 82 0,0 0 28 16,0 0 7-16,0 0-4 0,0 0-70 15,0 0-37-15,-43 36 4 0,55-32 73 0,9-1-67 16,9 1 6-16,12-4 83 15,16 0-6-15,14-5-49 0,19-8-38 16,15-5-10-16,18-5-57 0,16-2 22 31,16-2-2-31,12 1-23 0,11 2-35 0,10-1 6 0,8 3-56 0,8 3 31 0,-2 1 41 16,-1 2-67-16,-13 3 4 0,-15 3-199 16,-20 1 5-16,-21 3-140 0,-21 3-184 15,-20 1 25-15,-30 1 28 0,0-1 48 0</inkml:trace>
  <inkml:trace contextRef="#ctx0" brushRef="#br0" timeOffset="54318.99">27899 2720 1763 0,'0'0'211'0,"0"0"-98"0,0 0-54 16,0 0 9-16,0 0 142 0,0 0 58 16,0 0-24-16,-90 18-16 0,72-5-65 15,-3 5-20-15,0 5 41 0,-5 5 93 0,0 8-85 16,1 6-39-16,-1 8-73 15,5 2 1-15,5 4-19 0,6-1-6 16,10-1-26-16,0-4-17 0,16-3-13 0,4-8-16 16,9-2 4-1,4-6-16-15,7-6-9 0,2-6 25 0,7-6-1 0,2-5 13 16,2-7 3-16,0-1-3 0,2-6 0 16,1-9-9-16,2-4 8 0,4-5 1 15,0-6 0-15,3-4-15 0,-2-3-7 16,-1 1-31-16,-6-3 13 0,-7 0 15 15,-13 0-12-15,-7 4 18 0,-11-2 19 0,-7 4 24 16,-8 0-22-16,-3 4 42 0,-12 0-41 16,-8 3 41-16,-9-2-44 0,-4 2-1 15,-6-2-24-15,-4 4 25 0,-2-1-55 16,-1 5 8-16,3-1 6 0,2 5-9 16,3 1-31-16,3 6-86 0,4 4 16 0,0 4-181 15,5 1-109-15,4 1-204 16,7 4-378-16,-1 7-213 0</inkml:trace>
  <inkml:trace contextRef="#ctx0" brushRef="#br0" timeOffset="56407.82">29184 2582 65 0,'0'0'1111'0,"0"0"-848"15,0 0-45-15,0 0-52 0,0 0 71 16,0 0-36-16,0 0-46 0,0 0-51 0,0 0-30 16,0 0-9-16,0 0 22 0,-27-5 45 0,21 5 44 15,-1 0-51-15,0 0-39 0,-2 0-9 16,-4 0 5-16,0 0-5 0,0 0 8 16,-4 0-6-16,0 0-6 0,-1 2-23 15,-3 2-12-15,-1 1-13 0,0-2-3 16,-2 2 4-16,-2 1-1 15,0 0 9-15,-4 3-12 0,-2 1 13 0,1 1-1 16,-4 0 14-16,0 0-1 0,-1 2-19 16,1 0 19-16,2 3-7 0,2 1 35 15,2 0 36-15,1 3-2 0,3 1-54 16,0 3-18-16,2-1-6 0,4 1-16 16,-1 1 1-16,4 0-15 0,1 3 1 15,4 0-1-15,0 4 13 0,5 1-13 0,3-1 13 16,0-1 2-16,3 0 2 0,0-3-2 15,2-3-4-15,2 0-12 0,5-2 0 16,2 1-15-16,2-2-4 0,3-1 18 16,0-2-14-16,4 0-1 0,3-4-2 0,3-3-7 15,3-3 7-15,8-4-1 0,4-2 16 16,6-3-24-16,5-4 2 0,3-9-28 16,3-2 23-16,1-4 5 0,1-5-3 15,2-1 13-15,0-4 15 0,0-2-16 16,0-2 14-16,-6-2-1 0,-1-2-22 15,-6-1 3-15,-5 1 4 16,-6 0-4-16,-8 1 20 0,-8 2-23 0,-5 3 25 16,-9 7 9-16,-7 1 26 0,-1 2 27 15,-6-1-62-15,-7 2-69 0,-7-3-43 16,-6 0-34-16,-5 2-191 0,-6-1-260 0,7 5-555 16,-26-1-260-16</inkml:trace>
  <inkml:trace contextRef="#ctx0" brushRef="#br0" timeOffset="58459.16">28112 2754 189 0,'0'0'574'0,"0"0"-378"16,0 0-151-16,0 0 11 0,0 0-27 16,0 0 7-16,0 0 32 0,0 0 27 15,0 0 19-15,0 0-17 0,-89 70 37 16,72-56-34-16,-1-1 40 0,-2 2-36 0,-3 1-13 15,0 0-13-15,-2 1-39 16,2-1 19-16,2-2 29 0,6-2-19 0,1-2 6 16,8-4-74-16,2-2-12 15,2-2-60-15,2-2-2 0,0 0 9 0,0 0-12 16,0 0-24-16,0 0-6 0,6-1 32 16,0-3 73-16,7-1 4 0,-1-2 35 0,5-1-24 15,2-2-13-15,4-3-23 0,2 1 1 16,4-5 19-16,0 0-39 15,1 2 3-15,-1-2 10 0,1 2 16 0,-4 2-39 16,-1 1 52-16,-2 1 29 0,-2 1 0 16,-3 1 33-16,-4 3-62 0,-4 3 1 15,-4 0-1-15,-2 3 2 0,-4 0 76 16,0 0 49-16,0 4 29 0,-7 3-37 0,-3 1-83 16,-7 6-34-16,-2 5 1 15,-4 2 10-15,-6 2-13 0,-1 5-8 16,-2 1 8-16,-1 1 25 0,0 1-24 0,0-2 43 15,4-1 7-15,3-1-12 16,5-6 19-16,6-3-1 0,6-5-57 16,5-4-87-16,1-4-32 0,3-1 25 0,3-2 10 15,4-2-17-15,5 0 43 0,5-6 58 16,2-4 3-16,5-4 30 0,4-3-33 0,2-6-39 16,3 0-13-16,0-2-55 0,2 0 81 15,1-2 26-15,1 2-33 0,-1 0 49 16,-1 4-18-16,-2 0 2 0,-3 5-19 15,-4 1-10-15,-8 6 16 0,-6 2 9 16,-4 7-32-16,-7 0 36 0,-1 0 220 16,-3 3 53-16,-7 6-147 0,-7 4-74 0,-6 3 6 15,-6 6 3-15,-4 3-45 0,-4 5 33 16,-4 1-36-16,-2 2 41 0,1 1 27 16,3-2 6-16,6-4-1 0,6-4-15 15,7-5 9-15,9-7-80 0,7-5-58 16,4-4-96-16,0-3-19 0,10 0 76 15,3 0 84-15,4-8 13 16,6-5 2-16,3-4 34 0,4-4-36 0,2-3-4 16,4 0-38-16,2-4-22 0,-1 0 35 15,1 3 26-15,-2 0-14 0,-5 4-5 0,-3 8 20 16,-6 2-2-16,-4 3 1 0,-5 4 1 16,-3 3 2-16,-1 1-10 0,-5 0 10 15,-1 1 17-15,0 3 12 0,-1 1 19 16,-1 2 13-16,-1 0 10 0,0 3 13 15,0 2-26-15,-6-2 13 0,0 5-13 16,-2 0-7-16,-2-1 7 0,0 0-17 0,2-2-22 16,0 0-19-16,5-4-13 0,0-4-48 15,3 0-20-15,0-3-24 0,0-1 11 16,0 0 43-16,6 0 51 0,5-3 6 16,5-5-3-16,4-3-3 0,6-3-13 15,3 1-70-15,1-1-63 0,2 1 72 16,-5 2 22-16,-3 4 13 0,-6 1 20 15,-5 4-10-15,-3 2-3 0,-7 0 32 16,-1 0 9-16,-2 2 108 0,0 3 54 16,-3 2-39-16,-5 2-25 0,-3 1-53 15,2 0 8-15,-4 2-18 0,0-1 1 0,3 0-9 16,-1-2-4-16,2-2 6 0,2 1-22 16,1-5-15-16,5-2-1 0,-1-1-46 15,2 0-72-15,0 0-82 0,0-3-122 16,4-6-67-16,2-1-102 0,-1-1-144 15</inkml:trace>
  <inkml:trace contextRef="#ctx0" brushRef="#br0" timeOffset="59267.75">28815 2764 1197 0,'0'0'417'0,"0"0"-417"0,0 0 23 16,0 0-23-16,0 0 159 16,0 0 188-16,0 0 45 0,0 0-105 0,0 0-287 15,0 0-10-15,0 0-48 0,-73 47 55 0,40-24 3 16,-6 4 55-16,-3 1 16 0,-3 2 25 16,5-1 54-16,4-3 61 0,6-2-68 15,8-3-73-15,10-8-70 0,4-3-22 16,8-4-80-16,0-2-22 0,7-2 47 15,3-2 26-15,9-2-29 0,6-6 61 16,6-7 16-16,4-4 3 0,8-5-103 31,0-5 20-31,5-1-30 0,1-3 17 0,1-4-4 0,5 0 22 0,1-3-9 16,-1 0 22-16,3 0 63 0,-2 3-59 16,-3 3 2-16,-8 7 37 0,-5 6 22 0,-8 5 9 15,-12 8 24-15,-6 4 48 0,-11 4 71 16,-3 3 90-16,-4 8 53 15,-13 5-106-15,-9 8-93 0,-9 7-61 16,-7 5-3-16,-5 6 12 0,-2-1 20 0,-3 0 25 16,2 0 6-16,2-1-10 0,2 0 13 15,4-2 15-15,6-4 13 0,6-4-29 16,8-6-35-16,9-6-62 0,3-5-22 0,9-4-71 16,1-4-14-16,0-1 22 0,7-3 16 15,3-1 9-15,4 0-12 0,8-8 37 16,5-8 35-16,6-3 0 0,5-7 0 15,5-4-51-15,3 0-34 0,0 0 31 16,-1 2 22-16,-3 4-35 0,-3 5 16 16,-5 3 35-16,-2 4 16 0,-6 2-1 15,-6 4-1-15,-7 2-17 0,-4 3 9 0,-8 1 10 16,-1 0 79-16,-3 5 58 0,-8 4-30 16,-8 5-62-16,-8 5-1 0,-8 2 0 15,-4 7-16-15,-7 2 10 0,1 2-6 16,-2 1 31-16,5-2-41 0,6-5-4 15,10-5-18-15,9-5-14 0,8-6-46 16,9-4-85-16,0-2 6 0,6-2 60 16,8-2 44-16,5 0 19 0,7-10 13 0,4-5 3 15,8-6 0-15,5-2-3 16,3-3-13-16,3 0-41 0,0-3-20 0,0 4 7 16,-5 1 16-16,-6 7 19 0,-5 4 34 15,-11 3 1-15,-6 6 0 0,-9 3 32 16,-5 1 25-16,-2 4 115 0,0 7 25 15,-6 2-74-15,-4 4-47 0,-2 1-35 16,-1 2-4-16,3-3 17 0,-3 0-4 16,3 0-26-16,1-3-24 0,2-2-28 0,3-3-26 15,4-5-75-15,0-2-136 0,0-2-345 16,9-2-821-16</inkml:trace>
  <inkml:trace contextRef="#ctx0" brushRef="#br0" timeOffset="128262.95">19668 6456 1911 0,'0'0'279'15,"0"0"-111"-15,0 0-110 0,0 0-3 16,0 0 62-16,0 0 34 0,0 0 0 16,0 0-58-16,0 0-51 0,0 0 22 15,-67-18 26-15,60 18 57 0,-2 0 34 16,-1 0-10-16,-2 0-51 0,4 0-1 15,-7 1-6-15,4 4-5 0,-4-1-40 16,-1 3-9-16,-1 1-31 0,-2 1-15 16,2 1 2-16,0 2 1 0,-2 3 18 15,3 0 0-15,-1 1 13 0,1 3-16 0,2-2 27 16,0 4 32-16,0 3-16 0,1-1-34 16,0 5-13-16,0-2 1 0,5 1-7 15,-4 1 7-15,5 3 9 0,0-2 0 16,-1 5 8-16,3-3 7 0,2 0 0 0,2 0 9 15,1-2-24-15,0 5-13 0,4-3-8 16,3-2-1-16,2 2 0 0,1-1-13 16,3-4 10-16,-2 2-9 0,6-3 22 15,1 0-7-15,0 1 18 0,1-1-33 16,1-4-3-16,3 3 0 0,-1-2 1 16,1-2 0-16,2-1-1 0,2-1 0 15,0-1-2-15,2-1 2 0,0-3 0 0,3-2-13 16,-4-4-6-16,4 0 19 0,-2-2 0 15,4-3-17-15,-1-2 15 0,0 0 1 16,2-3 1-16,-1-8 0 0,1 1-2 16,0-3-14-16,-1 1 16 0,0-5 0 15,0 1-3-15,-4-3-10 0,-1 2 11 16,-2 0-8-16,-4 0-2 0,0 3-3 16,-1-1 12-16,-5 3 2 0,0 3-2 15,-2-2 0-15,-1 1 0 0,-2 1 3 0,1-2 0 16,-2 1 0-16,2-1 1 0,2-3 1 15,-4-3 1-15,3-2-3 0,-2-1 1 16,-2-2 1-16,-3-3 9 0,1-3-10 16,-5-2 0-16,-3-1 14 0,0-2-12 15,0-5 9-15,-2 0-10 0,-5-3 17 0,-3 3-7 16,-2-1-9-16,1 3-1 0,-2 3 22 16,-2 3 0-16,0 2 13 0,-3 3-22 15,-3 4 15-15,-2 1-8 16,-5 2-7-16,0 2-14 0,-6 0-1 0,-5 3-1 15,0 1-1-15,-5 1-38 16,-1 3 10-16,1 2 0 0,2 3-40 0,4 1-34 16,2 2-51-16,6 0-45 0,4 5-80 15,4-3-176-15,11 3-173 0,1-3-487 16,5 2-466-16</inkml:trace>
  <inkml:trace contextRef="#ctx0" brushRef="#br0" timeOffset="129276.48">25345 7483 1592 0,'0'0'494'16,"0"0"-196"-16,0 0-94 0,0 0-40 15,0 0 26-15,0 0-7 0,0 0-27 16,0 0-3-16,0 0-4 0,0 0 25 16,0 0 8-16,-50-20-5 0,41 18 7 15,-1 0-14-15,-6 2-37 0,-3 0-41 16,-1 0-24-16,-3 0-16 0,-3 0 7 16,1 2-23-16,-2 4-5 0,-2 1-1 0,2-2 1 15,0 2 6-15,1 4 9 16,1-1 5-16,3 2 29 0,-2 1-7 15,4 2-34-15,-1-1-20 0,3 5-16 0,-1 0 9 16,5 4 0-16,-2 4-9 16,4 3 0-16,1 4 0 0,0 2 0 0,3 1 9 15,2 5-10-15,3-1 10 0,2 1-10 0,1 0 17 16,1-1-16-16,7-3-2 16,5-1 2-16,4-1-3 0,3-5-16 0,6 1 4 15,3-3 0-15,6-2-6 16,3-7 16-16,3-2-13 0,2-2 3 0,3-7-1 15,1-4-5-15,0-3-12 0,-1-2 18 16,0-2-10-16,-4-8-8 0,1 0 9 16,-7-6 18-16,0-2 0 0,-1-2-18 15,-3-4 19-15,-1-4 2 0,0-2 3 0,-3-3 0 16,-2-3 0-16,0 0-2 0,-7-2 11 16,-2 1 4-16,-7-1 17 0,-3 1-8 15,-7-1 2-15,0 0 3 0,-7 2-5 16,-7 1 2-16,-6 4-24 0,-6 6 21 15,-3 1-5-15,-7 4-19 0,-2 0-22 16,-5 3-60-16,-4-2-33 0,-1 2-32 16,-1 0-30-16,0-1-41 0,4-3-82 15,5 2-188-15,1-4-312 0,14 7-573 16,-9-7-276-16</inkml:trace>
  <inkml:trace contextRef="#ctx0" brushRef="#br0" timeOffset="131460.92">22062 4828 1106 0,'0'0'375'0,"0"0"-177"16,0 0-9-16,0 0 28 0,0 0 32 16,0 0-6-16,0 0-37 0,0 0-13 15,0 0-7-15,3-13-7 0,-3 13 5 16,0 0 0-16,0 0-11 0,0 1-16 15,0 0 0-15,0 2 14 0,-6 1-1 16,-4 0-133-16,-2 2-37 0,-5 5-3 16,-1 0 0-16,0 2 3 0,-2 3 1 0,4-1 11 15,1 2 4-15,0 0-14 0,2-3-1 16,4-2 1-16,2 1-2 0,3-2-2 16,1-3-14-16,3 1-8 0,0-1-1 0,0-3-3 15,3 4 4-15,4-1 8 0,3 0 13 16,4-2 2-16,3 2 0 0,3-2 0 15,2-2 1-15,-1 0 1 16,2 1 1-16,-2-4 8 0,-2 4-10 16,0-4-2-16,-4 1-1 0,-4 1 2 0,-4-3 0 15,-1 1 1-15,-3 0 0 0,-3-1 0 16,0 2 28-16,0 1 27 0,0 0 38 16,-3 6-4-16,-6 2-37 0,-3 3-12 15,-3 4-15-15,-5 1-4 0,1 2 1 16,-1-1 5-16,1 0-8 0,3-3-4 15,1 1 0-15,3-1 1 0,3-1-4 16,3-3-10-16,1 0-2 0,3-1-2 0,2 0-10 16,0 1 12-16,3 0 3 0,6 1 12 15,1-1-15-15,2-1-2 0,0 1-13 16,0-1 13-16,-1 1 2 0,-1 1 0 0,-1 2 2 16,-1-2-1-16,-3 1-1 0,-1 1 0 15,-1-2-28-15,0 0-85 0,2 0-68 16,-1-4-60-16,2 1-111 0,1-4-156 15,-2-1-508-15,6-6-713 0</inkml:trace>
  <inkml:trace contextRef="#ctx0" brushRef="#br0" timeOffset="131813.01">22500 4954 1929 0,'0'0'1495'16,"0"0"-1153"-16,0 0-187 0,0 0-43 15,0 0 67-15,0 0 30 0,0 0-70 16,0 0-31-16,0 0-13 0,-4 88-15 16,7-58 3-16,1 1 42 0,-1 2-15 15,0 4-31-15,0 0-45 0,-2 1-34 16,2-1-2-16,-1-1-17 0,1-3-36 16,-1-2-91-16,5-5-77 0,-1-2-104 15,3-3-147-15,-2-8-495 0,6 0-521 0</inkml:trace>
  <inkml:trace contextRef="#ctx0" brushRef="#br0" timeOffset="132037.04">22777 5385 3325 0,'0'0'569'0,"0"0"-540"0,0 0-4 16,0 0 0-16,0 0 92 0,0 0 23 15,29 66 25-15,-22-44-41 0,-3 2-57 16,-1 2-33-16,-3 1-12 0,0 1 9 0,0-3-13 16,0 0-18-16,-4-1-14 15,1-3-42-15,0 0-95 0,0-4 40 16,-1-1-129-16,1-8-144 0,0-4-204 16,2-2-651-16,-2-5-552 0</inkml:trace>
  <inkml:trace contextRef="#ctx0" brushRef="#br0" timeOffset="132261.48">22977 5198 1327 0,'0'0'1133'15,"0"0"-966"-15,0 0-102 0,0 0 144 16,0 0 9-16,0 0-49 0,0 0-60 15,84-35-30-15,-65 31-3 0,1 1-22 0,0 0-3 16,-4 3-1-16,0 0 10 0,-6 2 35 16,-1 4 37-16,-1 2 34 0,-2 4 12 15,-2 0-17-15</inkml:trace>
  <inkml:trace contextRef="#ctx0" brushRef="#br0" timeOffset="134014.7">23026 5145 1178 0,'0'0'582'0,"0"0"-250"0,0 0-60 16,0 0 2-16,0 0-16 0,0 0-37 15,0 0-71-15,0 0-57 0,0 0-7 16,0 0-13-16,30 10-10 0,-19-9-12 15,2 2-17-15,1-1-8 0,-1 2-10 0,3 1-1 16,-2 1-13-16,1 0 20 16,-4 1-19-16,2 2 0 0,-3-1 16 15,-1 2-16-15,-2-3 16 0,0 4 28 16,-1-2 0-16,-3 3 13 0,0 0 6 0,-3 2 4 16,0 2-14-16,0-2-10 0,-6 3-5 31,0-1-13-31,-2 1 9 0,1-2 25 15,-4 1-18-15,5-4-13 0,-2 1 0 0,1-1 0 0,1-2-16 0,-3-1 1 16,1 2-1-16,1-1 7 0,-5-1 5 0,2 2-2 16,1 0 6-16,0-4 6 0,4 3 0 15,-1-3-22-15,5 0-15 0,-1-2-15 16,2-2-7-16,0 0-8 0,0-2 8 16,0 3 20-16,2-4-1 0,5 1 3 15,0-1 11-15,3 0 8 0,4 0 5 16,1 0 1-16,4 0-10 0,-2 0-12 15,3-3 10-15,2 1-12 0,0 0-1 0,-2-1 0 16,1 1-19-16,-3 1-8 16,0-2-20-16,-2 3-67 0,1-1-53 0,-2-1-69 15,-1-2-79-15,-1 2-160 16,-1-1-340-16,-2-4-926 0</inkml:trace>
  <inkml:trace contextRef="#ctx0" brushRef="#br0" timeOffset="134303.26">23541 5461 2880 0,'0'0'610'0,"0"0"-436"0,0 0-51 16,0 0 75-16,0 0 103 0,0 0-34 16,7 75-89-16,-7-52-61 0,0 0-62 15,-4 2-27-15,-3-3-16 0,-1 1-12 16,1 0-24-16,0-4-107 0,0-2-91 0,2 1-51 16,0-6-260-16,0-5-577 0,-1-2-774 15</inkml:trace>
  <inkml:trace contextRef="#ctx0" brushRef="#br0" timeOffset="134794.01">23845 5123 254 0,'0'0'1581'0,"0"0"-1234"0,0 0-211 15,0 0 104-15,0 0 21 0,0 0-21 0,0 0-29 16,0 0-58-16,0 0-38 16,83-51-17-16,-77 51-10 0,0 0 19 15,0 0 19-15,-1 0-6 0,0 0-54 16,1 1-38-16,1 1-9 0,-1 1-18 0,-1-1 14 16,-2 2-15-16,0-3 3 0,0 5 63 15,-2-1 21-15,-1 3-19 0,0 3-12 16,0 2-4-16,0 2-18 0,-4 1-6 15,-2 1-16-15,-2-1-9 0,2-1-3 32,0 0-15-32,3-3-10 0,0-3 13 0,3 2-1 0,0-2-5 0,0-1 15 15,0 0-22-15,3 1 7 0,2-2 5 16,2 1-2-16,1 0-1 0,2 1 14 0,-1-1 0 16,2 0 1-16,-2 0-1 0,-1 0 1 15,-1 0 1-15,-3-1 0 0,0 1 12 0,-1-2 1 16,-3 4 21-16,0-2 37 15,0 2 6-15,-3-1-25 0,-4 3-24 0,-3 0-13 16,1-1-2-16,-2 1-10 0,1-2-3 16,1-1 0-16,1-2-31 15,3-2-15-15,1-1-34 0,1-1-28 16,2-2-7-16,-1-1-47 0,2 0-54 0,0 0-64 16,0 0-101-16,0 0-209 0,0 0-715 15,0-1-133-15</inkml:trace>
  <inkml:trace contextRef="#ctx0" brushRef="#br0" timeOffset="135015.1">24261 5467 3007 0,'0'0'514'0,"0"0"-413"0,0 0 19 0,0 0 38 16,15 71 59-16,-14-49-21 0,-1 3-84 15,0-1-60-15,-3 1-49 0,-4-3-3 16,1-2-43-16,0-2-31 0,1-3-54 16,2-2-91-16,2-6-11 0,1-6-213 15,0-1-198-15,0 0-543 0,5-13 31 0</inkml:trace>
  <inkml:trace contextRef="#ctx0" brushRef="#br0" timeOffset="135313.07">24584 5179 1216 0,'0'0'1806'15,"0"0"-1324"-15,0 0-276 0,0 0-49 16,0 0 95-16,0 0 43 0,0 0-97 16,0 0-69-16,-6 66-18 0,1-40-22 0,-3 1-3 15,0 0-7-15,2-1-6 0,3-2-27 16,0-3-25-16,3-3-21 0,0-3-12 15,3-5-3-15,2-1 3 0,2-1-4 16,4-4-2-16,1 1 0 0,3-1-7 16,3-1-2-16,3-3 3 0,4 0 2 15,1 0 4-15,4 0-10 16,3-5 1-16,3 1-44 0,2-3-24 16,1-1 18-16,-1 2-70 0,-3-2-107 0,-3 1-144 15,-8-2-253-15,-6 5-412 0,-4-6-516 0</inkml:trace>
  <inkml:trace contextRef="#ctx0" brushRef="#br0" timeOffset="135512.53">24897 5291 2274 0,'0'0'1440'0,"0"0"-1040"0,0 0-182 15,0 0-26-15,0 0-10 0,0 0-29 0,-25 69-21 16,21-44-13-16,3 1-3 0,-1 4-46 15,2-2-37-15,-1-1-31 0,1 0-2 16,0-2-39-16,0-6-107 0,0 0-81 16,0-5-46-16,3-4-101 15,2-3-252-15,-2-3-536 0,3-4-772 0</inkml:trace>
  <inkml:trace contextRef="#ctx0" brushRef="#br0" timeOffset="135711.56">25237 5398 2944 0,'0'0'679'0,"0"0"-549"0,0 0-58 16,0 0 63-16,-3 76 63 0,2-50 57 16,-4 2-115-16,1 0-73 0,-2-2-67 0,0-1-24 15,-2-4-118-15,5-7-73 0,0 0-89 16,3-9-170-16,0 1-316 0,0-6-687 0</inkml:trace>
  <inkml:trace contextRef="#ctx0" brushRef="#br0" timeOffset="136275.78">25676 5039 962 0,'0'0'1384'16,"0"0"-1099"-16,0 0-189 0,0 0 78 15,0 0 57-15,0 0 2 0,0 0-71 16,88-47-61-16,-72 43-22 0,-1 0-9 16,-2-2-1-16,0 4-22 0,1-3-3 0,-1 1-19 15,1-2-9-15,-2 4-14 0,1-3 14 16,-3 1-13-16,-3 2 0 0,-2 1-1 15,-2 1 11-15,-2 0 5 0,-1-2-2 16,0 2-2-16,0 0-11 0,0 0 28 16,0 0 7-16,0 0 8 0,-3 0 32 15,-4 2 93-15,-6 3-140 0,-6 0-31 16,-1 2-47-16,-5 2 35 0,1 2 12 16,-2 0 0-16,-1 1 2 15,1 1 17-15,1-1 33 0,3 4 10 0,1-3 6 16,4 1-12-16,5-3 5 0,2 2-9 15,4-1-15-15,1-1-12 0,3 1-14 0,2-3-11 16,0 1-18-16,6 1 5 0,2-1 11 16,1 0 2-16,5 1 0 0,1-1 0 15,2-2-2-15,4 1-1 0,3 0-12 16,0-4-7-16,2 4 4 0,-1-1 2 0,1 0 4 16,-2 2-3-16,-2 1-1 0,-3 2 15 15,-4 1 1-15,-3-1 3 0,-2 1 13 16,-7 2 2-16,-2-1 13 0,-1 0-3 15,-7 2 12-15,-4-1 9 0,-5-1-16 16,-4 0-20-16,-2-3-10 0,0 1-3 16,-1-5-20-16,5 0-87 0,5-6-96 15,4-2-85-15,3-4-129 0,5-7-277 16,1 2-726-16,0-13-298 0</inkml:trace>
  <inkml:trace contextRef="#ctx0" brushRef="#br0" timeOffset="136828.53">26302 4870 2164 0,'0'0'797'0,"0"0"-407"16,0 0-145-16,0 0-116 0,0 0-50 16,0 0-60-16,0 0-19 0,0 0-24 0,0 0 24 15,0 0 0-15,0 0 3 0,46 18 10 16,-33-13-10-16,3 0 16 0,0 0 9 16,-2-2-15-16,2 2-10 0,-3 0-2 15,0-2 11-15,-6 2-11 0,-1 0 2 16,-2 2 28-16,-2 4 95 0,-2-1 93 15,-4 4-21-15,-7 1-80 0,-2 2-32 0,-4 2-22 16,-4 1-14-16,-1-1-20 16,-1 0 4-16,1 0 6 0,5-1 6 15,3-1-9-15,3-5-13 0,5-2-24 0,2-1-12 16,3-2-19-16,1 0 13 0,0 0 0 16,4-1 2-16,2 0-2 0,1 1 6 0,6-1 10 15,4 0-11-15,3 1 13 0,2 0-1 16,1 0 1-16,0 2-15 0,-2-1-4 15,0 4 19-15,-4 0 0 16,-1 4 3-16,-3 0 15 0,-4 3 25 0,-5 2 9 16,-4-1 24-16,0 3 28 0,-7 3 24 15,-6 0 45-15,0 0-63 16,-3 0-41-16,-1-1-35 0,-2 0-31 0,2-4-3 16,-2 0-11-16,6-2-38 0,-1-6-57 15,5-1-91-15,3-2-78 0,2-2-143 16,2-4-594-16,-6 1-885 15</inkml:trace>
  <inkml:trace contextRef="#ctx0" brushRef="#br0" timeOffset="150743.68">17383 17312 2436 0,'0'0'281'0,"0"0"-268"0,0 0-13 0,0 0-42 16,0 0 22-16,0 0-5 0,0 0-88 15,0 0-10-15,0 0 100 0,-9-50 23 0,18 33 49 16,4-2-23-16,-2-2 70 16,5-1 11-16,-1 1-30 0,2-1 13 0,-3 1 36 15,3 3-62-15,-2 1-7 0,1 1 4 16,-5 4 6-16,4 4-41 0,-5 0-1 15,0 5-2-15,0 3 18 0,-1 2 64 16,1 8-16-16,0 6 0 0,0 5-4 16,-1 5-34-16,-1 5-26 0,1 6 10 15,-3 1 9-15,-2 5-28 16,-1 2 6-16,-3 5-7 0,0 0 23 0,0 3-19 16,-2 2-7-16,-3 2 20 0,-6-1 8 15,2 4-13-15,-3-2 10 0,2-4 10 16,-2-7-7-16,5-6 20 0,3-5-17 15,-1-10 72-15,2-8-10 0,3-5-43 0,0-6-31 16,0-2-16-16,0-4-2 0,0 0 2 16,2 0 16-16,5 2 12 0,2 0 15 15,4 0 16-15,1-1-28 0,2 0-18 16,1 1 42-16,5-1-30 0,-2 2-37 0,2-4 21 16,1 3-8-16,1-1-16 0,-3 0-2 15,2 3 1-15,0-4-1 0,-2 5-10 16,-2-1-3-16,0 0 9 0,-3-2-25 15,-2 3 13-15,-2-2-43 0,-2-1-22 16,0 0 3-16,-5-1-58 0,1 1-97 16,-1-3-121-16,-2 0-142 0,-3 0-260 0,0 0-767 15</inkml:trace>
  <inkml:trace contextRef="#ctx0" brushRef="#br0" timeOffset="157473.84">23829 16656 2164 0,'0'0'469'0,"0"0"-298"0,0 0-65 16,0 0 64-16,0 0 44 0,-79 14-36 15,64-8-29-15,-2 5-29 0,2 0-3 16,-2 0-58-16,1 4 13 0,-1 2 33 16,0 1-36-16,4 2 12 0,0-1 24 15,0-2 22-15,4 1-16 0,3-2-55 16,4-3-28-16,2-2-4 0,0-3-24 16,2 3-49-16,7-4 12 0,4 0 35 15,4 1 1-15,3-1-14 0,2 1 15 16,3-2 6-16,1 2-6 15,-2 1 0-15,2 1 0 16,-6-1 24-16,0 3-2 0,-5-2-7 0,-2 1 1 0,-4 0 33 0,-4 0 12 16,-2 0-21-16,-3 3 10 0,0 0 26 15,0 1 22-15,-7 1-3 0,-5 2-35 16,-3-3-11-16,-1 1-40 0,-4-2-9 16,-2-3-9-16,3-1 8 0,-4-6 1 0,3 0-94 15,6-2-4-15,-2-2 19 0,4 0-59 16,3 0-87-16,5-3-35 0,0-3-96 15,4 1-269-15,0-1-659 0,8-2-45 0</inkml:trace>
  <inkml:trace contextRef="#ctx0" brushRef="#br0" timeOffset="157642.72">24013 17048 254 0,'0'0'1843'0,"0"0"-1164"0,0 0-157 15,0 0-56-15,0 0-79 0,3 74-85 16,-7-55-123-16,-3-1-136 0,4-1-41 16,0-1-2-16,2-6-28 0,1 0-64 15,0 1-75-15,0-7-73 0,1 0-159 16,2 0-656-16,7-4-527 0</inkml:trace>
  <inkml:trace contextRef="#ctx0" brushRef="#br0" timeOffset="157937.94">24398 16771 2274 0,'0'0'984'0,"0"0"-847"0,0 0-109 16,0 0 20-16,0 0 72 0,0 0 42 15,0 0-46-15,0 0-25 0,79 0-56 0,-61-4-20 16,-1-1-15-16,-1 2 0 0,0-1-25 16,-4 1-15-16,-3 2-39 0,-3 1-101 15,-4 0-178-15,-1 0-287 0,-1 5-686 0</inkml:trace>
  <inkml:trace contextRef="#ctx0" brushRef="#br0" timeOffset="158129.43">24441 17006 473 0,'0'0'2259'0,"0"0"-1676"0,0 0-319 0,0 0-53 0,0 0-28 0,0 0-1 0,0 0-70 15,0 0-31-15,0 0-22 0,78 20-31 16,-56-26-28-16,-1-3-19 0,0 0 1 15,2 0-44-15,-2-3-84 0,1 1-134 16,1-3-140-16,-3 1-258 0,-5 4-614 0,3-6-228 16</inkml:trace>
  <inkml:trace contextRef="#ctx0" brushRef="#br0" timeOffset="158325.48">25009 16621 2692 0,'0'0'765'0,"0"0"-489"0,0 0-72 15,0 0 175-15,0 0-29 0,0 0-141 16,2 81-75-16,-2-52 1 0,0 2-38 16,-2-1-85-16,-1-3-12 0,2-3-18 15,-2-5-25-15,0-1-100 0,3-5-133 16,-3-2-141-16,3-3-574 0,-5 1-1006 0</inkml:trace>
  <inkml:trace contextRef="#ctx0" brushRef="#br0" timeOffset="160738.19">23630 16792 2500 0,'0'0'567'0,"0"0"-567"0,0 0-78 16,0 0 78-16,0 0 96 0,0 0 3 15,0 0-16-15,0 0 29 0,0 0-49 0,0 0 26 16,0 0 92-16,26 4-21 16,-33 19-128-16,-3 4-20 0,-3 4 20 0,0 1-1 15,-3-1-29-15,4-3 23 0,0-3-24 16,3-7 2-16,5-5-3 0,-1-6-25 15,5-4-44-15,0-3-94 0,13-1 24 16,7-8 139-16,9-9 139 0,10-7-51 16,10-11-22-16,7-5-3 0,2-11 9 15,8 1-37-15,0-2-16 0,-1 3-16 0,0 4 35 16,-6 5 30-16,-11 10-49 0,-11 9-7 16,-15 9 10-16,-11 11 9 0,-9 2 62 15,-4 18 204-15,-12 6-140 0,-5 12-120 16,-7 8-37-16,-3 3 30 0,-1 2 7 15,1 0-37-15,2-3 0 0,6-2-22 16,3-5 22-16,5-5-12 0,8-8 12 0,5-7-58 16,1-6 12-16,13-5-12 0,4-5-4 15,6-3 47-15,2-6 15 0,3-10 46 16,1-5-29-16,2-7-16 16,1-3 54-16,2-4-19 0,-1-1-34 15,-1 1-1-15,-4 5 1 0,-1 5-2 0,-6 5-16 16,-4 5 7-16,-4 7 9 0,-4 1 0 15,-5 7-12-15,-4 0 12 0,-1 8 76 0,-3 9 35 16,-5 8-111-16,-4 10 1 16,-4 2-1-16,5 4 18 0,-1-6-18 0,5-4-2 15,4-4-10-15,3-6-4 0,6-2-57 16,8-5 15-16,5-5 42 0,5-3 4 16,5-6-3-16,4 0 0 0,1-12 15 15,2-4 25-15,2-4-25 0,0-3-11 16,-2-4 10-16,-1 5 0 0,-4-1-36 0,-2 4-22 15,-4 3-24-15,-4 2-40 16,-2 6-123-16,-2-1-259 0,-4 4-545 0,6-2-442 0</inkml:trace>
  <inkml:trace contextRef="#ctx0" brushRef="#br0" timeOffset="161216.17">26138 16079 2684 0,'0'0'584'0,"0"0"-351"0,0 0-192 15,0 0 111-15,0 0 128 0,0 0-26 16,0 0-108-16,0 0 77 0,0 0-20 16,72 77-50-16,-51-47-21 0,0 3-26 15,3 2-36-15,-1 1-27 0,0 0-21 16,-2-1-22-16,0-2-12 0,-1-1 0 16,-1-4 0-16,-2-5-34 0,-1-4-27 15,-2-5-22-15,-2-3-64 0,-1-5-108 16,-5-2-157-16,0-4-358 0,-3 0-558 0,-2-5-186 0</inkml:trace>
  <inkml:trace contextRef="#ctx0" brushRef="#br0" timeOffset="161390.4">26391 16162 2854 0,'0'0'474'0,"0"0"-201"0,0 0-36 15,0 0-4-15,0 0 19 0,-69 76-44 16,52-41-78-16,1 5-78 0,-3 5-6 15,2 3 15-15,1 0-29 0,2-4-32 16,2-2-52-16,5-8-16 0,1-4-39 16,5-5-45-16,1-6-40 0,0-5-96 15,4-6-297-15,2-3-483 0,4-5-393 0</inkml:trace>
  <inkml:trace contextRef="#ctx0" brushRef="#br0" timeOffset="161556.15">26557 16498 2402 0,'0'0'1315'0,"0"0"-1151"0,0 0-162 15,0 0 104-15,-13 83 92 0,7-56-63 16,-1-1-135-16,3-2-84 0,1-2-6 16,3-6-74-16,0-1-249 0,0-8-690 15,0-1-748-15</inkml:trace>
  <inkml:trace contextRef="#ctx0" brushRef="#br0" timeOffset="162022.76">27038 16227 2156 0,'0'0'708'0,"0"0"-359"15,0 0-231-15,0 0 31 0,0 0 67 0,0 0-59 16,0 0-6-16,0 0-12 0,0 0-21 15,0 0-46-15,88 10-4 0,-65-10-31 16,2-1-34-16,1-4-3 0,-2 4-15 0,-1-2-29 16,-4 2-15-16,0 1-40 0,-6 0-96 15,-2 1-148-15,-3 7-322 0,-4-1-713 16</inkml:trace>
  <inkml:trace contextRef="#ctx0" brushRef="#br0" timeOffset="162189.7">27128 16531 3019 0,'0'0'463'16,"0"0"-463"-16,0 0 3 0,0 0 25 15,0 0 86-15,0 0-47 0,0 0-14 16,0 0-2-16,105 9-16 0,-75-18-35 16,2-1-25-16,1-2-31 0,-1 1-52 0,-2-1-136 15,1-1-181-15,-9 4-340 0,10-9-836 0</inkml:trace>
  <inkml:trace contextRef="#ctx0" brushRef="#br0" timeOffset="162381.29">27791 16092 2771 0,'0'0'736'0,"0"0"-452"15,0 0-161-15,0 0 60 0,0 0 128 16,0 0-42-16,0 0-94 0,0 0-43 15,27 94-25-15,-24-54-37 0,0 3-70 16,-3-1 0-16,0-4-22 0,3-1-42 16,-2-6-116-16,2-6-149 0,1-3-254 0,-1-7-841 15,-3 1-1062-15</inkml:trace>
  <inkml:trace contextRef="#ctx0" brushRef="#br0" timeOffset="162908.72">28798 16387 153 0,'0'0'2267'0,"0"0"-1980"0,0 0-255 15,0 0 164-15,0 0 185 0,0 0 44 0,0 0-97 16,0 0-48-16,0 0-63 0,42 92-69 16,-38-65-56-16,-4 0-21 0,0 1-47 15,0-4-24-15,0-3-58 0,-4 0-25 16,-5-2-114-16,-4-2-225 0,-1-4-654 16,-19 4-1171-16</inkml:trace>
  <inkml:trace contextRef="#ctx0" brushRef="#br0" timeOffset="163886.34">29412 16149 2767 0,'0'0'720'0,"0"0"-508"15,0 0-177-15,0 0 31 0,0 0 53 16,0 0-9-16,0 0 57 0,0 0-21 16,0 0 3-16,91 56 24 0,-64-38-1 0,2 5-71 15,1 4-46-15,2-2 12 16,1 4-49-16,0 2-18 0,-2 0-23 0,-1 2 23 15,-4-3 0-15,-2-1-32 16,-5-2-59-16,-5-4-63 0,-4-3 7 0,-4-2-166 16,-4-2-292-16,-2-8-571 0,0-1-689 15</inkml:trace>
  <inkml:trace contextRef="#ctx0" brushRef="#br0" timeOffset="164089.79">29782 16209 1881 0,'0'0'1444'0,"0"0"-1136"15,0 0-179-15,0 0 174 0,0 0 123 0,0 0-183 16,0 0-169-16,-39 89-28 0,18-48 12 16,-3 6-12-16,-4 3-3 0,-2 2-15 15,1-2-28-15,1-1-13 16,4-6-54-16,5-8-52 0,6-7-118 0,3-9-179 15,6-7-528-15,3-5-980 0</inkml:trace>
  <inkml:trace contextRef="#ctx0" brushRef="#br0" timeOffset="164725.35">30189 16460 1327 0,'0'0'650'0,"0"0"-381"0,0 0-91 0,0 0 109 16,0 0 6-16,0 0-18 16,0 0-59-16,0 0-41 0,76-9-18 15,-57 9 0-15,0 0-21 0,-1 4-46 16,-3 1-24-16,-5 2 18 0,0 2-1 0,-6 1 1 15,-1 4 30-15,-3 1 18 0,0 6-21 16,-7 1-53-16,-3 1-15 0,1 0 3 16,1-3 3-16,0 0-37 0,4-5 3 15,0-1 37-15,4-3-21 0,0-2-31 16,0-3-12-16,0 1 12 0,4-1 6 0,0 0-6 16,2-1 0-16,3-1 0 0,-2 0 0 15,4-1-19-15,1-3-9 0,1 0 27 16,6 0-11-16,-2-8-52 0,3 0-61 15,2-4-99-15,1-1-97 0,-1-4-183 16,-4 6-487-16,8-8-460 0</inkml:trace>
  <inkml:trace contextRef="#ctx0" brushRef="#br0" timeOffset="164979.28">30823 16249 3134 0,'0'0'582'0,"0"0"-582"16,0 0 0-16,0 0 19 0,0 0 223 16,0 0-63-16,0 0-76 0,79 12-31 15,-53-12-10-15,0-6-22 0,3 0-40 16,-2 0-40-16,-1-1 18 0,-5 1-12 15,-4 2-106-15,-6 1-108 0,-4 3-61 0,-5 1-162 16,-2 5-597-16,-7 7-919 0</inkml:trace>
  <inkml:trace contextRef="#ctx0" brushRef="#br0" timeOffset="165146.28">30898 16533 2921 0,'0'0'797'0,"0"0"-703"0,0 0-94 0,0 0-28 0,0 0 28 16,0 0 38-16,0 0-3 16,0 0-20-16,98 0-15 0,-69-10-28 0,1-3-101 15,-1-1-118-15,1-1-165 0,-7 5-306 16,6-6-708-16</inkml:trace>
  <inkml:trace contextRef="#ctx0" brushRef="#br0" timeOffset="165537.6">31585 16162 2240 0,'0'0'1036'15,"0"0"-918"-15,0 0-80 16,0 0 114-16,0 0 69 0,-50 86-20 15,44-61-65-15,3-1-21 0,3 2-9 0,0-1 5 16,0 1-18-16,6-3-4 0,3-2-12 16,1-3-21-16,6-5-32 0,1-3-24 15,2-5-1-15,5-5-13 0,2-2 14 16,4-9 0-16,2-7-20 0,1-4 9 16,0-3 10-16,-4-5 0 0,-2 1-14 15,-6 1 15-15,-4 2 15 0,-7 1-12 0,-3 1 9 16,-7 2 13-16,0 1 15 0,-4 2 43 15,-6 0-41-15,-5 1 17 0,-5 3-11 16,0-1-11-16,-3 5-19 0,-6 2-4 16,-1 3-14-16,-7 6-74 0,-1 0-140 15,-4 0-75-15,-4 9-5 0,3 1-212 0,8-1-608 16,-18 6-572-16</inkml:trace>
  <inkml:trace contextRef="#ctx0" brushRef="#br0" timeOffset="166165.84">26216 17234 2906 0,'0'0'525'0,"0"0"-395"15,0 0 9-15,0 0 75 0,0 0 91 16,0 0-23-16,47 78-91 0,-23-53-52 0,1 3-38 15,3 1 6-15,0 1-37 0,3 1-70 16,-1-3-3-16,0 0 1 0,3-4 0 16,-1-4-44-16,0-4-27 0,-2-3 2 15,-3-5-51-15,-2-2-94 0,-4-3-94 16,-6-2-151-16,-5-1-308 0,0 0-685 16,-10-1-126-16</inkml:trace>
  <inkml:trace contextRef="#ctx0" brushRef="#br0" timeOffset="166364.64">26521 17243 2240 0,'0'0'1184'0,"0"0"-798"0,0 0-178 16,0 0 111-16,0 0 52 0,0 0-89 16,0 0-129-16,0 0-93 0,-48 90-35 15,36-55 8-15,0 6-8 0,-1 1-7 16,3 2-18-16,-2-2-18 0,1-2-19 15,5-4-21-15,0-6-51 0,5-6-72 16,1-5-117-16,0-7-249 0,4-1-519 16,7-8-517-16</inkml:trace>
  <inkml:trace contextRef="#ctx0" brushRef="#br0" timeOffset="167380.46">26903 17526 1375 0,'0'0'631'0,"0"0"-414"16,0 0-22-16,0 0 114 0,0 0-64 16,0 0-155-16,0 0-4 0,0 0 86 15,0 0-19-15,0 0-77 0,0 0-25 16,56-34 9-16,-46 31-3 0,-3 3-26 15,-1 0 4-15,-3 0 41 0,0 0 12 16,0 3-23-16,1 0 9 0,-3 3 19 0,1 2-9 16,-2 1-56-16,0 2-25 0,0-1 32 15,-3 2-26-15,-2-1-9 0,-1 0 0 16,1 0 0-16,1-3 17 0,1-3-17 16,0 0-1-16,2-3 1 0,-1 0 0 0,2 0-42 15,0-2-14-15,0 0 9 0,0 0-3 16,0 0-34-16,6 0 84 0,0 0 0 15,3 0 29-15,2 1-29 0,-1-1-2 16,3 0 2-16,0 0 18 0,0 3-18 16,-2-1-9-16,1 2 9 0,-3-1 24 15,-1 2-5 1,-3-1 0-16,-2 3 25 0,-2-2 33 0,-1 1-11 0,0 2-8 16,0 3 26-16,-6 1-7 0,-1 1-18 0,-3 0-22 15,1-1-9-15,-2 1-28 0,1-1-7 16,1-2-8-16,3 0 12 0,-1-3-16 15,4-3-24-15,2-1-28 0,1-2-12 16,0-1-32-16,0 0-37 0,0 0 11 16,4 0-32-16,3-7-146 0,-1-1-303 15,1 2-586-15,1-7-491 0</inkml:trace>
  <inkml:trace contextRef="#ctx0" brushRef="#br0" timeOffset="167638.6">27448 17392 2741 0,'0'0'1049'0,"0"0"-1049"0,0 0-170 15,0 0 170-15,0 0 76 0,0 0 103 16,0 0-44-16,0 0-46 0,82-1-27 15,-62-3-30-15,-3 0-31 0,2 0-1 16,-6 0-13-16,3 2-15 0,-6-3 9 0,0 4-34 16,-3-1-104-16,-1 0-118 15,-5 2-179-15,-1 0-550 0,-1 5-404 0</inkml:trace>
  <inkml:trace contextRef="#ctx0" brushRef="#br0" timeOffset="167801.39">27537 17609 2872 0,'0'0'718'0,"0"0"-699"0,0 0 35 0,0 0 16 0,0 0 147 15,0 0-69-15,0 0-73 0,85-8-25 16,-69-1-50-16,1 0-25 0,0-1-44 16,-2-1-126-16,-2 3-218 0,-2 1-586 15,-3 2-912-15</inkml:trace>
  <inkml:trace contextRef="#ctx0" brushRef="#br0" timeOffset="169700.72">28118 17252 790 0,'0'0'368'0,"0"0"-71"0,0 0-86 16,0 0 59-16,0 0 48 0,0 0-14 15,0 0-47-15,0 0-35 0,0 0-8 16,0 0-4-16,0 0-13 0,3-3-24 15,-3 3-3-15,0 0 12 0,0 0 8 16,-2 0-1-16,-4 3-35 0,-1 0-28 0,-4 4-80 16,-1 4-44-16,-3 1 28 0,0 7-4 15,-1 2-26-15,3 8-15 0,1 1 6 16,4 3 9-16,5 0 27 16,3 1-27-16,0-1 0 0,13-2 13 0,0-6 3 15,4-1-16-15,2-5-13 0,3-5 13 16,1-5-12-16,0-5-6 0,6-4-1 15,-2-6 19-15,5-6 31 0,-2-9-10 16,-1-3-2-16,-3-2-1 0,-5-4 4 16,-3-1-7-16,-7 3 3 0,-7 0-3 15,-4 1 10-15,-4 1-7 0,-12 3 3 0,-5-1-2 16,-1 3-7-16,-7 2 3 0,-2 5-15 16,-3 2-15-16,-2 6-83 0,-2 3-24 15,3 3-87-15,2 3-53 0,7 5-70 16,7 2-245-16,6-4-657 0,7 2-565 0</inkml:trace>
  <inkml:trace contextRef="#ctx0" brushRef="#br0" timeOffset="170230.57">29710 17127 2632 0,'0'0'763'0,"0"0"-352"16,0 0-204-16,0 0 82 0,0 0 66 15,0 0-136-15,0 0-137 0,32 74-36 16,-19-46 21-16,7 1 7 0,3-1-38 16,0 1-11-16,5 0 11 0,-1 1-16 0,2 0-20 15,-2-3-24-15,2 1 23 0,-3-6-1 16,0 1-56-16,-4-7-9 0,1-1-31 15,-2-5-67-15,-3-1-103 0,0-7-116 0,-5 0-268 16,-3-2-538-16,-2-2-446 0</inkml:trace>
  <inkml:trace contextRef="#ctx0" brushRef="#br0" timeOffset="170412.48">30006 17192 1987 0,'0'0'1096'0,"0"0"-688"15,0 0-139-15,0 0 43 0,0 0-16 16,0 0-67-16,0 0-208 0,-35 73-5 0,27-39-7 16,-4 6-9-16,-1 5 0 0,0 2-28 15,-3 1 10-15,0-3-25 0,-1-1-109 16,1-3-87-16,0-3-284 0,5-12-639 16,-11 7-693-16</inkml:trace>
  <inkml:trace contextRef="#ctx0" brushRef="#br0" timeOffset="170754.59">29176 17629 1334 0,'0'0'1572'0,"0"0"-1270"16,0 0-203-16,0 0 288 0,0 0 85 15,21 73-122-15,-18-44-168 0,-3 2-105 16,0 2-28-16,0-2-49 0,-6-2-27 0,2 0-47 16,-2-8-126-16,1-3-270 15,-1-6-859-15,-1 0-1200 0</inkml:trace>
  <inkml:trace contextRef="#ctx0" brushRef="#br0" timeOffset="171351.62">30372 17481 352 0,'0'0'1895'0,"0"0"-1381"0,0 0-379 16,0 0 32-16,0 0 53 0,0 0 88 15,0 0-96-15,0 0-11 0,0 0 6 16,0 0-45-16,0 0-10 0,4 73 14 15,-10-53-21-15,2 3-69 0,-2-2-39 0,3-2-6 16,3-1-31-16,0-2-34 0,0-1-12 16,6-3 25-16,3-1 21 0,5-3-31 15,-1-2-3-15,6-2 32 0,-3-2 2 16,4-1-24-16,-1-1 1 0,1 0 23 16,0-1 0-1,-1-5-12 1,4 0-28-16,-3-2 0 0,3 0-31 0,-4 0-53 0,2 2-31 0,-3-1-22 15,1 1-94-15,-4 0-127 0,-2 1-113 0,-5 1-127 16,-4 1-453-16,-4 2-78 0</inkml:trace>
  <inkml:trace contextRef="#ctx0" brushRef="#br0" timeOffset="171580.18">30543 17613 2115 0,'0'0'727'0,"0"0"-502"0,0 0-49 16,0 0 40-16,0 0 9 0,0 0-10 15,0 0-33-15,0 0-35 0,0 0-20 16,0 0-21-16,10 78-35 0,-8-54-71 16,-2 0 0-16,0 1-1 0,0-1-48 15,0-3-63-15,4-3-37 0,-1-3-74 0,4-5-263 16,-4-3-709-16,7-4-581 0</inkml:trace>
  <inkml:trace contextRef="#ctx0" brushRef="#br0" timeOffset="171801.28">31078 17462 2308 0,'0'0'1069'16,"0"0"-1069"-16,0 0-173 0,0 0 173 16,0 0 195-16,79-24-84 0,-50 15-57 15,4 0-52-15,3-1-2 0,-4 2-1 16,0 2-27-16,-5 1-30 0,-1 1-12 0,-6 4-102 16,-3 0-141-16,-5 0-336 0,-9 5-754 15</inkml:trace>
  <inkml:trace contextRef="#ctx0" brushRef="#br0" timeOffset="171980.72">31150 17711 3572 0,'0'0'476'0,"0"0"-476"0,0 0-113 15,0 0 113-15,0 0 173 0,82-13-73 16,-46 2-59-16,0-2-41 0,2 0-20 15,-4 0-21-15,-2-1-24 0,-2 0-102 0,0-1-151 16,-9 3-361-16,9-4-961 0</inkml:trace>
  <inkml:trace contextRef="#ctx0" brushRef="#br0" timeOffset="172223.57">31908 17309 2865 0,'0'0'772'0,"0"0"-611"0,0 0-108 15,0 0 187-15,0 0 266 16,0 0-159-16,0 0-124 0,0 0-119 0,6 82-32 16,-6-51-11-16,0 3 27 0,0 1-18 15,0 0-28-15,0 0-41 0,0-3-1 16,0 1-45-16,0-3-64 0,3-2-89 0,4-3-83 15,-4-4-238-15,1-5-720 0,-4 0-1138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36:04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17873 3152 2066 0,'0'0'971'16,"0"0"-734"-16,0 0-88 0,0 0 0 16,0 0 69-16,0 0 63 0,0 0-44 15,0 0-60-15,0 0-11 0,29 25-9 16,-14-14-47-16,4 3-54 0,3 4-17 15,2 4 13-15,2 5 12 0,3 2 22 16,0 5 17-16,1 1 19 0,2 0-62 0,-4 2-58 16,0-3-2-16,-2-3-27 0,-2-1-25 15,-2-5-63-15,-2-2-31 16,0-4-74-16,-2-3-140 0,-4-1-127 0,-1-5-141 0,-4-4-387 16,-3 0-174-16</inkml:trace>
  <inkml:trace contextRef="#ctx0" brushRef="#br0" timeOffset="285.7">18209 3182 1967 0,'0'0'421'0,"0"0"-278"15,0 0 12-15,0 0 147 0,0 0 62 16,0 0 1-16,0 0-57 0,0 0-35 0,0 0 61 16,0 0 65-16,-11 71-189 0,3-38-125 15,-5 2-54-15,-2 6-13 0,-2-1-3 0,0 3-5 16,0-3-10-16,-2-2-21 0,4-1-31 16,0-4-63-16,3-2-56 0,2-3-209 15,1-2-48-15,4-3-166 0,2-3-143 16,1-7-501-16,2 4-317 15</inkml:trace>
  <inkml:trace contextRef="#ctx0" brushRef="#br0" timeOffset="717.59">18552 3617 1562 0,'0'0'772'16,"0"0"-345"-16,0 0-129 0,0 0-96 16,0 0-37-16,0 0-28 0,0 0-10 15,0 0-11-15,-16 73-24 0,14-61-45 16,1 2-19-16,1-3-16 0,0-1-12 15,0-3-15-15,0 0-7 0,3-2-10 16,0-1-5-16,-2-1-70 0,3-3-105 0,2 0-138 16,3 0-70-16,-2-4-168 0,-3-3-130 15,6-5-457-15</inkml:trace>
  <inkml:trace contextRef="#ctx0" brushRef="#br0" timeOffset="1102.64">18614 3307 1979 0,'0'0'570'0,"0"0"-299"16,0 0-8-16,0 0 66 0,0 0-63 15,0 0-134-15,0 0-56 0,0 0-10 16,0 0-22-16,0 0-25 0,-24 64-19 0,24-56-2 16,0 1-1-16,5-3 0 0,-2-2-16 15,1 0 1-15,0-4-7 0,1 0 6 0,2 0 0 16,0 0 19-16,0-6 0 0,1 0-2 16,-4-2-4-16,1-1 6 0,0 2 0 15,-5-2 43-15,0 3 17 0,0-1 7 16,0 3 20-16,-2 0 10 0,-3 2-4 15,2-1-12-15,-1 3-47 0,-2 0-34 16,1 0-44-16,1 0-21 0,1 0-43 16,0 0-39-16,2 3-42 0,-2-1-82 15,2 2-104-15,1 1-193 0,0-2-548 16,0 6-180-16</inkml:trace>
  <inkml:trace contextRef="#ctx0" brushRef="#br0" timeOffset="1903.37">19076 3427 2676 0,'0'0'590'0,"0"0"-215"0,0 0-54 16,0 0-29-16,0 0-50 0,0 0-94 16,0 0-74-16,0 0-22 0,0 0 37 15,0 0 21-15,0 0 10 0,99 30-44 16,-65-26-43-16,2-4-11 0,0 0-22 16,4 0-2-16,0 0-35 0,-1-1-67 15,0 0-137-15,-1-1-113 0,-9 1-328 16,14-2-1213-16</inkml:trace>
  <inkml:trace contextRef="#ctx0" brushRef="#br0" timeOffset="3016.97">20298 2839 1997 0,'0'0'551'0,"0"0"-303"0,0 0-87 15,0 0 101-15,0 0 88 0,0 0-84 16,0 0-91-16,0 0-36 0,0 0-21 0,0 0-18 15,0 0-1-15,0 2 15 0,0-1 19 16,0-1-13-16,0 2-25 16,0-2-16-16,0 2 1 0,-4 0 14 0,-3 2-18 15,-6 2-42-15,-2 2-22 0,-3 3-9 16,-1 1 12-16,-4 2-12 0,1 2 0 16,1-2 0-16,3 1 13 0,1-1-4 15,2-3 0-15,5 1 3 0,-1-2-12 16,5-1-2-16,0 0-1 0,3-1-1 15,2 0-11-15,-1 2-3 0,2-3-4 0,0 3 7 16,0-2 11-16,6 3-1 0,3 1-1 16,1-1 0-16,4 2-12 0,1-1 12 15,2 2 1-15,-1-3-10 0,1-1 9 16,-1-1-9-16,0 1 9 0,-3-3-1 16,0 0 3-16,-1 0 0 0,-5-1 0 0,1 1 1 15,-2-1 1-15,-1 1 0 0,-4 0 12 16,0 0 2-16,-1 1 9 0,0 3 0 15,-1 1 10-15,-5 1-1 0,-3 1 7 16,-3 2-10-16,-3 0-6 0,-1 2-8 16,-1 0-4-16,-2 0 0 0,3-1 27 15,1 0-12-15,0-1-11 0,1-2-4 16,4 0-10-16,2-4-2 0,0 0-1 16,4-2-17-16,2 0-1 0,1-3-8 15,1 1 3-15,0-2 3 0,0 1 9 0,3 2 10 16,-1-3-1-16,4 3-13 0,1 0 14 15,0 0 2-15,1 4 12 0,2 0-8 16,1 1 11-16,-1 1-3 0,-1 1-10 16,0 0 10-16,-4 3 6 0,0 2-3 15,-4-1-13-15,-1 1 0 0,0 3-2 16,0 0-13-16,0 1-57 0,0-1-94 16,-3-1-64-16,2 1-7 0,1-4-138 0,0-5-311 15,3-5-545-15,9-2-316 0</inkml:trace>
  <inkml:trace contextRef="#ctx0" brushRef="#br0" timeOffset="3553.73">20857 2723 866 0,'0'0'2201'0,"0"0"-1682"16,0 0-219-16,0 0-61 0,0 0 44 15,0 0-36-15,0 0-62 0,0 0-29 16,0 0-9-16,-5 85-38 0,5-58-39 16,0 2-18-16,0-1-19 0,0 0-33 0,0-2-10 15,3-3-32-15,-1-1-40 0,1-1-71 16,-1-2-98-16,2-2-96 0,-3 1-325 15,1-6-767-15,-2 5-569 0</inkml:trace>
  <inkml:trace contextRef="#ctx0" brushRef="#br0" timeOffset="4250.25">20945 3413 1649 0,'0'0'975'16,"0"0"-637"-16,0 0-12 0,0 0 14 0,0 0-6 15,0 0-23-15,0 0-94 0,0 0-57 16,0 0-64-16,0 0-50 0,-86 64 18 16,68-39 25-16,-2 2 27 0,4 4 27 15,1-2-27-15,4 1-34 0,6-3-39 16,1-2-10-16,4-5-6 0,4-2-13 16,3-4-14-16,5-3-34 0,3-3 4 15,1-2 9-15,4-5-4 0,3-1 7 16,1-4 0-16,2-4-9 0,-2-8-7 15,-1 1 16-15,-4-5 0 0,-3 0-28 16,-5-1 3-16,-5-1 31 0,-4 0 10 16,-2-2-19-16,0 0 2 0,-8 0-26 0,-2 2-13 15,-4 3-19-15,-4 4-30 0,-5 7-62 16,-4 2-134-16,-5 4-305 0,8 1-705 16,-12 1-492-16</inkml:trace>
  <inkml:trace contextRef="#ctx0" brushRef="#br0" timeOffset="5733.61">21670 2736 1573 0,'0'0'740'0,"0"0"-388"0,0 0-152 16,0 0 40-16,0 0 35 0,0 0-44 15,0 0-73-15,0 0-35 0,0 0-10 16,0 0 41-16,0 0-20 0,9 28 6 0,-5-10-10 15,1 3-38-15,-1 3-21 0,0 1-19 16,2 0-21-16,-3-1-9 0,0-1-19 16,-2-3-1-16,0-4-2 0,1-2-12 15,-2-2-9-15,1-6-19 0,-1 0-21 0,0-4-26 16,2 0-39-16,-2-2-14 0,0 0-9 16,0-7 2-16,0 0 21 0,-6-7-79 15,0-3 34-15,-2-2 12 0,1-4 42 16,-2-4-43-16,1-1 54 0,0-3 29 15,5 0 26 17,0 0 51-32,2 2 0 0,1 1-1 15,0 4 1-15,1 5 12 0,5 1-3 0,1 4-6 0,0 3 17 0,-1 2 69 0,3 2 8 0,1 2-8 16,1 2-12-16,4-1-42 0,-1 4 13 16,6 0 12-16,-2 0 32 0,0 3-3 15,-2 3 6-15,2 3 34 0,-10 3 16 0,4 0 6 16,-8 4 58-16,-3 1-51 0,-1 2-56 15,0 1-28-15,-11 2-10 0,1-2-9 16,-7 3-18-16,-1-3-19 0,-2-1-18 16,3-1-53-16,1-6-79 0,3-3-50 0,6-2-63 15,-2-4-22-15,6-2-80 0,3-1-165 16,0 0-471-16,0-3-212 0</inkml:trace>
  <inkml:trace contextRef="#ctx0" brushRef="#br0" timeOffset="5935.32">21958 2846 1699 0,'0'0'386'16,"0"0"-127"-16,0 0 109 16,0 0-24-16,0 0-66 0,0 0-112 0,0 0-75 15,0 75-40-15,0-62-48 0,3 1-3 16,0-2-16-16,2-2-18 0,1-1-8 15,2 0-75-15,1-5-202 0,-1-1-279 16,1-3-213-16,4 0-409 0</inkml:trace>
  <inkml:trace contextRef="#ctx0" brushRef="#br0" timeOffset="6517.56">22239 2794 1911 0,'0'0'1018'0,"0"0"-851"0,0 0-14 16,0 0 51-16,0 0 18 0,-60 67-11 16,53-51-31-16,2-2-62 0,5-2-62 15,0 1-53-15,0-2-3 0,0 0 0 0,6-1 24 16,0-4-2-16,0 0-19 0,-1-2 7 16,4-1-10-16,0-1-25 0,2-2-13 15,5 0-11-15,1-6-23 0,2-3-64 16,1-1 20-16,-1-5-19 0,4 0-30 15,-3-3-41-15,-1 1-53 0,1-4-101 0,-1 0-50 16,-3-3-40-16,-2-2 63 0,-4-2 159 16,-1 1 58-16,-5-3 170 0,2 5 36 15,-5 3 179-15,-1 5 85 0,2 3 63 16,-2 9 72-16,0 0-26 0,0 5-66 16,0 0-91-16,0 0-34 0,0 3-57 15,0 0-57-15,0 3-4 0,0 1-36 0,0 5-8 16,0 2 22-16,0 5 15 0,0 2 4 15,0 1 17-15,0 1 16 16,0-4-41-16,0 1-43 0,0-1-28 0,0-2-18 16,0-4 0-16,1-1-24 0,2-4-1 15,2-3 7-15,-4 1-7 0,2-5-3 16,0-1-12-16,0 0-24 0,1 0-7 16,2-3 9-16,1-2-84 0,0-3 81 15,6-1 24-15,-3-1-24 0,-1 1 15 0,-2 2 28 16,2 2 20-16,-7 4-24 0,1 0 13 15,-1 1 3-15,-1 0 10 0,1 0 3 16,1 2 22-16,3 3 26 0,-2 1 11 16,4 0-5-16,1 1 8 0,0 2 13 0,3-2-32 15,0-1-9-15,4 3-18 0,0-5-4 16,1 0 1-16,1-2-15 0,0-2-1 16,1 0-27-16,1-6-100 0,0-1-267 15,-5-2-354-15,6-7-729 0</inkml:trace>
  <inkml:trace contextRef="#ctx0" brushRef="#br0" timeOffset="7163.86">23633 2510 16 0,'0'0'2392'0,"0"0"-1886"0,0 0-285 15,0 0 6-15,0 0 93 16,0 0 7-16,0 0-32 0,0 0-41 0,0 0-8 16,0 0-114-16,0 0-96 0,-53 35 1 15,31-23 12-15,2 2-6 0,1 0-19 16,5 1-5-16,2-3-16 0,6-1-3 16,1-1-18-16,3-1-9 0,2 0-10 15,0 0 13-15,4 0 2 0,4 1 4 16,0 0 0-16,4-1 2 0,2 0-11 0,2-2-4 15,2 0-2-15,2 1 2 0,0 1 6 16,1-1 7 0,-1 2-4-16,0 0 19 0,-8-1-12 0,0-1 15 15,-6 1 0-15,-2-2 12 0,-4 2 19 0,0 0 3 16,-1 0 12-16,-7 3-3 0,-5-2-10 16,-2 3-14-16,-3-1-19 0,-2-1-58 15,-1 1-65-15,3-4-80 0,4 0-107 16,2-5-91-16,5-3-147 0,0 0-228 0,4-2-671 15</inkml:trace>
  <inkml:trace contextRef="#ctx0" brushRef="#br0" timeOffset="7483.08">23923 2821 1114 0,'0'0'1534'16,"0"0"-1177"-16,0 0-9 0,0 0 174 15,0 0-24-15,0 0-84 0,0 0-154 16,0 0-120-16,0 0-76 0,20 74-64 16,-17-66-3-16,-1 1-55 0,0-2-79 15,1 0-142-15,-2-1-218 0,-1 0-747 16,0-2-992-16</inkml:trace>
  <inkml:trace contextRef="#ctx0" brushRef="#br0" timeOffset="8237.34">21757 3418 3112 0,'0'0'594'0,"0"0"-486"0,0 0-49 0,0 0 42 0,0 0 56 16,-9 66 12-16,9-44-33 15,0-1-34-15,0 0-62 0,0 0-37 0,3-2 16 16,0-2-4-16,0-3-15 0,1-1-12 15,-1-4-7-15,-2-4-5 0,4-1-32 16,-5-2-62-16,1-2-87 0,0 0-115 16,2-2-94-16,-1-6-120 0,1-5 28 15,-2-2 42-15,2-4 45 0,-3-3-79 16,0-3-24-16,0 0 72 0</inkml:trace>
  <inkml:trace contextRef="#ctx0" brushRef="#br0" timeOffset="8492.58">21757 3418 345 0,'2'11'479'15,"-9"-31"-33"-15,0 2-46 0,1 4 87 0,2 6-14 16,1-1-65-16,2 8-117 0,-1-1-116 15,2 0-68-15,0 2-50 0,0 0-3 16,2 0 3-16,3 0-13 0,4 0-9 0,8 4 18 16,2-3 19-16,9 8 26 0,0-2-16 15,6 2-30-15,-3 1-8 0,1 2-10 16,-2-1 1-16,-1 0 2 0,-3 0-16 16,-6 1 4-16,-5-1-3 0,-7-1 52 15,-1 1 16 1,-7-2 45-16,0 2-24 0,-1 1-13 0,-11 1-40 0,-2 3-18 15,-6-2-19-15,0 0-21 0,-2-3-21 16,0 0-53-16,1-5-36 0,3 0-19 16,0-4-10-16,3-1-27 0,2-1-36 15,3 0-46-15,6 0-168 0,2-1-233 0,2-1-472 16,0-4-205-16</inkml:trace>
  <inkml:trace contextRef="#ctx0" brushRef="#br0" timeOffset="8814.68">22179 3463 1580 0,'0'0'595'16,"0"0"-204"-16,0 0-49 0,0 0-105 16,0 0-65-16,0 0-38 0,0 0-61 15,0 0-38-15,-32 71-23 0,40-63 4 16,0 0 13-16,-1-1 18 0,2-2 10 15,2-2-22-15,-1-1-13 0,2-2 12 16,1 0-8-16,-1 0-4 0,-1-4-7 16,3-2 29-16,-5-1-18 0,0-1-5 0,-1 0 33 15,-5 1-6-15,0 0 17 0,-3 1-12 16,0-1 13-16,0-1 27 0,-3 2 22 16,-4 1-35-16,-6 1-37 0,-1-3-43 15,-5 5-34-15,-1 0-65 0,1 2-25 0,0 0-25 16,6 0-71-16,3 0-66 0,5 2-179 15,5-2-277-15,0 0-543 0,5 0 107 0</inkml:trace>
  <inkml:trace contextRef="#ctx0" brushRef="#br0" timeOffset="9112.44">22344 3454 225 0,'0'0'385'0,"0"0"-20"0,0 0-52 0,0 0-73 15,0 0 73-15,0 0 73 0,0 0-57 16,0 0-48-16,0 0-31 0,0 0-36 15,0 0-64-15,67 60-45 0,-66-54-39 0,2 1-22 16,0 0-27-16,-1-3-17 0,0-1-22 16,3-1 3-16,-2 1 6 0,1-3 12 15,2 0 0-15,-1 0 1 0,1 0 12 16,5-5-12-16,1-2-44 0,0 0 25 0,2 0 6 16,-2 0 0-16,-2 1-6 0,0 2-3 15,-4 2 9-15,-1 2-6 0,-2 0 19 16,0 0 11-16,0 0 46 0,0 0 28 15,0 3 20-15,3 2 2 0,-2 0-10 16,0 0-21-16,4 2-42 0,-1-4-30 16,0 2-4-16,2 0-12 0,-1-2-48 15,4-2-69-15,-2-1-164 0,2 0-285 16,-4 0-629-16,4-8-153 0</inkml:trace>
  <inkml:trace contextRef="#ctx0" brushRef="#br0" timeOffset="9333.74">22810 3309 1699 0,'0'0'1290'16,"0"0"-1050"-16,0 0-160 0,0 0 37 16,0 0 102-16,0 0 118 0,0 0-33 15,0 0-37-15,38 75-92 0,-34-50-61 16,0 0-53-16,2 0-39 0,1 0-12 15,-3-2-10-15,1-1-58 0,-1-5-74 0,1 2-93 16,-3-5-114-16,0-2-227 0,1-3-133 16,-3-4-782-16</inkml:trace>
  <inkml:trace contextRef="#ctx0" brushRef="#br0" timeOffset="9505.09">22780 3550 1327 0,'0'0'1621'0,"0"0"-1422"0,0 0-138 16,0 0 98-16,0 0 16 0,79-21-20 15,-46 12-92-15,-1-2-53 0,1-2-10 0,-2 2-50 16,-1-1-197-16,-1 2-254 0,-8 0-574 0,11-3-384 16</inkml:trace>
  <inkml:trace contextRef="#ctx0" brushRef="#br0" timeOffset="9732.53">23523 3379 166 0,'0'0'0'0,"0"0"-166"0</inkml:trace>
  <inkml:trace contextRef="#ctx0" brushRef="#br0" timeOffset="10371.75">23523 3379 1121 0,'-37'3'381'0,"37"-3"-78"16,0 0 31-16,0-3-52 15,0 3-63-15,0-1-51 0,0 1-17 16,0 0-32-16,0 0-30 0,0 0 17 15,0 0 40-15,0 0 38 0,0 0-32 0,0 0-64 16,0 0-31-16,0 0-7 0,0 0-19 16,0 0-12-16,0 0 9 0,0 0 1 15,0 0-4-15,0 0-3 0,0 0-3 16,0 0-3-16,0 0 2 0,0 0 10 0,0 1 16 16,0 2 15-16,0-3 0 0,0 0-15 15,0 2-20-15,0-1-8 0,1-1-13 16,-1 3 12-16,3-1 7 0,0 2 3 15,0 0 0-15,1 2 5 0,1 3 4 16,-1-2 10-16,3 3-23 0,-1 2-5 16,0 0-13-16,0 2 9 0,-1 2-10 15,0-1 1-15,0 0 6 0,-2-2-9 16,0 1-21-16,-1-4-10 0,-1-1-3 16,-1-3-3-16,0-1 0 0,0 0-3 15,0-4-7-15,0-1 23 0,0 0 24 16,0 0 2-16,0 0 23 0,0 0-25 0,0-1-30 15,0-5-17-15,0 1 28 0,-3-3-12 16,0-1-46-16,0-1 27 0,2-8 9 16,-1-4 4-16,0-3 24 0,2-6 12 15,0-4 0-15,0-1-1 0,5 1-10 0,0 3 10 16,1 4 2-16,-1 4 2 0,1 6 16 16,1 5-5-16,-1 3-10 0,-2 2 10 15,2 3-1-15,-3 3 25 0,1 1 4 16,2 1-11-16,-2 1-29 0,2 5 1 15,1 6 82-15,4 1 25 0,1 6-20 16,-1 4-5-16,-3-3-11 0,-1 4 1 16,-7-1 9-16,0 0 24 0,-8-4 0 15,-5 1-46-15,-4-2-61 0,-1-5-85 16,2-3-99-16,0-5-59 0,2-4-138 16,4-1-343-16,-2-6-962 0</inkml:trace>
  <inkml:trace contextRef="#ctx0" brushRef="#br0" timeOffset="11145.98">23926 2655 1505 0,'0'0'370'0,"0"0"-341"0,0 0 78 16,0 0 153-16,0 0 8 0,0 0-65 15,0 0-58-15,0 0 0 0,0 0 43 0,0 0 39 16,1 0 17-16,-1 0-21 0,0 0-34 15,0 2-48-15,0-2-42 0,0 2-18 16,0-1-57-16,0 2-24 0,0-2-52 16,0 2 11-16,0 1 17 0,3-2 21 15,-2 2-16-15,2-2 3 0,2 2-9 0,2-1 4 16,0-1-7-16,3-2-4 0,2 0 20 16,0 0-13-16,2-5-31 0,-2-1-70 15,-1-2-41-15,-3-1 47 0,-2 0 42 16,-3 2 78-16,-2-2 57 0,-1 1 6 15,0 0-3-15,-7-1-3 0,0 2-16 16,-2 0 0-16,2 5 2 0,-3-1 30 16,1 3 0-16,1 0-11 0,0 0 19 0,1 0-78 15,3 0-3-15,1 3-37 16,0-1-41-16,3 4-17 0,0-1 13 0,0 1-78 16,0 0-181-16,2 1-251 15,1-2-517-15,-2 0-462 0</inkml:trace>
  <inkml:trace contextRef="#ctx0" brushRef="#br0" timeOffset="11645.34">23844 3348 1383 0,'0'0'1140'16,"0"0"-830"-16,0 0-86 0,0 0 105 15,0 0 32-15,0 0-23 0,0 0-86 0,0 0-48 16,0 0-4-16,0 0-22 0,0 0-49 16,0 70-44-16,0-56-69 15,0-3-16-15,0 0-19 0,1 1 1 0,2-3-3 16,2 0-53-16,0-4-73 0,2-1-86 16,-1 1-108-16,3-2-148 0,-3-1-499 15,6-2-312-15</inkml:trace>
  <inkml:trace contextRef="#ctx0" brushRef="#br0" timeOffset="12217.93">24104 3375 855 0,'0'0'2134'16,"0"0"-1716"-16,0 0-139 0,0 0-11 0,0 0-48 15,0 0-61-15,0 0-48 0,0 0-18 16,0 0-22-16,-59 71-9 0,56-56-7 15,3-1-3-15,0-4-15 0,0-1-24 16,0-1-13-16,2-3-15 0,1-1-9 16,1-2-13-16,0-2-9 0,5 0-31 15,2 0-22-15,4-6-44 0,4-3 69 16,0-2-29-16,3-5-40 0,1-1 35 16,0-2-21-16,-2-2-47 0,-1 1 11 0,-2-3 15 15,-2-3 39-15,-1 0 60 0,-4-1 51 16,-2 4 3-16,-2 0 13 0,-1 9 48 15,-5 3 114-15,-1 5 34 0,0 5-7 16,0 1-38-16,0 0-19 0,0 0 14 16,0 1 8-16,0 3-71 0,0 3-37 15,0 1-32-15,0 6-8 0,-1 5 5 0,-2 2 16 16,-1 0 4-16,1 1-4 0,0-1-16 16,0-2-12-16,3 0-15 0,-1-3 0 15,1-2 0-15,0-4-1 0,0-2-20 16,0-3-7-16,0-2 10 0,1-1 0 15,-1-1-22-15,3-1-16 0,2 0-21 16,1-1 0-16,2-3-68 0,2-2 18 0,4 0-13 16,-2-3 30-16,1 2 18 15,0 0 39-15,-3 2 34 0,-1 2 18 16,-1 1-2-16,-2 1 1 0,-2-1 0 0,-2 2 2 16,-1 0 16-16,-1 0 28 0,3 3 69 15,-3 0 50-15,3 6 5 0,0 0-26 16,1 1-25-16,0 2-34 0,2-1-34 15,-2-1-21-15,2 0-16 0,3-1-12 16,-1-3 0-16,1-2-3 0,5-3-21 0,1-1-13 16,4-1-126-16,3-7-209 0,0-5-178 15,-4 3-592-15,5-8-530 0</inkml:trace>
  <inkml:trace contextRef="#ctx0" brushRef="#br0" timeOffset="12780.91">25142 3157 1846 0,'0'0'764'0,"0"0"-378"15,0 0-24-15,0 0 12 0,0 0 4 16,0 0-33-16,0 0-43 0,0 0-26 16,0 0-60-16,0 0-94 0,0 0-16 0,-69 23-21 15,43-7-6-15,3 1 3 16,1-1-10-16,3 1-2 0,6 1-28 0,6-3-42 16,3 0-14-16,4-2 12 0,4 1-16 15,5 3-13-15,4-4-5 0,4 0 12 16,2-1-9-16,3 0-10 0,-1-2-8 15,0-1 18 1,-1 0 2-16,-2-2 13 0,-5 0 6 0,0 0 11 0,-6-2-1 16,-1-1 0-16,-4 1 2 0,-2 0 11 15,0 0 10-15,-2 2 10 0,-7 2-22 16,-5 2-9-16,-2 0-43 0,-7 1-51 0,0-2-30 16,-1 3-25-16,3-6-37 0,1-2-56 15,6 1-91-15,2-3-167 0,4-3-238 16,3 0-341-16,4 0-71 0</inkml:trace>
  <inkml:trace contextRef="#ctx0" brushRef="#br0" timeOffset="13000.35">25339 3460 2282 0,'0'0'548'0,"0"0"-275"15,0 0 151-15,0 0 83 0,0 0-70 16,8 66-215-16,-6-54-145 0,1-4-61 16,-1 3-16-16,1-4-4 0,-2-2-23 15,3-3-32-15,-1-2-89 0,0 0-152 16,0-2-241-16,1-8-449 0,-1 1 168 0,3-14-710 0</inkml:trace>
  <inkml:trace contextRef="#ctx0" brushRef="#br0" timeOffset="13186.6">25446 3187 3347 0,'0'0'1025'0,"0"0"-768"0,0 0 25 0,0 0 139 16,0 0-96-16,0 0-86 0,0 0-67 16,0 0-64-16,0 0-53 0,0 0-43 15,-1 0-12-15,1 0-2 0,0 0-13 16,0 0 0-16,0 0-22 0,0 0-86 15,0 0-116-15,0 0-94 0,-2 0-310 16,-7 0-1129-16,21 0-1292 0</inkml:trace>
  <inkml:trace contextRef="#ctx0" brushRef="#br0" timeOffset="23865.91">24264 7256 320 0,'0'0'489'0,"0"0"-164"15,0 0-35-15,0 0 10 0,0 0 40 16,0 0-12-16,0 0-63 0,0 0-63 15,0 0-48-15,0 0-41 0,0-2 18 16,0 2-33-16,0 0-21 0,0 0-1 16,0 0 3-16,0 0-6 0,0 0-10 15,0 0-12-15,0 0-17 0,0 0-5 16,2 0 5-16,-2 0-32 0,0 0 2 16,0 0-1-16,0 0 12 0,0 0 1 15,0 0-3-15,0 0 5 0,0 0-5 0,0 0 0 16,0 0-11-16,0 0 0 0,0 0-2 15,0 0 0-15,0 0-3 0,0 0-13 16,0 0 15-16,0 0 1 0,0 0 2 16,0 0 10-16,0 0 1 0,0-1 9 15,0 1 6-15,0 0 11 0,0 0-2 16,0 0 4-16,0 0-10 0,0 0-6 0,0 0 0 16,0 0 0-16,0 0-3 0,0 0-4 15,0 0 4-15,0 0 9 0,0 0 37 16,0 0 59-16,0 0 3 0,0 0-35 15,0 0-24-15,0 0-25 0,0 0-6 16,0 0-4-16,0 0 1 0,0 1 3 0,0 1 6 16,0 0 18-16,0 1-10 0,0 0-5 15,0 4-31-15,0 1-18 0,0-1-1 16,0 1-14-16,0 2 12 0,0 1 0 16,0-1-12-16,0 1 12 0,1 6 0 15,2-4 2-15,0 3-1 16,0 2-1-16,0-3 2 0,0 2 0 0,1-3 0 15,2 0-2-15,-4 0-13 0,4-3 4 16,0 1 0-16,0-4 0 0,2 4 0 16,0-1 12-16,0 1-3 0,2 0 1 0,2 0-1 15,-2 0-12-15,4 0 13 0,1 0-13 16,2 1 13-16,-1 3 2 0,1-2 9 16,-1-3-9-16,0 0-15 0,-6-4 12 15,-1 0-12-15,-2-2 11 0,-3-1-14 0,-1-1 18 16,-1-1 1-16,-1-1-1 0,-1 1-1 15,1-2-14-15,-1 0-13 0,2 1-11 16,-2-1-7-16,0 0-16 0,0 0-17 16,0 0-38-16,0 0-16 0,0 0-37 15,0-4-79-15,0-1-135 0,0-3-233 16,0 0-68-16,0-1-307 0,0-5-237 16,-2 61 1015-16</inkml:trace>
  <inkml:trace contextRef="#ctx0" brushRef="#br0" timeOffset="24661.74">24202 7210 1745 0,'0'0'481'15,"0"0"-278"-15,0 0-6 0,0 0 32 16,0 0-24-16,0 0-61 0,0 0-10 15,0 0 29-15,0 0-21 0,0 0-3 16,0 0 15-16,0 3 48 0,0 0 22 0,0 3-5 16,-1 0-74-16,-2 6-56 0,-2 0-43 15,2-1-18-15,-2 4-1 0,-1-2-5 16,2 0-10-16,-1 0 3 0,0-1 7 0,-1 0-1 16,3 0-18-16,0-2 9 0,0-3-12 15,2 0 0-15,-2-5-2 0,3 1-19 16,0-1-3-16,0-2-7 0,0 0-6 15,0 0-3-15,0 0 7 0,0 0 8 16,0-5 25-16,4 0 9 0,2-3 16 16,1-2-22-16,-1 0 15 0,-2-4-18 15,2 1 0-15,0 1 0 0,1-1-18 0,-1 0-4 16,-2 3 7-16,4 0 0 0,-6 1 2 16,4-1 11-16,0 1-1 15,-2 4 0-15,0-2 0 0,1 0 1 0,-4 2 2 16,2 3 2-16,-1-2 1 0,-1 1 10 15,1 0-10-15,-1 1-2 0,2-1 2 16,-2 2-2-16,-1 0 1 0,3-1 0 16,-2 2 16-16,-1 0-2 0,0 0-13 15,0 0-3-15,2 0 0 0,-2 0-13 0,1 0 10 16,-1 0 0-16,2 0 3 0,-1 0 0 16,4 0 22-16,-1 3-1 0,0-2 19 15,2 4-3-15,1 0 9 0,0 0-19 16,-1-2 1-16,2 4 2 0,0-2 7 15,-1 4 0-15,3-2-1 0,-1 2 13 16,4 2 3-16,0-1-16 0,1 1-9 16,-1-2-27-16,3 2 13 0,-3-4-12 15,0 2 0-15,-3-2 1 0,0-2 1 16,-4-2-3-16,1 1 0 0,-1-2-3 16,-2 1-16-16,1 0-8 0,-1-3-22 15,3 0-66-15,0 0-124 0,-1 0-139 0,0-1-284 16,-3-4-776-16,-3 1-608 0</inkml:trace>
  <inkml:trace contextRef="#ctx0" brushRef="#br0" timeOffset="26181.47">10970 14026 1110 0,'0'0'283'0,"0"0"-124"15,0 0 118-15,0 0 109 0,0 0-24 16,0 0-37-16,0 0-30 0,0 0-66 16,0 0-48-16,0 0-51 0,56 18-45 15,-52-18-28-15,1-1-17 0,3-3 4 16,-2-1 3-16,0-3 14 0,1-2-33 16,0-1-6-16,2-1 0 0,-2-3-21 15,-1 1-1-15,-2-3-2 0,0 3 1 16,2-3-2-16,-5 3-24 0,1-1 27 0,-2 2 0 15,0-1 1-15,0 2 1 0,-7 1 19 32,1 1-2-32,-1 2-18 0,-1 0 14 0,-1 3-14 0,0 1 20 0,0 3 4 15,-1-1 3-15,-3 2-16 0,1 0 4 16,0 6-14-16,0 0 13 0,-1 3 41 16,2 4 37-16,-2 2-12 0,1 2-7 15,2 1 0-15,3 1-19 0,1 1-30 16,-1 3-1-16,6-3 13 0,1 4 0 0,0 1-6 15,0-3-1-15,8 1 16 0,1 1 12 16,-1-5 0-16,5-2 9 0,0-2 10 16,3-1-19-16,1-4-37 0,2 0-21 0,0-6-3 15,3 2-12 1,0-6-1-16,-1 0-5 0,2 0 3 0,-3-8-13 16,-1-1-30-16,-2 0-9 0,-1-2-25 15,-3 0 7-15,-2 0-48 0,1-4-55 0,-3 0-47 16,-2-1-116-16,3-2-110 15,-3-1-114-15,0-1-145 0,-1 3-316 0,4-10-112 16</inkml:trace>
  <inkml:trace contextRef="#ctx0" brushRef="#br0" timeOffset="26404.38">11291 13652 1144 0,'0'0'1225'0,"0"0"-786"16,0 0-137-16,0 0-60 0,0 0-57 15,0 0-33-15,0 0-42 0,-6 69 16 16,12-44-13-16,0 0-40 0,-1 5-36 0,3-1 13 16,2 3 22-16,-2 0 11 0,1 1-14 15,0-2-29-15,1 0-15 0,-2-4-25 16,1-2 0-16,1-4-34 0,-1-5-19 16,0-3-74-16,2-3-130 0,1-3-115 15,-2-6-178-15,4-1-152 0,-2 0-64 16,2 0-264-16</inkml:trace>
  <inkml:trace contextRef="#ctx0" brushRef="#br0" timeOffset="26747.61">11566 14000 1094 0,'0'0'586'16,"0"0"-219"-16,0 0-88 0,0 0 8 16,0 0 0-16,0 0-98 0,0 0-58 15,0 0-48-15,0 0-41 0,0 0-23 16,74-78 3-16,-66 65-9 0,0 0 25 0,-1 1-13 15,-3 0-22-15,-3 1 22 0,1 1-6 16,-2 0-3-16,0 2 12 0,-4 0 48 16,-2 2 7-16,-4-2 2 0,3 2-10 15,-2 0 13-15,-2 3-16 0,3 1-24 0,0 2 27 16,-1 0 44-16,-3 7 61 0,4 3-72 16,-4 3-22-16,4 4-15 15,-3 3-25-15,6 5-12 0,-1 0 9 0,2 3 3 16,4-3 12-16,0 0-3 15,0-3-12-15,10-3-24 0,-2-2-19 16,4-5-18-16,2-1-7 0,1-4-2 0,3-6-1 16,4 1-5-16,0-2-41 0,4-3-36 15,-3-9-118-15,3-4-95 0,-2-3-133 16,-2-4-321-16,-5 5-339 0,1-12-89 0</inkml:trace>
  <inkml:trace contextRef="#ctx0" brushRef="#br0" timeOffset="27246.36">11823 13794 2135 0,'0'0'430'16,"0"0"-211"-16,0 0-13 0,0 0-24 16,0 0 23-16,0 78-15 0,6-60-3 15,-4-3-2-15,4 1-21 0,0-3-42 0,-2 0-13 16,0 0-19-16,-1-4-19 16,2 0-25-16,-4-4-16 0,1-1-30 0,1-2-15 15,-3-2-10-15,1 0-31 0,1 0-9 16,-2-5-6-16,3-2 18 0,2-4 50 15,1-3-31-15,-2-4 9 0,2-1-31 16,0 0-29-16,1 2 9 0,-1 3 17 16,-2 4 24-16,2 3 10 0,-3 2 6 31,0 3-3-31,0 2 22 0,-1 0 24 0,2 2 55 0,1 4 91 0,2 5-36 16,0 1-28-16,5 6-26 0,-4 0-27 0,3 1-10 15,0 0 16-15,1-1-47 0,-4-1-10 16,2-4 17-16,-1-2-19 0,0 0 0 15,-3-6-41-15,2-3 14 0,-2-2-7 16,0 0-25-16,-1-5-40 0,3-6-32 0,0-3 16 16,-2-6 65-16,0-1 2 0,0-3-18 15,-1 1 0 1,1 2 16-16,0 2 18 0,-3 3 1 0,1 6 30 16,0 1-2-16,-1 6 3 0,-1 1 9 0,1 2 32 15,2 0 28-15,0 2 38 0,2 4 63 16,2 2-8-16,-2 6-35 0,4 1-25 15,-1 2-16-15,2 1-21 0,-4-1 9 16,1 2-16-16,0-1-18 0,1-3-16 16,-3 0-24-16,0-4-14 0,1-2-11 15,0-2-45-15,-1-4-143 0,1-3-124 16,-1 0-197-16,3-3-442 0,-4-2-195 0,-1-9-373 16</inkml:trace>
  <inkml:trace contextRef="#ctx0" brushRef="#br0" timeOffset="27796.83">12441 13950 1398 0,'0'0'1833'0,"0"0"-1578"15,0 0-179-15,0 0 0 0,0 0-54 16,0 0-20-16,0 0 65 0,0 0 46 16,0 0-56-16,0 0-57 0,0 0-42 15,55-48 41-15,-50 33-2 0,-2 0-28 16,0 1-7-16,-3-1 13 0,0 2 9 15,-3-1 14-15,-2 3 2 0,-1-1 10 16,-4 3 34-16,4 3 113 0,-1 5-60 16,1 1 20-16,-2 0 38 0,-1 7-6 0,-1 3-90 15,1 4-28-15,-2 2 24 0,2 6 4 16,3 1-16-16,2 1 15 0,0 2 7 16,4-4 5-16,0 1-18 15,0-3 0-15,4-2-49 0,0-6-3 0,3-3-39 0,1-4 8 16,3 0 3-16,1-4-2 0,-2-1-4 15,2-3-58-15,-1-6-59 0,0-2 15 16,2-4-19-16,-1 0-10 0,-1-2-64 16,1-2-77-16,-2 0-31 0,4 1 8 15,-2-1 239-15,2 2-236 0,-2 1 29 16,-1 4-18-16,1 7 234 0,-6 2 81 0,1 3 95 16,-4 0 168-16,1 3 135 15,2 6-6-15,-4 3-88 0,3 2-56 16,1 3-30-16,0 1-38 0,2 1-32 15,2-1-8-15,-1 0-3 0,3 1-44 0,-1-5-10 16,-1 0-49-16,-1-3-12 0,2-2-19 16,-2-1-3-16,0-3-1 0,-3-2-11 15,2-3 8-15,-2 0-17 0,0 0-19 16,1 0 6-16,0-4-16 0,0-2-18 0,2 0-34 16,0-3 14-16,5-1-15 0,-3-2-39 15,5-2 29-15,2 0-155 0,-1-1-230 16,-1-3-68-16,-2 5-445 0,2-8 284 0</inkml:trace>
  <inkml:trace contextRef="#ctx0" brushRef="#br0" timeOffset="28146.5">12969 13596 176 0,'0'0'1631'0,"0"0"-1086"16,0 0-116-16,0 0-114 0,0 0-165 15,0 0-99-15,0 0 22 0,8 84 39 16,1-55 59-16,-2 5 40 0,2 1 6 15,-1 3-30-15,4-1-13 0,-2 1-32 16,3-5-52-16,-3-2-58 0,3-5-32 0,0-3-19 16,-2-6-5-16,2-4-50 15,-4-6-75-15,-2-1-18 0,-1-6-39 0,-3 0-97 16,0-1-115-16,-3-10-36 0,0-2 173 16,0-2 81-16,-3-6-75 0,-4 0-85 15,-1-3-34-15,0 2 10 0,-2 1 94 16,3 5 267-16,-2 4 23 15,3 4 212-15,2 4 146 0,3 2 65 0,-2 2 71 0,3 0-48 16,0 0-54-16,0 0-28 0,0 0-72 16,0 2-109-16,3-2-85 0,-1 2-98 15,7-2-25-15,0 1 6 0,1-1 17 16,5 0-10-16,1-3 11 0,5-6-45 16,1 1-181-16,4-3-161 15,-5 2-93-15,11-4-1007 0</inkml:trace>
  <inkml:trace contextRef="#ctx0" brushRef="#br0" timeOffset="28447.88">13777 13470 2035 0,'0'0'728'0,"0"0"-254"15,0 0-98-15,0 0 23 0,0 0 23 16,0 0-95-16,27 71-45 0,-22-46-23 16,2 5-43-16,-4 1-29 0,1 1-60 15,0 2-24-15,2-1-3 0,-1 0-25 16,1-1-36-16,2-1-15 0,-2-1-9 16,-1-3-15-16,3-1-14 0,-1-3-19 15,-1-1 0-15,-2-4-3 0,0-3-21 16,1-4-40-16,-2-1-24 0,0-3-21 0,-3-4-34 15,0-1-61-15,0-2-74 0,0 0-166 16,0-2-284-16,0-1-653 0,-6-6-415 0</inkml:trace>
  <inkml:trace contextRef="#ctx0" brushRef="#br0" timeOffset="29062.55">13884 13291 2146 0,'0'0'459'0,"0"0"-176"15,0 0-103-15,0 0-1 0,0 0 57 16,0 0 39-16,0 0 11 0,76 23 2 16,-41-15-16-16,5 4-17 0,2 6-19 0,0 3-20 15,1 5-15-15,-1 6-59 0,-6 7-54 16,-2 3-25-16,-2 5-8 0,-10 2-28 16,-4 0-25-16,-8 1-2 0,-5 1-2 15,-5 0-50-15,-6 2-123 0,-12 1-113 31,-9 3-121-31,3-16-344 0,-31 19-932 0</inkml:trace>
  <inkml:trace contextRef="#ctx0" brushRef="#br0" timeOffset="29781.96">10951 13503 1838 0,'0'0'600'0,"0"0"-310"15,0 0-20-15,0 0 85 0,0 0 35 16,0 0-98-16,0 0-25 0,0 0 30 15,0 0-11-15,0 0-11 0,0 0 2 0,-4 33-80 16,-5-7-116-16,-1 10-47 0,-6 12-4 16,1 6 3-16,1 11 0 0,3 7-17 15,-1 6-16-15,4 7 27 0,5 0-27 16,3-1-3-16,5-3-49 16,10-8-29-16,5-6-31 0,5-8-79 0,3-9-77 15,6-8-176-15,4-9-490 0,-8-12-503 16,25-4-701-16</inkml:trace>
  <inkml:trace contextRef="#ctx0" brushRef="#br0" timeOffset="40375.62">6583 14268 2176 0,'0'0'475'0,"0"0"-362"0,0 0 173 0,0 0 135 16,0 0-76-16,0 0-116 0,0 0-50 15,14 67-30-15,-12-53-44 0,-1 2-34 0,1-3-3 16,-1 3 6-16,1-1-18 0,0 1-41 16,-1-1-15-16,1 0-12 0,-1-4-19 15,1 0-46-15,1-1-121 0,-2 0-113 16,1-2-189-16,1-2-493 16,1 1-567-16</inkml:trace>
  <inkml:trace contextRef="#ctx0" brushRef="#br0" timeOffset="41064.43">6842 14047 691 0,'0'0'518'16,"0"0"-182"-16,0 0 73 0,0 0 71 15,0 0-64-15,0 0-108 0,0 0-76 16,0 0-38-16,0 0-42 0,0 0-61 16,0 0-56-16,11 0-23 0,-6 0 42 15,2 0-7-15,2 0 0 0,1 0-22 16,1 0-8-16,3 0-14 0,0 0-1 0,2 0 1 15,1 0-3-15,-1 0 1 0,3 0-1 16,1 0-1-16,-3 2-2 0,2 1-13 16,0-2 16-16,-2-1-4 0,-4 1 2 15,1 0-14-15,-5 2 15 0,0-3 0 16,-2 3 1-16,-5-2 2 0,0 1 14 0,1-1-13 16,-3-1 20-16,0 0 11 0,0 0 23 15,0 1 8-15,0-1 16 0,0 0 52 16,0 0 16-16,0 0-29 0,0 5-10 15,0-3-12-15,0 7-12 0,-3 0-28 16,-1 8-6-16,-3-1 0 0,-2 3-16 16,2 2 7-16,-4 1 9 0,2 0-13 15,0-2-11-15,0 2-10 0,-1-3-16 16,3 1 1-16,0-2-2 0,1-2-1 16,0-2-12-16,2-1 11 0,1-2-11 15,2-4-6-15,1-2-10 0,0-1-8 16,0-1-10-16,0 0-18 0,0-2-55 0,0 0-52 15,0 0-54-15,0-1-65 0,0 0-132 0,0 0-227 16,0-1-523-16,0-7-12 0</inkml:trace>
  <inkml:trace contextRef="#ctx0" brushRef="#br0" timeOffset="45661.26">6015 14128 417 0,'0'0'993'0,"0"0"-762"0,0 0-114 0,0 0-10 16,0 0 85-16,0 0 15 0,0 0 10 16,0 0-4-16,0 0-29 0,13-54 11 15,-7 46-16-15,-3 1 9 0,-2 2 31 16,-1 3 8-16,0-1 3 0,0 3-12 15,0-2-42-15,0 2-37 0,0 0-13 16,0 0-12-16,0 0-41 0,0 0-39 16,0 2-32-16,3 1-2 0,-3-2-49 0,3 1-9 15,3 2 58-15,2 3 15 0,1 4 28 16,2 1 37-16,4 5-13 0,1 2 9 16,4 4-3-16,1 1-9 15,3 3 18-15,0 2-36 0,5 1-25 0,0-2-19 16,1 0 16-16,3-1-6 0,0 3-12 15,2 0-15-15,-3-4 15 0,-1 2 0 16,0-4-19-16,-4-2-5 0,-4-1-1 0,-3-2-23 16,-4-2 2-16,-3-3-9 15,-5-2 16-15,-3-1-10 0,-2-4-18 0,0-1-6 16,-3-2 8-16,0-2-23 0,0-2-63 16,0 0-77-16,-3-5-48 0,0-4-123 15,-3-5-207-15,2-6-62 16,-5 0-116-16,3 1-371 0</inkml:trace>
  <inkml:trace contextRef="#ctx0" brushRef="#br0" timeOffset="45894.55">6401 14132 1049 0,'0'0'1658'16,"0"0"-1282"-16,0 0-188 0,0 0 45 15,0 0 168-15,0 0-25 0,0 0-110 0,0 0-118 16,0 0-46-16,-30 86-38 0,21-47-9 16,-2 4 22-16,-1 6-22 0,-2 4-46 15,1 3-9-15,1-2-2 0,1-2 1 16,5-7-19-16,2-11-75 0,4-6-132 0,0-13-48 16,7-5-140-16,-1-9-659 15,8-1-654-15</inkml:trace>
  <inkml:trace contextRef="#ctx0" brushRef="#br0" timeOffset="47327.47">7320 14168 2474 0,'0'0'569'15,"0"0"-249"-15,0 0-38 0,0 0 99 16,0 0-59-16,0 0-40 16,-24 66-61-16,17-45-28 0,-2 3-13 0,1 4-46 15,-3 2-61-15,-1 4-19 0,3-1-37 16,-1 2-17-16,0-9-12 0,7-5 10 15,0-8-34-15,3-4-61 0,0-7-95 0,3-2-218 16,7-2-308-16,3-10-412 0,-1 2 427 16,11-14-919-16</inkml:trace>
  <inkml:trace contextRef="#ctx0" brushRef="#br0" timeOffset="48226.91">7948 13878 1463 0,'0'0'1102'0,"0"0"-571"16,0 0-212-16,0 0-15 0,0 0 46 16,0 0 26-16,0 0-30 0,0 0-55 15,0 0-109-15,18 91-39 0,-12-44 0 16,3 7 23-16,-2 8-11 0,3 4-65 15,1 4-32-15,4-5-58 0,-2-4-50 16,4-9-34-16,-1-7-46 0,3-8-64 31,0-6-94-31,-2-6-202 0,-4-7-586 0,1-2-1083 0</inkml:trace>
  <inkml:trace contextRef="#ctx0" brushRef="#br0" timeOffset="52293.22">13757 14766 658 0,'0'0'270'16,"0"0"-162"-16,0 0-14 15,0 0 23-15,0 0 92 0,0 0 70 16,0 0 40-16,0 0 31 0,0 0 17 0,-3 11-23 16,3-9-9-16,0 1-38 0,0-2-51 15,0 3-48-15,0-2-30 0,0-1-11 16,0 0-24-16,0-1-37 0,0 0-29 0,1 0-18 15,-1 0-18-15,2 0-29 0,1 0-2 16,4 0 0-16,5 0 28 0,5-1-7 16,3-2-20-16,-1-1 1 0,5-2 1 15,-1 3-3-15,-2-1-10 0,0 4 10 16,-2 0 10-16,-6 0-10 0,-1 10 0 16,-3 1 14-16,-4 8 20 0,-2 4-3 15,-3 4-10-15,0 4-3 0,-8 4 7 16,-3 1-23-16,1 1-2 0,-1-1 12 15,-1-1-11-15,3-4 20 0,2-3-5 16,2-3-1-16,2-7 3 0,3-2 13 16,0-6-16-16,0 0 70 0,5-4-9 0,1 1-49 15,-1-2-8-15,4 0 2 16,2-2-19-16,0 0-2 0,1 0-21 0,2-3 8 16,-1 0-2-16,2 0-15 0,0 0-40 15,2-4-21-15,2-3-83 0,0-1-265 0,1-4-300 16,-7 2-546-16,8-6-474 0</inkml:trace>
  <inkml:trace contextRef="#ctx0" brushRef="#br0" timeOffset="52525.6">14310 14596 3577 0,'0'0'425'0,"0"0"-342"0,0 0-80 16,94 47 25-16,-55-24 65 0,1 4 10 15,-1 7-32-15,-3 7-9 0,-3 5 0 0,-6 6-31 16,-5 6-29-16,-6 3-2 0,-12 1-28 16,-4 2-158-16,-18-1-183 0,2-14-369 15,-32 23-795 1</inkml:trace>
  <inkml:trace contextRef="#ctx0" brushRef="#br0" timeOffset="53079.15">11189 14937 2489 0,'0'0'627'0,"0"0"-314"0,0 0-47 0,0 0 48 15,0 0-13-15,0 0-44 16,0 0-51-16,-77 60-74 0,59-36-46 0,2 4-28 16,-4 6-3-16,-1 5-3 0,5 5-22 15,1 9-30-15,5 4-2 0,2 6-1 0,7 4-15 16,1-1-10-16,13-2-36 0,10-7 12 15,7-9-39-15,8-8-23 0,8-9-67 16,3-6-157-16,7-8-248 0,-10-9-767 16,23-4-765-16</inkml:trace>
  <inkml:trace contextRef="#ctx0" brushRef="#br0" timeOffset="55758.84">19228 5207 607 0,'0'0'400'0,"0"0"-165"0,0 0-7 15,0 0 26-15,0 0 28 0,0 0-55 16,0 0-26-16,0 0-11 0,0 0 16 16,6-6 16-16,-6 6-40 0,0 0-35 15,0 0-20-15,0 0-19 0,0 0-7 16,0 0-3-16,0 0-1 0,0 3-3 15,0 0-21-15,-4 4-48 0,2 2-3 0,-1 2-10 16,-3 0-12-16,0 3 0 0,2 0 0 16,-5 3-1-16,3-1-12 0,2-1-6 0,0 0-9 15,1 0-39-15,0-3 20 16,0 1-9-16,1-1-13 0,-1-2 18 0,1-2 36 16,-1-3 12-16,2 1-47 0,1-1 15 15,-2-4-3-15,2-1-3 0,0 0-6 16,0 0-23-16,0 0-16 0,0-6-13 15,0 0-51-15,0-2 51 0,2-1 25 16,-1-3 17-16,2 0 34 0,2-2-19 16,-2-2 7-16,2 2-10 0,1-3 9 15,-2 2-28-15,2-1 25 0,1-2-25 16,-2 1 28-16,0 3-3 0,-1-1-15 0,-1 1 24 16,0 0-5-16,-1 4 35 15,-1-1 3-15,0 2 13 0,1 1-14 16,0 1 21-16,-2 0-3 0,2 1 9 0,-2-2 13 15,0 2 9-15,0 1-9 0,0-1-16 16,-2 2 6-16,-2 2 36 0,2 1 25 0,-1 1-3 16,-2 0-22-16,2 0-36 0,-1 0-16 15,0 2 19-15,-5 3 13 0,3-1-32 16,-1 0-16-16,-3 4 0 0,-1 0-22 16,0-1 9-16,1 2 13 0,-1 1 15 15,2-2 7-15,2 3 10 0,1-2 22 16,2-1-28-16,1 1 41 0,2-2-29 15,1 1 10-15,0-2 3 0,0 1 41 16,4 1-10-16,3-2-31 0,-1-3-23 16,1 2-12-16,-3-1-16 0,1-3-35 15,-4-1-53-15,1 0-7 0,0 0 28 0,0 0 45 16,-2 0 21-16,0 0-2 0,1 0-12 16,1 0-11-16,2 0-57 0,0-5 39 15,4 2 12-15,-3-2-29 0,4-4 23 16,-3 2 12-16,0 0 13 0,-2 0 0 15,-1 1 13-15,0 0 32 0,-2 0-12 16,5 2-20-16,-3 0 0 0,-2-1-16 0,3 0 16 16,1 1-4-16,1-1-24 0,-2 0 25 15,3 1 3-15,-3 1 13 0,2 1 26 16,-3 1 5-16,0-2 27 0,-2 3 2 16,1-1-3-16,-1 1-19 0,1-1-16 15,-1-1-3-15,1 2 0 0,2 0-7 0,-4 0 13 16,0 0 16-16,1 0-26 0,1 2-15 15,1 1 37-15,-2 2 39 16,2 1 18-16,-2 2-1 0,2 2-11 0,0-1-8 16,2 3-6-16,-2 3-22 15,-1-2-34-15,4 2 0 0,-2-1-25 16,1-2-3-16,-1 0-28 0,2-1-34 0,1-3-122 16,1 0-103-16,0-5-261 0,4-2-952 0</inkml:trace>
  <inkml:trace contextRef="#ctx0" brushRef="#br0" timeOffset="57342.13">23268 5290 277 0,'0'0'336'0,"0"0"-108"15,0 0-29-15,0 0-39 0,0 0-7 16,0 0-39-16,0 0-97 0,0 0-15 16,0 0-2-16,0 0 0 0,0 0-42 15,-21-29 42-15,19 29 59 0,1-1 46 16,-1 1 90-16,1 0 51 0,-1 0-9 16,1 0 9-16,-2 0 8 0,2 0-19 15,1 0-14-15,-1 0-5 0,1 0-29 16,0 0-48-16,0 0-32 0,0 1-10 0,-2 2 11 15,1 0 14-15,-1 1 2 0,1 1-37 16,-1 4-50-16,-1 1-3 16,2 4-3-16,-4 0 12 0,3 2 3 0,-3 1-18 15,-2 0 0-15,3 1-3 16,-2-3-1-16,0 2-5 0,0-1-6 0,2-2-13 16,-3-1-3-16,4-1 0 0,0-2-10 0,0-2-2 15,0 0-3-15,3-5-16 0,-1-1-16 16,1-2 20-16,0 0 5 0,0 0-37 15,0-2-37-15,1-1 43 0,1-4 19 16,-1-1-10-16,2-3 45 0,0-2-23 16,2-4 13-16,1-1-16 0,-1-2-19 15,-1-2-9-15,4 1-1 0,-3-1-16 16,1 0 4-16,3 1 22 0,-5-2 28 16,2 5-25-16,-2 0 41 0,2 3-6 15,-1 1 9-15,-2 1 47 0,0 3 0 0,-1 1 7 16,-1-1-11-16,-1 1-2 0,2 1 10 15,-1 0-16-15,-1 4-20 0,0 0 1 16,2 0-4-16,-1 3 4 0,-1-3-13 16,1 3 10-16,-1 0 12 0,0 1 34 15,0 0 22-15,0 0-1 0,0 0-8 16,0 0-8-16,0 1-5 0,0 0 9 16,0 3 21-16,-1-3 19 0,-3 5 14 0,-1-1-76 15,-5 2-44-15,0 4-1 0,-1 1 1 16,-5 0 0-16,0 1 10 0,-1 3-11 15,-1-2 2-15,3 2-1 0,-2-4-1 16,2 0 1-16,3-1 1 0,2-2-3 0,3-2-3 16,3-2-9-16,2-2 0 0,1-2-10 15,1-1-2-15,0 0-40 0,0-1-28 16,1-2-25-16,4-2 15 0,2-2 38 16,1 1 64-16,4-5 15 0,-2 1-15 15,4-1 0-15,1-1-1 0,1-1-27 16,-2 1 7-16,3-1 8 0,1-1 1 15,-1 2-28-15,-1 1-4 16,1 2 1-16,-5 3 12 0,-1 1 18 0,-4 1 13 0,-4 3 1 16,0 1 11-16,-3 0 7 15,2 0 5-15,-2 0-11 0,0 0-12 0,0 0 17 16,1 0-2-16,-1 1-4 0,5 3 16 16,-4 1 37-16,3 1 6 0,0 2 12 15,-1 4-3-15,0 0-12 16,2 2-13-16,-1 0-24 0,2 0 2 0,-1-2-17 15,2 0-16-15,2 0 0 0,-1-1-19 16,3-3 1-16,1-2-19 0,-1-1-80 0,3-4-67 16,2-1-98-16,-3-3-320 0,6-14-800 0</inkml:trace>
  <inkml:trace contextRef="#ctx0" brushRef="#br0" timeOffset="62306.04">5914 15584 2767 0,'0'0'558'0,"0"0"-345"0,0 0-131 16,0 0 41-16,0 0 85 0,0 0 52 15,0 0-14-15,0 0-46 0,0 0-77 0,0 0-61 16,62 74 27-16,-42-55-22 16,3 0-24-16,5 5-13 0,5 4 4 15,-1 3-10-15,5-1 4 0,-4-1-28 16,0-3 0-16,-1-2-1 0,-3-1-21 0,-2-4-14 16,-2-4-22-16,-4-2-10 0,-2-4-26 15,-3-3-26-15,-3 0-167 16,-3-2 29-16,-3-1 23 0,-1 0-111 0,-1 0-116 15,-3 1-126-15,1-3-218 0,-3 3-395 0</inkml:trace>
  <inkml:trace contextRef="#ctx0" brushRef="#br0" timeOffset="62610.78">6233 15652 2123 0,'0'0'530'0,"0"0"-378"15,0 0 47-15,0 0 127 0,0 0 39 16,0 0-88-16,0 0-54 0,0 0 7 16,0 0 11-16,0 0-115 0,0 0-77 15,-3 61-6-15,-3-37-13 0,-1 5-8 16,1 3 11-16,-4 3 7 0,3 1 12 15,-2 0-21-15,2 1-20 0,-3-2-11 16,4-6-3-16,2-2-58 0,1-4-31 16,3-4-9-16,0-3-16 0,0-6-105 0,0-5-79 15,4-1-214-15,5-4-237 0,1 0-498 16,4-12-156-16</inkml:trace>
  <inkml:trace contextRef="#ctx0" brushRef="#br0" timeOffset="62903.97">6645 15862 2433 0,'0'0'749'0,"0"0"-500"0,0 0 33 0,0 0 29 16,0 0-26-16,16 69-84 0,-12-45-65 15,0 0-53-15,-1-1-40 0,-2 2-41 0,1-4-2 16,1-1-1-16,-2-2-63 0,2-5-66 16,2-2-99-16,-1-3-7 0,-1-3-215 15,2-4-359-15,0-1-646 0</inkml:trace>
  <inkml:trace contextRef="#ctx0" brushRef="#br0" timeOffset="63313.63">7061 15568 2240 0,'0'0'761'16,"0"0"-464"-16,0 0-30 0,0 0 52 0,0 0-24 16,0 0-68-16,0 0-35 15,0 0-17-15,0 0-40 0,0 0-37 0,22 55-18 16,-16-30-13-16,1 4-9 0,0 0-19 16,-1 2-11-16,-2 0-10 0,2-1-16 15,-3-1-2-15,3-2-18 0,1-2-19 16,-3-5-24-16,2-1-61 0,0-2 15 15,-1-4-77-15,1-2-115 0,-3-3-238 16,0-2-581-16,-3-2-421 0</inkml:trace>
  <inkml:trace contextRef="#ctx0" brushRef="#br0" timeOffset="63535.6">7013 15893 2500 0,'0'0'663'0,"0"0"-523"0,0 0-47 16,0 0 21-16,0 0 13 0,0 0 56 15,0 0-7-15,0 0-50 0,0 0-88 16,0 0-38-16,90-60-2 0,-74 54-10 16,1 0-13-16,1 0-31 0,0 0-68 15,4-1-61-15,-3 3-125 0,5-5-240 16,-5 4-423-16,5-4-357 0</inkml:trace>
  <inkml:trace contextRef="#ctx0" brushRef="#br0" timeOffset="63957.81">7518 15496 1918 0,'0'0'1329'16,"0"0"-982"-16,0 0-224 16,0 0 41-16,0 0 62 0,0 0-11 0,0 0-81 15,0 0-26-15,0 0-9 0,0 0-29 0,64 83-5 16,-47-58-4-16,2 1 7 0,1 2 2 16,0-1-18-16,-1 1-50 0,1 0-2 15,0-1 0-15,-1-4 0 0,-1 0-15 16,0-4-10-16,-1-2-2 0,-2-5-25 15,-1 2-56-15,-1-4-61 0,-3-3-62 16,-2-1-105-16,0-1-293 0,-5-4-544 16,-3 0-417-16</inkml:trace>
  <inkml:trace contextRef="#ctx0" brushRef="#br0" timeOffset="64264.18">7765 15545 1463 0,'0'0'1747'0,"0"0"-1337"15,0 0-290-15,0 0 69 0,0 0 106 16,0 0-16-16,0 0-106 0,0 0-56 15,0 0-19-15,4 84-3 0,-4-55 3 16,0 2 24-16,-2 5 8 0,-3 1-29 16,-1 3-41-16,0 1-23 0,-2-3-25 0,2-1-12 15,0-6-21-15,3-7-43 0,3-4-64 16,0-7-79-16,0-3-40 0,0-3-92 16,3-3-175-16,0-1-545 0,3-3-474 0</inkml:trace>
  <inkml:trace contextRef="#ctx0" brushRef="#br0" timeOffset="64760.05">8063 15912 919 0,'0'0'1030'0,"0"0"-855"0,0 0-120 16,0 0 107-16,0 0 9 0,0 0 33 0,0 0-18 15,0 0-41-15,0 0-30 0,0 0-23 16,65-19 1-16,-55 16 25 0,0 1 12 16,-5 2-13-16,0 0-17 0,1 0 11 15,-3 2 37-15,1 4 39 0,0 3-35 0,2 1-43 16,-3 4-20-16,1 0-18 0,-1 1-34 16,0 0-22-16,-3-1 10 0,0 3 6 15,0 2-13-15,0-3 13 0,0 1 21 16,0 0 6-16,0-3-6 15,0 0-18-15,0-3 27 0,3 0-12 0,-2-1-13 16,2-3-12-16,-1-2-6 0,1-2-18 16,2-2-31-16,-1 2 1 0,1-1 27 15,2-1 0-15,-1 2-22 0,4-2-5 16,-3-1-16-16,2 0-37 0,0 0-82 16,3 0-72-16,-1 0-98 0,1-3-351 0,-4-1-720 15,2-6-543-15</inkml:trace>
  <inkml:trace contextRef="#ctx0" brushRef="#br0" timeOffset="65295.48">8631 15468 3261 0,'0'0'743'0,"0"0"-529"15,0 0-99-15,0 0-19 0,0 0-34 16,0 0-47-16,0 0-15 0,0 0 0 15,0 0 28-15,0 0 18 0,0 0 4 16,85 23-1-16,-61-18 3 0,5-3-6 16,0-1-15-16,1 2-28 0,2-1 0 0,-1 2-1 15,0-3-2-15,-4 1-10 0,-5 1-8 16,-2-1 2-16,-7 3 13 0,1-3-25 16,-5 2 13-16,0 2 12 0,-4-2 3 15,0 0 2-15,-4 1 35 0,2-1 0 16,-3 3 0-16,0-4-4 0,0 1-5 15,0 1 3-15,0 3 8 0,0 1 13 16,-4 4 25-16,-2 4 75 0,-3 3-24 16,1 5-34-16,-3 3-24 15,-1 3-16-15,0 4 13 0,-4 1-13 0,2 0-11 16,-1-1-4-16,4-4-9 0,1-3-28 0,1-7-2 16,5-5-12-16,1-6-24 0,3-5-24 15,0-1-65-15,0-4-38 0,0 0-20 16,0 0-67-16,0-4-168 0,1-3-368 15,4 2-230-15,5-7-171 0</inkml:trace>
  <inkml:trace contextRef="#ctx0" brushRef="#br0" timeOffset="65511.9">9257 15706 2771 0,'0'0'1488'0,"0"0"-1361"15,0 0-77-15,0 0 77 0,0 0 12 16,-28 73 5-16,16-50-31 16,2 6-3-16,0 0-18 0,-1 4-46 0,2-3-31 15,1-1-15-15,0-2-1 0,2-2-42 16,0-4-36-16,2-4-71 0,1-4-83 16,0-5-110-16,2-3-274 0,1-5-719 0,0 0-470 15</inkml:trace>
  <inkml:trace contextRef="#ctx0" brushRef="#br0" timeOffset="65825.37">9631 15362 775 0,'0'0'2805'0,"0"0"-2307"16,0 0-460-16,0 0-1 16,0 0 106-16,0 0 47 0,0 0 35 0,0 0 17 15,40 86-49-15,-31-50-68 0,1 6-49 16,-2 0-16-16,0 1-2 0,-4 0-16 15,1-1-42-15,0-3-69 0,-2-3-135 16,1-5-153-16,1 0-248 0,-2-12-932 16,-1 6-988-16</inkml:trace>
  <inkml:trace contextRef="#ctx0" brushRef="#br0" timeOffset="71242.03">11225 15393 186 0,'0'0'1937'0,"0"0"-1333"0,0 0-247 16,0 0-54-16,0 0 33 0,0 0-31 0,0 0-95 16,0 0-70-16,0 0-10 15,0 0-37-15,7 9-44 0,-1-9-49 16,-2 0 0-16,5 0-2 0,1-5-29 16,-2-3 10-16,3-2 2 0,0-4 19 0,-1-2-2 15,-1 1-16-15,-3-3 5 0,1 4 12 16,-5-1-20-16,0 1 18 0,-2-1 2 15,0 0 1-15,0 3-47 0,-6-1 47 16,-2 2 3-16,-3-1 22 0,3 3-6 16,-5 2-1-16,1 0-6 0,1 7 35 15,-2 0 2-15,0 2-15 0,0 7 15 0,1 6-12 16,1 2-34-16,1 6-1 0,3 3 10 16,4 3 50-16,3 1-1 0,0-1-15 15,5-2 0-15,6 2-6 0,3-4-7 16,2 0-20-16,3-3-1 0,1 0 0 15,-1-3-12-15,2-3-1 0,1-3-20 16,-2-1-22-16,1-6-9 0,1-1-34 0,-2-4 0 16,0-1 3-16,0-1-24 0,-2-7-110 15,-1 0-131-15,-2-6-161 16,-3 1-219-16,-3 4-424 0,-1-8-107 0</inkml:trace>
  <inkml:trace contextRef="#ctx0" brushRef="#br0" timeOffset="71426.87">11483 15068 2017 0,'0'0'744'15,"0"0"-279"-15,0 0-90 0,0 0-104 16,0 0-56-16,13 86-22 0,-2-54-72 16,2 3-62-16,3 2-19 0,-5 2-28 15,3-5-12-15,-2-2-10 0,-1-2-61 0,1-5-56 16,-1-6-82-16,0-5-100 0,0-5-265 15,-2-3-437-15,0-6-139 0</inkml:trace>
  <inkml:trace contextRef="#ctx0" brushRef="#br0" timeOffset="71742.07">11758 15404 1091 0,'0'0'456'0,"0"0"-164"16,0 0 4-16,0 0 73 15,0 0-156-15,0 0-114 0,0 0-44 0,0 0 0 16,78-78-36-16,-71 61-13 0,-1-1-3 16,-4 0-3-16,0 2 38 0,-2 2 10 15,-3-2 32-15,-7 3 96 0,-1 3 2 16,-6 1 9-16,2 4 9 0,-1 2 43 16,2 3-21-16,-1 3-35 0,1 5-60 0,2 4-42 15,1 5-23-15,4 2 16 0,1 4-34 16,6 3 15-1,0 2 6-15,3-3 3 0,7 2-9 0,4-3-3 0,4 0-40 16,2-6-12-16,0-1-46 0,2-7-39 16,0-5 14-16,3-4-2 0,-2-1-4 15,-3-2-21-15,2-10-59 0,-2-4-88 16,-1-3-140-16,-4-2-257 0,-3 1-474 16,1-10-102-16</inkml:trace>
  <inkml:trace contextRef="#ctx0" brushRef="#br0" timeOffset="72189.81">12006 15238 1554 0,'0'0'705'16,"0"0"-408"-16,0 0-45 0,0 0-5 16,16 80 34-16,-6-57-77 0,0 2 36 15,-1-1-14-15,2-1-59 0,-2-3-67 16,-1-5-7-16,0-3-16 0,-1-6-77 0,-3-2-25 16,2-4-68-16,-2-2 0 0,2-6 43 15,1-4 50-15,-1-7 1 0,0-2 1 16,-2-4 17-16,0 0-19 0,-2 1-22 15,1-1 1-15,-3 3 20 0,0 4-19 16,0 4 17 0,0 5 3-1,1 6 22-15,2 0-22 0,-3 3 0 0,3 0 28 0,-2 5 35 0,3 5-4 0,4 1 68 16,-2 6-25-16,3 0-37 0,-1 2-28 16,0 1-9-16,3-1-1 0,-3-4-10 0,1-1-15 15,0-2-4-15,-2-3-8 0,3-5-43 16,-4-4-52-16,1 0 0 0,3-4 25 15,-5-7 14-15,3-3 10 0,1-3 19 16,-5-1 21-16,3-1 15 0,-4 2-17 16,0 4 18-16,0 2 20 0,-2 6 15 15,0 1-33-15,1 4 38 0,-1 0 29 16,2 0 21-16,2 4-22 0,5 3 6 0,3 3 49 16,2 5-21-16,3-1 17 0,0 0 7 15,0 1-74-15,-2-2-52 0,0-2-19 16,-4-3-48-16,-1-2-114 0,-1-4-74 0,3-2-96 15,-3-1-164-15,-4-5-125 0,3-10-854 16</inkml:trace>
  <inkml:trace contextRef="#ctx0" brushRef="#br0" timeOffset="72860.56">12605 15297 1615 0,'0'0'1018'0,"0"0"-790"0,0 0 10 15,0 0-56-15,0 0-32 0,0 0 5 16,0 0-63-16,0 0-4 0,82-32-25 16,-68 19-46-16,-3-1-17 0,-2 2 0 0,-2-2 13 15,-3 1-13-15,-2 4 12 0,-2-2 20 16,0 3 9-16,-3-2 18 0,-4 4 17 16,-2-1-10-16,-1 3 27 0,0 1 16 0,1 3 3 15,2 0-4-15,-5 6-19 0,4 3-21 16,-1 3 9-16,-2 3 3 0,2 4 36 15,3 0 18-15,2 3-30 0,4-3-10 16,0 4-15-16,0-4-3 16,5-2-12-16,4-4-35 0,4-1-29 0,0-4-24 15,3 0-22-15,3-4-8 0,1-2 17 16,3-2-14-16,0 0-1 0,2-5-36 16,2-4-58-16,-1-5 2 0,1-3-83 15,-1-2-11-15,-1-2-230 0,-2-1-176 16,-3-2-13-16,-7 5-29 0,-2 3 146 15,-5 0 198-15,-3 7 287 0,-3 4 55 0,0 1 257 16,0 4 127-16,0 0 71 0,0 0 39 16,0 6 20-16,1 3-62 0,1 3-172 15,1 4-145-15,0 4-40 0,3-1 20 16,2 4 16-16,1-3 26 0,-2-1-2 0,2-2-45 16,2-5-88-16,-2-4-22 0,1-3-40 15,3-5-6-15,-2 0-19 0,4-8-9 16,-2-5 15-16,4-8 19 0,-3-5-43 15,4-3-60-15,-5-2 15 0,-3 0-57 16,0-2-13-16,-7 3-5 0,-3-1 6 16,0 0 73-16,-3 0 86 15,-10-1 38-15,3-1 73 0,-3 4-38 0,-2 0 77 16,7 6 18-16,-1 6-13 0,2 3-4 16,3 8 26-16,2 4-3 0,2 2-8 0,0 0-7 15,0 5 3-15,0 4 3 0,2 9-16 16,3 6-13-16,7 7-42 0,2 7-7 15,3 1 3-15,4 5 15 0,3-1 6 16,1-1 19-16,-1-1-43 0,-1-6-49 16,-2-6-13-16,-3-2-63 0,-3-8-95 15,-4-6-47-15,-5-3-96 0,-3-5-221 16,-3-4-220-16,0-1-465 0,-10-4-269 0</inkml:trace>
  <inkml:trace contextRef="#ctx0" brushRef="#br0" timeOffset="72999.22">13241 15113 10 0,'0'0'1548'0,"0"0"-964"0,0 0-137 16,0 0 6 0,0 0-82-16,0 0-86 0,0 0-90 0,0 0-76 0,78-24-106 15,-62 18-13-15,-6 0-135 0,-3-1-256 16,-3 0-191-16,-4-2-884 0</inkml:trace>
  <inkml:trace contextRef="#ctx0" brushRef="#br0" timeOffset="111351.78">22323 9199 49 0,'0'0'46'0,"0"0"-46"0,0 0-18 16,0 0 18-16,0 0 16 0,0 0 33 15,0 0 49-15,0 0 29 0,0 0 4 16,0 0-43-16,-17-39 10 0,14 39 39 0,1 0-4 16,0 0 7-16,0 0-26 0,-1 0 17 15,0 0-14-15,0 0 42 0,3 0-13 16,-1 2-84-16,-1-1-36 0,2-1-26 15,0 0-31-15,0 0-28 0,0 0-2 16,0 0 18-16,0 0 30 0,-1 0 13 16,1 0 49-16,0 0 19 0,-3-1 27 15,3-2 25-15,-1 1-17 0,1 2-18 16,0-3-17-16,-1 0-3 0,1 3-4 16,0-2 7-16,0 0-3 0,0 1-1 15,0 1 7-15,0-1 16 0,0 1-6 16,-2 0-1-16,2 0-12 0,0-1-7 0,0 1 9 15,0 0 10-15,0 0 16 0,0 0 0 16,0 0-10-16,0 0-36 0,0 0-11 16,0 0-11-16,0 1 7 0,0 0 22 0,0 3 35 15,0 2 11-15,0 2 39 0,0 4 34 16,2 7-98-16,0 4-28 0,2 3-47 16,-1 1 9-16,0 1 10 15,0-3 0-15,-1 0-13 0,1-5-9 0,-3 1-22 16,1-5 20-16,0 0-16 0,-1-5 15 15,2 0-16-15,-2-5-6 0,0-2-19 16,0-1-24-16,1-3-27 0,-1 0-43 16,0 0-51-16,0 0-124 0,2-2-128 15,-2-2 45-15,0-1-57 0,1 0-158 16,-1-1-177-16</inkml:trace>
  <inkml:trace contextRef="#ctx0" brushRef="#br0" timeOffset="112402.85">23623 9228 1858 0,'0'0'272'16,"0"0"-145"-16,0 0 6 0,0 0-4 15,0 0 74-15,0 0-23 0,0 0-7 0,0 0-42 16,0 0 4-16,-75 75-40 0,71-54 3 16,1-1-6-16,3 1-9 0,0 1-8 15,1 0-15-15,6-3-10 0,4 0-34 16,-3-2-3-16,4-5-13 0,-1-1 0 16,2-5-2-16,2-3-11 0,-1 0 10 15,3-3-16-15,-2-4 19 0,2-3 1 16,-2-5 21-16,-1 0-20 0,-3-1 14 15,-2-2 12-15,-5 0 3 0,-4-3 39 16,0 0-13-16,-1-4 5 16,-11 2-31-16,1-3-9 0,-6 4-20 0,1-2 17 15,0 4 18-15,0 3-15 0,0 3-22 16,2 3-22-16,1 2 0 0,1 3-21 16,5 1-38-16,3 1-58 0,1 1-15 15,3 0-117-15,4 0-255 0,9 1-450 0,1 2 287 16,14 3-330-16</inkml:trace>
  <inkml:trace contextRef="#ctx0" brushRef="#br0" timeOffset="113168.82">25184 9093 1899 0,'0'0'428'0,"0"0"-224"0,0 0-4 15,0 0 63-15,0 0 38 0,0 0-66 16,-88 28-76-16,69-17 1 0,0 2 41 15,2-1 6-15,1 6-30 0,-1 0-41 16,4 1-25-16,0 1-16 0,4 2-21 16,3 0-13-16,3-1-6 0,3 1-28 15,3-3-27-15,6-1-18 0,4 0 2 16,3-5 13-16,4 1 2 0,-1-3-11 16,4-4-3-16,0-2 13 0,-1-3-1 0,-1-2-10 31,1 0 1-31,-3 0-3 0,-1-2 14 0,1-5-2 0,-3-3-16 15,0-1 17-15,-3 0-13 0,-3-2 15 16,-3-3 2-16,-4 0 13 0,-3 0 7 0,-2-2-7 16,-7-3-13-16,-3 2-1 15,-7 2 17-15,3-2 7 0,-4 7-4 0,-3 0-8 16,4 5-13-16,-1 3-12 0,3 3-21 0,1 1-44 16,7 0-49-16,2 0-43 15,5 0-42-15,2 2-98 0,5 2-269 0,5 0-474 16,2 2 52-16,12 0-331 0</inkml:trace>
  <inkml:trace contextRef="#ctx0" brushRef="#br0" timeOffset="113653.16">26290 8989 676 0,'0'0'2436'0,"0"0"-1946"0,0 0-206 16,0 0-23-16,0 0 90 15,0 0-58-15,0 0-125 0,0 0-39 0,-9 96-10 16,7-64-25-16,1 2-42 0,-1 3-35 16,2-1-17-16,0-2-43 0,0-3-121 15,0-2-133-15,6-4-122 0,-1-8-574 16,0 8-714-16</inkml:trace>
  <inkml:trace contextRef="#ctx0" brushRef="#br0" timeOffset="115383.64">27794 9947 1064 0,'0'0'273'0,"0"0"-142"16,0 0-4-16,0 0 162 0,0 0 149 16,0 0-54-16,0 0-21 0,0 0-31 0,0 0-18 15,0 0-9-15,-28-17 14 0,28 17-47 16,6 0-75-16,-2 0-13 0,2 0-34 15,1 0-77-15,3 2-58 0,3 3 9 16,6 0-2-16,4-1-22 0,3 1-1 16,6-5-2-16,1 0-10 0,3 0-26 15,-3 0-77-15,3-4-77 0,-3 0-37 16,-4-1-88-16,-2 1-120 0,-6 2-154 16,-7-1-210-16,-5 3-323 0,-9 0-31 0</inkml:trace>
  <inkml:trace contextRef="#ctx0" brushRef="#br0" timeOffset="115567.15">27903 10125 2899 0,'0'0'613'0,"0"0"-451"16,0 0-90-16,0 0-15 0,0 0 53 16,0 0-16-16,0 0-39 0,82 18-18 15,-49-18-35-15,2-6-2 0,1-1-19 16,0-2-9-16,-1-2-67 0,-2 2-185 15,-3-1-104-15,-1 1-232 0,-7 3-530 16,2-5-387-16</inkml:trace>
  <inkml:trace contextRef="#ctx0" brushRef="#br0" timeOffset="116001.03">28808 9783 2315 0,'0'0'494'15,"0"0"-426"-15,0 0 82 0,0 0 58 16,0 0 82-16,0 0-119 0,0 0-67 16,94-37-22-16,-71 34-4 0,0 1 10 15,0 2 22-15,-4 0 18 0,2 2 15 16,-1 5-13-16,-2 0-22 0,-2 3-19 15,-3 1-28-15,-4 2-27 0,-3 3 9 16,-3 1-3-16,-3 3 6 0,0 4-16 0,-7 4-2 16,-4 1-4-16,-4 0-12 15,0 4-10-15,0-2 1 0,-1-2 9 0,3 0-12 16,3-5-3-16,3-3 2 0,4-4 0 16,0 1-15-16,3-5 4 0,0-1 12 15,0 0-1-15,2-4-1 0,2 0 2 0,0-1 3 16,3 1 19-16,2-3-4 0,0 0 6 15,2 0 7-15,2-2 8 0,3 1-14 16,1-3-1-16,2 1 0 0,0-2-5 16,1 0-16-16,0 0-3 0,-1-3-22 15,0-3-66-15,-2 1-169 0,0-1-47 16,3-1-27-16,-8 3-338 0,4-3-920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39:35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6825 4321 1618 0,'0'0'345'0,"0"0"-251"16,0 0-42-16,0 0 97 0,0 0 64 15,75-64-80-15,-51 45-36 0,5 0 18 16,3-4-5-16,4 0-37 0,3-2-2 0,4 2-16 16,-1-1-1-16,3-1 32 0,1 3-57 15,-3 0-29-15,3 2-16 0,-1 2 3 16,-2 0 13-16,-4 1 0 0,-3 3-48 15,-4 1 19-15,-2 2 26 0,-4 2-38 16,-3 1-87-16,-4 0-7 0,-5 4-52 16,-1 0-84-16,0 0-141 15,-6 2-205-15,0 2-119 0</inkml:trace>
  <inkml:trace contextRef="#ctx0" brushRef="#br0" timeOffset="497.91">6825 4032 2013 0,'0'0'695'0,"0"0"-390"16,0 0-176-16,0 0-40 0,0 0 109 15,0 0 71-15,0 0 2 0,0 0-76 16,0 0-68-16,0 0-62 0,10 74-21 15,-10-53-10-15,-3 0-6 0,-4 4-6 16,-3-2-21-16,3 2 1 0,-2-1 16 16,-1-2 16-16,3-3-3 0,1 2 12 15,0-5-30-15,2 1 42 0,1-4-30 0,-1-3 5 16,4-2-2-16,0-1 0 0,4-3-28 16,4 2-32-16,4-5 31 0,4 2 2 15,3-3 26-15,1 0 0 0,3-2-8 0,0-2 2 16,-4 0-21-16,1-2-46 15,-1 1 12-15,1-2-15 0,3 0-59 16,0-1-89-16,3 0-52 0,3-1-157 16,1-2-258-16,-6 4-530 0,14-4-361 15</inkml:trace>
  <inkml:trace contextRef="#ctx0" brushRef="#br0" timeOffset="1045.51">8324 3589 2485 0,'0'0'538'16,"0"0"-314"-16,0 0 2 0,0 0 18 16,0 0-24-16,0 0-31 0,0 0-24 15,-81 65-22-15,70-46-26 0,2 3-46 16,1 1-30-16,3 1 14 0,1 1 28 15,1 0 30-15,3 0-39 0,0 0-44 16,0-1 1-16,3-2-11 0,3-3-20 16,2-5-46-16,2 1-15 0,3-5-15 15,0-3-56-15,3-1-1 0,0-5-15 16,2-1-75-16,3 0-81 0,-1-9-87 16,0-1-165-16,-4 0-253 0,5-9-489 15</inkml:trace>
  <inkml:trace contextRef="#ctx0" brushRef="#br0" timeOffset="1376.59">8534 3678 1646 0,'0'0'438'15,"0"0"-166"-15,0 0-7 0,0 0-11 16,0 0 0-16,0 0-15 0,0 0-7 0,0 0-49 16,0 0-48-16,0 0 1 0,-21 82-58 15,21-65 63-15,0 0-64 0,5-1-12 16,4-3-43-16,-2-2 4 0,6-3-26 15,-2-4-37-15,3-2 15 0,3-2 22 16,-3 0 2-16,2-6 0 0,0-2 35 16,-2-3 14-16,-2 3-49 0,-2-4-2 0,-4 1 22 15,-2-1 5-15,-3-1 20 0,-1-2-23 16,0 1-22-16,-2-1 0 16,-4 1-2-16,-4 0-17 0,0 4 17 15,-2 2 0-15,-2 2-12 0,1 5-7 0,0 1-15 16,0 0-9-16,4 0-10 0,1 0-12 15,2 0-40-15,3 0-39 0,3 0-38 16,0 0-86-16,0 0-199 0,6-3-185 0,5-1-28 16,-2 1 52-16,5-3-118 0</inkml:trace>
  <inkml:trace contextRef="#ctx0" brushRef="#br0" timeOffset="1626.36">8769 3624 821 0,'0'0'521'16,"0"0"-11"-16,0 0-65 0,0 0-116 15,0 0-4-15,0 0 5 0,56 74-50 16,-47-59-46-16,-1-1-71 0,0 1-103 0,2-3 35 16,-3 1-33-16,0-3 10 0,1 1 27 15,-3-3 31-15,1-1-43 0,-3-4-56 16,1-2-31-16,0 1 0 0,1-2-1 16,-1-3 0-16,3-4 1 0,-1-4 0 15,3-1 49-15,-1-3 22 0,1-4-69 16,0 2 19-16,-2-2-21 0,-1-1-3 15,1 1-58-15,-2 0-19 0,0 2-41 16,1 2-53-16,0 0-63 0,-2 3-128 0,1 0-249 16,0 5-463-16,-1-1-241 0</inkml:trace>
  <inkml:trace contextRef="#ctx0" brushRef="#br0" timeOffset="1968.28">9118 3666 980 0,'0'0'551'0,"0"0"-285"0,0 0-94 16,0 0 13-16,0 0 35 0,0 0-74 16,0 0 22-16,0 0-14 0,0 0-29 15,85-40-70-15,-77 27-1 0,0 0-12 16,-1 1 9-16,-2-2-12 0,0 2-4 16,-2 0-13-16,0 0 10 0,-3 1-13 15,0 1 13-15,0 4 19 0,0-1 25 0,-2 2 29 16,-2 2 21-16,-2 0 19 15,2 3-25-15,-5 0 15 0,2 0-1 0,0 3-28 16,-2 4 3-16,-2 1 2 0,2 4 21 16,-1 3-18-16,1 4-31 0,3 1 15 0,1 1-43 15,3 0-6-15,2 0-31 16,0-2-18-16,2-4-33 0,5 0-16 0,3-6-28 16,3 2 10-16,3-6 30 0,1 1-6 15,5-5-34-15,1-1-12 0,3-3-62 16,0-6-91-16,0-4-160 0,-2-1-187 15,-2-2-195-15,-4 2-375 0,5-4 44 0</inkml:trace>
  <inkml:trace contextRef="#ctx0" brushRef="#br0" timeOffset="2212.67">9487 3526 1099 0,'0'0'553'0,"0"0"-160"0,0 0-56 0,0 0 21 15,0 0-17-15,0 0-57 0,27 76-100 16,-21-62-35-16,1-3-61 0,-1-2-37 15,-1-2 12-15,-2 0 24 0,-1-2 37 16,-1-1 35-16,-1-3-38 0,2-1-47 0,-2 0-18 16,0 0-10-16,0-1-46 15,3-6-22-15,-2-3-15 0,2-1 37 0,0-3 1 16,1-3-1-16,3-2-1 0,-1-2-39 16,3 2-16-16,0-1 4 0,2 2-48 15,1 0-40-15,2 1-24 0,-1 2-18 16,2 1-55-16,-1 4-146 0,-3 2-173 15,1 1-198-15,-5 6-287 0,-1 1 238 0</inkml:trace>
  <inkml:trace contextRef="#ctx0" brushRef="#br0" timeOffset="3495.06">10480 3324 2297 0,'0'0'529'16,"0"0"-288"-16,0 0-91 0,0 0 19 15,0 0 91-15,0 0-14 0,0 0-53 0,0 0-91 16,0 0-49-16,-9 70-25 0,9-53-3 16,0-1-6-16,3 1-3 0,3-4 21 15,1 0 12-15,0-3 16 0,2-1-31 16,1-4-34-16,0 0-9 0,-3-3-16 16,3-2-6-16,0-2-21 0,0-6 46 15,-1-6-7-15,0 0 13 0,-2-3-59 16,-4 3 58-16,-3-5-2 0,0 2-34 15,-5 3-22-15,-6-4-29 16,-2 5-3-16,-1 0 3 0,0 2 45 0,3 3 43 0,-2 1 28 16,4 2-15-16,2 0-13 0,3 3-2 15,4 0-20-15,0 2-29 0,0 0-12 16,4 0 13-16,8-2 3 0,5 1 47 16,2-3 88-16,7 1-53 0,1-4 9 15,5-4-10-15,1 3-5 0,2-8-29 16,1 4-5-16,-2-6 5 0,-1 0 0 15,-4 0 0-15,-4 3 0 0,-5 1 0 16,-9 4 1-16,-2 1 24 0,-3 4-3 0,-6 3 32 16,0 2 31-16,0 0 6 0,0 0-1 15,0 4-10-15,0 4 35 0,0 4-90 16,-3 8-25-16,0 7 0 0,0 11 21 16,3 2 7-16,0 5-6 0,0-2 9 15,0 1 3-15,3-5-10 0,1 0-6 16,-1-3-18-16,3-3 0 0,-3-4 54 15,1-7-36-15,-1-7-18 0,-1-3-2 16,-1-5 0-16,0-5-10 0,2-1-22 16,-3-1-27-16,1 0-4 0,1-6 15 0,-1-3-5 15,1-5 27-15,2-6 28 0,1-7 2 16,-3-3-1-16,3-1 12 0,1 2-11 16,-2 3 0-16,0 7-1 0,-1 5-1 15,1 0 0-15,1 6-1 0,1-1-30 0,2-1 18 16,1 2-5-16,-1 0-1 0,3 1-15 15,0 3-40-15,-2-2-95 0,-1 5-252 16,2 0-91-16,1 0-118 0,-3 0-365 0,9-1-138 16</inkml:trace>
  <inkml:trace contextRef="#ctx0" brushRef="#br0" timeOffset="6592.17">11924 3229 424 0,'0'0'437'0,"0"0"-193"0,0 0 10 16,0 0 75-16,0 0-8 16,0 0-29-16,0 0-40 0,0 0-4 0,0 0-4 15,0 0-13-15,7-28-34 16,-8 26-32-16,-2 2-14 0,-3 0 32 0,3 0 24 15,-3 0-36-15,2 4-68 0,-3 2-35 16,-1 2-22-16,3 4-43 0,-4 3-3 0,3 0 37 16,1 2-15-16,3-1 15 0,1-1-34 15,1-1 25-15,0-3-28 0,3-1-43 16,0-4 3-16,2 0 9 16,1-1-21-16,-2-5-4 0,1 0 1 0,-1 0 8 15,2 0-3-15,1-2 1 0,1-4-4 16,1-4 9-16,1 0 43 0,2-2-30 15,-4-2 0-15,4 0-1 0,-5 1-12 16,2 0 9-16,-3 0 7 0,-3 6 27 16,2 1 1-16,-4 5 0 0,1 1 41 0,-2 0 25 15,0 0 3-15,0 0 6 0,0 4 9 16,0 2-7-16,3 3 7 0,0 3 58 16,0 1-9-16,2 3-44 15,1-1-62-15,1-1-21 0,-1-1-6 0,1-1-24 16,1-4-38-16,0 1-107 0,4-3-75 15,-1-4-191-15,4-1-223 0,-5-1-318 16,7-1-245-16</inkml:trace>
  <inkml:trace contextRef="#ctx0" brushRef="#br0" timeOffset="7374.52">12610 3041 1618 0,'0'0'743'0,"0"0"-513"16,0 0 2-16,0 0 44 0,0 0-68 16,-67 91-2-16,59-60 19 0,-1 1-30 15,6 0-75-15,2 3-70 0,1-3-47 16,1-2 29-16,8 1-9 0,0-4-23 0,-1-3-21 15,4-4-7-15,-5-2-10 16,-1-5 3-16,-3-2-16 0,0-3 36 0,-1 0 12 16,-2-7-16-16,0 1 3 0,0-2-12 15,0 0-22-15,0-2-17 0,0-3-18 16,-2-2-41-16,-3-1-27 0,1-4 1 16,-1-2 14-16,1 1 0 0,3 1 103 15,-1 0 17-15,1 4 18 0,1-1 18 16,0 2-18-16,1 0-16 0,3 0-10 0,4 0 26 15,3 1 0-15,1-3-12 16,-1 3 8-16,4-1 4 0,-2 2 4 0,4 2 18 16,-3 3 61-16,2 0-6 0,-1 0 3 15,-3 0 45-15,-1 2-20 0,-3 4 0 16,2 3-4-16,-2-2-3 0,-3 3 3 16,3 2 47-16,-2 0-6 0,-3 3-61 15,2-5-40-15,1 2 12 0,-3-2-25 16,1 1-28-16,0-4 0 0,1 0-19 0,2-4-18 15,-1-1-23-15,-1-2-97 0,1 0-34 16,2-5 14-16,0-4 47 0,-1-3 16 16,0-1-33-16,2-2-51 0,0-3-104 15,-2 1-37-15,0-2-88 0,1 5 73 16,1-3 61-16,-1 4 13 0,0 0 65 16,1 4 97-16,-3 4 118 0,-1 1 40 15,0 4 94-15,1 0 71 0,-3 0 95 0,2 6 84 16,1 3 54-16,0-1-112 0,0 3-52 15,1 1-100-15,0 0 8 0,-3-1-22 16,0 2 14-16,1-2 19 0,-2-1 53 16,0-2-101-16,-3-2-92 0,3-2-10 0,-3-3 29 15,0-1-16-15,0 0-10 0,1 0 7 16,1 0-6-16,-2-4-44 16,1-2-3-16,0-3-90 0,2-3 3 15,0-1 40-15,3-3 35 0,-2-2 9 0,2 1-22 16,1 1 6-16,2 1 16 0,1-2-19 15,0 3-9-15,3 2-25 0,0-1-45 16,3 1-60-16,-3 0-104 0,1 3-258 16,-5 2-185-16,4-1-464 0</inkml:trace>
  <inkml:trace contextRef="#ctx0" brushRef="#br0" timeOffset="7542.99">13017 3144 2043 0,'0'0'1581'16,"0"0"-1344"-16,0 0-184 0,0 0-21 15,0 0-32-15,0 0-123 0,0 0 16 16,0 0-39-16,0 0-153 0,0 0-233 16,88 22-655-16,-67-15-128 0</inkml:trace>
  <inkml:trace contextRef="#ctx0" brushRef="#br0" timeOffset="7861.69">13374 3244 183 0,'0'0'1327'0,"0"0"-979"0,0 0-108 16,0 0 19-16,0 0-84 0,0 0-43 16,0 0-29-16,62-78-19 0,-58 65 25 15,1 2 19-15,-2 1-32 0,-1 1 10 16,-2 3 18-16,0 3 44 0,0 2 12 0,0 1-16 15,0 0 0-15,-5 0-5 0,-2 1-38 16,2 5-13-16,-4 0-43 0,-1 5-34 16,-3 0-6-16,0 4 15 0,1 2 40 15,1 1 40-15,3 0 45 0,3 0-61 16,-2-1-40-16,7-3-18 0,0-2-10 16,0-1-17-16,1-1-9 0,8-3-10 15,-2 0-49-15,2-3-36 0,5-1-47 16,-3-3-33-16,7 0 30 0,-4-7-66 0,5-3-103 15,-2-3-151-15,2 0-162 16,0-3-74-16,-3 4-488 0,4-7-91 0</inkml:trace>
  <inkml:trace contextRef="#ctx0" brushRef="#br0" timeOffset="8140.68">13703 2962 2232 0,'0'0'992'0,"0"0"-728"0,0 0-74 15,0 0 59-15,0 0-70 0,0 0-29 16,0 0-20-16,-80 64-12 0,73-45-44 16,1 0-46-16,1 2-13 0,4 0 4 0,1-1 30 15,0 0-9-15,3 0-3 0,6-2-15 16,-1-3-21-16,5 1 1 0,0-4 8 16,1 2-10-16,0-3-15 15,-2 0 2-15,-1-3-5 0,-1 2-7 0,-3-3 10 16,0 0 12-16,-4-1 3 0,0 0 1 15,-3-3-1-15,0 3-37 0,0-1-22 16,-5 1-36-16,-3 1-29 0,-1-2-63 16,1-4-51-16,-1-1-150 0,2-2-260 15,2-4-692-15,4-12-249 0</inkml:trace>
  <inkml:trace contextRef="#ctx0" brushRef="#br0" timeOffset="8726.16">13835 2992 1516 0,'0'0'511'0,"0"0"-97"0,0 0-46 0,0 0 33 15,0 0-80-15,26 84-49 0,-22-56-43 16,-1 2-28-16,0 2-77 0,-2-2-52 16,2 0-29-16,-3-4-18 0,0-1-11 15,0-4-13-15,0-2 1 0,-4-2 29 16,2-6-15-16,-1-2-16 0,2-4 0 15,-1-4-34-15,2-1-47 0,0 0-36 16,0-1-42-16,0-6 14 0,0-3 10 16,0-3-32-16,2-3 0 0,4-3 62 15,2-2 16-15,-1 0-115 0,4 3 5 0,0 3 86 16,1 0 17-16,-1 5-27 16,2 0 10-16,-1 1 42 0,0 3 71 0,-1 2-16 15,-1 2 16-15,-3 0 52 0,0 2 129 16,-3 0 2-16,-2 0 10 0,-1 0 8 0,-1 4 3 15,0 0 12-15,0 0-17 0,0 3-43 16,0 2-33-16,0 1-20 0,0 2-22 16,0 0-25-16,0-1-16 0,0-3-29 15,0 1-11-15,2-1-16 0,1-2 13 16,1-2 0-16,1 0-22 0,0-3 7 16,1-1-41-16,-2 0 3 0,2 0 6 15,0-3-38-15,0 1-3 0,1-5 22 16,-3 0 22-16,2 0 12 0,-2 1-9 15,1-1-13-15,-1 3 13 0,1 0 9 16,-2 3 1-16,0 1 8 0,-1 0 15 16,1 0 11-16,-3 0 28 0,3 0 45 0,-1 3 40 15,3 2 16-15,1 0 10 0,-1 2 1 16,-1-1-49-16,4 1-48 0,-2-2-28 16,2 0-15-16,4-4 0 0,-2 2-15 15,4-3 13-15,1 0-51 0,3-4-37 0,1-5-98 16,3-1-35-16,-1-6-46 0,0 1-116 15,0-5-265-15,-5 5-432 0,3-11 25 0</inkml:trace>
  <inkml:trace contextRef="#ctx0" brushRef="#br0" timeOffset="9593.37">14411 2916 1182 0,'0'0'823'16,"0"0"-366"-16,0 0-54 0,0 0-32 15,0 0-106-15,0 0-50 0,0 0-29 0,-17 75-29 16,17-50-19-16,0 1-26 0,0 2-16 15,0-2-3-15,3-1 3 0,2-2-28 16,0-4-38-16,-1-2-24 0,-1-2-6 16,1-6-3-16,-1 0 0 0,-1-5-9 15,1-1-6-15,-3-2-44 0,0-1-62 16,0 0-43-16,1-2-4 0,2-4 22 16,0-4-36-16,-1-1-33 0,6-6 66 0,-2-2-55 15,2-5-49-15,4 1-127 0,-4 3 66 16,0 2 168-16,0 6 115 0,-1 4 34 15,-2 3 88-15,-2 4 54 0,0 1 33 16,0 0 6-16,-1 0 15 0,4 6 3 16,0-1-20-16,1 2 3 0,2 1-8 0,-3 4 47 15,3 1-7-15,2 2-35 16,-3 0-64-16,4 3-32 0,-1-4-39 0,4 1-29 16,-1-3-15-16,2-1 0 15,1-3 0-15,5-1-1 0,-2-4-33 16,3-2-12-16,-1-1 12 0,-1-4-69 0,-3-5-19 15,-3-1-13-15,-1-2 25 0,-7-1 19 16,1 0 22-16,-3 1 24 0,-4-4 45 16,0 3 13-16,-1-2 3 0,0 0-15 15,0 2 0-15,0 1 21 0,0 2-6 0,0 4-4 16,0 3 1-16,0 0-11 16,0 3 29-16,0 0 14 0,0 0 52 0,0 2 57 15,0 1-57-15,0 2-38 0,2 3-12 16,2 1-16-16,1 3-3 0,1 1-13 0,3 0-13 15,0-1 1-15,0-2-3 0,1-1-16 16,-2-4 4-16,0-1 11 0,-2-1-12 16,-2-3 11-16,0 0 1 0,-1 0-1 15,0 0-41-15,-3-5-23 0,0-2 7 16,0-2 37-16,0-1-40 0,-6-4 43 16,-2 0-45-16,-3-1-74 0,3 1 69 15,-2-2 31-15,4 2-3 0,3 0 3 16,2 0 19-16,1 4-16 0,0-1-3 15,3 1 4-15,2 0 2 0,5 4 7 16,0 1 25-16,4 1 9 0,0 0 61 16,2 4 9-16,1 0 9 0,3 0-18 15,-1 0-14-15,4 1-2 0,1 5 5 0,1 1 4 16,0 1 10-16,-4 1-23 0,0 1 18 16,-3 1-40-16,-2 1-3 0,-3-1 0 15,-3 0 9-15,-5 0 13 0,-2-2-4 0,0-1-6 16,-1-2-9-16,-2-1-6 0,0-2-19 15,0 0-3-15,1-3-18 0,1 0-25 16,1 0-56-16,2-2-122 0,5-5 86 16,1-2 9-16,6-4 54 0,0-4 24 15,5 3 26-15,1 1 0 0,-1 4-12 16,-2 2 33-16,-6 5 1 0,-1 2 3 16,-4 0 66-16,-4 1 70 0,2 3 15 15,1 3-41-15,-2-3-26 0,-1 2-25 16,3 1-37-16,1 0-25 0,2-2-56 15,-3-1-112-15,4-1-62 0,-5 0-375 16,0-3-859-16</inkml:trace>
  <inkml:trace contextRef="#ctx0" brushRef="#br0" timeOffset="60351.49">4754 8557 466 0,'0'0'1031'16,"0"0"-774"-16,0 0-147 0,0 0-12 16,0 0 9-16,0 0-13 0,0 0 0 15,0 0-4-15,0 0 20 0,0 0-68 0,-12 39 26 16,15-36 45-16,2 2-10 0,-2-1-26 15,0 0-22-15,0-1-36 0,2-2-18 16,-2 1 3-16,1-2 12 0,1 0-15 16,-1 0-1-16,-1-6 35 0,4 2 3 15,-3-1 23-15,-1-1-16 0,0 0-3 16,-2-1-1-16,1 2 7 0,-2 0-6 16,0-1 2-16,0 4 13 0,0-1 4 15,-3 2 9-15,0 1-10 0,-1 0-9 16,-3 0-10-16,1 1-40 0,-1 4 24 15,-1 1-6-15,0 0 6 0,1 1 0 0,2-1-9 16,1 0 16-16,2 1-10 16,1-1-7-16,1 0-12 0,0-2 1 0,0 0 15 15,3-1-17-15,3-1-1 0,0-1-1 16,2-1-2-16,1 0 1 0,-2-3 1 0,6-4 18 16,-5 0-2-16,1-2-3 0,0 0-10 15,-2-1 0-15,-3 1 0 0,-1-1 35 16,-1 4-1-16,-2 0 17 0,0 0 0 15,-3 1-8-15,-2 3 17 0,-2-1-1 16,2 1-22-16,-4 2-24 0,0 0 2 16,1 4-2-16,-1 3 12 0,2 0 3 15,1 0-19-15,-1 5 4 0,4 0-13 16,0 0 12-16,2-1 13 0,1-1 0 16,0 0-13-16,0-1 10 0,3-2-4 15,1-4-2-15,0-1-18 0,-1 0-1 16,0-2-22-16,0 0 4 0,1 0 2 0,-1-4 15 15,0-3 1-15,0 0 3 0,0-2 16 16,-3-1 12-16,0-2-10 0,0 1-2 16,0 2 15-16,-3 1 9 0,-3 3 3 15,2 2-3-15,-4 3 12 0,0 0-18 0,1 0-13 16,-1 7-2-16,0 0 11 0,-2 5-8 16,1 1-25-16,2 1-1 0,1 0-12 15,3-2-8-15,0-1 0 0,3-3-31 16,0-2-37-16,9-2-59 0,1-4-80 15,9 0-250-15,-6-5-608 0,17-12-1084 0</inkml:trace>
  <inkml:trace contextRef="#ctx0" brushRef="#br0" timeOffset="61698.38">9704 10026 163 0,'0'0'1361'0,"0"0"-899"0,0 0-151 16,0 0 9-16,0 0 11 0,0 0-43 15,0 0-58-15,0 0-18 0,0 0-23 16,0 0-63-16,0 0-16 0,-50 34-29 0,47-23-34 16,0-3-31-16,2 4-14 0,1-2-1 15,0-1-1-15,0-1-1 0,0-4-15 16,0 0 13-16,4-4 3 0,3 0 1 16,-1 0-1-16,1 0 0 0,2-2-1 15,1-7 0-15,0 1 1 0,-4-2 1 16,0 3 2-16,-3-2 0 0,-2 2 25 0,-1 1 3 15,0 2 4-15,0 0 2 0,0 3 31 16,-4-1 19-16,-4 1-16 0,0 1-3 16,-5 0-16-16,1 0-12 0,2 4-22 15,-1 1 4-15,2 2 11 0,2-1-2 16,2 2 9-16,2 0-3 0,2-1 12 16,1 1-7-16,0 1-8 0,0-1-12 15,6-1 2-15,1 0-23 0,3-2 0 0,3-1 1 16,2-4-2-16,-1 0 0 0,0-5-2 15,-2-2-13-15,1 1-7 0,-7 0 4 16,-2 2 15-16,-3 0 3 0,-1 1 22 16,0 2 39-16,-1 0 25 0,-6-2 2 15,-2 1-36-15,-5 2-34 0,1 0-18 0,-3 0-20 16,3 0-8-16,0 0-29 16,6 2-59-16,-2 3-83 0,5-1-65 15,1 0-128-15,3-1-407 0,3-2-1154 0</inkml:trace>
  <inkml:trace contextRef="#ctx0" brushRef="#br0" timeOffset="62902.73">9559 13927 1353 0,'0'0'478'0,"0"0"-280"16,0 0-88-16,0 0 20 0,0 0 2 15,0 0-12-15,0 0 6 0,0 0 28 16,0 0 17-16,0 0-24 0,0 0-3 16,0 6 15-16,0-6 38 0,0 0-55 15,0 0-47-15,0 0-26 0,0 0-3 16,0 0-19-16,0 0-12 0,0 1-1 15,0-1 7-15,0 2 6 0,0-1-1 16,0 1 7-16,0-1 6 0,0-1 10 0,0 1 8 16,0 2 28-16,0-2-19 0,0 0-37 15,0 1-18-15,0 0-15 0,0 0-4 16,0-2-10-16,-2 3 0 0,2-1 16 16,-1 3 10-16,1-2 3 0,0 4-19 0,-2 1 0 15,1-1-9-15,1 2 25 0,0-1 2 16,0-1-27-16,0-2-3 0,0-2-18 15,3-1 0-15,-3-2-7 0,3 0 1 16,-3 0 8-16,3 0 13 0,-1 0 1 16,0-5-19-16,1 3-1 0,0-4 10 15,-1 0 11-15,3-1 1 0,-4-1 3 16,1 2-3-16,-2-2 0 0,0-1 24 16,0 3 6-16,-3 0 4 0,-2 0 18 0,3 4-9 15,-4-2-3-15,-1 3-7 0,0 1-21 16,1 0 7-16,-2 0-19 0,3 2 0 15,-2 4 3-15,1 0-3 0,0 3 2 16,2-3 13-16,1 2 40 0,0 0-18 16,3 1-19-16,0-3 15 0,0-1 19 15,0-2 21-15,6 1-73 0,-2-4-6 16,2 1-15-16,1-1 21 0,3 0 10 16,-1-1 2-16,-2-5-9 0,2 1 12 0,-4-1-13 15,0-1 1-15,-3 3 9 0,-2-1 10 16,0 1-4-16,0 3 9 0,0-1-3 15,0-1-21-15,-2 3 0 0,-3 0-3 16,-2 0-7-16,0 0-32 0,0 0-43 16,-2 3-58-16,-1 0-15 0,1 0-50 0,1-3-189 15,0 0-212-15,1 0-607 16,-1-4-635-16,95 2 1027 16</inkml:trace>
  <inkml:trace contextRef="#ctx0" brushRef="#br0" timeOffset="64491.8">6509 10469 463 0,'0'0'515'0,"0"0"-78"0,0 0-102 16,0 0-105-16,0 0-32 0,0 0-1 15,0 0 30-15,0 0 27 0,0 0-20 16,0 0-7-16,-1 6-7 0,1-6-31 16,0 1-12-16,0-1-13 0,0 0-14 15,0 3-1-15,0-2-13 0,0 0-16 16,0 0-21-16,-2 4-22 0,1 0 0 15,-2 3-38-15,2 4-26 0,-2 1-13 16,1 2-1-16,2-4-2 0,0 1-16 0,2-4-8 16,1-1-10-16,2-3-6 0,4 1 9 15,-2-3 0-15,2-2 10 0,0 0 22 16,2-1 0-16,-4-5 2 0,2-5-3 16,-2-1-21-16,2-3 5 0,-6-1 4 0,-2-1-10 15,-1 0 16-15,0 2 9 0,-3 0 40 16,-4 2-12-16,-3 3 6 0,1 1 15 15,-1 3-3-15,-1 1 0 0,2 2 3 16,-1 3-3-16,-3 0-22 0,3 4-23 16,1 5 2-16,-2 3 27 0,2 2-29 15,0 0 1-15,2 2 32 0,4 1 6 16,2 0-13-16,1-4-9 0,0-1-16 16,0-5-2-16,3-3-1 0,4-2-17 15,-1-2 18-15,-1 0 10 0,3 0 11 16,-1 0 7-16,1-5 15 0,-2 0-10 15,-1-1-9-15,-2 0-21 0,-2 1 0 0,0 3-3 16,-1 0-71-16,0-1-121 0,0 2-130 16,0 1-220-16,0 0-987 0</inkml:trace>
  <inkml:trace contextRef="#ctx0" brushRef="#br0" timeOffset="76301.44">25002 11869 1261 0,'0'0'1047'0,"0"0"-821"0,0 0-184 15,0 0 3-15,0 0 94 0,0 0 69 0,0 0 1 16,0 0-31-16,0 0-57 16,36 0-51-16,-24 0-26 0,-1 0 26 0,2 0 12 15,1 0-6-15,0 0-29 0,1 0 0 16,1 0-3-16,3 0-22 0,-2-3 0 15,5 3-10-15,-1-1-8 0,1 0-4 16,1-1 0-16,2-1-1 0,-1 2-11 16,-1-1 10-16,-1-3 0 15,-2 3-20-15,-4-1-31 0,-3 0-29 0,-4 0 16 16,-2 0-61-16,-3 0-63 0,2-3-42 16,-3 4-56-16,-1-2-50 0,-2-2-102 15,0 5-155-15,0-5-206 0</inkml:trace>
  <inkml:trace contextRef="#ctx0" brushRef="#br0" timeOffset="76734.13">25038 11712 1793 0,'0'0'490'0,"0"0"-212"16,0 0-78-16,0 0 98 0,0 0 22 16,0 0-57-16,0 0-52 0,0 0-9 0,0 0-21 15,0 0-53-15,0 0-41 0,-39 44-29 16,25-32-11-16,-2 5-4 0,-3-1 0 0,0 3-6 15,-1 0-9-15,2 0-4 0,0-2-8 16,3-2-13-16,3 0 12 0,1-4-14 16,3-2-1-16,4 0-1 0,-1-2-1 15,5 0 0-15,0 0-1 0,0-2 3 16,6 0-25-16,3 1-5 0,5-2 11 16,1 4 19-16,2-5 0 0,-1 2 0 15,4 0 0-15,0-1-2 0,1-1-13 16,0-1 14-16,2 1-12 15,-4-3-39-15,1 1-56 0,-1 0-115 0,-5 1-97 16,2 0-284-16,-7-2-575 0,-1 1-503 0</inkml:trace>
  <inkml:trace contextRef="#ctx0" brushRef="#br0" timeOffset="77199.83">25031 12496 950 0,'0'0'2203'0,"0"0"-1719"15,0 0-298-15,0 0-41 0,0 0 9 16,0 0-36-16,0 0-27 0,0 0 14 16,0 0 9-16,0 0-27 0,104-11-35 15,-73 9-15-15,4-3-15 0,5 5-22 0,-1 0-13 16,3 0-11-16,1-1 2 0,-1-3 1 16,-3 3-47-16,-3 0-102 15,-2-4-79-15,-7 5-46 0,-6-1-138 0,-2-2-155 16,-8 2-210-16,-3-1-310 0</inkml:trace>
  <inkml:trace contextRef="#ctx0" brushRef="#br0" timeOffset="77602.72">25145 12365 1474 0,'0'0'575'16,"0"0"-192"-16,0 0-58 0,0 0 67 15,0 0-51-15,0 0-122 0,0 0-81 16,0 0-34-16,0 0-32 0,-82 44-18 15,62-34 2-15,2 4 16 0,-2-1 0 16,3-1-29-16,2 1-12 0,0 0-12 0,4-1-7 16,3-4 7-16,3 0-16 15,2-2 19-15,3-3-20 0,0 1 10 0,0-1 4 16,2 3-15-16,4-1 2 0,2 0 25 16,7 2 15-16,1 0-6 0,5-3-20 15,4 2-17-15,1-2-12 0,1 1 0 16,-1-1 10-16,0-1-23 0,-5 2-34 0,-5-3-93 15,-1 3-88-15,-4-1-169 0,-3-1-366 16,1 4-680-16</inkml:trace>
  <inkml:trace contextRef="#ctx0" brushRef="#br0" timeOffset="78066.6">24979 13161 3168 0,'0'0'563'0,"0"0"-365"0,0 0-72 0,0 0-13 15,0 0-35-15,0 0-32 16,0 0 57-16,0 0 11 0,88 3-30 16,-50-3-38-16,6-6-21 0,1 0-10 15,4 0-14-15,0-1-1 0,1 1-14 16,-2 0-11-16,-4 0-6 0,-3 1-139 0,-6 3-66 16,-5-3-31-16,-6 4-111 0,-4-2-248 15,-7 2-442-15,0 0-71 0</inkml:trace>
  <inkml:trace contextRef="#ctx0" brushRef="#br0" timeOffset="78480.44">25106 13033 1254 0,'0'0'1164'0,"0"0"-829"16,0 0-148-16,0 0 133 0,0 0 99 15,0 0-51-15,0 0-158 0,0 0-104 16,0 0-54-16,0 0-27 0,0 0 19 15,-92 60-14-15,73-49-8 0,-1 1-10 0,0 0 1 16,2 0 21-16,1 1 9 16,7-4-12-16,1 0-4 0,2-2-17 0,6-2-10 15,1 1-25-15,0-1 25 0,1 4 10 16,7-1 21-16,1 0-3 0,3 1-7 16,2-1-18-16,2-1 19 0,3 0-20 0,-2-1-2 15,5-1 0-15,-1 0-3 16,2 1-19-16,-2-1-21 15,0-3-129-15,-5 2-95 0,3 2-131 0,-6 1-283 16,-2-1-720-16,-5 6-410 0</inkml:trace>
  <inkml:trace contextRef="#ctx0" brushRef="#br0" timeOffset="78951.36">25044 14101 1327 0,'0'0'1811'16,"0"0"-1352"-16,0 0-200 0,0 0-11 15,0 0 1-15,0 0-41 0,0 0-76 16,0 0-52-16,0 0 15 0,0 0 117 16,59 3-72-16,-23-1-52 0,7-2-30 0,5 0-28 15,5 0-30-15,3-3 0 0,3 1-24 16,-1-2-3-16,-3 3-7 0,0-4-48 16,-5 3-110-16,-7 2-69 0,-5-3-7 15,-8 3-176 16,-5 0-246-31,-10 0-571 0,-5 0-136 0</inkml:trace>
  <inkml:trace contextRef="#ctx0" brushRef="#br0" timeOffset="79385.47">25175 13952 2096 0,'0'0'720'0,"0"0"-328"16,0 0-144-16,0 0 91 15,0 0-65-15,0 0-106 0,0 0-37 16,0 0-16-16,0 0-23 0,-78 48-36 15,57-36-7-15,-2 0 6 0,-1 4-27 0,1-1-10 16,0 1 13-16,6 2 3 0,0-5-16 16,5 0-17-16,2-1-1 0,3 0 0 15,1-3-1-15,2 1-1 0,1-2-1 16,1 0 2-16,1 1-1 0,1-1 2 16,0 2 19-16,0 0 8 0,6 1-12 15,1 0 10-15,5-3-7 0,3 3-16 16,4 1-2-16,1-5 0 0,2-1 2 15,1 1-2-15,-3 2 0 0,2-3-15 0,-1 0 0 16,-2 1-7-16,1-3-39 0,0 2-46 16,1-4-78-16,3 0-113 0,1-1-135 15,-8-1-345-15,16 0-690 0</inkml:trace>
  <inkml:trace contextRef="#ctx0" brushRef="#br0" timeOffset="113933.61">21817 11792 52 0,'0'0'284'0,"0"0"-124"0,0 0-53 16,0 0-15-16,0 0-24 0,0 0-22 16,0 0 3-16,0 0 39 0,0 0 9 15,0 3 1-15,0-1 3 0,0-2 6 16,0 0 7-16,0 0 3 0,0 0 4 15,0 0-7-15,0 0-11 0,0 0-15 16,0 0-7-16,0 0-13 0,0 0-6 16,0 0 9-16,0 0-3 0,0 0-6 0,0 0-8 15,0 0-15-15,0 0-6 0,0 0-1 16,0 0 16-16,0 0-3 0,0 0 0 16,0 0-6-16,0 0-10 0,0 0-6 0,0-2-4 15,0 2-3-15,0-1-13 0,0 1 10 16,0 0 0-16,0 0 6 0,0 0-15 15,0-1 12-15,0 1 6 0,0 0 0 16,0-1-6-16,0 1-3 0,0-2 7 16,-1-1-1-16,1 3-16 0,-2 0-3 15,1-2 1-15,-1 1 1 0,1-2 14 16,1 2-3-16,-1 1 10 0,-1-2 2 16,-1 0-2-16,3 2-4 0,-3 0-16 15,2-1 19-15,-1 1-3 0,1-2-15 16,-2 1 15-16,0 1-6 0,2-3 9 0,-5 2 4 15,3 0-11-15,-1 0 8 16,1-1-4-16,0 2 0 0,-1 0 16 0,-1 0 32 16,2 0 19-16,-2 0-14 0,1 0-24 15,-1 0-16-15,1 0-10 0,1 0-3 16,-2 0-7-16,3 0 7 0,-4 0-6 0,0 0 2 16,3 0 4-16,-1 0 13 0,0 0-7 15,-1 2 10-15,1-1 40 0,-2 0 10 16,2 0-31-16,1 2-11 0,-3 0-2 15,3-2-16-15,-3 3-3 0,0-1-19 16,-2 1 12 0,4-2 4-16,-3 2-7 0,-1 0 10 0,1 3 12 0,2-2-3 15,-3 1 0-15,2 0-6 0,1-1 3 16,-1-1 3-16,2 1-6 0,1-1-7 16,0-2 1-16,0 3 8 0,2-4-2 15,1-1-6-15,-2 2-4 0,2 0 4 16,0-2-4-16,0 0-12 0,0 3 22 0,0 1 21 15,0-3 37-15,3 2 39 16,0 0-67-16,1 1-27 0,-1-2-4 0,4 3-12 16,-3 0-9-16,1-3 0 0,-1 4 0 15,2-4 0-15,-2 1-1 0,2 3 0 16,0-5 1-16,0 6-3 0,-1-3 0 0,1-1-3 16,0 1 2-16,2 1 0 0,-2-1-1 15,3 1 1-15,-2 1 1 0,3-2 1 16,-3 1 1-16,2 0-1 0,1 2 1 15,-1-1 1-15,-2 0 9 0,0 0-12 16,2 0 1-16,-3 0-1 0,1 0 1 16,-1 1 0-16,-2-1 11 0,3 0-10 15,-1 1 1-15,-2-3-2 0,2 3 1 16,-2-1 0-16,-1-1-1 0,2 1 1 16,-3 0 1-16,1-1 10 0,2-2-10 15,-4 4 15-15,1-2 3 0,-2 2 7 0,1-1-7 16,-1-1-3-16,0 0-2 0,1 0-13 15,-1-2 15-15,0 1-6 0,0-3 3 16,0 3 0-16,0-4-2 0,0 5 2 16,0-3 0-16,-1 3 3 0,-2 0 6 0,-3 1-8 15,-1-2-1-15,1 2 0 0,-1-1-12 16,0-1 15-16,-3 2-3 0,0-1-12 16,0-2 0-16,-2 2 18 0,-1 0-18 15,3-3 9-15,-3 3-9 0,2-3 18 16,-2 1 0-16,1 0-9 0,3 0 4 15,-2-2-4-15,1-1 0 0,0 1-9 16,0-1 0-16,1 0 15 0,0 0-3 0,2 0-3 16,-3 0-12-16,4 0 12 0,1 0 7 15,-1 0-18-15,1 0 2 16,-2 0 9-16,5 0-9 0,-1 0 9 0,-2 0-10 16,2 0 0-16,2 0 0 0,-2 0 0 15,1 0-1-15,1 0 0 0,0 0 1 16,1 0-2-16,0 0-1 0,0 0-11 15,0 0 10-15,0 0-10 0,0 0 10 16,0 0-1-16,0 0 0 0,0 0-12 16,0 0 2-16,0 0 10 0,0 0-15 0,0 1 0 15,0-1-9-15,0 0 0 0,2 2 2 16,3-2 23-16,2 1 2 0,2 1 0 0,1-2 0 16,1 0 0-16,4 0-1 0,-4 0-11 15,5 0 10-15,0 0-1 0,1-2-18 16,-4-1 9-16,2 1 9 0,-1 1-12 15,-4-2 12-15,2 2-13 0,-4-1 14 16,0 1-1-16,-1-2-12 0,1 2 15 16,0-4 0-16,-1 3 0 0,0-3-2 15,3-1 0-15,-3 1-10 0,1 0-9 16,-1 0 20-16,1 0 0 0,0-3 1 16,-1 2 0-16,-3 0 0 0,5 1-1 15,-7 0 0-15,3 0-11 0,-2 1 12 16,0 1 0-16,-2-2 2 0,2 1-2 0,-1 1 1 15,-1-1 1-15,0 0 1 16,1 0 0-16,-1 0 9 0,-1 0-9 0,0 0-3 16,0-1 0-16,0 1 12 0,0 1-9 15,-3-2 15-15,1 1 0 0,-3-2 7 0,-1 3-7 16,-1-3-3-16,-3 2-15 0,3-3-2 16,-2 3 2-16,-1-2 1 0,2 4 0 15,-3-4 2-15,3 1 9 0,-1 0 0 16,0 2-10-16,2-1-2 0,1 2 1 15,-2-3 10-15,2 4-11 0,-1-3 1 16,1 3 2-16,-2-3 10 0,2 2 2 16,0-1-12-16,2 0 0 0,-4-1-3 15,3 1 0-15,0-1-15 0,3 2 12 16,-3-3-13-16,2 3 13 0,2-3-18 16,-1 1 18-16,2-1-9 0,0-2-6 15,0 0 15-15,0-1-15 0,0-1 16 0,0 2 1 16,0 2 0-16,0-1 1 0,0 1 3 15,3 1-3-15,-3-1-1 0,3 0-1 16,2-1 1-16,-3-5-1 0,3 4-20 16,0 0-5-16,3-3 24 0,-3 3-15 0,3 0 16 15,2 1 0-15,-3-2 0 0,0 3 0 16,3-1-1-16,0 2 0 0,-1-1 3 16,1 2 0-16,0 2 0 0,-3-1 0 15,3 2 0-15,-2 0 2 0,2 0 19 16,-2 0 6-16,1 0-12 0,2 2-13 15,-3 0 0-15,0 1-1 0,-2-1 1 16,1 0-1-16,-1 2-1 0,-2-3 1 16,-1 1-2-16,0 1 2 0,0-1-1 15,-3-1 0-15,2 0 1 0,-1 0 1 16,1 1 10-16,-2-2-11 0,0 0 2 16,0 0 15-16,0 0-3 0,0 0-12 0,0 0 15 15,0 0-3-15,0 0-2 0,0 0-1 16,0 0 3-16,0 0 0 0,0 0-3 15,0 0 3-15,0 0-3 0,0 0 3 16,0 0-2-16,0 0-10 0,0 0 15 0,0 0 3 16,-2-3-3-16,-1 3-16 0,-3-1-2 15,0 0-2-15,-1 1-1 0,-3-2 0 16,0 1 2-16,1-1 1 0,-3 2-1 16,0 0 0-16,0-2 0 0,0 1 0 15,0-2-2-15,-1 3 0 0,4-1 1 16,-1 1 1-16,-1 0 1 0,1 0 0 15,1 0 0-15,-4 0 2 0,4 4 0 16,-2-1-2-16,-1 3 0 0,-1 0 0 0,5 1 0 16,-5 1 0-16,6-1 1 15,-4 0 0-15,4 2 0 0,2-2 0 16,0 0 0-16,2 0 11 0,0-3-10 0,3 0-1 16,-1 1-1-16,1 0 0 0,0 1-1 15,0-1 1-15,0-1 1 0,4 1 2 16,1-1 9-16,0-1-9 0,4 0 12 15,0-1-14-15,2 0 0 0,2-2 1 16,0 0-2-16,-1 0-2 0,1 0-10 0,-8-2-3 16,1 0 0-16,-3 1 3 0,0 1-12 15,0 0-1-15,-3 0 4 0,0 0-15 16,0-2-40-16,0 0-18 0,0 2-39 16,0-1-44-16,0-1-107 0,0-2-206 15,0 1-243-15,0 1-504 0,-7-3-550 0</inkml:trace>
  <inkml:trace contextRef="#ctx0" brushRef="#br0" timeOffset="115171.79">21575 12550 137 0,'0'0'743'15,"0"0"-352"-15,0 0-169 0,0 0 51 16,0 0 29-16,0 0-50 0,0 0-51 0,0 0-11 15,0 0-9-15,0 0-2 0,12-30 7 16,-12 30 14-16,0 0-3 0,0-1-11 16,0 1-35-16,0 0-38 0,0 0-13 15,-2 0-13-15,-2-1-56 0,-1-2 10 16,-2 2 14-16,2-1 11 0,-3-1-2 16,0 2-5-16,-2 1 0 0,1 0-10 15,-3 0-15-15,2 0-7 0,0 0 4 16,0 0 6-16,0 3-9 0,0 1 2 15,0 1 10-15,0-1 6 0,0 3-3 0,1-2-1 16,-1 0 10-16,1 4 9 16,2-3-6-16,-2 3-15 0,1 0-10 0,2 0-6 15,-1 1-22-15,2 2 11 0,3-2 2 16,-1 2-3-16,0-2-10 0,0-1-2 16,3-2 0-16,0 4-1 0,0-4-14 15,6 3 3-15,-3-2 9 0,2-1 2 0,1 3-12 16,2-4 10-16,0 0 0 15,4 1 0-15,-2-1-15 0,4-1-6 0,1-1 12 16,0-1 10-16,1-1-1 0,3 0 0 16,-3 0 2-16,0-2-1 0,-3 1 0 15,-1 2-10-15,-1-2 10 0,-3 2 2 16,1-1 0-16,0 4 1 0,-4-3 11 0,1 2 7 16,1 0-16-16,-1 2 0 15,0-2-1-15,0 1 1 0,-1-1-2 0,1-2-1 16,-2 1 3-16,2 2 15 0,-1 0-3 15,-3-1 7-15,1 1 8 0,-1 0 15 16,-1 0-2-16,-1 1-7 0,0-1 4 16,0 2-4-16,0-1-6 0,0 1 1 15,0-1-7-15,0-2 0 0,0-2-3 16,-3 1-2-16,0 1 8 0,-2 0-3 16,-3-2-3-16,-2 2-3 0,-1 1 0 0,-3-4 10 15,-1 3-1-15,-4-1 6 0,3 0 6 16,-4 0 13-16,3 1 8 0,-3-1-12 15,1-1-18-15,2 3-9 0,1-1-19 16,4-3 1-16,2 3-3 0,2-5 0 16,3 1-1-16,4-1-11 0,-1 0-30 15,1 0-72-15,1 0-22 0,0-1-31 16,-1-1-11-16,1-3-29 0,0 0-67 16,0-1-54-16,1-2-258 0,2 2-658 0,4-2-538 15</inkml:trace>
  <inkml:trace contextRef="#ctx0" brushRef="#br0" timeOffset="116205.03">21809 13334 1266 0,'0'0'520'16,"0"0"-347"-16,0 0-76 0,0 0 20 15,0 0-7-15,0 0-36 0,0 0 4 16,0 0 12-16,0 0 17 0,0 0 25 16,0 0 74-16,20-40 53 0,-20 40 21 15,0 0-21-15,0-3-23 0,0 3-26 16,-6 0-57-16,0 0-104 0,-1-1-24 0,0 1-6 16,-1-1 3-16,-1 1-7 0,0 0 3 15,0 0 20-15,0 0 8 0,0 0 3 16,-2 0 40-16,3 2 56 0,-4 2-35 15,3 3-49-15,-1-1-15 0,-1 0-7 16,1 2 1-16,0 3-3 0,0-1-1 16,2-3 7-16,3 4-1 0,-1-4 1 15,3 2-10-15,0 0 1 0,2 2-10 16,1 0-13-16,0-3-11 0,1 3-1 16,6-2-2-16,1 1-15 0,-1-3 0 0,0 2 16 15,4-1 1-15,-2-1-1 0,0 3 2 16,-1-3 3-16,0 2-1 0,-1-1-1 15,-1 0-1-15,2 0 0 16,-1-2-3-16,2 0-16 0,0-1 4 0,1-1 12 0,0 1-9 16,0 0 0-16,1-2 11 15,-2 1 1-15,0 2 2 0,-1-3 0 16,0 2 1-16,-1-1 12 0,-3 3-12 0,2-2 9 16,1-2-10-16,-3 2 17 0,2 1-1 15,-3-1-3-15,2 0 0 0,-1 2 9 16,-3 0 13-16,2-3-7 0,0 3 3 15,-3-1 10-15,0 2 2 0,0-2 25 16,-3 3 39-16,-3-1-13 0,-1 2-38 16,-2-1-28-16,-2 2-9 0,-2-1 3 15,1-1-6-15,0 0-3 0,0-2-13 0,-1-2 10 16,6-3-12-16,0-1-26 0,-4-1-19 16,4 0-55-16,0 0-66 0,1-2-40 15,0-3-39-15,2-1-100 0,-1 0-264 16,2 1-761-16,1-2-835 15</inkml:trace>
  <inkml:trace contextRef="#ctx0" brushRef="#br0" timeOffset="118001.38">22042 14115 7 0,'0'0'1095'0,"0"0"-538"0,0 0-200 15,0 0-69-15,0 0-23 0,0 0-29 16,0 0-31-16,0 0-48 0,0 0-23 16,0 0-3-16,1-12 21 0,-1 10 16 15,0 0-8-15,0 0-28 0,-1-1-25 16,-1 0-26-16,-2 1-12 0,-1-2 2 0,0 2-25 15,1-3-2-15,-2 4-1 0,0-3-3 16,-1 3-6-16,1 0-6 0,-2 1 3 16,0 0 21-16,-1 0-6 0,-2 0-3 15,3 0 0-15,-5 0 13 0,4 0 14 16,-1 3-9-16,3 0 0 0,-5 2 0 0,3-2-18 16,-1 1-16-16,0 3-24 0,2-2 13 15,-1 2 2-15,-1-1 6 0,3 0 1 16,0 1-1-16,-1 3-3 0,0-4-5 15,2 3 2-15,0 1 0 0,2 0 0 16,1 0-15-16,1-1 9 0,1 1-9 16,1-2 0-16,0-1-3 0,0-1-3 15,7 1-9-15,1 1 9 0,4-2-15 0,1 1 3 16,5 0 13-16,-4 0 1 16,6-2 0-16,-2 0-2 0,3 2 3 0,-1-2 0 15,-1 2 0-15,0-3 0 0,-2 3 1 16,-1 0 2-16,-3-2 0 0,0 3-1 15,-1 1 1-15,-5-1 21 0,1 1-12 16,-2 2-9-16,-2-1 16 0,-1-1-7 16,0 1 3-16,-1 1-12 0,-2-3 15 15,0 1-3-15,0 0 1 0,0-2-4 0,-2 2 3 16,-2 0-3-16,-2 0 6 0,-4 0-6 16,3 0-9-16,-3 1 9 0,-1-2 4 15,0-2-4-15,1 1 0 0,-4-2 9 16,1-2 0-16,-3 3-6 0,1-2-3 0,-3 1 7 15,0-1 5-15,1-1 9 0,3 0-21 16,-4 0 6-16,4-3 22 0,1 1-37 16,3 0-2-16,3-1 1 0,-1 0-2 15,3 1 1-15,2-1-1 16,1 0-3-16,2 0-16 0,-1 0-5 0,1 0-3 16,0 0-3-16,0 0 0 0,0 0 5 15,0 0-5-15,0 0 29 0,0 0 1 16,0 0 0-16,0 0-1 0,0 0-11 15,0 0-9-15,0 0-10 0,0 0 1 0,0 0 3 16,0 0 24-16,0 0 0 16,0 0-9-16,1 0 9 0,1 0 2 0,-1 0-2 15,1 0 1-15,1 3 0 0,-1-3 2 16,1 0 11-16,3 0-8 0,-2 0 12 16,2 0-14-16,0 0-1 0,5 0-1 0,-2 0 0 15,3 0 1-15,2 0 0 0,-1-5 0 16,0 3-2-16,2-2 2 0,-4 0-1 15,0 0-1-15,1 0 1 0,-2 2-14 16,-1-3-7-16,-1 1-5 16,-2-2 0-16,1 0-7 0,1-1 13 0,-3-1 0 15,3 1 18-15,0-2 1 16,-1-1-1-16,-1 1-9 0,1 0 9 0,-2 1 0 16,-1 1 0-16,-1 0-1 0,-2 0 4 15,-1 1 0-15,0-1 1 0,0-1 2 16,0 2-1-16,0-1 1 0,0 0-3 15,-4-2 1-15,3 2 11 0,-4 0-9 0,1 0-1 16,1 1 1-16,-3 0 0 0,2-1 0 16,-1 2-1-16,-1-2 0 0,1 3 13 15,-1-1-3-15,1 0-12 0,-1 0 1 16,-1 2-1-16,-1-2 2 0,0 0-1 0,0 2 1 16,-3-1 14-16,1 3 2 0,0-1-3 15,-3 0-15-15,1 2 1 0,4 0-1 16,-4-1 0-16,5 1-2 0,-2 0-1 15,2-2-9-15,3-1-3 0,0 1-1 16,-2-2 13-16,3 2 2 0,0 1 0 16,0-4-2-16,0 5 2 0,2-5 0 15,-5 3-14-15,3-3 0 0,3-1 13 16,-3 1-1-16,3 0-15 0,0 2 2 16,0-4 1-16,0 1 12 0,0 0-9 0,0 0 10 15,3-1 0-15,0 2 0 0,4 0-1 16,0-2 1-16,2-1 2 0,1-1 3 15,4-2 0-15,3 0-1 0,-2-2 0 16,1 1 11-16,1 1-13 0,-2 3-3 16,-1-3 3-16,-2 5 1 0,-2 0-1 15,-3 5-1-15,-1-2 1 0,-2 2 3 16,-1 1 28-16,2 0 2 0,0 0 3 0,-1 0-8 16,2 4-7-16,0-3 3 0,0 4 4 15,-2 1-4-15,3-1-23 0,-3-2-1 16,-1 1-2-16,0-2-10 0,-1 1-3 15,-2-3-7-15,0 0 4 0,0 0 6 16,0 0-28-16,0 0-54 0,0 0-76 16,0 0-93-16,0-3-261 0,0 1-653 15,-2-7-479-15</inkml:trace>
  <inkml:trace contextRef="#ctx0" brushRef="#br0" timeOffset="121644.27">26329 12390 2895 0,'0'0'511'15,"0"0"-260"-15,0 0-131 0,0 0-41 16,0 0 34-16,0 0-51 0,0 0-1 16,0 0 70-16,0 0 43 0,88-7-41 15,-50-3-28-15,5-3-22 0,5-2-15 16,5-4-35-16,4-4-3 0,1-1-30 15,3-3-15-15,-2 0 2 0,-3 3-5 16,-3 1 15-16,-9 6-28 0,-8 2-33 16,-9 3-81-16,-7 3-47 0,-10 3-57 15,-5 3-79-15,-5 3-99 0,-3 0-63 0,-4 0-502 16,-15 7-399-16</inkml:trace>
  <inkml:trace contextRef="#ctx0" brushRef="#br0" timeOffset="121911.19">26606 12344 1220 0,'0'0'1716'0,"0"0"-1160"0,0 0-249 16,0 0-59-16,0 0 34 0,0 0-29 16,0 0-86-16,0 0-57 0,0 0-3 15,0 79-15-15,6-49-9 0,0 1 8 16,2 5-6-16,-1 4-12 0,-1 0-30 15,2 0 8-15,-1 1-27 0,1-3-24 16,-2 1-3-16,0-6 1 0,-2-2-25 0,2-3-28 16,-2-9-78-16,-1-4-23 0,0-5-58 15,-2-1-47-15,1-7-82 0,-2-1-130 16,0-1-88-16,-2-3-171 0,-1-3-552 16</inkml:trace>
  <inkml:trace contextRef="#ctx0" brushRef="#br0" timeOffset="122229.02">26644 12707 1368 0,'0'0'627'15,"0"0"-280"-15,0 0-1 0,0 0 42 16,80-20-87-16,-54 14-82 0,3-3-77 16,0 3-51-16,5-1-28 0,-2 1-38 15,0-1-23-15,-3 2 17 0,-5 5 19 16,-2 0-16-16,-4 0-21 0,-6 4 21 0,0 3 54 15,-4-1 55-15,1 4-19 16,-5 0-25-16,2 5-19 0,-3-1-13 0,2 2-14 16,-2 2-11-16,0 2-11 0,0-1-16 15,0 2 0-15,0-2 37 16,0 0-28-16,1-3-12 0,1-3-1 0,0-2-20 16,1-3 6-16,1-4-4 0,-1 2-6 0,3-5-46 15,-1-1-71-15,1 0-51 0,3-7-26 16,2-3 52-16,-1-7-6 0,1-1-110 15,-2-5-165-15,2 1-181 0,-4-1-98 16,-1-1 14-16,-1 6 165 0</inkml:trace>
  <inkml:trace contextRef="#ctx0" brushRef="#br0" timeOffset="122481.84">27256 12653 117 0,'0'0'418'0,"0"0"-17"16,0 0-89-16,0 0-126 0,0 0 13 0,0 0 132 16,0 0 16-16,0 0-66 15,0 0-104-15,0 0-80 0,0 0 15 16,82 63-3-16,-70-52 9 0,-2-2-3 0,0 0 29 15,-6-1 1-15,2-3-24 0,-5-2-27 16,1-2 4-16,-1-1 18 0,-1 0 53 16,0 0 21-16,0 0-23 0,0-4-68 0,0-2-99 15,0-5-22-15,0-4 0 0,3-4 20 16,0-5-1-16,4-2-12 0,3-3-16 47,-1 4 3-47,5 1-9 0,1 3 0 0,1 2-3 0,1 1-4 0,3 3 1 0,2-1-19 0,-2 4-13 0,0 0-19 15,-2 4-7-15,-6 2-18 0,-3 3-76 16,-6 3-129-16,-3 0-178 0,0 0-235 16,-3 7-507-16</inkml:trace>
  <inkml:trace contextRef="#ctx0" brushRef="#br0" timeOffset="122712.02">27067 12556 3654 0,'0'0'569'15,"0"0"-405"-15,0 0-160 0,0 0 42 16,0 0-46-16,0 0-14 0,0 0 14 16,0 0 0-16,109-29-60 0,-72 20-171 15,-1-1-36-15,-2 4-8 0,1 1-87 16,-3 4-306-16,-9-1-490 0,7 2 73 0</inkml:trace>
  <inkml:trace contextRef="#ctx0" brushRef="#br0" timeOffset="123036.39">27694 12458 421 0,'0'0'1288'0,"0"0"-1063"15,0 0 5-15,0 0 194 0,0 0-73 16,0 0-114-16,0 0-113 0,81-61-66 15,-71 51-33-15,-1-1-12 0,-1 1 22 0,-2 2 54 16,-3 2 25-16,-2 0 47 0,-1 1 40 16,0 1-25-16,0 0-39 0,-4 0-22 15,-2 3 5-15,-2 1-15 0,-1 0 0 16,-1 0-4-16,-4 5-33 0,-1 2-4 0,-1 5 12 16,0 0-42-16,-1 5 18 0,4 4 12 15,1 0 6-15,1 2 18 16,5-3-9-16,5 0-37 0,1-3-42 0,0 0-1 15,4-4-14-15,5-3 15 0,4 0-15 16,1-3-6-16,5-5-25 0,2-2-27 16,1 0-12-16,7-6-9 0,1-4-35 15,2-3-11-15,3-2 23 16,2-6-216-16,-1 2-347 0,-9 2-528 0,12-9-571 16</inkml:trace>
  <inkml:trace contextRef="#ctx0" brushRef="#br0" timeOffset="123278.37">28118 12158 1281 0,'0'0'1700'0,"0"0"-1364"0,0 0-145 16,0 0 131-16,0 0 30 0,-81 39-178 15,74-22-90-15,3 2-28 0,4 0-54 0,1 1-1 16,9-1-1-16,3 2 19 0,0-2 21 16,4-3-9-16,-2 1 21 0,2-1-12 15,-2-2 15-15,0 0-2 0,-3 0-4 16,-1-1 0-16,-5-1-3 0,0-1 6 15,-5 2-9-15,-1-1-13 0,0-1-15 16,-1 3-2-16,-8-3-13 0,1 2-1 16,-4-2-48-1,0-1-61-15,-2-2-78 0,1-3-61 0,-1-3-49 16,2-2-187-16,2-2-164 0,3-4-488 0,1-11-304 16</inkml:trace>
  <inkml:trace contextRef="#ctx0" brushRef="#br0" timeOffset="123913.04">28198 12094 1929 0,'0'0'629'0,"0"0"-433"15,0 0-16-15,0 0 102 0,0 0 106 16,0 0-35-16,0 0-99 0,56 75-80 16,-44-43-53-16,-3 3-71 0,0 1-20 15,-4 1-2-15,0-1-25 0,-4-1-2 16,0-6 9-16,-1-3-10 0,0-4-47 15,2-6-33-15,-2 0-62 0,3-8 30 16,-2-2 40-16,-1-1-192 0,0-5-13 16,0 0-82-16,0-5-138 0,0-2 97 0,-3-6 82 15,0-4 71-15,1-2 43 16,0-2 2-16,2-1 68 0,0-1 122 0,3 2 12 31,4 2 4-31,2 5 12 0,2 2 13 0,0 2 36 0,0 2 79 0,2 1 2 16,0 0 33-16,4-2-33 0,2 1-7 15,4 0 14-15,2-3 8 0,0 3-41 0,0 0-43 16,-5 1 10-16,-4 3 32 0,-3 3 0 16,-4 1-3-16,-2 0 40 0,-6 1 16 15,1 4 57-15,-2 2 48 0,0 2-38 16,-2 3-99-16,-2 4-43 0,-6 2-11 16,1 4-5-16,-1 2 5 0,0 0 3 15,2 0 7-15,0-1-38 0,5-4-25 0,0-1-33 16,3-1-11-16,0-4-16 0,3-2 5 15,5-4-12-15,-1-3 10 0,0-3-34 16,3-1-29-16,2-4 20 0,-1-4-35 16,5-8 18-16,-3 0 31 0,3-1-12 15,-3-2-3-15,4-1 18 0,-4 1 12 16,1 2-15-16,-2 0 35 0,2 7 18 16,-5 1 0-16,-3 3 0 0,-3 5 1 15,0 1 21-15,-3 0 60 0,1 0 52 0,-1 0 14 16,0 0 7-16,0 3-20 0,3 1-21 15,1 3-47-15,-1 1-8 0,3 1-26 16,-2 2-11-16,2-3-19 0,1 3-1 16,3-3-2-16,2 1-1 0,1-2-18 15,-2-1-8-15,2-3-80 0,0-3-87 16,2 0-37-16,-1-2-74 0,-1-6-246 16,-3 0-419-16,3-10-458 0</inkml:trace>
  <inkml:trace contextRef="#ctx0" brushRef="#br0" timeOffset="124129.62">28987 12001 2214 0,'0'0'1125'15,"0"0"-706"-15,0 0-290 0,0 0 9 16,0 0 1-16,1 79-2 0,4-48-4 16,2 4-16-16,-1 1 4 15,-2 1-7-15,-1-3-35 0,0-3-27 0,-3-3-36 16,1-6-16-16,-1-4-37 0,0-5-52 15,0-3-65-15,0-5-59 0,0-4-32 16,0-1-38-16,0 0-51 0,0-10-224 16,0-4-226-16,3 2-346 0,2-14 354 0</inkml:trace>
  <inkml:trace contextRef="#ctx0" brushRef="#br0" timeOffset="124879.66">29099 12161 271 0,'0'0'336'0,"0"0"-11"15,0 0 24-15,0 0-72 0,0 0-11 16,0 0 36-16,0 0-4 0,77 4-24 15,-69 3 16-15,-2 4 30 0,0 0-19 0,-2 1-42 16,-1 1-51-16,0-1-33 0,0 0-45 16,2 0-43-16,-2-1-31 0,0 1-22 15,3 0-19-15,-3-4-14 0,3 3-1 16,0-5-14-16,2 1 11 0,-2-1-22 16,1-1-31-16,-1-4-27 0,1 1-17 15,-1-2-9-15,1 0-54 0,5-7-79 16,2-1-5-16,4-4 31 0,3-3 63 15,0-1 12-15,2 0-345 0,-2-5 166 16,0 2 135-16,-3 0 146 0,-1-1 39 0,0-1 31 16,-4 2 73-16,-1 2 84 0,-1 6 6 15,-5 2-16-15,0 6-30 0,-5 2-13 16,1 1 25-16,-1 0 63 0,-1 2 60 16,2 6-3-16,-1 2-47 0,2 3-77 15,3 3-41-15,-2-2-16 0,2 3-47 16,1-5-6-16,4 2-6 0,1-1 0 15,3-2-27-15,3-4-11 0,2-2 29 16,2-2-13-16,-2-3-15 0,-1 0-3 0,-6-6-25 16,-1-2-67-16,-4-1 0 0,-4-3 24 15,-4 1 40-15,0-1 26 0,-7-5-1 16,-6 1-63-16,-3-3-17 0,-4-2-8 16,-3-2-15-16,0 1 75 15,-3 3 19-15,2 4-49 0,2 4 17 0,3 0-25 0,3 5-3 16,6 0 15-16,3 1 13 15,0 3 28-15,7 1 4 0,0-3-42 0,0 2-11 16,10-3 65-16,3 0 89 0,4 0 37 16,2 2-25-16,4-2-19 0,3 5 13 15,1 0-11-15,2 0-19 0,0 6-2 16,-3 1-1-16,3 4 25 0,-3-1-1 16,-3 4 7-16,-2-2-10 0,-2 5-9 0,-3-3-19 15,-3 1 1-15,-2 0-26 0,-5-3-15 16,0 1 4-16,-3-3-16 0,-3-2-3 15,0-1-31-15,1-3-2 0,-1-2-26 16,0-2-5-16,2 0-22 0,2-4-100 16,2-5-15-16,4-5 181 0,2-2 20 15,3-3 2-15,1 0-1 0,3 1-1 16,-3 3-3-16,4 7-6 0,-4 2 9 16,1 5 2-16,-4 1-2 0,3 5 28 15,-3 2 62-15,0 6-16 0,-1 1-24 0,0 1-13 16,-2 0 12-16,-1-1-27 15,2 0-20-15,-2-3-2 0,0 0-12 0,-2-7-7 16,0 0-18-16,-1-4-50 0,0 0-80 16,1-4-106-16,3-7-196 0,-1-4-103 15,-2 1-186-15,10-10-554 0</inkml:trace>
  <inkml:trace contextRef="#ctx0" brushRef="#br0" timeOffset="125126.95">30542 11622 2672 0,'0'0'609'0,"0"0"-307"0,0 0-75 16,0 0-41-16,0 0-4 0,-53 81-54 15,47-54-10-15,4 2-41 0,2 1-6 16,0-1-9-16,8 0 39 0,3-1 7 16,2-2-10-16,2-2 0 0,0-1-31 15,0-3-18-15,0 1 15 0,0-3-9 16,-1-3-37-16,-2 2 1 0,-3-4-19 15,-2 0-1-15,-6 0-1 0,-1 0-13 16,-4 0-52-16,-9 2-89 0,-3 1-116 16,-7-2-83-16,3-2-286 0,-15 4-928 15</inkml:trace>
  <inkml:trace contextRef="#ctx0" brushRef="#br0" timeOffset="125842.58">25130 16659 3134 0,'0'0'976'0,"0"0"-777"16,0 0-78-16,0 0-1 0,0 0 28 0,0 0-34 15,0 0 70-15,94 14-65 0,-32-25-67 16,14-8-9-16,8-8-10 0,11-5-33 16,7-7-11-16,2 0-17 0,2 1 13 15,-6 4-52 1,-12 4-101-16,-16 1-90 0,-13 6-97 0,-18 4-329 0,-17 6-677 15,-12 4-557-15</inkml:trace>
  <inkml:trace contextRef="#ctx0" brushRef="#br0" timeOffset="126203">25251 16515 1497 0,'0'0'582'16,"0"0"-191"-16,0 0 25 0,0 0 32 16,0 0-20-16,0 0 31 0,0 0-57 15,0 0-42-15,0 0-177 0,0 0-92 16,-21 78-51-16,6-48-4 0,-2 1 1 15,3 2-22-15,-1-2 0 0,2 2-14 16,2-4 20-16,4-1-8 0,2-5-2 16,5-2-10-16,0-1 1 0,2-4 19 0,8 0 6 15,6-3-11-15,8-3-14 0,6-3-2 16,8-5 0-16,5-2-16 16,5-2-23-16,3-9 2 0,-1 0-60 0,1-3-46 15,-3-4-101-15,0 0-168 0,-14 6-329 0,11-5-817 16</inkml:trace>
  <inkml:trace contextRef="#ctx0" brushRef="#br0" timeOffset="127177.53">27073 15873 1383 0,'0'0'1852'0,"0"0"-1435"16,0 0-228-16,0 0 147 15,0 0-1-15,0 0-76 0,0 0-93 16,-78 32-41-16,67-14-18 0,2 2-22 15,5 3-24-15,1 1-21 0,3 3-16 0,0 0-21 16,3-1 24-16,7-2-2 0,0-1-25 16,4-6-21-16,4-3-6 0,0-4-3 15,2-6-10-15,2-2 4 0,0-2 11 0,1-8-11 16,-2-3-37-16,-3-5-19 0,-3-3-3 16,-3-4 3-16,-5 4-9 15,-4-6-13-15,-3 2 16 0,-1 0 11 0,-8-1 16 16,-4 5 9-16,-4 1 52 0,2 5 10 15,-2 2 38-15,5 3-1 0,1 2-19 16,5 1 7-16,2 5-6 0,1 0-1 16,0 0 16-16,3 0 3 0,-1 0 7 15,-1 0 33-15,-1 3-3 0,-2 5-44 16,-2 0-5-16,-1 3 15 0,4-3 24 16,-2 3-12-16,2-4-18 0,4-2-32 15,-1 0-2-15,1-3-12 0,0-1-25 16,0-1-6-16,0 3 34 0,0-3 9 0,1 1 0 15,-1-1 27-15,0 0 35 0,0 0-1 16,0 0-21-16,0 0 11 0,0 0 16 16,0 0-9-16,0 0-21 0,0 0-19 15,0 0 0-15,0 0-6 0,0 0-11 16,0 0 2-16,0 0 15 0,0 0 6 0,0 0-12 16,0 0-11-16,0 0 2 0,0 0 18 15,0 0-8-15,0 0-11 0,0 0 13 16,0 0-14-16,0 0-1 0,0 1-15 15,0-1 15-15,0 0 15 0,0 0 0 16,0 0 3-16,0 0 4 0,0 0 2 0,0 0-6 16,0 0-3-16,0 1 0 0,0-1 0 15,0 0-12-15,0 0 10 0,0 0-11 16,0 0 13-16,0 0-14 0,0 0 1 16,0 0-1-16,0 0 0 0,0 0 0 15,0 0-1-15,0 0-2 0,0 0 0 16,0 0 0-16,0 0 0 0,0 0 0 15,0 0 2-15,0 0 1 0,0 0 1 0,0 0 1 16,0 0 15-16,0 0-18 0,0 0 0 16,0 0-15-16,0 0-6 0,0 0-10 15,0 0-17-15,0 0-43 0,0 0-40 16,0-1-55-16,0 0-49 0,0 0-110 16,0 1-313-16,-1 0-619 0,-4 0-945 0,11 3 1831 15</inkml:trace>
  <inkml:trace contextRef="#ctx0" brushRef="#br0" timeOffset="127560.58">26897 15959 2340 0,'0'0'657'15,"0"0"-397"-15,0 0 23 0,0 0 1 16,0 0-80-16,0 0-84 0,0 0-51 0,0 0-35 16,0 0 3-16,0 0 25 0,-43 30 16 15,30-15 15-15,-4 1 15 0,1 1 21 16,1 7-19-16,2-2-12 0,2 1-24 15,5 2-10-15,3-1-35 0,3-2-29 16,0 0-3-16,6-4-27 0,3-2 12 16,2-1-1-16,1-2 7 0,2-3-3 15,1-2-4-15,0-3 4 0,4-5-25 16,3 0 16-16,-1-3-19 16,4-5-74-16,0-4-27 0,0-1-125 0,0 0-282 15,-8 1-562-15,6 1-500 0</inkml:trace>
  <inkml:trace contextRef="#ctx0" brushRef="#br0" timeOffset="128290.45">27341 15687 2353 0,'0'0'654'0,"0"0"-408"0,0 0 25 16,0 0 38-16,0 0-7 0,0 0-115 16,0 0-41-16,0 0-59 0,0 0-7 15,0 0-34-15,27 75 28 0,-18-58 3 16,0-3-13-16,1-1-18 0,0 2-19 16,-3-3-2-16,2 0-25 0,1-1-1 0,-3-2-1 15,-1-1 0-15,-2-2-20 16,-1-4 7-16,0 1 14 0,-3 0 1 0,0-3 0 15,0 0 12-15,0 0 22 0,0 0 3 16,0 0-19-16,0 0-6 0,0 0 0 0,0 0-12 16,0 0-21-16,0 0-6 0,0 0 14 15,0 0 1-15,0 0-6 0,0 0 5 16,0 0 13-16,0 0 3 0,0 0-3 16,0 0-1-16,0 0-2 0,0-1-12 15,0 1-40-15,0-3 12 0,0 1 6 16,0 2 14-16,0-2 23 0,0-1 34 15,-1 0-1-15,-1 1-14 0,-1-1 24 16,-1-1-19-16,-2 2-24 0,0-1 0 0,0 0-3 16,-2 1 1-16,-2 0-26 0,-2 2 25 15,-1 0-12-15,0 0 3 0,-1 0 9 16,1 4-9-16,-3 2 8 0,5 1-8 16,-1 1-3-1,1 1 15-15,3-2 1 0,1 2 17 0,4-3-2 0,0-2-13 16,3-2-3-16,0 1-15 0,0-2-18 0,0 2-13 15,7-1 35-15,2 1 11 0,3 1 0 16,1-3 13-16,1 3-12 0,3-3 14 16,2 0-14-16,0 4-1 0,4-4-15 15,0 3 2-15,0-2-5 0,2 3-4 16,-2 0 4-16,-2 2-13 0,-2 0 28 16,-2 3-12-16,-5-3 14 0,-3 4 1 15,-1-1 21-15,-5 0 1 0,0 2 12 0,-3-2 42 16,0 2-42-16,-3 1-12 0,-6-2-1 15,1 4-18-15,-4 2 0 0,-1 1-2 16,0-1 36-16,0-2-19 16,-1-3-17-16,2-4-1 0,1-3 0 0,-1-3-55 15,2-2-58-15,0 0-38 0,4-1-62 16,-1-7-33-16,4 0-131 0,0-3-165 16,3 3-434-16,0-4-344 0</inkml:trace>
  <inkml:trace contextRef="#ctx0" brushRef="#br0" timeOffset="128561.66">27576 15627 1778 0,'0'0'632'0,"0"0"-245"0,0 0-31 15,0 0 77-15,0 0-73 0,0 0-72 0,0 0-101 16,0 0-82-16,0 0-65 0,0 0-3 15,9 77 12-15,7-46 13 0,5 2-7 16,2 4 10-16,-1 0 2 0,4 0-18 16,-2 1-46-16,-1-5-3 0,-2 0-24 15,-1-7 24-15,-3-4-37 0,-6-5-123 16,-2-7-83-16,0-3-96 0,-5-4-139 16,-4-3-118-16,0-3-190 0,0-4-389 15,-14-8 178-15</inkml:trace>
  <inkml:trace contextRef="#ctx0" brushRef="#br0" timeOffset="128706.29">27622 15879 414 0,'0'0'1209'0,"0"0"-748"0,0 0 15 16,0 0-80-16,0 0-140 0,0 0-68 15,0 0 63-15,0 0 48 0,0 0-89 16,0 0-48-16,78-27-78 0,-55 15-34 16,1-1-50-16,-1-3-34 0,-2 1-221 15,-1-2-293-15,-7 6-769 0,1-9-900 0</inkml:trace>
  <inkml:trace contextRef="#ctx0" brushRef="#br0" timeOffset="132296.14">28579 15243 140 0,'0'0'1597'0,"0"0"-1270"0,0 0-158 0,0 0 45 16,0 0 28-16,0 0 41 15,0 0-97-15,0 0-62 0,0 0-3 0,0 0-29 16,-42-48 89-16,32 48 5 0,-1 0-7 16,-1 1-19-16,-1 5-29 0,0 2-26 15,-1 3-3-15,-1 2 0 0,3 5-4 0,1 4-24 16,3 8-12-16,3 1 8 0,5 5 13 16,0 5 26-16,10 1-75 15,5-2-34-15,4 0-30 0,2 0-1 0,1-6 4 16,2-5 11-16,-1-1 4 0,-3-4-12 15,-2-7 21-15,-4 2-19 0,-4-7 20 16,-1-1 1-16,-3-3-1 0,-5-2-13 16,2 0 15-16,-3-1-1 0,0-3-20 15,-3 2-15-15,-2-3 8 0,-3 0-6 16,-3-1 4-16,-4-1-26 0,-1-6-39 16,-4-3 12-16,3 2 34 0,1-3 46 15,6 4-12-15,0 0 3 0,7 4-4 16,3 0-18-16,0-3-25 0,3 3 10 0,8-3 49 15,4 1-1-15,3-3-31 0,3-1 32 16,2 1 37-16,1 0 12 0,2-1-27 16,-3 1-9-16,1 1-1 0,-3 0-10 15,-2 2-1-15,-5 1-1 0,-2 2 0 16,-1 2 0-16,-4-2 1 0,-1 2 15 0,0 0-1 16,1 0 7-16,-1 0-1 0,-2 0 1 15,2 4 18-15,0 1 16 0,1 2-4 16,-3 2-6-16,2-2-9 0,1 4-7 15,-2-1-8-15,-1 1-7 0,3-1-2 16,0-2-13-16,-1 1-2 0,0-2-20 16,1-3 1-16,-3-2-10 0,2 0-15 0,-2-2-31 15,2 0-80-15,0-6-51 16,1-5-102-16,0-1-198 0,-1-3-31 0,3-3-210 16,-5 2-336-16,3-5 339 0</inkml:trace>
  <inkml:trace contextRef="#ctx0" brushRef="#br0" timeOffset="132546.48">28990 15526 1433 0,'0'0'462'15,"0"0"-242"-15,0 0 56 0,0 0 1 16,0 0-51-16,0 0-60 0,0 0-41 16,0 0 6-16,66 67 25 0,-63-64 2 15,-2-1 66-15,-1-2 56 0,0 0-18 16,0 0-86-16,0-3-99 0,-4-4-64 15,1-1-13-15,-1-4 0 0,-3-6-13 16,1-2 12-16,-3-2 0 0,2-2-10 0,1 0-17 16,5 1-3-16,1 2-3 0,0 2-34 15,4-1-43 1,9 4-10-16,0-2-7 0,4 4-24 0,1 1-80 0,0 2-76 16,-3 4-152-16,-1 2-227 0,-4 2-523 15</inkml:trace>
  <inkml:trace contextRef="#ctx0" brushRef="#br0" timeOffset="132744.93">28798 15441 470 0,'0'0'2854'0,"0"0"-2493"0,0 0-361 16,0 0-3-16,0 0-89 0,0 0 10 15,0 0 47-15,0 0-79 0,0 0-235 16,91-23-321-16,-73 20-558 0,7 1 148 0</inkml:trace>
  <inkml:trace contextRef="#ctx0" brushRef="#br0" timeOffset="133079.76">29292 15408 1755 0,'0'0'616'0,"0"0"-380"0,0 0 6 16,0 0-18-16,0 0-105 0,0 0-30 16,40-74-32-16,-32 56-31 0,-4 2-25 15,2 2 2-15,-4 1 23 0,-1 2 66 0,-1 1 16 16,0 3 65-16,-6 0 19 0,-1 3-31 16,-3 1-27-16,0 1-25 0,-2 2 2 15,-2 0-21-15,1 4 2 0,-1 6 16 16,0-1 3-16,0 5-23 0,4 3-51 15,1 0-16-15,2 4-2 0,2-1 5 16,2 2 16 0,3-2 3-16,0-1-10 0,1-3-2 0,6-1-13 0,3-2-6 0,-1-4-11 15,5-3-1-15,1-2-24 0,2-3-19 16,-1-1-30-16,4-4-31 16,1-3-6-16,-2-2-25 0,3-4-25 15,-3 0-79-15,4-3-161 0,-2-4-169 16,1-1-171-16,-9 6-407 0,6-9-188 0</inkml:trace>
  <inkml:trace contextRef="#ctx0" brushRef="#br0" timeOffset="133485.71">29537 15071 1315 0,'0'0'624'16,"0"0"-316"-16,0 0-43 0,0 0 54 16,0 0-39-16,0 0-35 0,0 0-41 15,0 0 1-15,0 0-22 0,0 0-38 16,0 0-27-16,-11-19 10 0,11 19 15 15,0 2 8-15,0-1 6 0,0 2 2 0,-2 0-34 16,1-1-76-16,-6 1-34 0,4 1 1 16,-1-1 14-16,-1 1-8 0,2-1 2 15,0 0 12-15,1 1-2 0,0-4-7 16,-1 3 1-16,2 0-1 0,-2 2-3 16,0-2-23-16,2 4 0 0,-2 1 2 15,0 3-2-15,0-1-1 0,3 5-3 16,0-2 0-16,0-1-24 0,0-1-22 15,4-3-8-15,5 0 14 0,5-2 6 16,0 0-21-16,4-1 10 0,1 0 5 0,1-4 21 16,2 3-5-16,-1-2-4 0,-2-1 16 15,-2 1 0-15,-2-1-13 0,-5 0 4 16,-5 1 24-16,0 1 2 0,-4-1 22 16,-1 2 4-16,0 2 18 0,0 0-7 15,-1-1-17-15,-6 5-7 0,-5 0-15 16,1 1-25-16,-5-1-37 0,-3 1-17 0,-1 0-7 15,1-1-22-15,0-3-27 0,5-5-76 16,5-2-145-16,5 0-130 0,0-7-288 16,4-8-968-16</inkml:trace>
  <inkml:trace contextRef="#ctx0" brushRef="#br0" timeOffset="134178.89">29664 14897 2448 0,'0'0'608'0,"0"0"-413"0,0 0 69 16,0 0 11-16,0 0-20 0,0 0-86 16,0 0-7-16,0 0 21 0,0 0-54 15,0 0-55-15,64 67-3 0,-47-44-7 16,-1 5-12-16,1-2-18 0,-1 1-8 16,-2-2-26-16,-1-2-12 0,0-2 0 15,-1-2-28-15,-2-1-15 0,0-2 21 16,-4-8-58-16,-2 1-105 0,-2-6-7 0,-2-1-30 15,0-2 23-15,-2 0 4 0,-2 0 23 16,-2-2 76-16,0-6 105 0,-1-3-153 0,4-3 69 16,0-2 72-16,3-2 12 0,0 2-16 15,0-3-3-15,6 0 20 0,3-2-27 16,-1 4-19-16,3-4 16 16,1 3 0-1,0 3 6-15,-2 3 15 0,4 0 11 0,-2 1 29 16,-2 4 71-16,-1 2 15 0,-4 0 6 0,1 3-13 0,-3 2-38 15,0-3-16-15,0 3-13 0,1 0 7 16,-1 0 25-16,-2 0 37 0,2 3 53 16,-1 3-33-16,-1 2-52 0,2 1-16 15,-1 4 4-15,-1 3-17 0,-1 1 23 16,0 4-17-16,2-3 32 0,-1-1-38 16,2-2-49-16,4-4-9 0,-3 0-10 0,5-5-11 15,-2-2-7-15,2-4 6 0,4 0-37 16,-2-4 5-16,2-6 5 0,2-4 2 15,-4 2-7-15,-1-5-2 0,-1 2 18 16,-3-1 24-16,-3 4 20 0,-3-1-60 0,0 1 19 16,0 1 31-16,-6 1 13 0,2 3 22 15,-1 0-7-15,-1 1-14 0,2 2 12 16,1-1 2-16,3 3 23 0,-2 1 48 16,2 1 4-16,0 0 7 0,0 0 8 15,0 3 6-15,0 0 10 0,0-1-1 16,2 2-25-16,2-1-64 0,2 3 9 15,3 2-1-15,1-1 4 0,3 1-9 16,0-2 5-16,-2 0-21 0,0-2-18 16,-1-2-15-16,0 1 11 0,-3-3-35 15,2 0-44-15,-2-2 4 0,3-3 8 0,-3-3-15 16,-1 0-28-16,1-5-31 0,3-3-41 16,-4-1-122-16,1-2-209 0,-1 0-229 15,-3 4-28-15,1-6-654 0</inkml:trace>
  <inkml:trace contextRef="#ctx0" brushRef="#br0" timeOffset="135174.37">30314 14690 2406 0,'0'0'602'0,"0"0"-330"0,0 0-56 16,0 0 50-16,0 0 4 0,0 0-81 16,0 0-90-16,0 0-12 0,0 0-6 15,49 81-4-15,-34-61-3 0,-1 3 6 16,-1-1 0-16,3-3-49 0,-3-2-31 0,1-1-25 15,-4-4 0-15,-2-3-36 0,-4-3-84 16,-1-2-28-16,1-2-20 0,-4-2-8 16,0 0-28-16,0-2-110 0,-4-4 4 15,-2-5 66-15,-1 2-154 0,-1-5 119 16,1 0 213-16,0-3 81 0,3 2 10 16,1 0 36-16,0 2 0 0,3 1 32 15,0 2 19-15,0 2-42 0,3 1-25 0,4-3-18 16,3 3-1-16,2-1 1 0,-1 0 31 15,4 2 73-15,-1 0 53 0,3 1-18 16,2 1-38-16,0-1 80 0,-1 4 9 16,0-3-134-16,-4 4 2 0,-2 0 33 15,-3 1 113-15,-1 5 18 16,-2 1-29-16,-2 2-70 0,-1 3-28 0,0-4-26 16,0 1-12-16,0 0-12 0,-2-2-46 0,3-2-1 15,-1 1 1-15,0 0-1 16,2-4-15-16,0 1-13 0,1-1-3 0,4-1-6 15,0-1-12-15,2 0-14 0,5-3-8 16,5-2 2-16,1-2 41 0,0-3 2 16,3 0-15-16,-5 2-50 0,-2-2-32 15,0 0 29-15,-5 1 11 0,-1-1 45 16,-3-1 28-16,-1 3 10 0,-3-4 19 16,-2 0 16-16,-4-2 9 0,0-1 3 0,-3-5 4 15,-7-1-23-15,-3-2-12 0,-1-1-15 16,-1 2 15-16,-2 1-1 0,4 6 1 15,-4 4 9-15,2 4 32 0,0 5-19 16,0 2-35-16,-2 2-3 0,5 5 1 0,-1 1 36 16,0 1 40-16,3 3 32 0,-1 1-22 15,-1 0-31-15,2 2 3 16,-4 3-3-16,1 1-1 16,-3 2 4-16,4-2-4 0,2-3-33 0,2-3-20 15,3-7-2-15,5-2-43 0,0-4-43 0,5 0-10 16,9-3 21-16,2-5 47 0,7-6 13 15,0-2-10-15,0-1-19 16,-1-4-15-16,1 2 25 0,-2 0 15 0,1 4 7 16,1 0-1-16,0 2-6 0,1 0 18 15,-3 3-2-15,-1 1-9 0,-2 1 9 16,-4 4 0-16,-4 4 3 0,0 0 21 0,-3 0 70 16,0 6 27-16,-1 2 0 15,1 1-40-15,-1 1-32 0,1 0-25 0,-1 1 4 16,0-3-10-16,1 2-15 0,-3-4-3 0,1 0 1 15,-1-3 0-15,0 0-25 0,1-3-7 16,-1 0-56-16,3-5-16 0,0-2 44 16,2-3 25-16,1-4 34 0,0-3 0 15,0-2-10-15,1 1-15 16,1-1 9-16,-3 2 4 0,2 3 12 16,-2 4 2-16,-3 3 1 0,-2 3 1 0,-2 4 30 15,-1 0 47-15,2 0 43 0,1 4 21 16,0 3 4-16,2-1-11 0,3 1-31 15,-2 0-27-15,3 2-32 0,0-5-8 16,1 1-3-16,0-2 2 0,-1-3-36 16,-1 0-16-16,2 0-30 0,-2-5-18 15,1-2-28-15,3-5 0 0,-3-4-34 16,0 0-46-16,0-4-108 0,-1 1-128 0,-2 0-121 16,-2 3-431-16,3-9-569 0</inkml:trace>
  <inkml:trace contextRef="#ctx0" brushRef="#br0" timeOffset="135425.56">31483 13999 650 0,'0'0'1617'0,"0"0"-1082"16,0 0-127-16,0 0-8 0,0 0-69 15,0 0-14-15,0 0-13 0,0 0-79 16,0 0-115-16,0 0-40 0,0 0-24 16,-59 74 3-16,44-48-3 0,1 0 9 15,7 0-6-15,1-2-16 0,6-2-22 16,0-3-11-16,9-2-12 0,5-4-5 15,4 0 17-15,3-3 21 0,-1-1 4 16,2-1-24-16,0-1-1 0,-4-1-2 16,-2 0 2-16,-3 0-19 0,-6-1 4 0,-1 2-9 15,-6 1-34-15,0 4-40 0,-9 0-82 16,-8 4-147-16,-3 2-268 0,1-5-605 16,-20 6-921-16</inkml:trace>
  <inkml:trace contextRef="#ctx0" brushRef="#br0" timeOffset="135889.75">30572 14818 969 0,'0'0'1018'0,"0"0"-578"16,0 0-114-16,0 0-43 0,0 0-75 15,0 0 69-15,0 0-59 0,0 0-4 16,0 0-47-16,0 0-67 0,22 43-38 15,-15-28-22-15,-3-3-21 0,-1-2-19 16,2 0-28-16,-1-4-56 0,0-1-126 16,-1-3-67-16,4-2-116 0,-4 0-206 0,0-2-410 15,-3-7-295-15</inkml:trace>
  <inkml:trace contextRef="#ctx0" brushRef="#br0" timeOffset="136092.12">30509 14458 3547 0,'0'0'714'16,"0"0"-305"-16,0 0-20 0,0 0-27 15,0 0-68-15,0 0-79 0,0 0-55 16,0 0-45-16,0 0-52 0,0 0-33 16,0 0-18-16,-9 0-12 0,9 0-29 15,0 0-43-15,0 0-55 0,0 0-39 16,-1 0-46-16,1 0-57 0,-2-2-139 15,1-1-288-15,-2-1-846 0,-6-2-1127 0,34 21 2549 16</inkml:trace>
  <inkml:trace contextRef="#ctx0" brushRef="#br0" timeOffset="137459.01">13010 14676 2857 0,'0'0'468'0,"0"0"-268"16,0 0-58-16,0 0 95 0,0 0 86 16,0 0-84-16,0 0-35 0,0 0 5 15,0 0-133-15,31 71-30 0,-5-32-15 16,4 7 14-16,10 6-26 0,3 4 2 15,1 1 0-15,-1-5-6 0,-4-2-15 0,-6-5-3 16,-3-1 3-16,-4-5-1 0,-6-4-28 16,-5-10-32-16,-5-7 34 0,-3-5 2 15,-4-7-21-15,-3-3-9 0,0-3-25 16,0 0-21-16,-10-9-47 0,-3-5 12 16,-7-5-69-16,-2-9 46 0,-8-7 20 15,-2-7-37-15,-5-2-17 0,1-5 0 31,1 1 78-31,0 0 99 0,1 0 16 0,0 2 22 0,3 0-22 16,-2 1 0-16,1 4 0 0,2 3 1 0,1 2 12 16,1 6 13-16,3 4 12 0,-1 0 0 0,3 6-3 15,2 3 16-15,0 5 25 0,5 4 38 16,-1 8-13-16,3 0 69 0,5 0-37 16,3 6-37-16,3 5 41 0,0 6-115 15,3 5-22-15,0 7-14 0,0 6 14 0,9 5 31 16,3 4 21-16,2-1 10 0,-3 4-37 15,4-3 6-15,-5-3-3 0,0-3-3 16,0-3-24-16,-3-9 2 0,-1-5 25 16,0-7-10-16,-2-7-18 0,-3-2-52 15,1-5-29-15,-1-4-24 0,1-7 11 16,0-10 94-16,-2-5 43 0,0-9-9 16,-1-5-34-16,-10-4-22 0,-4-3-19 15,-3 2 7-15,-1-3-10 0,-1 0 29 16,0 6 15-16,2 2 18 0,4 7-2 15,1 5-13-15,5 8 16 0,3 4-7 16,1 5-9-16,4 8 25 0,0 0 44 0,0 3-10 16,0 0-16-16,5 6-12 0,7 1 3 15,8 5 124-15,6 4-14 0,13 7-49 0,1 3-18 16,4 1-28-16,0-2-25 0,-2 0-27 16,-1-5-18-16,-2-3-31 0,-1-1-6 15,-3-9-55-15,1-5-84 0,-5-2-93 16,0-2-280-16,-8-4-560 0,-5-5-802 0</inkml:trace>
  <inkml:trace contextRef="#ctx0" brushRef="#br0" timeOffset="137994.16">13639 16242 2168 0,'0'0'1149'15,"0"0"-838"-15,0 0-124 0,0 0 45 16,0 0 0-16,0 0-83 0,46 67-75 0,-25-42-28 15,5 3 22-15,2-3-9 0,2 0-16 16,2-3-6-16,-4-2 15 0,0-3-9 16,-3-5-21-16,-4-2-4 0,-4-3-18 15,-4-6-12-15,-4-1-16 0,1-1 16 16,-4-9-8-16,-3-6 20 0,0-6 28 16,-3-6-4-16,-6-7 1 0,-5-5-13 15,-4 0-11 1,-1-1-1-16,-3 4 1 0,1 2-2 0,2 4-13 0,3 7-20 15,3 5-6-15,1 3-18 0,4 8-31 0,2 2-28 16,1 3-51-16,2 1-102 0,0 1-111 16,0-2-223-16,2 1-401 0,9 2-312 15</inkml:trace>
  <inkml:trace contextRef="#ctx0" brushRef="#br0" timeOffset="138296.35">14095 16065 1702 0,'0'0'1410'16,"0"0"-1063"-16,0 0-122 0,0 0-89 16,0 0 2-16,0 0-81 0,24 64-32 15,-10-45 35-15,0 2 24 0,7-3 0 16,-3-3-18-16,0 1 33 0,2-7-9 16,-1-1-26-16,-2-7-14 0,-4-1-36 15,3 0-13-15,-6-5-2 0,0-2-10 16,-2-5 11-16,-3-4 12 0,-2-3 7 0,-3-2 2 15,0-1-18-15,-9 0 16 0,-5 2-19 16,-2 2-23-16,-4 3-1 16,-3 3 22-16,-1 2-11 0,-3 4-11 0,3 0-13 15,1 2-19-15,4 3-21 0,1 1-22 0,7 0-76 16,1 1-32-16,6 3-70 16,2 0-155-16,2 1-258 0,0-2-510 0,10 3-178 15</inkml:trace>
  <inkml:trace contextRef="#ctx0" brushRef="#br0" timeOffset="138693.29">14326 15846 1838 0,'0'0'974'0,"0"0"-691"0,0 0 52 16,0 0 3-16,0 0 27 0,0 0-113 16,0 0-72-16,0 0-112 0,-12 66-31 0,18-42-25 15,4 2 7-15,5-2 17 0,-1-1-2 16,2-3-9-16,0-3-7 0,0-5-18 15,-3-4-13-15,1-4-18 0,-2-4 0 16,-1-2-12-16,1-11-6 0,-4-7 46 0,0-7 3 16,-1-4-15-16,-6-8-47 0,-1 0-49 31,-5-4-20-31,-6 1 13 0,-3-4-10 0,-6 1 24 0,-5-1 38 16,-2 4 66-16,0 6 6 0,2 5 54 15,3 8 29-15,7 7 35 0,4 9-8 0,7 3 33 16,3 4-4-16,1 0-7 0,0 4 19 15,0 7-4-15,3 6-74 0,1 7-79 16,9 11-18-16,0 5 18 0,5 4 27 16,4 0 4-16,3-1 24 0,-2-5-27 0,0-6-28 15,-1-8-42-15,0-5-13 0,0-7-58 16,-2-5-34-16,2-7-47 0,-2 0 6 16,-1-8-4-16,-1-12-90 0,3-5-92 15,-7-7-186-15,-2-8-100 0,-2 11-63 16,-7-13-462-16</inkml:trace>
  <inkml:trace contextRef="#ctx0" brushRef="#br0" timeOffset="138972.18">14606 15596 1167 0,'0'0'742'16,"0"0"-321"-16,0 0-85 0,0 0-50 15,-8 75-45-15,17-53-18 0,2 0-39 16,3 0-23-16,0-3-16 0,-1-1-20 0,-1-1-5 16,2-6-14-16,-5-3-25 0,-2-3-17 15,1-5-64-15,-2 0-37 0,-2-6-7 16,-1-5 32-16,0-8-10 15,-1-4 0-15,-2 2-28 0,0-1-27 0,0 3 8 16,-5 6 46-16,4 5 23 0,1 1 26 16,0 7-25-16,0 0 30 0,0 0 47 15,0 0-6-15,6 5-7 0,0 3 10 16,5 2 11-16,1-1-24 0,2 1-37 16,-3-2-22-16,3-3-3 0,0-2-19 15,0-3-24-15,2 0-12 0,0-6-66 16,3-4 15-16,-2-7 22 0,-1-4-253 15,1-9-84-15,-4-4-284 0,-4 8-456 0</inkml:trace>
  <inkml:trace contextRef="#ctx0" brushRef="#br0" timeOffset="139974.69">14828 15106 2662 0,'0'0'475'0,"0"0"-159"0,0 0-44 15,0 0-39-15,0 0-78 0,0 0-127 16,15 76-6-16,5-43 34 0,4 4-3 15,5 4-7-15,4 1 16 0,4 3 50 16,0 2 36-16,5-1-19 0,1 0-12 16,-2-3-62-16,-4-1-34 0,-3-5-21 15,-8-4-14-15,-4-5-4 0,-5-5-31 16,-6-9-31-16,-5-5 12 0,-3-5 13 16,-3-4-1-16,-2-9-126 0,-5-9 30 0,-7-6 130 15,-1-9 22-15,-5-5-2 16,-2-5-16 15,2 1-14-31,1-1-39 0,3 3 36 0,4 7-22 0,4 3 4 0,4 4 15 0,4 5-3 0,0 2-9 0,1 1-7 16,7 1-9-16,1 2 10 0,2 0 5 15,0 2 32-15,4 3 19 0,-5 1 9 16,2 4-6-16,-3 1 0 0,-1 3 38 16,-1 1 22-16,-1 1 57 0,0 6 30 0,1 5 17 15,1 4-45-15,3 2-51 0,-2 1-9 16,2 0 0-16,2-1-19 0,1-2-28 15,-1-5 4-15,3-4-18 0,-3-2-1 16,1-5-1-16,-1 0-1 0,-3-5 2 16,2-7 1-16,-6-5 11 0,-2-1-9 15,-3-5-3-15,-1 2-14 0,0-1-35 0,-4 2-19 16,-3 4 21-16,-6 3 22 16,0 3-9-16,-4 2-6 0,1 2-4 0,-1 4 16 15,0 0-6-15,5 2 6 0,1 0 15 16,6-1-27-16,2-1-80 0,0-3-122 0,3-2 14 15,0-2 104-15,0 0 45 0,0 1 21 16,3 1 46-16,3 0 12 0,4 0 28 16,1-2 55-16,4-1 25 0,5-4-19 15,-1-1-57-15,4-1-31 16,3 2 2-16,-1 3 13 0,4 3-14 0,-2 3 71 16,-3 5 46-16,-3 0-24 0,-1 11 18 15,-5 2 25-15,1 5-4 0,-6 1-22 16,2-2-31-16,-4-2-17 0,1-2-14 15,-3-3-20-15,-2-5-30 0,0-1-25 16,2-2 6-16,-3-2 1 0,1-2 6 16,0-7 12-16,-1-5 21 0,2-5-3 15,-2-3-18-15,-3-1-16 0,3 3 13 16,-3 1 0-16,3 4-22 0,-1 5 4 0,1 3 5 16,-2 4 15-16,2 2-13 0,2 1 14 15,1 0 65-15,2 2 37 0,4 2-56 16,2-1-22-16,3 0 41 0,1 1-16 0,0-2-31 15,1-2-18-15,-2 0 3 0,2 2 16 16,-3-2-19-16,0 0 0 0,-3 0 0 16,0 0 0-16,-3 0-12 0,2-2-7 15,-1-5 17-15,-1-4-1 0,4-6-37 16,-2-5 0-16,3-3 37 0,-1-2-58 16,-1-1-35-16,0-2 19 0,-5 1 15 15,0 0 6-15,-5 1 7 0,-3 2 46 16,0 1 3-16,0 4 28 0,-6 3-1 15,0 5 8-15,1 5 39 0,0 2 52 0,-4 5-18 16,2 1-50-16,-3 4-21 0,-1 5 3 16,-1 4-12-16,2 3-26 0,-2 5 22 15,6 2 13-15,4 4-13 0,2-2 22 16,0 1 67-16,5 0 48 0,8-2-30 16,0-5-37-16,4-6-36 0,2-1-43 0,3-6-15 15,2-6-25-15,2 0-11 16,-1-11-9-16,2-7-43 0,1-6-49 0,-2-5-144 15,-5-5-303-15,-3 6-842 0,-3-13-1297 16</inkml:trace>
  <inkml:trace contextRef="#ctx0" brushRef="#br0" timeOffset="140576.81">15427 16164 2936 0,'0'0'397'0,"0"0"-311"0,0 0 19 16,0 0 31-16,0 0 94 0,-50 72-133 16,45-53-62-16,2 0-13 0,3 3-20 15,0-2 11-15,0 0 3 0,8 0 28 0,-1-5 28 16,1 0 9-16,1-5-1 0,1-2-21 16,6-6-34-16,3 2 0 0,1-4 0 15,4 0-12-15,4 0-11 0,1 0 5 16,-2 0-4-16,2 0-3 0,-7 2 13 0,1 8 27 15,-6-2 12-15,-6 3-5 0,-2 0 29 16,-4 2 57-16,-3 3-5 0,-2 1-64 16,0 3-36-16,-8-2-13 0,-1-3-15 15,-1 0-10-15,-3-7-33 0,0-2-36 16,-1-6-50-16,1 0-59 0,-3-12-68 16,0-5-15-16,2-4-34 15,0-8-100-15,4-1-206 0,2 7-204 16,2-15-521-16</inkml:trace>
  <inkml:trace contextRef="#ctx0" brushRef="#br0" timeOffset="141543.5">15535 16184 362 0,'0'0'808'0,"0"0"-342"15,0 0-44-15,0 0 47 0,0 0-40 16,0 0-77-16,0 0-51 0,90 35-48 16,-64-18-58-16,-2 3-51 0,2 3-32 15,0-3 3-15,-4 2-22 0,-2-3-56 16,-3-3-10-16,-4-4-27 0,-1-5-12 0,-1-3-53 15,-2-4-28-15,-1-2-3 0,2-7-6 16,-1-8 14-16,0-4 0 0,-3-4-6 16,-1-1 6-16,-4 1-26 0,1 2 13 15,-2 4 32-15,0 2 27 16,0 5 40-16,0 6 2 0,0 2 15 0,0 3 77 16,1 1 37-16,1 0 19 0,1 0-6 15,1 4-51-15,2-1-69 0,7 1-7 16,-2 1-14-16,4 0 21 0,4 2 6 15,-2-2 0-15,-1 2-26 0,2-4-2 16,-2 1-3-16,1-1-15 0,0-3-10 16,-3 0-7-16,-1 0-2 0,3-8-54 0,-5-2-38 15,-1-6 3-15,2-1-38 0,-5-6-46 16,0 2-54-16,-2-2-2 0,-1-1 21 0,-4 2-20 16,0 1-49-16,0 2 25 0,-9 0 19 15,3 4 52-15,2 2 189 0,0 4 29 16,1 5 45-16,3 1 60 0,0 3 129 15,0 0 45-15,0 4 3 0,0 4-36 16,1 2-29-16,4-2 27 0,2 3-16 16,2-1-14-16,2-1-11 0,2 1-32 15,1-4-33-15,1 0-25 0,2-4 4 16,1-1-23-16,-1-1-48 0,-1-1-11 16,-2-5-13-16,1-2 5 0,-4-2 4 15,-1-1-9-15,-3-3-3 0,-2 1-7 0,-2-3 10 16,-3 2-20-16,0-2 1 15,-6 8-1-15,-4-3-1 0,-6 4 15 0,-2 2-16 16,-2 4 0-16,0 1-10 0,-2 0-8 16,2 5-23-16,3 2-14 0,3 0 11 15,2-1-34-15,6 0-65 0,1-5-65 16,5-1-61-16,0 0-186 0,0-5 2 0,10-4 253 16,0-2 148-16,0 1 22 0,6-2 30 15,-2 2 39-15,2-2 16 0,0 2 39 16,3-1-7-1,3 1 32-15,3 0-35 0,5-1-17 0,3 3-19 0,6 4-3 16,2 2 67-16,2 2 137 0,-1 6-138 16,-5 6-70-16,-2 3-3 0,-5 2-16 0,-5 5 26 15,-5-2 21-15,-4 3 7 0,-4-3-22 16,-4 3-7-16,-2-6 3 0,-3 1 16 16,-2-6 1-16,-1-4 4 15,0-1 14-15,0-6-17 0,-1-1-68 0,-5-2-54 16,-5-9-24-16,-4-4 44 0,-3-6 12 15,-6-4 19-15,-2-6-19 0,-1-2-12 16,-2-6 8-16,3-2 0 0,6 2-5 16,2-3 28-16,7 3-53 0,6 3 2 0,3 4-3 15,2 2-18-15,4 3-29 0,5 2 12 16,-1 5 92-16,5 1 6 0,-1 1 10 16,-2 2 6-16,1 1 26 0,-2 6 12 15,-3 1 6-15,0 4-13 0,-3 4 42 16,1 0 113-16,-4 10-46 0,0 8-97 0,0 0-46 15,-3 7-18-15,-4 3-1 0,-1-1 2 16,0 0-2-16,-2-2-31 0,1-7-16 16,2 0-28-16,1-5-15 0,2-6-27 15,0-3-46-15,2-4-93 0,2-4-190 16,0-13-29-16,0-4 136 0,2-5-47 16,5-6-144-16,-2 7-151 0,6-17 143 15</inkml:trace>
  <inkml:trace contextRef="#ctx0" brushRef="#br0" timeOffset="141796.54">16691 15195 329 0,'0'0'395'16,"0"0"-125"-16,0 0 186 0,0 0-14 16,0 0-69-16,0 0-98 0,0 0 109 15,0 0 76-15,0 0-67 0,0 0-211 0,0 0-103 16,35 14 18-16,-37 13 38 0,2 1 38 16,0 1-15-16,2-4-32 0,5-3-31 15,6-4-36-15,1-3-26 0,5-5 1 16,1-4 0-16,5-1-7 0,1-3-8 15,2-2 17-15,4 1 1 0,0-1 18 32,-1 0 39-32,-2 2-3 0,-4 1-57 15,-5 1-19-15,-7 2-12 0,-3 3 24 0,-2 2 1 0,-3 0 2 0,-4 4-30 16,-1-1-27-16,0-2-140 0,-8 0-62 0,-2-3-77 16,-3-2-183-16,0-3-654 15,-14 3-993-15</inkml:trace>
  <inkml:trace contextRef="#ctx0" brushRef="#br0" timeOffset="149790.5">25339 9699 1914 0,'0'0'1022'0,"0"0"-679"0,0 0-111 0,0 0-39 16,0 0 28-16,0 0-1 0,0 0-49 16,0 0 0-16,0 0 5 0,0 5 11 15,0-4 9-15,0 0 2 0,0 5-3 16,0-3-16-16,3 3-25 0,2-2-39 0,0 3-16 16,1-1-8-16,5 1-37 0,3-1-27 15,4 0-9-15,5 1 0 0,2-4-18 16,7 1-12-16,5-3-9 0,2-1 6 15,4 0-6-15,3-5-30 16,-2-3-6-16,0 0-7 0,-5 0-2 0,-6 0-28 16,-4-1-27-16,-9 5-30 0,-7-1-25 15,-5 3-47-15,-6-1-27 0,-2 3-55 16,0-3-36-16,0-1-111 0,-4-2-21 0,-2 0-495 16,-4-2-409-16</inkml:trace>
  <inkml:trace contextRef="#ctx0" brushRef="#br0" timeOffset="150431.89">25257 9631 1049 0,'0'0'1233'15,"0"0"-826"-15,0 0-105 0,0 0 15 16,0 0-16-16,0 0-54 0,0 0-43 16,0 0-23-16,0 0-19 0,0 0-17 15,0 0-6-15,6 1-1 0,-2-1-24 16,2 0-41-16,0 0-21 0,1 0-12 15,-1 0-16-15,1 0 1 0,2 0-13 16,-2 0-9-16,0 0 0 0,-2 0 0 16,0 0 9-16,-4 0-10 0,1 0 1 0,-2 2 19 15,0 1 11-15,0-2 19 16,0 1 30-16,-2 4-3 0,-4-1-49 0,-2 2-12 16,1 3-18-16,-2-2 3 0,-2 2-1 15,2-2 0-15,0 3 10 0,-3-1 3 0,0 1 6 16,-1 3 3-16,-1 0 4 0,0 3-10 15,-1-1-3-15,3 1-3 16,-1-2-9-16,6 1 12 0,1-2 3 0,5-4-15 16,-1-1-3-16,2 1-3 0,0-3 3 15,2 0-12-15,2 0 12 0,2-3 40 16,3 1-19-16,2-4-20 0,-1 2 14 16,6-2-12-16,-3-1-1 0,4 0 0 15,-1 0-2 1,1 0 1-16,-1 0 0 0,3 0-1 0,-1 0-2 0,2 0-1 15,-2-1 0-15,1 1-12 0,-2-1 3 16,-1 1 10-16,0 0-14 0,-4 0 13 16,-1 0-9-16,-4 0 10 0,1 0-1 0,-3 0-15 15,0 2-18-15,0 1-10 0,0 1-26 16,0-2-38-16,0 2-11 0,2-2-22 16,1-1-28-16,1-1-109 0,1 0-140 15,-1-4-243-15,1-3-450 0,-1-4-715 0</inkml:trace>
  <inkml:trace contextRef="#ctx0" brushRef="#br0" timeOffset="151207.06">26487 9496 447 0,'0'0'2025'15,"0"0"-1487"-15,0 0-256 0,0 0-15 16,0 0 61-16,0 0-36 0,0 0-65 16,0 0-17-16,0 0-22 0,0 0-53 0,0 0-10 15,-35 7 12-15,23 1 10 16,-2 2-5-16,1 1-30 0,-1 6-30 0,2-1-18 15,-1 1-19-15,3 2-15 0,3 2-15 16,2 1-3-16,2-3 1 0,3 3-10 16,0-3 0-16,2-1-2 0,5-2-1 15,3-1 0-15,3-3-25 16,0-1-14-16,4-4-21 0,-1-2-19 0,3-2 9 16,1-1-24-16,2-2-30 0,-2-2-28 15,0-4-53-15,2-3-113 0,-2-2-178 16,-4-1-203-16,-2 2-378 0,2-4-285 0</inkml:trace>
  <inkml:trace contextRef="#ctx0" brushRef="#br0" timeOffset="151459.19">26763 9568 1702 0,'0'0'817'0,"0"0"-354"0,0 0-159 16,0 0 68-16,0 0-38 0,0 0-108 15,0 0-56-15,0 0-5 0,0 0-14 16,9 64-25-16,-8-45-19 0,2 4-3 16,1-4-16-16,-1-2-21 0,3-1-39 15,-3 1-12-15,3-5-16 0,-2-2-12 16,1 1 0-16,0-5-16 0,-1-1-36 16,-1-2-46-16,2-3-58 0,-1 0-63 15,3 0-60-15,0-3-100 0,1-6-184 0,-3 2-543 16,1-7-560-16</inkml:trace>
  <inkml:trace contextRef="#ctx0" brushRef="#br0" timeOffset="152091.39">26942 9417 1038 0,'0'0'1575'0,"0"0"-1246"0,0 0-262 0,0 0-12 15,0 0 63-15,0 0 29 0,0 0 6 16,0 0-24-16,0 0 7 0,0 0 25 16,0 0 3-16,33 71 11 0,-30-52 5 15,1 3-29-15,-1 0-46 0,-1 5-40 16,-1-4-16-16,-1 4-28 0,2-4-18 0,-1 1-3 16,-1-2-3-16,4-4-12 0,-3-1 13 15,2-3-20-15,-1-3-14 0,-1-1-35 16,1-1-9-16,-2-6 15 0,1 1 25 15,-1-4 21-15,0 0-6 0,0 0-37 16,0 0-37-16,3-4 18 0,-1-3-66 0,2-3-17 16,2-5 41-16,2-1 0 0,1-3-42 15,-2 1-35-15,2 0 34 0,1 2 92 16,-3-1 39-16,-1 2 6 0,1 2 26 16,0 1 3-16,2 1 1 15,-2 3 18-15,-1 0 10 0,2 0 9 0,-2 5-2 16,2-1 8-16,-3 1 11 0,3 1 9 15,0 0 6-15,1 2-13 0,1 0-3 0,1 0-9 16,-2 0-10-16,3 0-20 16,-2 2-11-16,-2 0 15 0,-2 1 6 0,0 1 64 15,-3-1 52-15,2 1 7 0,-2 2-40 16,0 0-30-16,-1 0-41 0,1 1-9 16,-2-1-3-16,2 2 3 0,0 1-6 15,0-1-3-15,0 2-1 0,-2 1-5 16,3-2 5-16,-1 2-5 0,-1-1-11 15,-1-2-2-15,3 1-1 0,-1-1-12 0,0-2 1 16,0-1 9-16,0 2-9 0,0-3 10 16,0 2 1-16,2-1 1 0,-2 1 4 15,0 0-2-15,0-1 0 0,-1 0-2 16,-1 0-1-16,2-2-12 0,-3-1-2 16,1 0-4-16,-1-2-31 0,0 0-43 0,2 0-43 15,-2 0-49-15,1-2-36 0,1-2-8 16,1-2-4-16,2 0-284 15,-2 0-101-15,3-1-594 0</inkml:trace>
  <inkml:trace contextRef="#ctx0" brushRef="#br0" timeOffset="152564.29">27507 9626 1132 0,'0'0'570'0,"0"0"-424"0,0 0-45 16,0 0 74-16,0 0 19 0,0 0 4 15,0 0-82-15,0 0-49 0,0 0-34 16,0 0-14-16,80-27-17 0,-71 18 21 15,0 1-1-15,-1 0 1 0,-3 0 15 16,-1 2 30-16,-4-1 41 0,0 3 48 16,0-3 72-16,0 0-35 0,-3-2-74 15,-3 1-13-15,-2 1-13 0,-1 0 7 16,-1 2 21-16,0 1 34 0,0 4 18 16,1 0-8-16,-4 0-36 0,2 4-38 15,-1 3-28-15,-2 3-6 0,2 0 9 0,1 2-9 16,2 3 0-16,3 0 3 0,2 2 6 15,2-1-6 1,2 2 3-16,0-2-16 0,5 0 1 0,2 0-4 0,1-5-5 16,1-1-25-16,2 1-15 0,-1-5 0 0,2-1-12 15,0-3-16-15,2-1-11 0,-1-1 0 16,3 0-31-16,0 0-30 0,1-3-53 16,2-3-45-16,0-4-10 0,0 2-147 15,2-4-416-15,-6 3-499 16,5-5-594-16</inkml:trace>
  <inkml:trace contextRef="#ctx0" brushRef="#br0" timeOffset="152858.93">27935 9282 205 0,'0'0'2450'16,"0"0"-1872"-16,0 0-184 0,0 0 15 15,0 0-15-15,0 0-73 0,0 0-125 0,0 0-77 16,-78 19-58-16,65 2-36 0,1 1-22 15,3 3 30-15,4-1 1 0,2 1-7 0,3 1-2 16,0-5-7-16,8 2 0 0,4-2-15 16,0-1 9-16,5-5-11 0,-1-1-1 15,3-3-1-15,-2-1-1 0,-1-2 0 16,-3-1-10-16,-3-2 9 0,-3-3-9 16,-4 1 10-16,-3 0 1 0,0 1 0 15,-3 1-36-15,-11 4-39 0,-2 0-159 16,-10 3-35-16,-4-1-33 0,-5 0-94 31,-2-4-350-31,8-3-666 0,-14-4-301 0</inkml:trace>
  <inkml:trace contextRef="#ctx0" brushRef="#br0" timeOffset="153040.44">27275 9324 3250 0,'0'0'778'0,"0"0"-369"15,0 0-8-15,0 0-50 0,0 0-107 16,0 0-126-16,0 0-86 0,0 0-32 16,0 0-18-16,0 0-36 0,0 0-77 15,-16-6-42-15,13 3-44 0,2 1-47 16,-4-3-97-16,2 0-380 0,-1 2-595 16,-6-1-794-16,52 32 1972 0</inkml:trace>
  <inkml:trace contextRef="#ctx0" brushRef="#br0" timeOffset="153292.28">26799 9171 2797 0,'0'0'678'15,"0"0"-229"-15,0 0-2 0,0 0-80 16,0 0-85-16,0 0-38 0,0 0-58 16,0 0-59-16,0 0-66 0,0 0-61 0,-10 0-15 15,10 0-31-15,0 0-39 0,0 0-76 16,6 0-58-16,4 0-4 0,4 1-162 16,-2 1-368-16,5 0-898 0,-66-7-449 0</inkml:trace>
  <inkml:trace contextRef="#ctx0" brushRef="#br0" timeOffset="153881.79">28454 9091 2794 0,'0'0'684'16,"0"0"-323"-16,0 0-173 0,0 0 75 15,0 0 81-15,0 0-98 0,0 0-103 16,0 0-23-16,-5 84 4 0,2-48 13 16,0 4 6-16,-1 5-13 0,3 3-18 15,-2 1-42-15,3-1-37 0,-1-4-20 16,-1-3-13-16,2-6-3 0,0-3-39 15,0-5-40-15,3-4-24 0,0-4-33 16,2-5-28-16,0-1-31 0,-1-3-46 0,2-5-107 16,3-3-149-16,-1-2-141 15,-2 0-393-15,4-3-391 0</inkml:trace>
  <inkml:trace contextRef="#ctx0" brushRef="#br0" timeOffset="154205.57">28700 9410 2009 0,'0'0'580'15,"0"0"-316"-15,0 0-20 0,0 0 14 16,0 0 19-16,45 83-69 0,-37-63-54 0,-2-1-53 16,-1 0-39-16,-3-2-27 0,1-5-23 15,-1-2 1-15,-2-3 2 0,0-3 10 16,0-4 6-16,0 0 16 0,0 0 2 15,0-2-15-15,0-5-34 16,-3-3-24-16,-3-3-76 0,3-2 29 0,-1-7 36 16,2 1 14-16,2-7-20 0,0 2 13 15,5 0-3-15,5 1 2 0,4 4-22 16,2 1-14-16,1 5-20 0,2 3-13 0,1 3-16 16,0 4 54-16,-1 1 44 0,0 4 14 15,-3 0-39-15,1 0-74 0,1 1-137 16,0 4-226-16,-5-2-581 0,7 6-363 0</inkml:trace>
  <inkml:trace contextRef="#ctx0" brushRef="#br0" timeOffset="154944.59">29190 9476 1558 0,'0'0'552'0,"0"0"-173"0,0 0-47 0,0 0-66 16,0 0-84-16,0 0-54 0,0 0-49 15,0 0-37-15,81-72-30 0,-71 61-9 16,-3 3 16-16,-1-2-3 0,-2 4 16 16,-1-1 22-16,-3 0 37 0,0 1 57 15,0 0-13-15,0 0-28 0,0 1-29 0,0-2 19 16,-3 2-13-16,-3 0 12 0,1 3 12 16,-3-1 33-16,0 1 4 0,-4 2-5 15,-1 0-33-15,-1 0-49 0,1 0-18 16,-3 7 3-16,3-1 5 0,-3 5 4 15,3 1-7-15,1 1-17 16,1 4-7-16,4 2-3 0,1 2-3 0,3 0-14 16,3-2-1-16,0 2-2 0,3-2-16 0,4-2 0 15,4-3-3-15,1-2-10 16,3 0-26-16,1-5-19 0,1-2-40 0,3-4 21 16,5-1-6-16,-2 0-30 0,6-8-51 15,-2-2-37-15,3-3 45 0,-1-4-102 16,0-2-206-16,-3 0-3 15,-3 0-27-15,-4-2 107 0,-5 2 103 16,-7 1 302-16,-1 1 20 0,-4 4 239 0,-2 2 56 0,0 4 11 16,-5 2 14-16,1 3-27 15,-2 1-59-15,2 1-20 0,-2 0-56 0,3 0-30 16,0 1-20-16,-1 2 2 0,1 1-28 16,0-1-6-16,0 0-16 0,0 2-19 15,3-4-33-15,-1 3-28 0,1-2-25 0,0-2-18 16,0 0 17-16,0 0 26 0,1 0 2 15,-1 0 10-15,3 0 0 0,0 0-12 16,3 0 13-16,3-4 17 0,2 1-17 16,2-3-11-16,1 4 1 0,-3-2-3 15,-3 3-12-15,-2-1-13 0,-2 2 10 16,0 0 2-16,1 4 13 0,-1 3 30 16,4 7 19-16,1 4-3 0,0 4-24 15,3 6-10-15,2 3-11 0,2 1 1 16,0 2-1-16,1 3 1 0,-1 1 0 15,-3-1 26-15,-2-4 11 0,-2 2 1 16,-7-5 9-16,-2-1 24 0,0-1 46 0,-8-3-3 16,-3-4-25-16,-1-3-24 0,1-1-13 15,-2-5-24-15,1-6-8 0,-1-2-22 16,2-4-18-16,-5-3-104 0,3-8-39 16,-2-4 0-16,-2-9-31 0,4-5-8 15,2-6-49-15,4-4-158 0,2 0-104 0,5 2-101 16,0 11-204-16,3-10-782 0</inkml:trace>
  <inkml:trace contextRef="#ctx0" brushRef="#br0" timeOffset="155155.49">29781 9308 1846 0,'0'0'606'0,"0"0"-419"15,0 0 52-15,0 0 119 0,0 0 49 16,0 0-123-16,0 0-108 0,30 70-67 15,-24-54-40-15,0 0-47 0,2 0-19 16,0-1 15-16,0-3-18 0,0-3-16 16,3-4-68-16,-2-1-111 0,1-4-81 15,1 0-57-15,1-4-37 0,-2-6-229 0,1 3-431 16,4-12-179-16</inkml:trace>
  <inkml:trace contextRef="#ctx0" brushRef="#br0" timeOffset="155674.76">30064 9261 1398 0,'0'0'825'16,"0"0"-440"-16,0 0-137 0,0 0 50 16,0 0-46-16,21 68-36 0,-9-51-33 15,2-1 6-15,1-4-16 0,0-1-30 0,1-5-22 16,1-3-25-16,-4-1-28 0,-1-2-25 16,-5 0-9-16,-1 0 3 0,-3-3-3 15,-3 1-1-15,0-4 13 0,0-1 10 0,-8-3-53 16,-6-2-3-16,-5 2-22 15,-7 0-58-15,-7-2-30 0,-1 1-4 16,-5-1 52-16,6-2 31 0,4-2 6 16,7-1-3-16,5 0-9 0,8-1-22 15,6 3 16-15,3 3 2 0,0 0 4 0,3 3-7 16,8 2 16-16,3 0 3 0,3 1 25 16,8 1 37-16,2 0 10 0,6 2 12 15,0-2-6-15,2 3-12 0,0-1-7 16,2 3-19-16,-1 0 7 0,-3 0 18 15,0 5 22-15,-5 3-22 16,-7 2 13-16,-3 3 30 0,-7-1 6 0,-1 6 19 0,-7 0 14 16,0 1 6-16,-3 1-39 0,0 1-38 15,0-3-17-15,-3-1-13 0,0-4-18 16,0-1-3-16,3-6-15 0,0-1-40 16,0-4-45-16,0-1-7 0,0 0-6 15,6 0 18-15,0-1 36 0,1-4 40 0,3-1 19 16,-1 0 21-16,1 0-11 15,3-1-10-15,0 4-3 0,0 1-13 16,1 2 1-16,2 0 13 0,4 0 2 0,0 3 0 16,2 1 0-16,1 1 0 0,2-1-2 15,-1-2 1-15,3-2 0 0,-1 2 0 16,-2-2-18-16,-3-2-88 0,0-4-240 16,-3-4-187-16,-4-3-418 0,-5 1-151 15,3-8-346-15</inkml:trace>
  <inkml:trace contextRef="#ctx0" brushRef="#br0" timeOffset="155924.51">30954 8899 2707 0,'0'0'673'0,"0"0"-366"0,0 0-67 0,0 0 17 16,0 0-30-16,-79 76-81 15,66-51-54-15,4 0-21 0,6 1-25 16,0 2-24-16,3 0 8 0,3-2 10 0,6 1-3 15,1 0-16-15,3-3 1 0,3-3 21 16,1 0-13-16,-1-2-2 0,1-2-26 16,-5-3 1-16,-1-1-3 0,-6-1 12 15,-4-1 16-15,-1 1 2 0,-3 0-30 0,-8 0-61 16,-7 3-70-16,-5-1-109 0,-4-3-137 16,4 0-238-16,-13-2-1257 0</inkml:trace>
  <inkml:trace contextRef="#ctx0" brushRef="#br0" timeOffset="159092.89">25531 8701 3056 0,'0'0'567'0,"0"0"-567"16,0 0 16-16,0 0-16 0,91-59 164 15,-51 35-69-15,8-1-61 0,2-5-15 16,4 2-19-16,0 0-19 0,-2-1-22 16,-6 5-9-16,-3 3 25 0,-7 5-1 15,-8 3-68-15,-11 2-33 0,-4 6-16 16,-7-1 19-16,-6 6 48 0,0 0-36 0,-10 0-248 15,3 0-423-15,-11 0-683 0</inkml:trace>
  <inkml:trace contextRef="#ctx0" brushRef="#br0" timeOffset="159491.39">25580 8476 2308 0,'0'0'535'0,"0"0"-278"0,0 0-107 16,0 0 86-16,0 0 83 0,0 0-99 16,0 0-78-16,0 0-39 0,0 0-10 0,0 0 31 15,0 0 33-15,-19 36-43 0,9-17-31 16,-1 4-25-16,-1 1 0 0,0-1 6 15,-2 2-9-15,1-2-9 0,2-2-18 16,2-3 2-16,0-3-12 0,5-1-18 16,1-6 0-16,2-1-24 0,1-1 0 15,0-1 22-15,0 1-1 0,4-2 3 16,0-2 3-16,2-1 15 0,3 2-6 0,2 0 6 16,2-1-5-16,7 0-11 15,2-1 9-15,1 1-11 0,3 0 0 0,0 1-22 16,0-3-60-16,-3 2-40 0,0 0-40 15,2-1-51 1,-3-1-53-16,2 0-121 0,-1 0-239 0,-6-4-462 0,6-5-582 0</inkml:trace>
  <inkml:trace contextRef="#ctx0" brushRef="#br0" timeOffset="159948.96">26547 8207 2323 0,'0'0'657'0,"0"0"-507"16,0 0-149-16,0 0 97 16,0 0 134-16,0 0-3 0,101-53-103 15,-66 37-44-15,3-1-29 0,1-1-34 0,2 1-17 16,-4 0-2-16,-1 3-1 0,-6 2-24 16,-6 1-32-16,-6 7-56 0,-9-2-77 15,-5 6-61-15,-4 0-75 0,0 0-92 16,-16 3-714-16</inkml:trace>
  <inkml:trace contextRef="#ctx0" brushRef="#br0" timeOffset="160655.74">26550 8242 2925 0,'0'0'581'0,"0"0"-388"15,0 0-117-15,0 0 65 0,0 0 164 0,0 0-26 16,0 0-72-16,24 74-48 15,-18-51-36-15,0 1-53 0,0-1-18 16,-1-1-15-16,-2 1 2 0,0 0-28 0,0-3-11 16,0-3-2-16,1-1 0 0,-1-5-13 15,-1-3-25-15,-1-3 1 0,-1-4-41 16,0 0-36-16,2-1-25 0,-2 0-25 16,0-2 11-16,0-3 37 0,0-2 16 0,-2-5-23 15,-1 2-39-15,0-8 60 0,3 5 57 16,0-3-29-16,0 3 23 0,6 1 2 15,3 4-12-15,1-2-29 0,1 3 18 16,2 0 43-16,2 1 31 0,2 0 27 16,-1 0 27-16,1 3 26 0,-1 0 62 15,0 0-31-15,-3 2-26 0,-2 1 0 0,-2 0-1 16,0 3 18-16,-2 3-12 16,3 2-12-16,-3-1 3 0,-1 4-7 0,1 1-31 15,2 0-15-15,-2-1-26 16,-1-2 11-16,0 1-12 0,-2-2 1 0,3-2 0 15,-4-2-2-15,0 0-3 0,-2-2-13 16,2-2-8-16,-1 0-32 0,1 0-47 16,1 0-18-16,3-4-26 0,0-4 49 15,0-4-31-15,2-2-70 0,2-2-134 16,0-3-177-16,0 0-94 0,2 1-107 16,0 1 34-16,-2 4 272 0,0 3 314 0,-3 2 91 15,0 1 215-15,0 4 127 0,-2 0 101 16,1 0-78-16,2 2-56 0,2 1-27 15,-2 0-46-15,1 0-52 16,0 7-10-16,-1-1 25 0,-2 4 18 0,4 2-61 16,-3 1-32-16,-1-1-1 0,0 1 7 0,0 0 27 15,-1-1-15-15,1 0 14 0,-2-1-19 16,-1-3-85-16,-2-3-30 0,-1-1-10 16,-1-4 7-16,0 0 27 0,0 0 13 15,0 0 15-15,0-1 58 0,0-4 52 16,0-2-86-16,-1-2-98 0,-4-2-40 0,1-3-18 15,-1-4 21-15,4-1-9 16,1-3 3-16,0 2-9 0,6-3-12 16,1 3-22-16,6 1-35 0,-1 1-40 15,2 1-25-15,-1 5-56 0,-1 0-61 16,0 3-62-16,-3 2-196 0,-3 1-459 0,-6 3-348 16</inkml:trace>
  <inkml:trace contextRef="#ctx0" brushRef="#br0" timeOffset="160845.04">26842 8238 3409 0,'0'0'597'0,"0"0"-424"0,0 0-107 0,0 0-29 16,0 0-37-16,0 0-72 0,0 0 20 0,0 0 51 15,0 0-38-15,84-19-134 0,-59 14-76 16,-1-2-24-16,3 6-59 15,-2-4-298-15,-8 5-605 0,11 0 9 0</inkml:trace>
  <inkml:trace contextRef="#ctx0" brushRef="#br0" timeOffset="170857.16">27351 8360 1474 0,'0'0'712'0,"0"0"-340"15,0 0-137-15,0 0-30 0,0 0 42 16,0 0-94-16,0 0-61 0,0 0-19 15,0 0 9-15,19 10-12 0,-12-10 9 16,3-1 6-16,0-3 37 0,0 1 20 16,-1-3-14-16,1 1-29 0,-3 0-37 15,2 0-19-15,-2-2-25 0,3-2-18 16,-1 0-2-16,-2-3-11 0,3 1-2 16,-1 0-19-16,-3 1 6 0,-3-1 28 0,-2 1 23 15,-1 3 17-15,0 0 9 0,-6 0-5 16,-1 1-4-16,-3 0-3 0,1 2 12 15,-2 1-21-15,-4 3 12 0,1 0-38 0,-5 3 19 16,-1 4 4-16,1 4-7 0,-2 1-5 16,-1 4 45-16,3-1 9 15,2 4 28-15,2 3 57 0,4 0 7 0,4 3-32 16,4 0-57-16,3 4-6 0,3-3-28 16,8-3-21-16,2-3-15 0,6-3-2 15,0-3-25-15,2-5-16 0,2-3 10 16,-1-5-15-16,1-1-40 0,0 0-43 15,-4-5-18-15,3-2-16 0,-2-5-62 0,-3 0-134 16,3 0-240-16,-7 1-486 16,6-8-396-16</inkml:trace>
  <inkml:trace contextRef="#ctx0" brushRef="#br0" timeOffset="171240.02">27804 8105 2402 0,'0'0'535'0,"0"0"-310"0,0 0-34 16,0 0 133-16,0 0-3 0,0 0-64 15,0 0-151-15,-91 17 11 0,69-3-24 16,1 1-31-16,2 3 42 0,0 1 53 16,3-1-29-16,5 0-36 0,5-4-19 15,6-1-30-15,0-2-4 0,7 1-14 16,6-2-22-16,2-2-3 0,2-1-40 0,0 1-11 15,5-2-7-15,1 1 15 0,0-1 40 16,0 2 2-16,3-1 1 16,-4-2-12-16,-2 0 11 0,-4 2-1 15,-5-2 2-15,-1 1 15 0,-7-3 40 0,0 3 12 16,-3-2 12-16,0 5-3 0,-7 0-27 16,-6 1-19-16,-2 0-27 0,-6 3-3 15,-4 1 0-15,-2-4-46 0,1 2-30 16,1-3-54-16,4-1-11 0,5-4-24 0,3-3-44 15,6-1-149-15,4-3-128 0,1-7-177 16,2-1-86-16,0-1-220 0,5-7-9 0</inkml:trace>
  <inkml:trace contextRef="#ctx0" brushRef="#br0" timeOffset="171967.07">27929 8026 2270 0,'0'0'706'0,"0"0"-440"0,0 0-174 15,0 0 105-15,0 0 113 16,33 79-46-16,-18-52-64 0,-1 1-39 16,2 2-31-16,-2-1-50 0,-1 1-16 0,0-1 1 15,-6-3-16-15,-1-2-30 0,-1-5-19 16,-4-3 0-16,-1 2 0 0,0-6-4 15,0-1-60-15,-3-2-44 0,-3 0-46 0,-1-3-35 16,0-2-16-16,0-3-18 0,1-1-17 16,3-2-4-16,0-9 34 0,0-3-46 15,3-1 54-15,0-4 63 0,0-2 100 16,0-1 13-16,3 3 26 0,3 0 20 16,1 2-4-16,3 0-16 15,2 3-1-15,2 0-15 0,2-1-5 0,3 4 21 16,1-2 2-16,6 1 0 15,3 1 10-15,1 1 43 0,0 0-6 0,-1-1 2 16,-2 3-6-16,-2 2-19 0,-8 1 32 16,-1-1 3-16,-6 4-7 0,-2-1-2 15,-4 2-1-15,-2 1 26 0,0 0 54 16,-2 0 60-16,0 1 2 0,0 3-17 0,-2 2-12 16,-3 2-7-16,-4 3-76 0,2 1-3 15,-6 7-26-15,3-2-5 0,0 1 6 16,0 3-4-16,4-1-18 0,3-2-3 0,0 0-18 15,3-4-10-15,0 0-22 0,2-4 4 16,4-2-7-16,2-3-9 0,-1-2-102 16,2-3-1-16,1 0 19 0,0-3-2 15,2-4-6-15,-2-5 3 0,1 1 0 16,1-4 22-16,-5-1 18 0,2 1-38 16,-5 0-29-16,-1-2 54 0,-2-1 67 15,-1 0 29-15,0 0 23 0,0 1 9 0,0 3 57 16,0 4 61-16,0 5 16 0,0 2-21 15,0 3-31-15,0 0-16 0,0 0 27 16,0 0 5-16,0 6-37 0,0-1-24 16,6 2 5-16,0 4 7 15,4 1 12-15,0 1-1 0,0-2-18 0,1 3-18 16,1 0-29-16,1-3-25 0,0-1-2 16,3 1-2-16,1-4-10 0,3-1-13 15,-4-2-42-15,0-4-97 0,-4 0-124 16,-2-4-64-16,0-3-132 0,-3-4-244 0,-4 3-517 15,0-8-163-15</inkml:trace>
  <inkml:trace contextRef="#ctx0" brushRef="#br0" timeOffset="172489.41">28676 7900 2073 0,'0'0'582'0,"0"0"-363"16,0 0-42-16,0 0 47 0,0 0 81 15,0 0-18-15,0 0-54 0,40 68-18 16,-30-44-47-16,-3 3-57 16,1 3-25-16,-4-3-6 0,1 4-40 0,-2-2-13 15,-3-2-5-15,2-5-22 16,-1-1-3-16,-1-6-16 0,0-4-14 0,2 0-41 0,-1-5-21 16,-1-5-26-16,0 2-9 0,2-3-19 15,-1 0-90-15,-1-3-79 0,0-3 39 16,0-1 69-16,0-4 43 0,0-1-22 15,0-1-75-15,0 0-37 0,0-3-36 16,0 1 21-16,0 1 59 0,6-1 59 16,0 0-50-16,2 2 36 0,1 1 138 15,1 0 74-15,-1 3 85 0,2-1 98 16,-2 2 133-16,1 0-20 0,0 3 0 16,0 1-40-16,0-2-32 0,0 2-59 0,2 2-4 15,-2 1 17-15,1 0 21 0,-2 1-10 16,1 0 21-16,0 2-16 0,-1 3-36 15,-2 2 9-15,-1 2 10 0,1 1-40 16,-3 4-15-16,1 0-17 0,-2 0-31 0,0 2-21 16,-2-1-13-16,0 2-23 15,1-1-16-15,1 2 0 0,2-5-1 0,-2 0-2 16,2-3-25-16,-1-3-35 0,2-1-28 16,1-4-49-16,3-2-45 0,-1 0-11 15,1-5-23-15,3-5-19 0,-2-2 14 16,2-4 40-16,-1 0-99 0,1-4-135 15,0 1-82-15,-2-2-99 0,2 0 37 16,-4-2 128-16,0 1 163 0</inkml:trace>
  <inkml:trace contextRef="#ctx0" brushRef="#br0" timeOffset="173058.39">29193 7968 26 0,'0'0'290'0,"0"0"-16"0,0 0 114 0,0 0 45 16,0 0-16-16,0 0-73 0,0 0-50 16,0 0-26-16,0 0-34 0,6-23-22 15,-6 31-49-15,0 0-30 0,1 5-6 16,2 2 31-16,0 0 18 0,4 3-24 15,-1-5-49-15,1 2-35 0,2-4-34 0,1-3-15 16,0-1-19-16,-3-1-12 0,2-2-1 16,-1-4 10-16,0 0-19 0,-1 0 19 15,-1-1-9-15,1-9-35 0,-1 2-12 16,-2-4 6-16,-3-2 8 0,-1 1-12 16,-5-2-59-16,-8-1-44 0,-5-2-8 15,-5 0 22-15,-4-5-14 0,0 3 68 16,-2-4 63-16,0 1 29 0,4 2 3 0,5 3 29 15,2 3-7-15,6 1-25 0,3 2-23 16,2 2-5-16,6 1 24 0,1 0-28 16,0 2-13-16,5 1 45 15,4 0 13-15,4 1 90 0,3 2 31 0,4 1-7 16,3 0-22-16,6 2 3 0,4 0-10 16,3 6-20-16,1 2-8 0,1 3 21 15,0 1-47-15,-4 5-10 0,-4 0 48 0,-4 1 24 16,-6 1-12-16,-5 1-14 0,-6 1 19 15,-1 0-9-15,-5-1-22 0,0-1-28 16,-3-4-10-16,0-1-2 0,0-5-28 16,0-2 0-16,0-1-28 0,0-4-33 15,0-2-16-15,0 0 0 0,0 0-25 16,1-2-35-16,2-5 56 0,0-2 50 16,6-2 28-16,-1-4 3 0,4 3-28 15,-2-1-19-15,6 1 6 0,-3 5 15 16,1 1-8-16,2 3 2 0,0 1-18 0,-1 2 19 15,0 4 31-15,0 4 37 0,-2 1 20 16,-2 0 41-16,-2 0 52 0,1 0-72 16,-3 0 27-16,-4-1-21 0,1 0-44 15,-1-4-19-15,-1 0-17 0,-1-1-4 0,1-2-15 16,-1-1-37-16,3 0-79 0,-1-1-114 16,4-6-64-16,4-2-45 0,4-2-61 15,4-5-213-15,-2 4-608 0</inkml:trace>
  <inkml:trace contextRef="#ctx0" brushRef="#br0" timeOffset="173339.14">30108 7554 2541 0,'0'0'541'16,"0"0"-327"-16,0 0 21 0,0 0 81 15,0 0-89-15,-82 38-93 0,66-23-25 16,3 4-10-16,3 1-27 0,3-1-11 15,4 0-11-15,3 0-1 0,3 2-9 16,10-2 12-16,0-1 28 0,7 0 6 16,3 0-12-16,0 1-32 0,3-3-11 15,2-1-29-15,-1 2 0 0,-3-1-2 0,-1-1-3 16,-7-1 2-16,0-1 1 0,-6 0 0 16,-4-1 2-16,-6 1 10 0,0-1 4 15,-3 0-16-15,-9 1 0 0,-6 0-43 16,-7-1-113-16,-5 2-112 0,-6 1-144 15,9-6-335-15,-18 5-858 0</inkml:trace>
  <inkml:trace contextRef="#ctx0" brushRef="#br0" timeOffset="174792.78">23457 10469 2974 0,'0'0'558'0,"0"0"-163"0,0 0-150 16,0 0-31-16,0 0 25 15,0 0-27-15,0 0-59 0,0 0 15 0,0 0 8 16,0 0-15-16,42 28-67 15,-18-19-21-15,8 1-15 0,1-1 2 0,5 1-12 16,2-2-29-16,2-2-19 0,-2-2-21 16,-1 0 0-16,1-4 0 0,-5 0-24 15,0 0-46-15,-2-1-39 0,-3-4-34 16,0 1-89-16,-4-3-182 16,-4-1-161-16,-8 0-160 0,-5 2-428 0,-9-1-156 0</inkml:trace>
  <inkml:trace contextRef="#ctx0" brushRef="#br0" timeOffset="175187.24">23571 10407 1277 0,'0'0'990'15,"0"0"-729"-15,0 0-125 0,0 0 166 16,0 0 73-16,0 0-45 0,0 0-69 16,0 0-44-16,0 0-27 0,0 0-20 0,0 0-28 15,9 2 3-15,-9 6 11 0,-7 1-43 16,-1 5-36-16,-2 3-32 0,-4 0-14 16,-1 1-16-16,-2-3-12 0,0 3-1 15,-2-1-2-15,6-2 0 0,0-3 2 16,4-3-1-16,2-3-1 0,4-1-12 15,2-2 9-15,1 1-12 0,0-1 2 0,0-1 13 16,0 4 0-16,0-1 25 16,4 2 2-16,6-1 13 0,2 5-4 15,2-3 10-15,3 4-19 0,2 0-24 0,1-1-2 16,-1 1-1-16,0 0-2 16,0 0-1-16,-5-1-33 0,0 1-95 0,-2 0-98 15,-2-3-124-15,3-3-332 0,-6 0-818 0,4-3-828 16</inkml:trace>
  <inkml:trace contextRef="#ctx0" brushRef="#br0" timeOffset="175774.14">24597 10588 2831 0,'0'0'599'0,"0"0"-466"15,0 0-48-15,0 0 86 0,0 0 72 16,0 0-28-16,13 79-79 0,-7-64-58 16,-2-1-35-16,3-1-28 0,-4-1 4 0,0-5 33 15,0-1 7-15,-2 0-10 0,1-5-9 16,-2 1-6-16,1-2-19 0,-1 0-14 15,2 0 0-15,1-6-1 0,1-3-43 16,3-2 40-16,2-3 2 0,1-6 0 16,1-1-11-16,0 0-16 0,0-1-27 15,0 3-7 1,0 1 22-16,-1 7 12 0,-2 3 10 0,0 4 5 0,-3 3-2 16,1 1 15-16,0 1 32 0,2 6 54 0,0 5 10 15,-1 4-7-15,0 3-6 0,0 4-22 16,-1-3-30-16,1 2-16 0,-2-3-13 15,-1-1 0-15,3-2-2 0,-1-3-2 16,-2-4-16-16,4 0-22 0,-1-6-95 16,1-3-108-16,2 0-92 0,1-1-158 15,3-6-131-15,-5-3-123 16,4-6-652-16</inkml:trace>
  <inkml:trace contextRef="#ctx0" brushRef="#br0" timeOffset="176021.39">25018 10631 1747 0,'0'0'646'0,"0"0"-372"0,0 0-16 0,0 0 84 16,0 0-11-16,13 65-63 0,-6-52-54 15,5-3-45-15,2-3-54 0,1 0-44 16,3-6-12-16,-2-1 18 0,3 0-9 16,-2-2-13-16,-2-6-15 0,0-2-12 15,-3-1-3-15,-2-1-4 0,-2 0-6 0,-5 2 16 16,-3 1-3-16,0-1-1 15,-3 1 1-15,-6-1-4 0,-3-1-24 0,-2 3-1 16,-1-1-32-16,-2 3-7 0,2 1-61 16,-2 2-50-16,3 1-69 0,1-1-94 15,3 1-146-15,2 2-273 16,4 0-654-16</inkml:trace>
  <inkml:trace contextRef="#ctx0" brushRef="#br0" timeOffset="176752.51">26012 10553 248 0,'0'0'2794'0,"0"0"-2341"0,0 0-269 0,0 0 99 16,0 0 21-16,0 0-59 0,-67 66-84 16,57-47-54-16,2 0-24 0,4-2-28 15,1 0-12-15,3-5-9 0,0-2-28 16,3-2-6-16,4-3-12 0,2-3 12 16,4-2 9-16,0 0-9 0,2-2-37 0,0-5-15 15,2-3-3-15,-1-3-28 16,0 0 6-16,-6-2 6 0,0 0 16 0,-3 1-35 15,-4 1-18-15,-3 3-7 0,-3 0 18 16,-9 0-19-16,-3 2-104 0,-2-2-11 16,1 6 47-16,0 0 102 0,6 0 24 15,0 3 17-15,4 1 21 0,5 0 19 16,-1 0 0-16,2 0 1 0,0 0 0 16,3 4 7-16,7-2 76 0,2-1 22 0,4 2 25 15,2-3-16-15,4 0-47 16,2-1-49-16,1-7-15 0,5 0-3 0,-1-4-15 15,3-2-7-15,-3 0-35 0,-1-5-48 16,-2 2 16-16,-3-1 38 0,-2 0-3 16,-4 3 19-16,-5-1 35 0,-3 5 2 15,-3 3 43-15,-3 0 38 0,-3 3 22 16,0 1 12-16,0 4 6 0,0 0 25 16,-3 4 38-16,-1 6-84 0,-2 4-42 0,-2 5 17 15,2 8-18-15,1 2 6 0,1 5-9 16,1 3 15-16,0-1-22 0,3 4 4 15,0-1-29-15,0 0-12 0,0-2-10 16,3-5-2-16,1-2 0 0,-1-8-2 16,0-4-13-16,-3-7-6 0,3-2-26 15,-3-5-11-15,0-4 21 0,0 0-19 16,2-4-77-16,-2-4 6 0,1-4 24 0,1-6 53 16,1-1 35-16,2-3 15 0,-1-5 1 15,2 0 2-15,1 3 29 0,2 1 8 16,1 2 13-16,0 6-3 0,-1 2-6 15,2 2-26-15,1 3-18 0,-2-2 0 16,1 3-2-16,-2 2-20 0,0-1-71 16,-1 3-155-16,-2-2-222 0,-1 3-691 15,-1-2-760-15</inkml:trace>
  <inkml:trace contextRef="#ctx0" brushRef="#br0" timeOffset="177737.6">27238 10387 2247 0,'0'0'407'0,"0"0"-316"0,0 0-69 0,0 0 161 16,0 0 141-16,0 0 16 0,0 0-38 15,0 0-75-15,0 0-47 0,0 0-49 16,-35-50 11-16,28 56 24 0,-1 1-22 16,1 5-83-16,-3 7-42 0,3 7-4 0,1 5 9 15,0 6 16-15,3 4-12 0,3 0 2 16,0-1 22-16,3-1-18 0,6-7-32 15,0-3-2-15,2-5-13 0,-2-5-8 16,-2-2 3-16,-1-6 15 0,-2-3-12 16,0-3-1-16,-4-4 4 0,0-1 9 15,0 0-21-15,0 0-34 0,0 0 6 16,0-6-10-16,-5 1-39 0,-1-4 15 16,0-3-9-16,2-4 18 0,1 1 6 0,1-3 46 15,2 1-3-15,0 2 15 0,6 1-8 16,6 2-16-16,2 1 9 0,2 3 15 15,1-3-2-15,2 4 12 0,3 2 3 16,-2 1 0-16,-3 3 0 0,2 1 15 16,-5 0 16-16,-1 0 22 0,-1 5 9 15,-1 1-10-15,-1 0 10 0,1 5 25 16,0-3-17-16,-4 4-5 0,2 3-13 0,-3 0-18 16,1-2-1-16,-3 3-11 15,2-2 5-15,-2 0 4 0,-1-2-16 0,0-2-14 16,0-3-1-16,0-2 0 0,2-1-18 15,0 1-7-15,-1-5-2 0,2 0-25 16,1-2-52-16,3-6-32 0,-1-3 28 16,1-2 0-16,3-3-19 0,-3-1-76 15,0 0-140-15,3-1-40 0,-3 1-65 0,2 1-84 16,-1 2 27-16,-2 1 144 0,-2 2 45 16,0 4 192-16,-1 2 124 0,-2 0 78 15,-1 3 105-15,0 2-14 0,3 0-10 0,-2 0 88 16,3 0 71-16,1 7-7 0,0 3-60 15,1 0 6-15,-1 5-24 16,0-2-13-16,-1 0-5 0,-3 2-36 16,1-2-24-16,-3 0-15 0,0-1-18 15,-2-2-20-15,0-2-19 0,0-3-21 0,0-5-45 16,0 0-16-16,0 0-1 0,0 0 3 16,1-4 55-16,1-4-24 0,1-5-18 15,1-2-15-15,2-3 1 0,1-3 0 16,6-2-2-16,-1 0-13 0,3-2-30 15,3 2-55-15,2 2-42 0,0 2-15 16,-1 3-51-16,1 0-150 0,-3 4-213 16,-4 5-439-16,-1 1-336 0</inkml:trace>
  <inkml:trace contextRef="#ctx0" brushRef="#br0" timeOffset="177951.15">27585 10528 3041 0,'0'0'551'16,"0"0"-551"-16,0 0-25 0,0 0 25 16,0 0 16-16,0 0-16 0,85-25-16 15,-64 21-159-15,2 0-211 0,0 3-378 16,-5 0-401-16,8 1 490 0</inkml:trace>
  <inkml:trace contextRef="#ctx0" brushRef="#br0" timeOffset="178270.46">28089 10624 333 0,'0'0'1231'0,"0"0"-1029"0,0 0 2 0,0 0 153 0,0 0 5 0,82-23-63 15,-67 12-101-15,0 3-38 0,-3-4-30 16,0 1-60-16,-1-1-26 0,-4 0 13 15,2 1 13-15,-6-1-13 0,2 3 9 16,-2-1 31-16,-3 2 26 0,0-1 24 16,0 2-13-16,0 2-47 0,-4 2-1 15,-4-1-2-15,0 4 11 0,-2 0 10 16,0 4-31-16,-3 3-35 0,3 0-8 16,-3 5-10-16,1 2 4 0,2 3 27 15,2 2-12-15,2 1-1 0,3-1 13 16,3 1 0-16,2-1-10 0,6-2-19 15,5-3-23-15,3-4-15 0,4-3 2 0,3-2-57 16,-1-5-39-16,4 0-29 0,1-6-31 16,-1-3-28-16,3-1-54 0,1-8-240 15,3 0-217-15,-7 4-300 0,10-9-386 0</inkml:trace>
  <inkml:trace contextRef="#ctx0" brushRef="#br0" timeOffset="180088.06">29228 10213 4317 0,'0'0'632'16,"0"0"-418"-16,0 0-129 0,0 0-85 15,0 0 0-15,0 0-76 0,0 0-22 16,0 0-48-16,0 0-109 0,0 0-306 15,0 0-647-15,40-1-645 0</inkml:trace>
  <inkml:trace contextRef="#ctx0" brushRef="#br0" timeOffset="183337.1">25456 9181 1204 0,'-46'209'0'0</inkml:trace>
  <inkml:trace contextRef="#ctx0" brushRef="#br0" timeOffset="185293.33">28661 10438 1112 0,'0'0'485'15,"0"0"-170"-15,0 0-68 0,0 0-37 16,0 0-55-16,0 0-13 0,0 0 19 16,0 0-103-16,0 0 6 0,0 0-16 15,1 7 39-15,-1-6 18 0,0-1 39 16,0 1 12-16,0 1 25 0,0-2-8 16,0 1-41-16,0-1-31 0,0 1-10 15,0 1-26-15,0 2-15 0,0-4-16 16,-1 5 0-16,1 1-3 0,-3-5 19 0,3 5-4 15,-4-5-2-15,4 3-14 0,0-3 1 16,0 1 0-16,0 0-9 0,0-2-19 16,0 0 12-16,0 0-12 0,0 0-3 15,0 0-21-15,7-3-38 0,3 1 53 16,3-4 6-16,6-3 22 0,0 1-11 16,0-4-11-16,-1 4-2 0,-2-3 2 0,1 3 0 15,-4 2 3-15,0 1-2 16,-4 2 1-16,-2 2 20 0,-1 1 15 0,1 0-16 15,-6 0-5-15,1 0 48 0,-1 6 77 16,1 3-3-16,-1 2-56 0,-1 4-24 16,0-2-21-16,2 2-13 0,-2-2-9 15,0-1 7-15,1-5-6 0,-1 0-16 16,2-2-24-16,-1-3 5 0,1-2-2 16,-1 0-9-16,5 0-7 0,1 0 16 15,3-3 21-15,3-8 1 0,4 0 2 0,3-6-2 16,1 0-1-16,0-2-40 15,1 3 3-15,-2-1 34 0,-1 6 3 0,-3 1-12 16,-5 5-3-16,-2 2 13 0,-5 1-1 16,2 2-16-16,-2 0 19 0,-1 7 33 15,1 3 28-15,-1 1-3 0,0 3-15 16,0 5-16-16,-1-2 7 0,0 1 33 16,3-2-40-16,-1-1-15 0,0-3-1 0,-1-3-11 15,3-5-18-15,-2 0 3 0,2-2-7 16,2-2-11-16,3 0 18 0,2-2 14 15,3-6-1-15,1-5 0 0,5-1-20 0,2-4-26 16,-1 0 8-16,-3 2-6 16,-1 3 7-16,-9 7 20 0,-2 1 16 0,-3 3-15 15,-4 2 15-15,1 0-14 0,-1 3 17 16,1 6 45-16,-1 0 32 16,4 4-7-16,-1 2-25 0,-1-2-11 0,1 0-32 15,-1-1-2-15,4-2 0 0,-4-4-2 16,3 0-1-16,-2-2 3 0,2-2 0 15,4-2 3-15,-1 0 21 0,4-2-5 16,2-5-16-16,3-2-1 0,2-3 0 16,0 0-2-16,-2 0-13 0,-3 3 10 15,-3 1-21-15,-5 4 12 0,3 2-3 16,-6-1 12-16,2 0-9 0,-3 3-1 16,3 0 10-16,-3 0-15 0,1 0 6 0,-1 0 9 15,-2 0 1-15,-1 2 2 0,2 2 0 0,-1 2 33 16,-1 5 34-16,3-3 0 0,-3 4-21 15,2 0-10-15,-1 0-16 0,2-2-20 16,1-3-21-16,2 1-9 0,3-2 8 16,-1-2-2-16,1-3-6 0,4 1 8 15,-3-2 7-15,3 0 3 0,3-5-6 16,0-3-10-16,4-1 4 0,1-3-9 16,1-3-7-16,0 1-3 0,1 0 10 15,-2-2 2-15,-2 3 10 0,-2 4-4 16,-3 5 4-16,-5-1 6 0,-1 5 13 15,-4 0 2-15,2 5 58 0,-2 3 46 16,1 3 11-16,0-2-26 0,1 5-23 0,0-5-8 16,0 3-15-16,1-1-31 0,0-4 0 15,0 1-12-15,2-2-21 0,1-1-19 16,1-3-33-16,1-2-61 0,2-4-106 16,-4-6-230-16,-2 1-694 0,-7-8-1141 0</inkml:trace>
  <inkml:trace contextRef="#ctx0" brushRef="#br0" timeOffset="185711.86">30526 10751 5100 0,'0'0'1107'16,"0"0"-761"-16,0 0-214 0,0 0-33 16,0 0-39-16,0 0-60 0,0 0-3 15,0 0-57-15,0 0-99 0,0 0-97 16,0 0-102-16,-16-23-719 0,-24 16-1968 0</inkml:trace>
  <inkml:trace contextRef="#ctx0" brushRef="#br0" timeOffset="199257.19">17362 11784 2534 0,'0'0'665'0,"0"0"-321"16,0 0-157-16,0 0-46 0,0 0 61 0,0 0 75 15,0 0-35-15,0 0-70 0,50 74-16 16,-30-49-55-16,6 2-21 0,2 0-4 16,3 4 12-16,-1-1 13 0,2 3-7 15,-2 0-55-15,-1-4-39 0,-3 0-12 16,-3 0-9-16,-2-3-18 0,-1-3-13 15,-2-2-42-15,-2-1-43 0,-5-6 2 16,0-1-30-16,-3-3-63 0,-4-4-87 16,1-1-146-16,-5-4-158 0,0-1-126 15,0 0-267-15,0-11 260 0</inkml:trace>
  <inkml:trace contextRef="#ctx0" brushRef="#br0" timeOffset="199482.57">17707 11851 947 0,'0'0'2098'0,"0"0"-1553"15,0 0-273-15,0 0-115 0,0 0 12 16,0 0 40-16,-43 90-64 0,33-55-43 16,1 3-22-16,2 1-15 0,-2 1-41 15,4 0-8-15,-1-3-16 0,1-5-2 16,4-2-114-16,1-6-38 0,0-2-44 15,1-6-73-15,7-1-190 0,-1-3-240 0,1-6-90 16,4-4-702-16</inkml:trace>
  <inkml:trace contextRef="#ctx0" brushRef="#br0" timeOffset="199878.7">17991 12185 1899 0,'0'0'716'0,"0"0"-343"15,0 0-111-15,0 0 9 0,0 0 16 16,0 0-83-16,1 71-52 0,-1-55-46 15,2 1-44-15,1-3-28 0,4-3-9 16,-1-3-13-16,-1-1-10 0,3-2 23 16,-2-2-10-16,3-3 7 0,2 0 0 15,-3-4 5-15,5-7 4 0,-3-1 6 16,1-2-9-16,-2-3 0 0,-1 0 0 16,-3 2 2-16,0 1-26 0,2 3-2 15,-4 1-2-15,0 1-3 0,-3 2-10 16,1 1 12-16,-1 5-36 0,0-4-24 0,-4 4 23 15,-6 1-76-15,-3 0 49 0,-7 0-143 0,-5 6-41 16,0 2-38-16,0 3-174 0,5-4-531 16,-11 3-516-16</inkml:trace>
  <inkml:trace contextRef="#ctx0" brushRef="#br0" timeOffset="200336.75">17544 12694 3198 0,'0'0'719'0,"0"0"-421"0,0 0-145 16,0 0 57-16,0 0 27 16,0 0-47-16,4 65-62 0,14-41 3 0,6 1-18 15,4 1-22-15,-1 1-58 0,2-2-14 16,-2-1-7-16,-2-3-12 0,-2 1-16 16,-2-4-54-16,-1 0-24 0,-2-4-22 15,-2-2-43-15,-2-2-61 0,-1-4-88 16,-1-1-164-16,-4-5-226 0,-2 0-420 0,3-3-293 0</inkml:trace>
  <inkml:trace contextRef="#ctx0" brushRef="#br0" timeOffset="200534.57">17848 12753 3503 0,'0'0'630'0,"0"0"-365"0,0 0-52 16,0 0 21-16,0 0-23 0,0 0-107 15,-53 75-55-15,45-47-22 0,2 5-26 16,-2 0 2-16,1 4 12 0,1-1-15 0,-1-4-3 16,3 2-73-16,0-6-37 0,4-3-15 15,-3-5-41-15,3-3-59 0,0-2-166 16,0-4-233-16,0-2-410 0,3-6-506 0</inkml:trace>
  <inkml:trace contextRef="#ctx0" brushRef="#br0" timeOffset="200736.37">18076 12989 2647 0,'0'0'555'0,"0"0"-354"15,0 0-52-15,0 0 54 16,0 0 45-16,16 66-94 0,-14-48-101 15,1 2-53-15,-1-2-24 0,-1-1-104 0,2 1-140 16,0-2-48-16,0-3-169 0,-1-1-517 16,-1 1-492-16</inkml:trace>
  <inkml:trace contextRef="#ctx0" brushRef="#br0" timeOffset="201165.45">17680 13484 1967 0,'0'0'589'0,"0"0"-295"0,0 0-15 15,0 0 43-15,0 0 83 0,0 0-35 16,0 0-97-16,0 0-54 0,80 68-47 0,-59-43-41 15,-1 0-15-15,3-1-27 0,-4 0-25 16,4-1-41-16,-3-2-23 0,-4-1-36 16,-1-6-59-16,0 1-45 0,-1-5-41 15,-4-1-46-15,-1-2-111 0,-1-6-233 16,-2-1-225-16,-1 0-439 0,-4-5-191 0</inkml:trace>
  <inkml:trace contextRef="#ctx0" brushRef="#br0" timeOffset="201338.63">17952 13519 2553 0,'0'0'774'0,"0"0"-416"0,0 0-140 0,0 0-26 16,0 0-24-16,-59 86-53 0,52-60-56 16,-3 0-25-16,2 2-31 0,3-2-3 0,-3-2-31 15,4-1-74-15,-1-3-79 0,3-1-102 16,1-4-157-16,1-3-210 0,0-4-556 15,-2 0-354-15</inkml:trace>
  <inkml:trace contextRef="#ctx0" brushRef="#br0" timeOffset="201668.45">18074 13753 1557 0,'0'0'380'16,"0"0"-79"-16,0 0 16 0,0 0-36 16,0 0-47-16,0 0-52 0,0 0-32 15,0 0-32-15,0 0-20 0,82-7-6 16,-74 7 15-16,-2 0 15 0,-2 0 8 0,0 5 7 16,-1 2-6-16,3 4-35 15,-6-2-19-15,0 7-18 0,0 2-16 0,0 2-30 16,0 1-13-16,-6 0 2 0,5 1 16 15,-2 0-16-15,1-1 1 0,1-5 22 16,1 0-1-16,0-4 4 16,0-2-16-16,3-3-12 0,0-2-2 0,1-1-34 15,2-2-1-15,-1-1 12 0,0 1 3 16,1-2-27-16,0 0-28 0,2 0-66 16,-4 0-109-16,4-2-183 0,-3 1-349 15,1-5-771-15</inkml:trace>
  <inkml:trace contextRef="#ctx0" brushRef="#br0" timeOffset="202102.81">17790 14380 2669 0,'0'0'769'0,"0"0"-358"0,0 0-171 15,0 0-63-15,0 0 19 0,0 0-17 16,0 0-16-16,44 78-13 0,-29-59-34 16,3 0-33-16,2 0-41 0,1 0-26 15,-1-1-16-15,0 1-14 0,-1-3-34 16,1-3-81-16,-3 1-36 0,-3-5-28 15,-1-1-126-15,-1-2-245 0,-4 0-238 16,-3-2-447-16,-2 3-299 0</inkml:trace>
  <inkml:trace contextRef="#ctx0" brushRef="#br0" timeOffset="202334.21">18064 14423 163 0,'0'0'2526'16,"0"0"-1939"-16,0 0-263 0,0 0 13 16,0 0-11-16,0 0-109 0,0 0-53 15,0 0-56-15,0 0-35 0,0 0-48 16,-57 82-13-16,44-57 13 0,1 4-1 16,-1 2-23-16,0 2-1 0,2 1-1 15,-2-1-26-15,3-1-75 0,1-2-51 16,1-5-70-16,5-5-123 0,3-5-298 0,0-5-670 15,0-2-642-15</inkml:trace>
  <inkml:trace contextRef="#ctx0" brushRef="#br0" timeOffset="202934.02">18174 14693 466 0,'0'0'1482'0,"0"0"-1042"16,0 0-226-16,0 0-53 0,0 0-13 0,0 0 12 16,0 0-29-16,0 0 6 15,0 0 42-15,0 0-72 0,63-22-34 0,-51 17-19 16,-4 1-26-16,3 1-25 0,-4 1 16 16,0 2 0-16,-1 0-17 0,-3 0 20 15,0 0 44-15,-2 4 76 0,-1 1 52 16,0 2-82-16,0 1-50 0,0 2-25 15,-3 3-25-15,-3-2-12 0,-1 1 2 16,-1 0-2-16,0 0 0 0,-1-1-9 0,4 1 9 16,-2-3 15-1,4-1-13-15,0-1 0 0,1-4-2 0,2 1-4 0,0-4-30 16,0 0-9-16,0 0 6 0,0 0-1 16,2 1 4-16,4-1 34 0,2 0 38 15,1 0 39-15,0 0-60 0,2 0-17 16,1 0 0-16,-4 2 0 0,4 0 0 15,-4 0 0-15,0 2 2 0,-1 2 23 16,1 1-7-16,-2 1 1 0,-1 2 24 0,-1 2 25 16,-3 0-13-16,1 0 13 0,-2 0 24 15,0 0-12-15,0 0-52 16,-2 0-16-16,-2 0-9 0,0-3-3 0,-4 1-53 16,-1 0-79-16,0-2-65 0,0-1-76 15,-2-1-163-15,3-2-345 0,0-1-911 16</inkml:trace>
  <inkml:trace contextRef="#ctx0" brushRef="#br0" timeOffset="205750.92">18560 11803 2088 0,'0'0'628'0,"0"0"-301"16,0 0-93-16,0 0-2 0,0 0 37 0,0 0-30 15,0 0-82-15,0 0-107 0,0 0-25 16,0 0 9-16,0 0 13 0,-36 73 21 16,25-51 19-16,0 4 30 0,0 0 12 15,2 2-18-15,1 2-10 0,2-1 15 16,3-2-6-16,0 0-37 0,3-2-33 16,0-2-7-16,9-3-23 0,-1-1-10 15,6-4-15-15,1-2-3 0,1-4 3 16,4-3-37-16,0-2-24 15,1-2-19-15,0-2-9 0,1 0-12 0,-3-5-41 16,1-2-47-16,0 0-125 0,-1-1-194 0,-1-2-224 16,-4 4-480-16,1-5-233 0</inkml:trace>
  <inkml:trace contextRef="#ctx0" brushRef="#br0" timeOffset="206046.85">18539 12044 2141 0,'0'0'708'0,"0"0"-302"16,0 0-218-16,0 0-16 0,0 0 1 16,0 0-19-16,0 0-43 0,0 0-36 15,0 0-34-15,0 0-41 0,73-8-10 16,-51 3-122-16,-1-1-100 0,0 0-123 16,-6 1-291-16,5 1-723 0</inkml:trace>
  <inkml:trace contextRef="#ctx0" brushRef="#br0" timeOffset="206965.17">19282 11766 1520 0,'0'0'614'0,"0"0"-216"15,0 0-21-15,0 0-51 0,0 0-49 16,0 0-49-16,0 0-11 0,0 0 34 0,0 0 23 16,0 0-52-16,0 0-44 15,3 15-74-15,-13 1-55 0,-4 3-22 0,-1 2 16 16,-2 0 3-16,1 2-10 15,-1-3 7-15,1 1 6 0,3-2-10 0,3-2-2 16,2-3-4-16,4-3-12 0,3-4-21 16,1-1-15-16,0 1-3 0,0-2 6 15,3 1-3-15,4-4 13 0,3 3-14 16,3 0 4-16,0-5-9 0,3 2-3 16,-2-2 8-16,3 0 13 0,1 0-15 0,-1 0-3 15,1 0 18-15,-3 3 1 16,-3-1-14-16,-1-1 2 0,-5 4 14 0,-2 1 21 15,-2 2 1-15,-2 5 5 0,0 1 10 16,0 3-1-16,-6 1-18 0,-1-2-14 16,-2 0 14-16,2 2 3 0,-2-5-20 15,3 3-1-15,0-2 3 0,1-1 14 0,1-1-17 16,2-2-11 0,1-2 10-16,1-1 0 0,0-3-32 0,0 0-16 0,0 0-12 15,3-2-61-15,4 0-12 0,3-1-44 16,2-1-71-16,2-3-145 0,3-4-271 15,-5 0-480-15,7-10-575 0</inkml:trace>
  <inkml:trace contextRef="#ctx0" brushRef="#br0" timeOffset="207549.85">19559 11891 1702 0,'0'0'642'0,"0"0"-251"16,0 0-47-16,0 0-28 15,0 0-21-15,0 0-44 0,0 0-93 0,0 0-30 16,0 0-16-16,-46 73 9 0,37-53 15 16,6 3-1-16,2-2-15 0,1 1-28 15,0 0-31-15,1-3-12 0,7-3-6 16,0-1-19-16,1-2-23 0,1-5-1 0,3 0 0 16,0-5 0-16,1-3-3 0,4 0-21 15,-1-2-1-15,0-7-14 16,3-4-4-16,-3-1 3 0,-1-5 3 15,-1 3-12-15,-7-1 3 0,-3-2 6 16,-2 2 13-16,-3 3-1 0,-5-4 13 0,-1 1 14 16,-3 3-21-16,0 2-12 0,0 0-18 15,0 2 2-15,0 1-24 0,-2 3-87 16,3 0-99-16,-4 1-117 0,5 0-100 16,3 3-169-16,-1 0-471 0,1 0-210 0</inkml:trace>
  <inkml:trace contextRef="#ctx0" brushRef="#br0" timeOffset="207786.24">19940 12097 336 0,'0'0'2520'0,"0"0"-2164"15,0 0-82-15,0 0 39 0,0 0-48 16,2 81-22-16,-2-62-85 0,1 2-47 16,1-2-71-16,-1-3-40 0,-1 0-43 15,3-2-28-15,-1-4 12 0,-1-3-152 16,2-4-125-16,-1-3-186 0,-1 0-448 16,1-5-407-16</inkml:trace>
  <inkml:trace contextRef="#ctx0" brushRef="#br0" timeOffset="208015.63">20058 11897 1793 0,'0'0'1117'0,"0"0"-704"15,0 0-169-15,0 0-73 0,0 0 46 16,0 0 3-16,23 86-33 0,-18-66-11 15,1 3-65-15,1 0-58 0,-1-3-26 16,-2-2-8-16,-1-2-19 0,0-3-1 16,2-4-42-16,-2-1-93 0,2-4-109 15,-1-4-90-15,4 0-125 0,-5 0-272 16,5-12-591-16</inkml:trace>
  <inkml:trace contextRef="#ctx0" brushRef="#br0" timeOffset="208585.81">20295 11772 1535 0,'0'0'818'0,"0"0"-473"15,0 0-132-15,0 0 34 0,0 0 36 16,0 0-67-16,0 0-71 0,0 0-38 16,0 0-44-16,0 0-16 0,71-11 13 15,-64 11 21-15,-3 0 35 0,2 1 2 16,-1 4-10-16,-5 0 31 0,0 3-1 0,0 2-24 15,0 3-41-15,-6 0-33 0,-2 5-9 16,-1-1-13-16,0-2-17 0,0 3-1 16,-1-1 0-16,3 1-1 0,1-1 0 31,0 0 1-31,2-1 0 0,0-2 2 0,2-1-2 0,2-2 0 0,0-3 0 16,0 2 2-16,2-2-2 0,3-2 0 0,0-1-1 15,3 1 1-15,1 0 1 0,2-1-1 16,1-2-3-16,1 1-9 0,2-1-3 15,-4 1-4-15,3-1 7 16,0 2 10-16,-3-1 2 0,1 2 0 0,-5-2 0 16,0 5 15-16,0 0 0 0,-3-2 10 15,-1 5 12-15,-1-2 8 0,-1 4-11 16,-1-2-13-16,0 1 4 0,0 1 5 16,0 1 1-16,-3-2-10 0,0 1-3 0,0-1 0 15,1-1-18-15,-1-4-10 0,-3 1-96 16,3-4-102-16,-1 0-89 0,0-2-152 15,-4 0-594-15,-3-3-809 0</inkml:trace>
  <inkml:trace contextRef="#ctx0" brushRef="#br0" timeOffset="209516.57">19302 12790 2587 0,'0'0'741'0,"0"0"-323"0,0 0-96 15,0 0 14-15,0 0 4 0,0 0-65 16,0 0-73-16,2 79-62 0,-2-59-46 15,0-1-49-15,0-2-44 0,0-1-1 0,0-2-12 16,3-3-3-16,-2 0-61 0,2-5-88 16,1 0-34-16,1-4-35 0,2-2-134 15,3 0-265-15,-1-1-429 0,6-12-228 0</inkml:trace>
  <inkml:trace contextRef="#ctx0" brushRef="#br0" timeOffset="209686.12">19521 12801 1463 0,'0'0'1105'0,"0"0"-680"16,0 0-54-16,0 0-35 0,0 0-25 16,0 0-19-16,0 0 20 0,0 0-75 15,0 0-50-15,0 0-50 0,36 74-73 0,-36-49-40 16,0-1-24-16,0-2-3 0,0-3-131 16,0-1-101-16,0-5-54 15,0 0-170-15,0-4-535 0,-2 4-571 0</inkml:trace>
  <inkml:trace contextRef="#ctx0" brushRef="#br0" timeOffset="210062.4">19323 13556 1934 0,'0'0'1186'0,"0"0"-816"0,0 0-48 0,0 0 40 16,0 0-33-16,0 0-52 16,0 0-77-16,0 0-48 0,0 0-66 0,41 70-59 15,-36-62-27-15,-2 2 0 16,-1 1-12-16,3-2-64 0,-4 1-98 0,4-1-32 16,0-1-80-16,-1-2-198 0,4-6-313 0,-2 0-574 15,6-2-252-15</inkml:trace>
  <inkml:trace contextRef="#ctx0" brushRef="#br0" timeOffset="210232.53">19580 13518 2612 0,'0'0'722'16,"0"0"-398"-16,0 0-56 0,0 0 5 16,0 0-18-16,0 0-45 0,0 0-23 15,0 0-55-15,6 73-83 0,-3-62-49 16,-1-2-11-16,-1-1-22 0,1-2-102 15,-1-2-77-15,2 0-29 0,0-1-89 16,1 0-289-16,-3-2-532 0,1 3-511 0</inkml:trace>
  <inkml:trace contextRef="#ctx0" brushRef="#br0" timeOffset="210616.17">19374 14299 2214 0,'0'0'761'0,"0"0"-330"16,0 0-104-16,0 0-48 0,0 0 31 16,0 0-47-16,0 0-44 0,0 0-63 15,0 0-73-15,0 0-53 0,29 66-29 16,-26-59-1-16,-1 4 0 0,1-4-64 15,-1 0-86-15,4-2-83 0,-2-5-102 16,4 0-207-16,0-5-463 0,0-3-160 16,7-13-378-16</inkml:trace>
  <inkml:trace contextRef="#ctx0" brushRef="#br0" timeOffset="210781.72">19594 14228 2066 0,'0'0'1023'0,"0"0"-758"0,0 0-17 15,0 0 49-15,0 0 41 0,0 0-37 16,0 0-79-16,0 0-47 0,0 0-50 0,34 77-52 16,-28-61-57-16,-3-2-15 0,-2-2-1 15,2 0-67-15,0-5-172 0,0 0-112 16,-2-3-246-16,2-1-682 0,-3-2-895 0</inkml:trace>
  <inkml:trace contextRef="#ctx0" brushRef="#br0" timeOffset="-190565.18">16984 3963 271 0,'0'0'176'0,"0"0"-147"0,0 0 30 16,0 0 91-16,0 0 107 0,0 0 76 15,0 0-57-15,0 0-77 0,0 0-53 16,-2-18-29-16,2 16 3 0,-1 0 12 16,-1 1-22-16,1-1 10 0,-1-2-20 0,-1 1-9 15,2 0-8-15,0 2-31 0,-2-2-30 16,1 2-2-16,-1-2-20 0,0 0-3 15,0 0 0-15,-2 2 3 0,1-3 36 16,-1 2-34-16,-1-1 1 0,1 0 32 16,-3 0 7-16,0 1-39 0,1-1-1 15,-1 2 21-15,1 0 2 0,-1-1-2 16,2 1-7-16,0 1 13 0,0 0 19 0,2 0-4 16,-3 0-21-16,1 0 18 0,2 0-6 15,-2 1-22-15,1 1-10 0,1 0 23 16,-1 1-1-16,-1 1-9 0,1 0 10 15,0 1-7-15,-1 0 13 16,-1 2-10-16,1 1 6 0,0-1 42 0,-1 2 69 16,1 1-57-16,-2 2-66 0,2 0-15 15,0 1 0-15,2 2 1 0,-2-1-2 16,0 0 0-16,3 2 0 0,0-3-14 16,1 5 14-16,0-4 0 0,1 3 18 0,1-2-14 15,-2-1 8-15,2 3-9 0,0-3 26 16,-1-1-10-16,1 2-7 0,0 1-10 15,0-1 14-15,0 3-13 0,0-1 32 16,0 2-17-16,0 0 1 0,0 2-3 0,0-2-4 16,1 0-8-16,1 1 8 0,1-2 7 15,-3 0-16-15,1-2 1 0,-1 1-2 16,0-3 11-16,0 1-13 0,0 0 3 16,0 1 19-16,0 0 0 0,0 0-21 15,0-1 14-15,0 2 4 0,0-1 22 16,0 4-38-16,0 1 28 0,0-1 41 15,0 2 39-15,0 0-67 0,0 0-29 0,0 0 4 16,0-3 5-16,-1 5-24 0,1 0 3 16,-3-1 19-16,3 0-1 15,-2 1-21-15,1 0 0 0,1-3 0 0,-2 2 18 16,1-3-18-16,-1 1-12 0,2-2 12 16,0 2 15-16,0-2-15 0,0 1-18 15,0-1 18-15,0 2 22 0,0 0-22 16,0-2 0-16,0 0 11 0,0 1 13 0,0-1-24 15,0-1 0-15,0 0 3 0,-1 0 22 16,-2 1-25-16,1-2 0 0,0 2 22 16,-2 1 2-16,-1-2-24 0,2 1 0 15,0 1 0-15,-1-2 6 0,0 1-6 16,-1 0-9-16,-2 1 9 0,1-1 14 16,1 2-14-16,-3-1 0 0,1 1 0 15,-1-2 18-15,0 4-17 0,0-4-1 16,-1 0 18-16,-1 3 16 0,0-2 3 0,0 2 64 15,-3 2-27-15,0-1-47 0,0-1-27 16,0-1 0-16,0-2 30 16,1-1-27-16,1-1-3 0,-2 1 0 15,1-2 9-15,1 0 0 0,-4 2-9 0,4-1-13 16,-3-3 13-16,2 3 0 0,1-5 0 16,-1 0-10-16,3-2 10 15,-1-1 3-15,2-4-3 0,2 2-1 0,-2-3 1 0,3-2 2 16,1 1-2-16,1-2-19 0,0 0 18 15,3-1 0-15,-2 0-20 0,2 0-6 16,0 0 26-16,0 0-1 0,0 0-22 16,0 0-7-16,0 0 31 0,0 0 13 15,0 0-13-15,0 0 0 0,0 0 0 16,0 0 12-16,0 0-12 0,0 0 0 0,0 0 0 16,0 0 3-16,0 0-3 15,0 2-18-15,0-2-7 0,0 0 4 0,0 0 8 16,0 0-2-16,0 0 5 0,0 0 10 15,0 0 12-15,0 0-10 0,0 0 1 16,0 0 25-16,0 0-7 0,0 0-8 16,2 2-12-16,1-2 2 0,0 1 15 15,1 1-18-15,-1 1 0 16,-1-1 0-16,3-1 2 0,-1 2 0 0,1-1 1 0,-1 3 18 16,0-2-2-16,0 1-7 0,2 1-10 15,-1 2 16-15,-1-1 4 0,2 0 18 16,0 4 11-16,0-1-11 0,0 1-9 15,2 0-28-15,-3 1-3 0,4 1 0 16,0-2 2-16,-4 3 0 0,3 0 0 16,2 2 1-16,-6-2 15 0,2 3-17 15,0 1 2-15,-2-1 12 0,0 3 1 0,2-3-13 16,-3 2-1-16,0 0 19 0,1-1-3 16,-1-3-18-16,0 2 0 0,0-2 1 15,0-1 13-15,0 4-14 0,1-1 0 16,-3 3 1-16,1 1 25 0,-2 2-26 15,0 1 0-15,0 2 3 0,0-2 9 0,0 1-12 16,0 1 1-16,-3-2-1 16,-1 1 6-16,1 2-6 0,1-2-10 15,-1 2 10-15,2 1 0 0,-1 1-6 0,-1 1-4 16,2 0 10-16,0 0 17 0,-1-3-17 16,1 0 0-16,-2 0 19 0,3-1 1 15,-5 0-20-15,1 4-1 0,1-1 1 16,1 0 28-16,-3 1-28 0,-1 0 0 15,2 0 18-15,0-3 0 0,-3 5-16 16,2-3 59-16,1-1 36 0,0 1-31 16,1 3-66-16,0 1-11 0,0 0 11 0,-2 0 0 15,1 4-9-15,0-1-6 0,0 0 15 16,1 1 0-16,-2 0 0 0,2 1 0 16,0-5 0-16,2 2 9 0,1-3-9 15,0-2-12-15,0-2 12 0,0-1 12 16,4-1 27-16,2-4-14 0,2 0-1 0,-1-2-3 15,3-2-21-15,1 0-15 16,4-1 15-16,-4-4 6 0,2 0-6 16,2-1-41-16,-2-4 41 0,2-1 0 0,0 0-6 15,2 0-4-15,-2-2 10 0,2-2 0 16,-4 0-6-16,3 1-12 0,-6 0 18 16,0-1 23-16,0 3-23 0,-1-3-15 15,-2 0 15-15,3 1 0 0,-4-2 0 16,-1 0-21-16,3 2 21 0,-2-1-1 15,-1-2 1-15,-1 0-30 0,2 2 15 0,-1 0 12 16,-2-2-12-16,-1 0-4 0,0 0 4 16,1 0-3-16,-2 0-12 0,3 0-10 15,-2 0 7-15,1 0-13 0,-2 0-45 16,1 0-149-16,-1 0-11 0,0 0-45 0,1-2-151 16,1-2-150-16,0 0-206 0,0-3-587 15,-32 24 91-15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43:22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11915 11461 3409 0,'0'0'556'0,"0"0"-208"16,0 0-137-16,0 0-54 0,0 0-19 15,71 85-15-15,-47-63-44 0,2-1-51 16,1 2-25-16,1-2-3 0,-4-1-11 16,1-1 9-16,-2-1-1 0,-5-5-34 15,-3 3-61-15,-2-4-68 0,-3-3-34 16,-1 0-123-16,-5-4-104 0,-1-1-80 0,-1 0-61 16,-2-4-199-16,0 0-258 15,0-1 204-15</inkml:trace>
  <inkml:trace contextRef="#ctx0" brushRef="#br0" timeOffset="189.49">12163 11572 1015 0,'0'0'1135'0,"0"0"-660"16,0 0-25-16,0 0 0 0,0 0 4 15,0 0-38-15,0 0-114 0,0 0-93 16,0 0-25-16,0 0-108 0,-53 67-52 16,47-34-12-16,0 3-8 0,2 0-1 15,1 1 0-15,-4-2-3 0,2-4 0 16,1 0 0-16,0-6-13 0,1-4-29 15,0-4-80-15,1-8-53 0,1-3-46 0,-1-2-104 16,-2-4-129-16,2 0-107 16,-1-7-164-16,-2 0-266 0,-2-14-325 0</inkml:trace>
  <inkml:trace contextRef="#ctx0" brushRef="#br0" timeOffset="381.98">12006 11583 1110 0,'0'0'1469'0,"0"0"-951"0,0 0-148 15,0 0-29-15,0 0 30 0,0 0-166 0,0 0-118 16,-13 72-31-16,13-44-4 0,1-1-15 16,5 4-18-16,-2 0-1 0,1 0-18 15,-2-1-3-15,-1-5-12 0,1-2-13 16,-1-6-31-16,-2-3-95 0,0-4-67 16,0-1-62-16,0-6-96 0,-5 0-192 15,-3-3-194-15,-4 0-38 0,4-1-185 16</inkml:trace>
  <inkml:trace contextRef="#ctx0" brushRef="#br0" timeOffset="550.52">11889 11896 124 0,'0'0'632'0,"0"0"46"16,0 0-96-16,0 0-126 16,0 0-104-16,0 0-89 0,0 0-97 0,0 0 3 15,0 0 135-15,0 0-24 0,71-32-38 16,-44 21-56-16,2 2-22 0,0-1-26 16,0 2-39-16,-4 2-35 0,0 0-36 15,-3 0-28-15,-2-1-3 0,0 1-13 16,-4-2 4-16,1-3-43 0,-1 2-93 0,0-2-74 15,-5-1-79-15,4-2-143 0,-5-2-233 16,-3 5-552-16,3-3-318 0</inkml:trace>
  <inkml:trace contextRef="#ctx0" brushRef="#br0" timeOffset="15116.07">3360 4134 1235 0,'0'0'352'0,"0"0"-274"0,0 0 26 16,0 0 75-16,0 0 70 0,0 0 30 16,0 0-31-16,0 0-55 0,0 0-45 15,0 0-27-15,0-28-3 0,0 26 7 0,-1-1-8 16,-1 0 10-16,1 0-11 0,-2 0-24 15,0 2-20-15,-1-3-6 0,1-1-18 16,-4 3-33-16,4-2-14 0,-4 1 3 16,1-3 8-16,0 2-11 0,-2 0 15 15,-1-1 12-15,-1 2 0 0,0-2-9 16,0 4-4-16,-2 0 13 0,1-1-6 16,-1 1-19-16,-1 0 0 0,-1 1 10 15,-1 0 7-15,1 0-19 0,1 0-1 16,0 0 38-16,3 0 2 0,-2 2-21 0,1 2 2 15,1 2 26-15,1 1 2 0,-1-2-27 16,1 4 0-16,2-2 24 0,0 1 0 16,0 0-15-16,2 0-29 0,1 1 20 15,0 1-22-15,1 1-4 0,-2 0 4 0,0-2 13 16,2 6 2-16,0-2-3 0,0 1 1 16,-1 3 11-16,1-1-5 0,0 1-17 15,0 0 13-15,3 1 16 0,-3-1-10 16,3 2-21-16,-1 3 0 0,1-2 23 15,-2 1-2-15,2 1-18 0,-2-1-2 16,2 0 24-16,0 1-6 0,0-2-19 16,0 3 0-16,2-3 14 0,1 2-14 15,0 0 0-15,1 0 0 0,1 0 1 16,-1 3 22-16,2 0-23 0,1 0 0 16,-1-1 0-16,0-1 17 0,-2-1-17 0,3-3 0 15,0 2 11-15,-1-5-11 0,1 1-3 16,1 0-9-16,-1-1 12 0,0 1 12 15,0-1-12-15,2 1-3 0,-2 0 3 16,1 1 9-16,0-3-9 0,1 3-15 0,-2-1 15 16,1-2 19-16,-1 2-2 15,1 1-16-15,-1 2 0 0,1-1 17 0,0 1-16 16,-1 3 1-16,-1-4 0 0,1 4 22 16,-1-1-25-16,-2 2 0 0,-1-1 9 15,1 2-7-15,1-1 0 0,-2 0-1 16,1 0 2-16,-3 2 0 0,0 2-1 15,1-1-2-15,1 1 3 0,-3-1 22 16,1 2-11-16,1 0-14 0,-2 2 0 0,0-1 15 16,0-2 3-16,0 0-15 15,0 1 16-15,0 0-19 0,0 5 3 16,-5-1-3-16,1-1 15 0,-4 1-15 16,0 2 2-16,0-3-1 0,-4 3 16 15,2-2-3 1,-3 2-14-16,-1-1 0 0,2-3 0 0,-2-3 13 0,2 0-13 15,2-5 0-15,-1 1-2 0,1-2 2 0,1-3 0 16,0-2 0-16,4-3-3 0,-1-6 3 0,3 0-13 16,3-5-5-16,-2 1-9 0,1-4 11 15,1 0-5-15,0 0-18 0,0 0-4 16,0 0 6-16,0 0 0 0,0 0 7 16,0 0 12-16,0 0 15 0,0 0 3 15,0 0 3-15,0 0 12 0,0 0-12 0,0 0-2 16,0 0-1-16,0 0-18 15,0 0 17-15,0 0-2 0,0 0-19 0,0 0 1 16,0 0 19-16,0 0 2 0,0 0-3 16,0 0-12-16,0 0 15 0,0 0 15 15,0 0-15-15,0 0-1 0,0 0 1 16,0 0 9-16,0 0-9 0,0 0-17 16,0-1 17-16,1 1 15 0,1-2-15 0,-2 1-1 15,3 1 1-15,-3-1 15 0,1-1-15 16,1 1 0-16,-1 0 0 15,1 0 0-15,-1 1 0 0,2 0-13 0,-3 0 13 16,3 0 24-16,1 0-24 0,-3 0 1 16,1 0 17-16,1 0 5 0,0 0-23 15,-2 0 0-15,2 0 1 0,0 0 23 16,-2 0-24-16,2 0 1 0,0 0 33 16,3 2 9-16,-3 2-31 0,1 2-9 15,-1-2 34-15,3 2-4 0,-3 0-31 0,1 2 26 16,-1-1 23-16,0 2-8 0,1-1-43 15,-1 2 1-15,-2-1 13 0,2 2-14 16,0-1-3-16,0 3-12 0,3 0 15 16,0 5 14-16,-1 0-14 0,1 2 0 15,-2 1 15-15,-1-2 4 0,0 3-19 16,-1-3-10-16,-1 4 10 0,1-2 0 0,-1 3-7 16,-1-3 4-16,3 3 3 15,-3-1 6-15,4 0-6 0,-3 0-3 0,1 0 3 16,-2-2 10-16,1-1-10 0,-1 2-18 15,0-2 18-15,0 3 12 0,0-2-12 16,0 2-10-16,0 0 10 0,0 0 3 16,0-1-3-16,-1 1-10 0,-2 1 10 15,-1-1 10-15,1 1-10 0,2-1-15 16,-2 1 15-16,0 0 1 0,0 2-1 0,0 2-1 16,-2 1-1-16,2 2 1 0,1 2-2 15,-4 2-15-15,3 1 18 0,-1 1 2 16,1-1-1-16,0 3-1 0,0 0-3 15,0-1 2-15,-1-1 1 0,0 2-3 0,1 3-8 16,0 0 11-16,2-1 18 16,-1 1-15-16,1-4-1 0,1-2-2 15,0 1-1-15,0-2-20 0,3 1 20 0,1 3 1 16,4 1-1-16,0 0 1 0,-1-1-13 16,0 3 12-16,1 2-1 0,0-2 2 15,-1 1-12-15,-1-1 11 0,1 0 0 16,0-3 2-16,-1-2 10 0,3-3-10 15,-2-6-1-15,0-4 0 0,2-5-2 16,-1-5 1-16,4-2 1 0,-2-3 0 16,2-6 43-16,2 0 6 0,0-3-46 0,2-2-3 15,-1-4-22-15,2-2 4 0,-1 0 3 16,0-3-28-16,-3-5-8 0,1 2-114 16,-1-2-117-16,1-2-213 0,-5 2-499 15,7 0-538-15</inkml:trace>
  <inkml:trace contextRef="#ctx0" brushRef="#br0" timeOffset="17320.24">25858 5406 3320 0,'0'0'473'16,"0"0"-269"-16,0 0-50 0,0 0 55 15,0 0-42-15,0 0-65 0,0 0-84 16,0 0 1-16,0 0 91 0,87-61 19 16,-46 32-19-16,7-8-6 0,4 0-25 15,4-4 10-15,2-1-56 0,1 2-2 16,-3 0-31-16,0 3-1 0,-7 6-18 0,-8 4-11 15,-8 4-19-15,-9 9-27 0,-8 2-101 16,-9 5-44-16,-7 1-44 0,0 3-36 16,-14 3-142-16,1 0-629 0,-22 2-533 0</inkml:trace>
  <inkml:trace contextRef="#ctx0" brushRef="#br0" timeOffset="17648.39">26002 5089 3171 0,'0'0'477'0,"0"0"-331"0,0 0-99 15,0 0 107-15,0 0 69 0,0 0-25 16,0 0-58-16,0 0-11 0,0 0 6 16,0 0 40-16,-7 14 26 0,1-2 27 0,-4 5-70 15,-3 4-64-15,-3 4-24 16,-4 6 2-16,-3 1-20 0,3 3-13 0,-5 0 27 15,4 1-11-15,-1-2-22 0,6-1-9 16,2-5 6-16,5-4-18 0,4-4-12 16,3-5-2-16,2-3-1 0,0-3-18 0,10-3-15 15,4 0-15-15,3-2 11 16,7-1 37-16,2-3-12 0,4 0-36 0,2 0 9 16,0-6-1-16,1-2-35 0,1-2-56 15,1-2-99-15,-2-4-166 0,2 1-307 16,-11 2-576-16,11-6-567 15</inkml:trace>
  <inkml:trace contextRef="#ctx0" brushRef="#br0" timeOffset="18344.5">27200 4555 745 0,'0'0'2687'0,"0"0"-2276"0,0 0-254 16,0 0-100-16,0 0 34 15,0 0 12-15,0 0 55 0,0 0 18 0,101-36-65 16,-61 20-12-16,2 2-50 0,2-2-15 15,-2-1-10-15,-1 0-24 0,-4 1-12 16,-2 2-19-16,-8-1 1 0,-4 3-7 0,-4 0-49 16,-7 1-87-16,-3 4-62 0,-3-1-54 15,-4 2-142-15,-2 0-191 0,0 2-182 16,-13 4-894-16</inkml:trace>
  <inkml:trace contextRef="#ctx0" brushRef="#br0" timeOffset="18546.53">27442 4519 2345 0,'0'0'1009'0,"0"0"-710"0,0 0 25 16,0 0 70-16,0 0 7 15,0 0-119-15,9 73-117 0,-1-60-56 16,-1 3-42-16,-1 2-30 0,2 0 2 16,-3 1-3-16,2-1-11 0,-4 1-22 0,3-2-3 15,-3 0-12-15,1-3-22 0,-1-2-51 16,-1-1-48-16,-1-4-29 0,-1-1-116 15,0-2-120-15,0-2-42 0,0-2-205 16,0 0-440-16,4-7-368 0</inkml:trace>
  <inkml:trace contextRef="#ctx0" brushRef="#br0" timeOffset="18840.47">27658 4634 1835 0,'0'0'1203'16,"0"0"-1017"-16,0 0-145 0,0 0 96 15,0 0 164-15,0 0-62 0,0 0-87 16,0 0-62-16,0 0-43 0,35 73-28 16,-28-62 24-16,6 0 10 0,-3-4 9 0,4-1-25 15,2-1-9-15,0-4 3 16,0-1-15-16,1 0 5 0,-1-6-8 0,0 0 8 16,-6-1-9-16,-1-2 1 0,-2 0 5 15,-3 1 13-15,-4 0 9 0,0-2 6 16,0 1 28-16,-3-1 24 0,-4 1-37 15,-3 0-12-15,-3 2 0 0,-1 2-49 0,-4 3-12 16,1 0-15-16,0 2-22 0,1 0-52 16,3 0-22-16,3 0-22 0,6 0-59 15,2 0-73-15,2 0-189 0,0-3-283 16,3-2-375-16,11-8 10 0</inkml:trace>
  <inkml:trace contextRef="#ctx0" brushRef="#br0" timeOffset="19472.12">28033 4307 2066 0,'0'0'1162'0,"0"0"-879"15,0 0-105-15,0 0-2 0,0 0-60 16,0 0-40-16,0 0-10 0,-3 64 3 16,6-40-4-16,4 2 0 0,5 1-6 15,-4-2 3-15,5 0 22 0,-3-1-10 16,-1-4-40-16,-2-2-22 0,2-2-12 0,-5-6 0 15,0 1 0-15,-1-5 0 0,-1-2 0 16,-1-2 12-16,-1-2 13 0,0 0-6 16,0 0-19-16,0 0-42 0,0-2-70 15,0-3 26-15,0-4 30 0,0 0-43 16,3-6-23-16,0-3 38 0,3 1 8 16,-1-3-5-16,4 2-20 0,0 1 3 15,4 3 7-15,0 2-11 16,4-2-25-16,-1 4-19 0,5-1 31 0,1 2 70 0,0-1 23 15,-1 3 9-15,-2 0 13 0,-3 4 62 16,-6-1-8-16,-1 4 7 0,-5 0 38 16,-3 0 47-16,-1 0 72 0,0 0 9 15,0 4-41-15,0 0-59 0,0 5-37 16,0 2-28-16,-1 3-21 0,-2 2 8 0,0 1 13 16,2-2 0-16,-1 1-4 0,2-3-21 15,0 0-28-15,0-4-9 0,0 0-21 16,3-3 9-16,0-2-10 0,1-3 4 15,1 1-10-15,-1-2-9 0,2 0 9 16,-1-2 26-16,1-1 2 0,0-2 12 16,0-2-9-16,1-2-1 0,0 1-2 15,-4-2-12-15,1 1 12 0,-1 0 0 16,0 2 3-16,-3-1 13 0,3 1 2 16,-3 1 1-16,2 3 8 0,-2 1 26 0,1 2 14 15,-1 0 4-15,0 0-7 0,0 0-12 16,2 1-12-16,-1 1-40 0,6 3 12 15,-1 2-12-15,3-1 49 0,2 5-12 0,2-4-13 16,2 3-12-16,0-4-12 16,4 0 0-16,0-4-27 0,2-1-28 15,-2-1-80-15,1-1-73 0,-1-8-42 0,-3-5-133 16,-2-2-280-16,-5 2-496 16,-2-13-470-16</inkml:trace>
  <inkml:trace contextRef="#ctx0" brushRef="#br0" timeOffset="19650.06">28693 4120 3183 0,'0'0'584'0,"0"0"-489"0,0 0 34 15,0 0 118-15,0 0 97 0,7 78-73 16,3-48-48-16,3 2-15 0,2 0-56 16,0-1-46-16,3-2-40 0,-3-3-45 15,0-5-21-15,1-2-55 0,-3-3-81 0,-3-4-89 16,1-5-69-16,-2-3-214 15,-4-1-650-15,-5-3-1081 0</inkml:trace>
  <inkml:trace contextRef="#ctx0" brushRef="#br0" timeOffset="20732.91">29683 3907 473 0,'0'0'1852'15,"0"0"-1346"-15,0 0-194 0,0 0 79 16,0 0 57-16,0 0-42 0,0 0-78 16,0 0-86-16,0 0-83 0,0 0-13 15,0 0-12-15,-9 10-34 0,-1-1-63 16,-3 3-10-16,-2 0-3 0,1 5 25 0,2 2-4 16,3 0-2-16,2 1-16 15,2-3-9-15,5 0-18 0,0-1-21 0,3-3-25 16,6-2-11-16,5 0-31 0,2-4-21 0,4-1 5 15,3-6 16-15,5 0-6 16,-1-7-7 0,5-6-12-16,1-3-68 0,-1-7-118 0,-2 0-188 15,-1-1-161-15,-6-1-93 0,-6 4 168 16,-7 0 105-16,-5 7 279 0,-4 1 189 0,-1 4 173 16,-1 2 132-16,-4 1 104 0,1 3-27 0,-1 3-16 15,1 0-55-15,3 0-41 0,-2 2-2 16,3 1-70-16,0 1-69 0,-1-2-48 15,1 3-22-15,0 2 31 0,0 4 12 16,5 0 31-16,2 3 5 0,4-2-6 16,1 0-49-16,4-3-34 0,3-1-10 15,0-4-14-15,4-3-24 0,0-1 11 0,-3 0-12 16,-1-2 15-16,-2-5 1 16,-7 2-16-16,-1-3 0 0,-3 1 0 0,-5 0 24 15,-1-1-23-15,0-1-1 0,-4 0 0 0,-5-3-3 16,-4 0-28-16,-3 2-20 0,-4-2-4 15,0 1-16-15,-3 3-8 16,-2 1-47-16,1 2 37 16,4 1-35-16,3 1-37 0,5-1-16 0,6-1-65 0,4-1-82 15,2 1-256-15,8-4-418 16,5-3 374-16,10-1 12 0,1-3 136 0,5-1 202 16,0-1 200-16,1-2 74 0,-1 1 0 15,0 0 178-15,1-2 8 0,-2 0 68 16,-1 0 118-16,2 2-36 0,-5 0-70 15,-2 5-32-15,-9 4 130 0,-2 4-44 16,-5 2-17-16,-4 4 56 0,-2 0 99 16,0 0-67-16,-2 4-38 0,-4 2-99 15,-4 2-168-15,0 6-68 0,-4 2 7 0,1 4 21 16,1 1-3-16,2-2-3 0,6 0 0 16,4-1-7-16,0-1-33 0,9-1 0 0,8-1 15 15,3 0-3-15,3 0 3 0,3-3 0 16,3 0-12-16,-2-2-1 15,-1-3-2-15,-3 4-15 0,-7-6-3 16,0 2 16-16,-6-2-10 0,-4-2 9 0,-3 2 3 16,-2-3 52-16,-1 2 22 0,0 2-25 15,-4 1-10-15,-2 4-30 0,-6 0-9 16,-2 1-103-16,-2-4-75 0,-1-1-43 16,1-5-50-16,0-2-195 0,6 0-546 15,-1-12-428-15</inkml:trace>
  <inkml:trace contextRef="#ctx0" brushRef="#br0" timeOffset="20957.91">30537 3470 1725 0,'0'0'1884'16,"0"0"-1578"-16,0 0-259 0,0 0 38 0,0 0 38 15,0 0-64-15,0 0 34 0,0 0 47 16,38 85-1-16,-26-52-16 0,-1-2-34 15,-1 2-34-15,0-3-6 0,-1-3-49 16,4-4-13-16,-6-1-11 0,2-3-16 16,-1-5-71-16,-2-3-74 0,-1-3-94 15,-4-1-150-15,-1-4-235 0,0 1-562 16,-6-4-591-16</inkml:trace>
  <inkml:trace contextRef="#ctx0" brushRef="#br0" timeOffset="21112.5">30617 3685 2775 0,'0'0'687'0,"0"0"-392"16,0 0-41-16,0 0 63 0,0 0-79 16,0 0-139-16,0 0-69 0,0 0-29 15,89-50-1-15,-69 41-40 0,-2 0-9 16,-4 2-81-16,-4 2-127 0,-4 0-174 0,-2 0-220 16,-2 2-558-16,-2-1-432 0</inkml:trace>
  <inkml:trace contextRef="#ctx0" brushRef="#br0" timeOffset="23484.61">25504 1229 3587 0,'0'0'350'16,"0"0"-334"-16,0 0-16 0,0 0 111 0,0 0 29 15,74 90-40-15,-52-60-29 16,4 2-24-16,0-1-13 0,1-1-33 0,-2-2-1 16,-3-3-2-16,-1-1-11 0,-2-2-2 15,-3-5-10-15,-2-1-56 0,-2-2-90 16,-4-4-102-16,1-1-180 0,-3-5-138 16,-2 0-205-16,-2-2-525 0</inkml:trace>
  <inkml:trace contextRef="#ctx0" brushRef="#br0" timeOffset="23714.62">25767 1283 3176 0,'0'0'612'15,"0"0"-392"-15,0 0 31 0,0 0 105 0,0 0-134 16,-15 67-78-16,6-36-28 0,0 4 9 15,-4 0 0-15,0 1-31 0,0-3-49 16,0 0-20-16,2-3-25 0,-1-2 0 16,5-4-76-16,1-2-64 0,3-5-37 0,3-2-58 15,0-3-94-15,0-1-150 16,3-4-258-16,2-5-517 0,3-2-398 0</inkml:trace>
  <inkml:trace contextRef="#ctx0" brushRef="#br0" timeOffset="23931.08">25979 1621 2531 0,'0'0'540'0,"0"0"-224"0,0 0-37 16,0 0-71-16,0 0-123 0,0 0-85 15,10 68-12-15,-7-61-70 0,-3-2-161 0,0-1-84 16,0-1-199-16,0-3-456 0,-3 0-481 0</inkml:trace>
  <inkml:trace contextRef="#ctx0" brushRef="#br0" timeOffset="24131.26">25903 1332 4032 0,'0'0'705'0,"0"0"-420"0,0 0 32 0,0 0 78 16,0 0-108-16,0 0-109 0,0 0-58 15,0 0-36-15,0 0-46 0,0 0-38 16,0 0-12-16,4 0 9 0,-4 0-33 16,0 0-84-16,0 0-76 0,0 0-49 15,0-2-121-15,0-1-290 0,0 0-704 16,0-2-985-16,-4 18 1243 0</inkml:trace>
  <inkml:trace contextRef="#ctx0" brushRef="#br0" timeOffset="24500.47">26400 1507 2872 0,'0'0'1278'16,"0"0"-1076"-16,0 0-84 15,0 0 126-15,0 0 10 0,0 0-89 0,0 0-37 16,98-9-33-16,-56 1-47 0,1 0-48 16,0-4-18-16,1 0-152 0,-4-1-136 0,-1-1-230 15,-13 4-745-15,7-6-1019 0</inkml:trace>
  <inkml:trace contextRef="#ctx0" brushRef="#br0" timeOffset="25114.62">26736 1229 127 0,'0'0'3088'0,"0"0"-3056"0,0 0-3 16,0 0-29-16,0 0 153 0,0 0-26 15,0 0-36-15,89 13 1 0,-63-9-23 16,0-1-15-16,-3 3-4 0,3 0 19 16,-3 2 17-16,0 0 4 0,0 2 4 15,-1-1-16-15,-5 0-7 0,-1 0-18 16,-3 0 15-16,-6 0 24 0,-1 0 93 15,-3 1 11-15,-2 3-49 0,-1 1-38 16,0 2-11-16,-7 1-19 0,-2-1-7 0,-5 2 1 16,1 0-18-16,-6 2-31 0,-1-1-12 15,0 0-11-15,1-2-1 0,3-3-58 16,2-3-114-16,4-1-84 0,1-3-74 16,3-3-111-16,2 0-531 0,3-4-712 0</inkml:trace>
  <inkml:trace contextRef="#ctx0" brushRef="#br0" timeOffset="27432.93">27562 409 2654 0,'0'0'1037'16,"0"0"-713"-16,0 0-145 0,0 0 75 15,0 0 58-15,0 0-79 0,0 0-93 0,0 0-57 16,0 0-16-16,0 0 9 0,4 92-6 16,0-57 39-16,-1 3 48 0,2 2-36 15,0-1-57-15,-2 0-37 0,1-1-27 16,-1-5-6-16,0-2-27 0,2-4-52 15,-1-3-63-15,3-2-52 0,-1-6-65 16,0-1-121-16,-1-2-242 0,0-4-500 16,-1-2-598-16</inkml:trace>
  <inkml:trace contextRef="#ctx0" brushRef="#br0" timeOffset="28197.04">28393 398 2902 0,'0'0'607'0,"0"0"-540"16,0 0-66-16,0 0 144 15,0 0 50-15,0 0 13 0,15 75-55 0,-8-49-23 16,0 2-31-16,-3 0-12 0,2-3-29 16,0 0 16-16,-1-5-9 0,0 0-22 15,-4-5-25-15,2-2-17 0,0-3-1 0,-3-4 0 16,0-3 2-16,2-1 17 16,-2-2-1-16,0 0-18 0,0 0-29 15,0-6-35-15,0-3-1 0,-2-1-21 16,-5-7-25-16,-3-2 52 0,4-4-12 0,-1-4 18 15,4 0-46-15,1-2 37 0,2 3 27 16,2 1-2-16,8 1-19 0,3 3 1 16,3 3 5-16,4 1 22 0,-1 2-29 15,2 3-12-15,1 3 31 0,-3 4 38 0,1 1 4 16,-3 3 49-16,-4 1 29 0,-4 0 18 16,1 1 17-16,-6 4 8 0,-1 1-4 15,-3 1 21-15,0 4-12 0,-3 3-19 16,-8 3-41-16,-2 0-20 0,-6 4-29 15,0-1-21-15,1-1-40 16,2-5-37-16,3 1-61 0,4-5-81 0,3 0-52 16,3-5-122-16,3-3-246 0,0 0-517 15,3-2-368-15</inkml:trace>
  <inkml:trace contextRef="#ctx0" brushRef="#br0" timeOffset="28375.18">28746 563 2459 0,'0'0'566'0,"0"0"-415"0,0 0 2 16,0 0 114-16,0 0-21 15,0 0-92-15,0 66-84 0,4-54-44 0,1-2-26 16,1-1-32-16,1 0-88 0,0-2-62 16,3-2-46-16,0-3-29 0,2-2-253 15,-2 0-537-15,4-2-280 0</inkml:trace>
  <inkml:trace contextRef="#ctx0" brushRef="#br0" timeOffset="28616.22">29072 486 124 0,'0'0'2856'0,"0"0"-2396"0,0 0-232 0,0 0 50 0,0 0-12 15,0 0-61-15,0 0-41 16,-66 69-53-16,60-54-40 0,0-1-25 15,5 0 0-15,1 1 3 0,0-4-18 16,1-1-31-16,6-2-22 0,2-2-14 0,-2-1-4 16,6-3 12-16,0-2-21 0,4 0-31 15,1-9-74-15,3-1 55 0,-2-6-32 16,4-3-24-16,0-3-69 0,0-2-72 16,-4-3-213-16,-2 1-151 0,-2-3-157 15,-7 8-168-15,4-14 395 0</inkml:trace>
  <inkml:trace contextRef="#ctx0" brushRef="#br0" timeOffset="28933.27">29291 267 39 0,'0'0'639'0,"0"0"159"0,0 0-171 16,0 0-93-16,0 0-164 0,0 0-104 16,0 0-44-16,0 0-79 0,0 0-80 15,0 0 47-15,0 0 1 16,0 77-5-16,0-52 54 0,0 0 18 0,0-2-36 16,3-2-34-16,1 0-34 0,3-2-15 0,1-2-13 15,-1-4-46-15,0-1-3 16,-1-4-16-16,1-3 16 0,-3 0-34 0,-1-4-43 15,0-1-9-15,-1 0-10 0,-1-1-41 16,2-4 7-16,1-1 55 0,3-1 28 16,2-2 5-16,-2-1-2 0,1-1-10 15,-2 2 4-15,0 4-4 0,-3 2 47 16,-1 3 10-16,-1 0 126 0,-1 0 25 16,0 1-26-16,3 3-57 0,0 1-49 15,3-2 12-15,2 3-28 0,1 0 22 0,1-2-3 16,4 3 9-16,-2-2-13 0,1 1 7 15,3-2-6-15,-3-1-17 0,3 0-2 16,-2-2 0-16,2-1-3 0,0 0-193 0,4 0-161 16,-7-4-254-16,7-4-831 15</inkml:trace>
  <inkml:trace contextRef="#ctx0" brushRef="#br0" timeOffset="30148.34">30496 158 1327 0,'0'0'1527'0,"0"0"-1306"0,0 0-144 15,0 0 137-15,0 0 91 0,0 0-19 16,0 0-10-16,0 0-86 0,0 0-119 15,-77 22 0-15,54-10 3 0,-1 1 40 16,-2 2 30-16,4 2-19 0,2-2-48 0,4 0-16 16,5-3-22-16,2 0-15 0,5-4-24 15,2 1-25-15,2-3 1 0,0 2-13 16,3-1-2-16,6 2 14 0,1 1-5 16,4 0-10-16,5 2 13 0,1-2 2 15,3-1 4-15,0 1 18 0,-1-1-19 16,1-1 10-16,-3-1 0 0,-4 1 9 15,1-1-13-15,-6 1 13 0,-3-2 3 16,-1 3 0-16,-4-3 25 0,-3 0 18 16,0 2 39-16,0 1 10 0,-7 2 21 15,-3 1-25-15,-2-1-3 0,-2 1 9 0,-2-3-6 16,-1 2-45-16,2-4-22 0,-2 0-21 16,7-2-28-16,0-4-59 0,1-1-77 15,4 0-56-15,0 0-39 0,1-3-43 16,-2-6-224-16,2 1-220 0,3 3-615 0,1-8-455 15</inkml:trace>
  <inkml:trace contextRef="#ctx0" brushRef="#br0" timeOffset="31000.18">30800 469 3004 0,'0'0'967'0,"0"0"-822"0,0 0-49 16,0 0 78-16,0 0 6 0,0 0-41 0,0 0-56 15,-9 71-62-15,6-55-21 0,3-1-31 16,0-2-15-16,0-1-21 0,2-3-54 16,-1-1-58-16,2-4-33 0,-3 0-102 15,3-2-180-15,-3-2-270 0,3 0-865 0</inkml:trace>
  <inkml:trace contextRef="#ctx0" brushRef="#br0" timeOffset="31211.75">30908 265 3757 0,'0'0'602'0,"0"0"-420"16,0 0 0-16,0 0 238 0,0 0-116 15,0 0-74-15,0 0-79 0,0 0-117 16,0 0-34-16,0 0-58 0,0 0 7 16,-10 0 18-16,10 0-43 0,0 0-109 15,0 0-83-15,0 0-139 0,0 0-311 16,0-2-603-16,0 0-859 0,10 6 1615 0</inkml:trace>
  <inkml:trace contextRef="#ctx0" brushRef="#br0" timeOffset="32393.62">27782 1388 2402 0,'0'0'686'15,"0"0"-421"-15,0 0-90 0,0 0 84 16,0 0 87-16,0 0-44 0,0 0-46 15,0 0-22-15,0 0-30 0,0 0-51 16,0 0-26-16,2 12 1 0,-7-7-56 0,-4 3-27 16,-2 3-45-16,-2 5-15 0,-1 5 3 15,2 3 12-15,3 2 0 0,5 0 11 16,1 0-11-16,3-2-15 0,2-3-10 16,8-2-5-16,1-2-9 0,7-4-1 15,2-3 7-15,0-4-13 0,3-3 22 16,3-3-25-16,-2-5-5 15,1-6 29-15,-2-4 25 0,0-3 0 0,-5-1 0 16,-3 2 22-16,-6-3 2 0,-2 2 3 0,-3-1 10 16,-4-1-4-16,0 0-2 0,-4 0-7 15,-6-2 0-15,1 3-6 0,-5 2 4 16,1 1-22-16,-3 4-3 0,2 1-58 16,2 3-15-16,1 3-24 0,3 2-53 0,4 0-9 15,1 3-62-15,3 0-158 0,0 0-230 16,0 0-382-16,6 3-83 0,6 5 89 0</inkml:trace>
  <inkml:trace contextRef="#ctx0" brushRef="#br0" timeOffset="33234.31">28742 1370 1869 0,'0'0'1075'0,"0"0"-886"0,0 0-4 16,0 0 161-16,0 0 86 0,0 0-81 15,0 0-82-15,0 0-67 0,0 0-55 16,0 0-52-16,0 0-40 0,-74 15-43 0,59 2-12 16,0 2 21-16,2 2 10 0,3 0 17 15,6-1-5-15,2-2-16 0,2-3-11 16,0-2-16-16,6-3-21 16,3-1-28-16,2-4-11 0,2-3 11 0,3-2-15 15,0 0-55-15,4-7 18 0,0-3 43 16,2-4-7-16,-2-4 26 31,0-3-20-31,-4-1 4 0,-4-3-10 0,-2 0 6 0,-6 0-5 0,-1-2 39 0,-3 2 25 16,0 1 0-16,-6 1 37 0,0 5 37 0,-2 3-31 15,-1 3 37-15,3 4-9 0,2 2 0 16,0 3 15-16,2 2-4 0,-2 1 10 16,4 0-4-16,0 0-21 0,-3 3-15 15,3 0 3-15,-1-2-37 0,-1 2-16 16,2-1-2-16,0 4-1 0,0 5-21 0,0 5 22 15,0 5 18-15,0 3-17 0,0 2 0 16,6-1-1-16,1-2 0 0,0-1-21 16,2-3 4-16,0-2 15 0,2-2 1 15,-1-3-38-15,3-2-22 0,0-1-64 0,4-4-65 16,-1-2-46-16,3-3-88 0,0 0-209 16,1-4-53-16,-4-2-418 15,6-8-389-15</inkml:trace>
  <inkml:trace contextRef="#ctx0" brushRef="#br0" timeOffset="33831.26">29092 1358 2031 0,'0'0'573'0,"0"0"-210"15,0 0-11-15,0 0-60 0,0 0-67 16,0 0-81-16,0 0-14 0,0 0 7 16,-14 72-10-16,14-61-37 0,0 0-22 15,0 0-31-15,4-5-37 0,3 0-1 0,-1-1-11 16,1-2 12-16,2-3 1 0,2 0 17 15,-2 0 4-15,1-1-19 0,1-5 0 16,-2-1 12-16,1-3 1 0,0 0 5 16,-4 0-5-16,-3-3-1 0,-2 0-3 15,-1 0 13-15,0 1-7 0,-4-2 1 0,-6 2-1 16,0 1-7-16,0 4-11 16,-3 1-22-16,0 4-30 0,-3 2-13 15,2 0 25-15,-2 0-34 0,6 0 6 0,1 2 12 16,6-2-31-16,2 0-71 0,1 0-53 15,0 0-60-15,4 0-135 0,8-2 9 16,2-2 172-16,3-2 134 0,4-1 43 16,0 0 25-16,-2-2-3 0,4 2 25 15,-3 0-21-15,-1 2-11 0,-2 1 33 16,-4 1 38-16,3 3 49 0,-6 0 39 16,2 2 25-16,-4 3 29 0,1 3 35 0,-2 1-14 15,-2 2 5-15,-1 0-39 0,3 2 0 16,-4 0-16-16,1-1-42 0,-1-2-34 15,0 0-25-15,0-1-7 0,0-3-9 16,0 0-34-16,2-1-1 0,-2-1-2 0,0-3-19 16,1 0 20-16,2-1-10 0,-1 0 0 15,2 0-63-15,1-2 10 0,-2-4-13 16,3 1 18-16,2-3 32 16,-2 1 12-16,1-1 13 0,-1 1 1 0,-1 1 0 15,0 0 0-15,-3 5 2 0,1 1 0 16,-3 0 61-16,3 0 1 0,-2 0 7 15,2 1-4-15,1 5 3 0,-1-1 7 16,2-1-19-16,0 1-22 0,-1 2-31 0,3-2 9 16,1-1-12-16,0-2-55 0,1 0-162 15,0-2-159-15,-2 0-108 0,0-3-208 16,-1-7-833-16</inkml:trace>
  <inkml:trace contextRef="#ctx0" brushRef="#br0" timeOffset="34088.04">29754 1078 1970 0,'0'0'483'0,"0"0"-225"0,0 0 125 15,0 0-4-15,0 0-82 0,0 0-26 16,0 0-33-16,0 0-86 15,0 0-62-15,0 0-41 0,0 0-24 0,4 17-10 16,-2-10 10-16,-1 2-25 0,0 0-1 16,1 1-101-16,-1 0-109 0,3-1-146 15,-2-1-234-15,-1-2-647 0,2-6-643 0,-24-85 1627 16</inkml:trace>
  <inkml:trace contextRef="#ctx0" brushRef="#br0" timeOffset="34278.6">29870 1088 2805 0,'0'0'503'0,"0"0"-440"0,0 0 61 0,0 0 145 15,0 0 40-15,12 81-103 0,-6-58-73 16,-1 0-58-16,0 0-48 16,-1 0-5-16,-3-1-19 0,1-2-2 0,-2 0-1 15,0-2-11-15,0-2-26 0,0-3-75 16,0-3-62-16,0-4-74 0,-3-1-124 15,-3-4-195-15,3 1-720 0,-7-2-222 0</inkml:trace>
  <inkml:trace contextRef="#ctx0" brushRef="#br0" timeOffset="34417.23">29833 1296 443 0,'0'0'1781'0,"0"0"-1406"16,0 0-88-16,0 0 78 0,0 0-110 0,0 0-141 15,0 0-60-15,0 0-23 0,0 0-31 16,96-57-76-16,-68 44-85 0,0 0-53 15,3-1-77-15,-1 2-134 0,-7 1-310 0,16-4-702 16</inkml:trace>
  <inkml:trace contextRef="#ctx0" brushRef="#br0" timeOffset="34765.3">30653 1050 995 0,'0'0'1561'16,"0"0"-1361"-16,0 0-13 0,0 0 168 15,0 0 108-15,0 0 11 0,0 0-120 16,0 0-75-16,0 0-98 0,0 0-86 0,-42 40-50 16,22-23-14-16,-2 2 17 0,2-1-17 15,4 1-30-15,5-5-1 0,2 3-15 16,6-5-1-16,2-1-17 0,1 1 21 15,1 0-37-15,6-2 22 0,5 0-37 0,4-1 18 16,1 0-18-16,6-1-1 0,0-1-2 16,0-1-4-16,-1-1 10 0,-2 2 39 15,-3-3 1-15,-4 3 5 0,-5 0 13 16,-4-1 3-16,-4 2 28 16,0 0 30-16,-4 2-2 0,-8 1-21 0,-4 1-35 15,-4-1-101-15,-2 0-56 0,-2-2 12 16,5-4-126-16,3-3-277 0,6-2-713 15,3-2-618-15</inkml:trace>
  <inkml:trace contextRef="#ctx0" brushRef="#br0" timeOffset="34977.73">30908 1305 3004 0,'0'0'539'0,"0"0"-280"16,0 0 68-16,0 0 49 0,0 0-151 16,30 75-120-16,-26-64-59 0,1-2-44 15,-1-1-2-15,-1-3-89 0,-1-2-99 16,-1-2-87-16,-1-1-92 0,0-3-338 16,0-9-695-16</inkml:trace>
  <inkml:trace contextRef="#ctx0" brushRef="#br0" timeOffset="35152.26">30925 946 4219 0,'0'0'639'0,"0"0"-382"0,0 0 111 0,0 0 50 16,0 0-104-16,0 0-104 16,0 0-83-16,0 0-83 0,0 0-44 0,0 0-21 15,-1 2-3-15,1-1-18 0,-2-1-70 16,-2 2-86-16,-2 0-47 0,-8 1-118 15,2-1-392-15,-18 1-1246 0,99-18-834 0</inkml:trace>
  <inkml:trace contextRef="#ctx0" brushRef="#br0" timeOffset="40249.12">25838 2570 2861 0,'0'0'611'0,"0"0"-323"0,0 0-140 15,0 0 69-15,0 0 106 0,0 0-54 16,0 0-94-16,0 0-65 0,0 0-40 0,0 0-48 16,-6 11 5-16,0-8-12 0,-2 5-15 15,-4 1-12-15,-2 5 12 0,-1 4 2 16,1 4 23-16,-2 2-1 0,3 2-9 0,0 1-14 15,6 0-1-15,1-3 0 0,5 1 0 16,1-3-24-16,0-3-10 16,7-1 13-16,3-1-16 0,1-3-24 0,1-4-6 15,4 1 0-15,0-4 18 0,0-4 2 16,0 0 8-16,1-3-20 0,0 0-49 16,0-1-46-16,1-4-95 0,-1-2-160 15,-1-5-226-15,-2 5-343 0,4-8-438 16</inkml:trace>
  <inkml:trace contextRef="#ctx0" brushRef="#br0" timeOffset="40442.54">26073 2887 2632 0,'0'0'370'0,"0"0"-239"15,0 0 57-15,0 0 60 0,0 0-49 0,10 70-54 16,-4-58-82-16,0-2-44 0,2-1-19 15,-1-3-31-15,-1-4-60 0,0 0-53 16,-2-2-62-16,-1 0-132 0,3-10-298 16,-3 1-446-16,-3-13-97 0</inkml:trace>
  <inkml:trace contextRef="#ctx0" brushRef="#br0" timeOffset="40598.12">26012 2629 4092 0,'0'0'644'0,"0"0"-508"0,0 0-60 0,0 0 4 16,0 0-80-16,0 0-40 15,0 0-64-15,0 0-77 0,0 0-35 16,0 0-23-16,0 0-119 0,52 3-164 0,-40-3-270 16,4 3-777-16</inkml:trace>
  <inkml:trace contextRef="#ctx0" brushRef="#br0" timeOffset="40846.66">26373 2846 2451 0,'0'0'1151'0,"0"0"-984"16,0 0-119-16,0 0 62 0,0 0 32 16,0 0-5-16,0 0-40 0,0 0-38 0,89-2-33 15,-59-3-26-15,-1-2-77 16,3 0-144-16,-3-1-110 0,-2 1-209 0,-6 0-663 16,7-1-716-16</inkml:trace>
  <inkml:trace contextRef="#ctx0" brushRef="#br0" timeOffset="41208.87">27200 2652 2138 0,'0'0'1239'0,"0"0"-960"15,0 0-58-15,0 0 96 0,0 0 15 16,0 0-64-16,0 0-149 0,0 0-73 16,0 0-30-16,0 0 2 0,-74 68 22 15,63-50 27-15,1 2-9 0,1-1-3 0,2-1-7 16,3 1-8-16,2-1-20 0,2-4-20 15,0 0-27-15,7-3-34 0,3 0-27 16,4-5-16-16,3 0 9 0,4-5 0 16,1-1-59-16,5-6-49 0,1-4-145 15,1-4-102-15,-2-2-190 0,-7 4-487 16,3-8-389-16</inkml:trace>
  <inkml:trace contextRef="#ctx0" brushRef="#br0" timeOffset="41498.1">27418 2717 2664 0,'0'0'514'0,"0"0"-288"0,0 0 3 16,0 0 13-16,0 0-55 0,0 0-53 15,0 0-28-15,-18 65-26 0,21-53-27 16,6-3-28-16,0-1 3 0,3-3-13 0,-2 0-14 16,5-3 2-16,-1-2 28 0,3 0-21 15,-1-3-10-15,3-4 0 0,-3-3 0 16,1 1 1-16,-4-3-1 0,-1 1-12 15,-4 3 12-15,-3-3 0 0,-2 0 0 16,-3 2 0-16,0-3 10 0,-2 1 3 16,-5 4 21-16,-6 1-10 0,0 5-24 15,-8 1-29-15,-3 0-12 0,-5 4-45 0,-1 2 2 16,4 2-6-16,3 0-31 31,6-2-37-31,10-1-52 0,7-5-189 0,0 0-617 0,14 0 16 0,-4-3 397 16,16-6-78-16</inkml:trace>
  <inkml:trace contextRef="#ctx0" brushRef="#br0" timeOffset="41797.33">27756 2537 232 0,'0'0'463'15,"0"0"51"-15,0 0 59 0,0 0-54 16,0 0-67-16,0 0 10 0,0 0-49 16,0 0-63-16,0 0-118 0,0 0-110 15,0 0-48-15,31 8-72 0,-36 0-2 16,2 4 0-16,0 2-3 0,3-1-22 15,0 0 16-15,0 1 9 0,3-2 50 16,3-1-13-16,3 1-19 0,2 0 1 0,1-1-16 16,2 1 12-16,2-2-13 15,4 0-2-15,-1 1-3 0,4-3-21 0,-3 2-1 32,2-3 0-32,-6 0 13 0,-2 0 9 0,-7-2 3 0,-4 0 1 15,-2-3 42-15,-1 4 53 0,0-1 21 0,-7 3 64 16,-7 0-77-16,-5 2-85 15,-4-1-19-15,-1 0-98 0,-1-3-59 0,3-3-37 16,5-3-101-16,5-3-201 0,4-3-287 16,5-10-709-16</inkml:trace>
  <inkml:trace contextRef="#ctx0" brushRef="#br0" timeOffset="42030.27">28059 2388 2677 0,'0'0'549'0,"0"0"-285"0,0 0 30 16,0 0-74-16,0 0-97 0,0 0 36 15,24 75 30-15,-15-47-7 0,0 2-43 16,-1 1-10-16,-2-1-41 0,1-2-45 16,-4 0-15-16,3-4-26 0,-2-1-2 0,-1-4-27 15,0-3-31-15,-2-3-52 16,-1-1-84-16,0-3-90 0,0-2-103 15,0-4-327-15,-1-1-697 0,-9-2-410 0</inkml:trace>
  <inkml:trace contextRef="#ctx0" brushRef="#br0" timeOffset="42163.92">28083 2638 2134 0,'0'0'1216'0,"0"0"-1060"15,0 0-140-15,0 0 95 0,0 0-10 16,0 0-76-16,85-33-25 0,-56 23-50 0,1-1-179 15,8 1-160-15,1 0 113 0,-9 2-366 16,17-2-1079-16</inkml:trace>
  <inkml:trace contextRef="#ctx0" brushRef="#br0" timeOffset="42858.17">28798 2494 2936 0,'0'0'480'0,"0"0"-404"16,0 0 143-16,0 0 130 0,0 0-74 16,0 0-83-16,0 0-56 0,0 0-13 15,-12 66-10-15,11-50-6 0,0-1-12 16,1-3-25-16,0 0-34 0,4-3-36 0,2 0-25 16,1-3 7-16,4-1-19 0,-2-3-2 15,3 0-10-15,0-2 3 0,2 0-55 16,1-7-13-16,-3-1 28 0,-2-4-28 15,0 1-6-15,-6-3 5 0,-4 2 34 16,0-2-6-16,-8 1-10 0,-4 0-70 16,-1-1 41-16,-4 3 51 0,2 3 18 15,1 3 57-15,1 2 70 0,2 3 12 0,4 0-31 16,2 0 5-16,4 0-40 16,-1 0-16-16,2 0-3 0,0 0-16 0,6 0-16 15,4 1-27 1,6-1 62-16,0 0 32 0,4-1-1 0,3-6 1 0,0-1-17 15,-3-3-15-15,2-2-37 0,-1 0-1 16,0-1-60-16,-3-2-9 0,-1 2 94 16,-3-1-9-16,-4 5 21 0,0 1 1 15,-6 2 57-15,-1 1 41 0,-3 3-7 0,0 0 0 16,0 1 3-16,0 2-2 0,0 0 23 16,0 0 4-16,0 5-30 0,0 1 13 15,-3 2-89-15,0 7-13 0,-1 6-2 16,1 4-14-16,2 7 16 0,1 5 1 15,1 3 12-15,9 0 64 0,2-2-3 16,2-2-47-16,-1-2-27 0,2-4-30 16,-2-5 11-16,-5-3-2 0,0-6-10 0,-3-3-43 15,-2-2-28-15,-3-4 0 0,0-4 5 16,-2-3-12-16,-6 0 37 0,1 0-82 16,-2-8-111-16,-2-2 120 15,2-5 116-15,0-2-32 0,2-3 14 0,-1 0 47 16,3 2 28-16,1 1 77 0,1 5 82 15,3 4-39-15,0 3-32 0,0-1-21 16,4 1-29-16,5 0-4 0,5-1 4 16,1-2-26-16,3-1-37 0,4 1-3 0,-2-1-15 15,3 0-38-15,0-1-112 0,2-2-84 16,-2 0-112-16,-3 3-272 0,6-4-1093 16</inkml:trace>
  <inkml:trace contextRef="#ctx0" brushRef="#br0" timeOffset="43813.19">29731 2385 821 0,'0'0'995'15,"0"0"-943"-15,0 0 13 16,0 0 178-16,0 0 164 0,0 0-1 0,0 0-144 15,0 0-141-15,0 0-63 0,0 0 2 16,0 0 67-16,8 24 94 0,-8-24-24 16,0 0-80-16,0 0-39 0,0 0-9 15,0 0-17-15,1 0-5 0,1-1-10 16,-2-2-25-16,0 2-12 0,0-1 0 16,1 1 1-16,-1-1 3 0,0 1-4 15,0-2 0-15,0-1-22 0,0-1-15 16,2-2-7-16,-2-3-2 0,1 0 5 0,-1-3 41 15,0-1 19-15,0 1 0 0,0-2 5 16,0-1 14-16,0 4-10 0,0 1 27 16,-1 3 10-16,-2 2 3 0,0 1 0 0,0 5 43 15,-1 0 67-15,1 0-4 16,0 0-37-16,-1 4-30 0,-2-1-50 0,-3 5-28 16,-2 2-29-16,1 5-22 15,-2 4 7-15,-2 5 15 0,5 4 2 16,3 1 19-16,1 2 4 0,5-2-7 0,0 2 6 15,0-2-24-15,7-2-2 0,-3-4 1 16,2-2-17-16,1-2 0 0,-2-1 15 16,0-5-9-16,-2 1-1 0,0-1-11 15,-2-4 6-15,1-1-9 0,-2-2-13 16,0-2-15-16,0-3-9 0,0 0 10 16,0-1-14-16,0 0-20 0,1 0-4 15,1-2 12-15,-2-3 10 0,1-2 17 0,1-3-11 16,1 0-20-16,1-3 66 0,-1 0 17 15,5 0-27-15,-2-1 3 0,3 6-12 0,1-3-44 16,0 1-46-16,0 3-17 16,2 0 6-16,-1 2 12 0,1 2 53 0,-1-1 26 15,-2 2 34-15,-2 2-2 0,-1 0 15 16,0 0 1-16,-2 2 56 0,-1 3 72 16,0 1 43-16,1 2-33 15,-1 1-49-15,1 1-6 0,1 0-34 0,-1 1-19 16,0-1-19-16,-1 0 4 0,-2-1 8 15,1 0-8-15,1-3-16 0,0-1-1 16,0-2-18-16,-2 0-6 0,2-3-9 16,1 0-71-16,1 0-51 0,0-3-39 15,1-4 47-15,3-2 48 0,0-1 30 16,0-3-16-16,0-4-117 0,3 3-161 16,-2-1-13-16,0 1 38 0,0 5 53 0,3-1 53 15,-3 5 96-15,-1 1 127 0,-1 3 10 16,-2 1 130-16,-2 0 114 0,-1 3 2 0,-1 0 113 15,-1 2 18-15,-1 2-115 0,2-1-108 16,-1 0-46-16,1 1-26 0,-1-1 4 16,1 0-4-16,-1-2 9 0,-1 0 7 15,0-3-1-15,3 0-5 0,-3-1-24 16,0 0-15-16,1 0-3 0,-1 0 21 16,1-4 50-16,1 1-16 0,1-3-80 15,0 0-25-15,1-5-15 0,5 0 12 16,-1-4-9-16,4-1-40 0,-2-1-10 15,3 0-9-15,-1 1-19 0,-1 0-41 0,2 1-42 16,0 1-41-16,0 0-45 0,-3 3-171 16,-3-1-195-16,-1 4-534 0,1 1-126 15</inkml:trace>
  <inkml:trace contextRef="#ctx0" brushRef="#br0" timeOffset="44038.56">30023 2421 2756 0,'0'0'344'0,"0"0"-299"16,0 0-45-16,0 0 156 0,0 0-57 15,0 0-20-15,88 6-40 0,-61-6-39 16,2 0-102-16,0-4-93 0,0 1-58 15,1-1 45-15,1 1-147 0,-8 0-460 16,14 1-775-16</inkml:trace>
  <inkml:trace contextRef="#ctx0" brushRef="#br0" timeOffset="44782.1">30602 2366 2251 0,'0'0'646'0,"0"0"-428"0,0 0-23 15,0 0 34-15,0 0-30 0,0 0-32 16,0 0-42-16,0 0-27 0,0 0-23 16,0 0 6-16,0 0 56 0,-33-20 76 0,29 19-81 15,0-2-64-15,-1 2-25 0,2 1 3 16,2-1-1-16,-2 1-5 0,3 0-6 16,0 0-8-16,-1 0-26 0,1 0-12 15,0 0 0-15,-2 0-3 0,2 0 2 16,-1 0 13-16,-1 0 21 0,-1 0-20 15,-1 0 0-15,0 0 2 0,1 0 15 16,0 0-3-16,0 0 10 0,3 0-4 16,-3 0-9-16,3 0 1 0,-1 0-11 15,-1 0 13-15,1 0-3 0,-2 0 0 0,0 0-10 16,-4 0-2-16,1 0 15 16,-1 0 10-16,0 0 8 0,-3 1-8 0,1 4-10 15,-1 3 3-15,-3 0-16 0,3 3 19 0,0 1 13 16,0 1-1-16,1 2-8 0,2-1-7 15,2 3-3-15,1 2 6 16,1-2 1-16,2 1-7 0,-2-3-15 0,3-1-1 16,0-3-1-16,0-1-10 0,6-2-25 15,2-1-21-15,7-3-36 0,5-1-18 16,4-3-13-16,5 0 15 0,6-5-7 16,0-6-18-16,-1-1-22 0,-1-3-4 15,-2 1-19-15,-4-4 21 0,-4 3 67 16,-4-2 55-16,1-2 36 15,-4 1 0-15,-3 0 1 0,-3 2 26 0,1 3-1 16,-3 5-25-16,-4 1-11 0,0 2 11 0,-1 4 34 16,-1 1 39-16,-2 0 62 15,0 0 29-15,0 0-12 0,0 4-84 0,0 0-37 16,0 1-13-16,1 1-18 0,3 3 28 16,0 1 3-16,1 2 18 0,-1 1 0 15,2-1-34-15,0 1-14 0,1-1-1 0,-3-1 2 16,1-1 20-16,-4-2 42 0,1-1 28 15,-2 0 6-15,0-2-4 0,0 0-8 16,0 0-13-16,-5 0-22 0,2 1-17 16,-5 0 5-16,-2 0 13 0,-2 0-4 15,-7 1-30-15,-1-2-6 0,0 2-10 16,-3-2-2-16,3-1-20 0,5-1-10 16,2-2-46-16,2 1-48 0,5-2-32 15,3 0-17-15,3 0-14 0,0-2-41 16,0-2-140-16,3-2-147 0,4 0 7 15,5-2-35-15,-1 1 16 0,-2 2-509 16,5-6-83-16</inkml:trace>
  <inkml:trace contextRef="#ctx0" brushRef="#br0" timeOffset="45277.76">30649 2407 1611 0,'0'0'736'0,"0"0"-287"0,0 0-10 0,0 0-7 16,0 0-44-16,0 0-157 0,0 0-104 15,0 0-40-15,0 0-25 0,0 0-1 16,-76 60 17-16,59-47 11 0,3-1 6 16,1-3-31-16,4-2-64 0,3 0-15 15,4-3-46-15,2 0-87 0,0-3-74 16,0 0-91-16,7-1-134 0,0 0-192 15,3 0-358-15,3-6-161 0</inkml:trace>
  <inkml:trace contextRef="#ctx0" brushRef="#br0" timeOffset="45664.66">30951 2167 1808 0,'0'0'1251'0,"0"0"-931"0,0 0-127 15,0 0 25-15,0 0 40 16,0 0-45-16,-20 90-36 0,17-59-32 0,-1 2-46 16,4 1-19-16,0 0-16 0,0-3-21 15,0-2-24-15,0-3-18 0,0-3-1 16,0-6-1-16,0-3-21 0,0-5-42 16,0-2-68-16,0-4-35 0,0-3-6 0,0 0-36 15,0-2-77-15,0-3-46 0,3-6-19 16,0-3 8-16,1-3-177 0,3-2 63 15,-1-3-106-15,0-1-76 0,1-2 141 16</inkml:trace>
  <inkml:trace contextRef="#ctx0" brushRef="#br0" timeOffset="46261.77">31071 2282 245 0,'0'0'440'0,"0"0"9"0,0 0-48 16,0 0-92-16,0 0-20 15,0 0-30-15,0 0-59 0,0 0-52 16,0 0-25-16,0 0-8 0,0 0 36 0,60-17 44 15,-60 21-46-15,0-3-22 0,0 5 9 16,0 0-1-16,0 4 0 0,-3 3-9 16,-1 1-7-16,0 3-4 0,1-1 6 0,0 1-13 15,0-3-44-15,0 1-45 0,3-5-19 16,0-1-19-16,0-3-2 0,0-1 19 16,0-1-23-16,3-3-21 0,3-1-44 15,1 0-59-15,0 0 13 0,2-1 29 16,1-3 9-16,0 1 32 0,-1-2 35 15,-3-1 12-15,0 0 8 0,-1 0 11 16,1-1 0-16,-2 0-10 0,-1-2 1 0,0 1 9 16,0 1 22-16,0 1-10 15,-3-2 10-15,0 3 10 0,1 0 30 0,-1 1 40 16,0 1 29-16,0 2-4 0,0 1-9 16,0 0-19-16,0 0-3 0,0 0 17 15,0 0 31-15,0 0-12 0,0 0-50 16,0 1-45-16,0-1-27 0,0 2-10 15,0-2 0-15,0 0 10 0,0 0-10 16,0 0-15-16,0 0 13 0,0 0 2 16,2 0 0-16,-2 0 0 0,0 0-18 0,0 0-1 15,0 0 18-15,1-2-14 0,-1 1 0 16,4 1 13-16,-1-3 2 0,-3 2 1 16,3 1 14-16,-3-1 7 0,0 1 8 15,2 0-12-15,-2 0 13 0,0 0 24 16,1 0-1-16,-1 0-20 0,0 1-7 15,0 0 0-15,0 1-11 0,0 0-13 0,0 3 18 16,3 1 12-16,1 2 37 0,1 4-3 16,1 2-7-16,2 2-8 0,-1 0-22 31,-1 0-30-31,3-3-1 0,-1 0-1 0,-1-2-13 0,2-1-12 0,-3-3-25 16,4-2-112-16,-3 1-69 0,-1-3-18 15,5-3-98-15,-2 0-262 0,3 0-190 16,-4-5-409-16,10-5-382 0</inkml:trace>
  <inkml:trace contextRef="#ctx0" brushRef="#br0" timeOffset="46839.46">31505 2035 2255 0,'0'0'446'15,"0"0"-212"-15,0 0 122 0,0 0 107 0,0 0-30 16,0 0-104-16,0 0-113 0,0 0-19 16,0 0-66-16,0 0-15 0,-6 72 6 15,3-41-25-15,0 1-18 0,1 5-15 16,0 0-25-16,2-2-18 0,0 0-5 0,0-4-16 16,0-3-4-16,0-3-11 15,0-4-3-15,0-5-61 0,0-2-66 0,0-4-29 16,0-2-18-16,0-2-35 15,-2-5-75-15,1-1-160 0,1 0-110 0,0-7-36 16,0-2-125-16,0-3 93 0,0-1 190 16,0 1 252-16,0-2 198 0,0 1 32 15,0 0 154-15,3 3 149 0,1-2 26 16,-1 1-65-16,1 1-85 0,2-2-85 16,3 3-58-16,-1 0 32 0,1 3 68 15,-2 0 12-15,2 2-29 0,2 1-45 16,-2 0-20-16,4 0-12 0,0 1-46 0,0-2-24 15,1 1 8-15,-2 2 1 16,-3-1 3-16,0 1 9 0,-1 1 39 16,-2 0 9-16,1 0-10 0,0 0 17 0,-3 0 11 0,2 1-12 15,0 1-44-15,-2 1-4 0,2 0 35 16,-2 1 9-16,-1 1 20 0,0 3 30 16,-2 0 15-16,1 2-32 15,1 2-12-15,-2 0-25 0,-1 1-16 0,0 0-9 16,0 1-24-16,0 0-4 0,0-1-3 15,2-1-15-15,-1-2-15 0,5 0 12 16,-2-3-16-16,3-5-30 0,2 0-99 16,3-2-115-16,2 0 2 0,1-4-23 15,3-3-26-15,2-4 4 0,1-1-86 0,0-3-371 16,-8 4-360-16,12-10 376 0</inkml:trace>
  <inkml:trace contextRef="#ctx0" brushRef="#br0" timeOffset="47110.49">32009 2192 1167 0,'0'0'1194'0,"0"0"-867"0,0 0-48 16,0 0 166-16,0 0-12 0,0 0-128 0,0 0-100 16,0 0-81-16,0 0-49 0,-10 71-4 15,13-57 2-15,1 1-2 0,2-2-13 16,-1-4-36-16,0-2-21 0,-1 0 1 16,-1-4 10-16,0-2-11 0,-1-1 2 15,-1 0 31-15,-1 0 0 0,1-1-1 16,1-1-8-16,-2 0 9 0,1-1-16 15,1 0-18-15,1-1-25 0,2-3-11 0,1-2 11 16,0-1 1-16,-2-4-28 0,2 2-10 16,-3-1 16-16,-3-2 3 0,3-1-3 15,-3 0-3 1,0-2 3-16,0 1-1 0,-3-1 34 0,3 5 13 0,0-2 0 16,0 1-22-16</inkml:trace>
  <inkml:trace contextRef="#ctx0" brushRef="#br0" timeOffset="55062.39">32262 2215 1987 0,'0'0'327'16,"0"0"-175"-16,0 0 74 0,0 0 79 15,0 0-29-15,0 0-76 0,0 0-54 16,0 0-42-16,0 0-19 0,0 0-6 0,-5 19 28 16,5-12 47-16,0 0-4 15,0 2-73-15,0 0-30 0,0 2 49 0,-1 0 70 16,1 2-52-16,-2 1-22 0,1 2 6 15,-1 1 0-15,-1-1-37 0,0 1 0 16,0 0-19-16,-1-1 19 0,1 0-31 16,0-2-14-16,-1-4-4 0,3-1-11 15,-1-2-1 1,2-2 0-16,0-4 1 0,0 0 1 0,0-1-1 0,0 0 0 0,0 0 32 16,0-1-18-16,2-1-15 0,-1-3 0 15,3-1-33-15,-1-5-16 0,0-1 10 16,3-5 15-16,1-4 22 0,3-2-29 15,0-2-8-15,2 0 35 0,-1 3 2 16,-2 3-10-16,1 0-21 0,1 3 32 16,1 4-15-16,0-2-1 0,2 4 16 0,2 3-31 15,0 2 29-15,-2 1 3 0,2 4 0 16,-3 0 21-16,3 0 12 0,-3 7 28 16,1 2-9-16,-2 6-3 0,0 3 39 15,-1 2 6-15,-4 5 18 0,-1 0 40 16,-2 3 2-16,-1-3-57 0,0 0-52 15,-2-3-33-15,1-3-9 0,-1-4-3 16,3 0-36-16,1-5-88 0,-1-2-33 16,1-4-13-16,-1-3-127 0,-3-1-315 0,1-3-776 15,-2-11-1273-15</inkml:trace>
  <inkml:trace contextRef="#ctx0" brushRef="#br0" timeOffset="65563.82">8890 10500 855 0,'0'0'329'15,"0"0"-117"-15,0 0-36 0,0 0-1 16,0 0 43-16,0 0-7 0,0 0-43 16,0 0-48-16,0 0-30 0,-10 4-12 15,10-4 2-15,0 0 17 0,0 0-1 16,0 2 1-16,0-1 18 0,0 3 26 16,0 0 2-16,0-1-19 0,0 7-35 15,2-1-26-15,3 3-16 0,-2 1-18 0,3 3-10 16,-3 0-17-16,1 2 10 0,2-4-12 15,-2 4-3-15,2 0-10 16,-1-1-24-16,0 0 18 0,1-3 3 0,-2 2-6 16,-1-4-7-16,0 0 26 0,1-2-16 0,-4-1 7 15,1-2-4-15,-1-1-3 0,0-1 6 16,0-3 0-16,0 1 11 0,0-3-14 16,0 0-22-16,0 0-6 0,0-3-7 15,-1-3 3-15,-3-1-9 0,0-1-4 16,-2-3 26-16,0 0 19 0,-1-1-3 15,-2 0 18-15,2-3-15 16,-2 1-3-16,2-4-20 0,-3 2 1 0,3-4 9 16,-1 1-16-16,3 0 32 0,-2 0-12 15,1 3 15-15,3 1 10 0,-1 3 1 16,-1 1 28-16,1 2-10 0,1 2-6 0,1-1-10 16,1 3-2-16,-3-2-1 0,3-2-2 15,-1 2 2-15,1 2-1 0,1-1-12 16,0 3 4-16,0-2 9 0,0 4 38 15,0-2-6-15,0 3 7 0,0 0 25 16,0 0 16-16,0 0-7 0,0 0-6 0,0 0 3 16,0 3-13-16,0-2-16 0,0-1-12 15,0 2-10-15,0 1 0 0,0-2-19 16,-3 4-17-16,-2-1-8 0,-1 3 9 16,1 1-6-16,-2-1-7 0,4 2 29 15,-2 0 13-15,3 1-13 0,0 2 0 16,1 0-2-16,1 0-14 0,-2 2-3 15,1 2-4-15,1-1 20 16,0 0-16-16,0-2 3 0,0-1-3 0,0-5-13 16,0-2 20-16,0-1-1 0,0-3 12 15,0-1-44-15,0 0-35 0,0-4-35 16,0-2-16-16,0-6 131 0,1-1 16 0,4 0 13 16,-1-6-26-16,0 0-3 15,5-1 0-15,-4 1-1 0,3 2-12 0,1-2 0 16,-1 2 13-16,-2 3 7 0,0 0-7 15,1 3-4-15,-3 0 1 0,2 5 3 0,-3 1 35 16,1 2-15-16,-3 2-20 0,1 1 25 16,-1 0 30-16,1 0 15 0,-2 2-6 15,3 1 9-15,0 1 23 0,0 1-23 16,0 1-19-16,-1 1-3 16,4-1-1-16,-2 3 7 0,2 0 3 0,0-2-36 15,3-1-24-15,3 0-25 0,2 1 12 16,0-1 13-16,-1 0-2 0,3-1-20 15,-2 0-9-15,2-3 5 0,-3 2-2 0,0-2-7 16,-3-1-31-16,-1-1-33 16,1 0-118-16,-2 0-135 0,-2 0-222 15,-3 0-225-15,0 0-376 0</inkml:trace>
  <inkml:trace contextRef="#ctx0" brushRef="#br0" timeOffset="66457.8">9334 10606 1861 0,'0'0'642'0,"0"0"-394"0,0 0-209 15,0 0-27-15,0 0 95 16,0 0 69-16,0 0-7 0,0 0-35 0,0 0-16 16,0 0-61-16,7 26-29 0,-5-15-2 15,1 2-4-15,1 5-6 0,-2-2 12 16,1 0-2-16,0 2-4 0,0-2 0 15,-1 1-3-15,1-5-4 0,-2 0-12 16,1-4-3-16,-1-3-23 0,2-3-30 16,-3 1-26-16,0-3-23 0,0 0-2 15,0-5 5-15,0 0 77 0,0-3 22 0,0-1 31 16,0-3 17-16,-4-2-32 0,-2 0-16 16,0-1-16-16,-1-2-3 0,-3 0 6 15,1-1 1-15,2 0-14 16,1-1 25-16,-3-2-21 0,5 2 6 0,0 0 14 15,1 1-17-15,3 1 6 0,-2 2 10 16,2 3-12-16,0 2 15 0,0 0 28 16,0 3-2-16,0 1-13 0,0 0-10 15,0 2 22-15,0 3-5 0,0 0 11 16,0 0 17-16,0 1 3 0,0 0 0 0,0 0-1 16,0 0 23-16,0 1 16 0,-1 2-23 15,-2 3-66-15,-1 2-44 0,-5 0 9 16,2 2 7-16,-2 0 26 0,2 2 1 15,-3 1 1-15,3 2 1 0,-2-4 1 16,5 2 0-16,-3-2-1 0,1-3-1 16,1 2-10-16,3-7-9 0,0 0 0 0,1-3-31 15,1 0-71-15,0-5-3 0,0 0 54 16,3-4 70-16,1-2 3 0,2 0-2 16,0-1-1-16,1-1-12 0,0 1 12 15,-3-3 16-15,2 1-16 0,0 0-3 0,-2-2 1 16,2 3 2-16,-2-3-22 15,0 2 19-15,1 3 0 0,-2 3-17 16,0 2 20-16,-2 1 4 0,1 4 12 16,-2 1 19-16,0 0 38 0,2 0 16 0,-2 0-13 15,0 1-9-15,2 0-4 0,-2 2-6 16,0 0-19-16,0 1-16 0,0 1 3 16,1 2 7-16,2 2 15 0,0 1 6 15,1 2-12-15,1 1-25 0,0-1 18 0,1-2 8 16,3-1-42-16,-3 1-3 0,2-3-36 15,0 0-5-15,3-1 3 0,-2-2 4 16,-1-1 8-16,4 0 7 0,-4 0-12 16,1-3-42-16,1 0-41 0,-1 0-89 15,0 0-155-15,0-5-241 0,-1 1-515 16,-1 0-123-16</inkml:trace>
  <inkml:trace contextRef="#ctx0" brushRef="#br0" timeOffset="67300.17">9771 10522 2659 0,'0'0'376'16,"0"0"-312"-16,0 0-62 0,0 0 27 16,0 0 6-16,8 66-9 0,-2-49-4 0,0-2 29 15,0 2-6-15,1 1-29 0,0 1-14 16,-1 0 17-16,-2 2 0 0,0-1-19 0,1 2 3 15,-2-6 16-15,0-1-19 16,-3-7-19-16,1-2-13 0,0-1-12 16,-1-5-20-16,0 0-19 0,0 0-33 15,0-6 1-15,0-1 51 0,-1-5 41 0,0-2 4 16,-4-2 12-16,1-2 4 0,-2 0-10 16,0-2 12-16,-2-1-18 0,2-2-26 15,-1 1 16-15,-2 0-3 16,1-1 19-16,2 1 11 0,-3 0 2 0,3 1 0 15,2 1 0-15,-2 2-12 0,3 0 12 16,2 4 17-16,-2-2-15 0,3 4 12 16,0 1 25-16,0 1-17 0,0 1 1 0,0 2 28 15,0 2 7-15,0 1-10 0,0 3 13 16,0 1 52-16,0 0 27 0,0 0-25 16,-2 0-23-16,0 4-9 0,-1 1-83 15,-5 3-21-15,-1 1-4 0,-2 3-4 16,0 2 28-16,-4 1 1 0,2 1-3 15,1 3 3-15,0-2 22 16,2-4-9-16,0-1-1 0,3-4-8 0,2-2 8 16,4-3-12-16,-2 1-2 0,3-4 0 15,0 0-11-15,0 0-25 0,0 0-38 0,0-2-7 16,3-5 83-16,3-1 3 0,5-3 35 16,-1-1-6-16,5-5-32 0,-1-1 0 15,-1 0-3-15,3 0-22 0,-3 3-7 16,1-2 3-16,-1 3-9 0,-1 0 38 15,-1 2 12-15,-2 5 1 0,-2 1-13 16,-2 0 2-16,0 5 14 0,-2 1-12 16,-2 0 11-16,1 0 36 0,-2 1 23 0,3 5 12 15,-2 2-4-15,2 3-12 0,0 1-17 16,3 4 10-16,-2 1 3 0,3-2 16 16,-1 1-13-16,1 2-19 0,1-3-30 0,0-3-18 15,-2-1-2-15,3-1-22 0,-2-3-28 16,0-2-12-16,0-3-1 0,2 2-22 15,-3-2-16-15,2-2-32 0,1 1-90 16,-2-1-180-16,0 0-187 0,-2 0-423 16,2 1-135-16</inkml:trace>
  <inkml:trace contextRef="#ctx0" brushRef="#br0" timeOffset="68128.67">10216 10535 2077 0,'0'0'476'0,"0"0"-324"16,0 0-75-16,0 0-3 0,0 0 45 16,0 0 3-16,0 0-30 0,19 71-5 15,-16-57-17-15,1 0-38 0,0 2 3 16,-1-1 19-16,0 1-13 0,-2 2-16 16,1 0-6-16,-2-1-3 0,0 2-14 15,1-4-2-15,-1-2-12 0,0-4-1 0,2-4 0 16,-2-1-25-16,0-4-32 0,0 0-22 15,0 0-13-15,0 0 12 0,0-5 35 16,0-2 58-16,0-2 42 0,0-2 8 16,0-3-50-16,0-3-16 0,0-2 0 0,0-3 13 15,0-3-42-15,-3-1 16 16,0 0 7-16,1-3 19 0,-1-1 3 0,1 5-16 16,-1-2 3-16,-1 5 13 0,1 0 15 15,-2 5 20-15,1 4 20 0,0 4-1 16,1 0-9-16,-2 4 15 0,2 2-9 15,2 0-25-15,-3 2-7 0,4 1 10 16,-2-2-1-16,2 2-2 0,0 0 18 16,0 0 13-16,0 0-16 0,-1 0-15 0,0 0 28 15,-2 2 26-15,-3 4-80 0,-2 3 0 16,-1 2 15-16,0 4 23 0,-1-2 0 16,0 5-15-16,0-1-23 0,2-3-12 15,0 1 11-15,1-2 0 0,1-5-11 16,0-1 12-16,5-3-16 0,1-4-3 15,0 0-94-15,0-2-30 0,0-6 127 16,4 0 16-16,2-3 38 0,4-2-12 0,-3-3-26 16,2 1-19-16,-2-2-4 0,1 3-11 15,0-2 33-15,-1 4-3 0,0 0-8 16,2 0 12-16,-4 2 16 0,1 1-16 16,0 0-23-16,0 2 23 0,-1 1 0 15,0 5-3-15,-4 0 3 0,1 1 16 16,-1 0 73-16,1 5 18 0,-1 1-12 0,1 3-16 15,0 1-29-15,3 2-25 0,-1 1-9 16,2 0-14-16,1-2 26 16,-1 2-9-16,3 0-1 0,-1 2 15 0,1-2 11 15,-1-1-13-15,3-2-14 0,0-1-17 16,-2 1-31-16,-2-4-31 0,3-3-2 16,-1 2-8-16,-2-5-44 0,2 0-102 15,-3 0-196-15,2-5-338 0,-2-4-807 0</inkml:trace>
  <inkml:trace contextRef="#ctx0" brushRef="#br0" timeOffset="69015.39">10875 10540 2526 0,'0'0'435'0,"0"0"-291"0,0 0-99 15,0 0-32-15,0 0 38 0,0 0-6 0,0 0-4 16,5 76 26-16,0-60-10 0,3 3-22 16,-2 2-16-16,1-3-6 0,-1 1 13 15,-2-2 8-15,2 1 23 0,-3-5-16 16,0-2-22-16,-2-4-17 0,1-6-2 0,-2 3-42 16,0-4 8-16,0 0 18 0,0 0-29 15,0-4-28-15,0-3 42 0,0 0 31 16,0-5 46-16,0-1-46 0,-3-3-16 15,-3-4 4-15,-1-2-11 0,0-1 11 16,-1-1-8 15,0-1 1-31,-2-2 7 0,3 0-11 0,-2 2 8 0,3 1 4 0,0 1 9 0,4 5 1 0,-1 1-12 16,3 3 13-16,-2 3 13 0,1 2-11 16,1 0 20-16,0 1 19 0,0 0-15 15,-2 0-4-15,1 3 0 0,1 0-9 0,-2 1 3 16,1 3 6-16,1-1 23 0,0 2 47 15,-2 0 24-15,1 0 7 0,-2 5-37 16,-1 2-86-16,-2-2-12 0,-1 4 11 16,0 3 1-16,-2 0 0 0,-2 2 17 0,0-2-17 15,0 6-3-15,1-3 3 0,-2 1 44 16,2 3-41-16,-1-3 22 0,3-1-23 16,3-3 0-16,2-7 2 0,3-1-4 15,0-4-123-15,0 0-37 0,0-5 24 16,4-2 136-16,3-5 88 0,1-1-43 15,1-2-33-15,-1 1-12 0,0-2-1 16,0 1 1-16,2-1 6 0,-3-1-6 16,2 2-17-16,0-1 16 0,0 0 1 15,0 0-19-15,0 1 3 0,2 2 0 16,-2 1 15-16,-2 4-12 0,0 3 12 16,-1 0-1-16,-3 4-14 0,-2 1 16 0,1 0 24 15,-2 0 17-15,3 0-4 0,-3 1-8 16,3 2-1-16,-2-1 23 0,3 1 18 15,1 1 0-15,2 1-9 0,-2 2-19 16,3-1 2-16,1 1-5 0,-1 3-7 16,1-2 3-16,-2 4 10 0,2-3-16 0,1 1-10 15,0 1 13-15,-1 0-3 0,-1 0 0 16,1 1-26-16,-2 0 32 0,0-1-34 16,2-4-12-16,-5 0-16 0,2-2-12 15,-2-3-50-15,1-1-22 0,-4-1-26 16,2 0-108-16,-2 0-242 0,2-2-521 15,-3-4-414-15</inkml:trace>
  <inkml:trace contextRef="#ctx0" brushRef="#br0" timeOffset="178027.98">21683 15324 2066 0,'0'0'1132'0,"0"0"-728"16,0 0-98-16,0 0 8 0,0 0-13 15,0 0-52-15,0 0-43 0,0 0-57 16,0 0-48-16,-4 19-25 0,15-4 15 16,8 4-18-16,3 8-34 0,2 1-36 15,4 2-3-15,0 2-3 0,1 0-9 16,0 0 10-16,-2-3-16 0,-1 0-6 0,0-4-16 16,-2 0-69-16,-4-4-37 0,-2-2-142 15,0-4 9-15,-1-2-93 0,-6-3-112 16,2-2-155-16,-4 0-54 15,-2-6-72-15,-1 2-296 0</inkml:trace>
  <inkml:trace contextRef="#ctx0" brushRef="#br0" timeOffset="178310.33">21964 15351 1600 0,'0'0'1194'0,"0"0"-662"16,0 0-171-16,0 0-37 0,0 0 36 16,0 0-33-16,0 0-145 0,0 0-97 15,-9 74-36-15,8-45-15 0,0 1-7 16,-4 4 1-16,4 0-10 0,-5 0-6 16,2-1-1-16,0 2-11 0,-4-3-3 15,2-2-22-15,1 0-21 0,-4-5-15 16,3 0-83-16,2-5-31 0,0-3-16 15,-1-2-85-15,2-5-136 0,-1-6-136 16,3-1-94-16,1-3-35 0,-2 0 11 16,2-9-2-16</inkml:trace>
  <inkml:trace contextRef="#ctx0" brushRef="#br0" timeOffset="178565.67">21875 15359 1213 0,'0'0'1269'15,"0"0"-702"-15,0 0-270 0,0 0-53 16,0 0 78-16,0 0 29 0,0 0-183 16,0 0-91-16,18 89-37 0,-12-63-12 15,0 4-6-15,3-1-10 0,-2 2-12 16,0 0 0-16,-1-2-12 0,-2 1-1 15,-1-3-21-15,1-2-49 0,-2-4-38 16,-1-4-69-16,-1-1-67 0,0-6-78 0,0-1-108 16,0-2-100-16,-7-4-182 0,3-1-60 15,0-2 101-15</inkml:trace>
  <inkml:trace contextRef="#ctx0" brushRef="#br0" timeOffset="178847.42">21683 15706 1266 0,'0'0'826'0,"0"0"-238"16,0 0-106-16,0 0-97 0,0 0-82 15,0 0-98-15,0 0-80 0,0 0-59 16,0 0-20-16,0 0 41 0,29-19 37 16,-8 12 49-16,5-2-35 0,2 1-58 0,4-1-31 15,2 1-9-15,4-3-34 0,-4-1-6 16,5 1-12-16,-3 1-19 15,-2 1 0-15,-4 0-33 0,-3 2 30 16,-5 3 4-16,-4 0-29 0,-3 1-21 16,-4 1-9-1,-1 0 12-15,-1 2 5 0,-3-2-8 0,-2 1 2 0,0 1-37 0,-1 0-71 16,-3 0-107-16,0 0-146 0,0 0-103 16,0 0-118-16,0 3-334 0</inkml:trace>
  <inkml:trace contextRef="#ctx0" brushRef="#br0" timeOffset="208123.7">30647 14512 137 0,'0'0'2209'16,"0"0"-1744"-16,0 0-298 0,0 0-125 16,0 0 67-16,0 0 89 0,0 0 27 0,0 0-35 15,0 0-36-15,36 10-31 0,-23-8-31 16,0 1-33-16,4-2-22 0,-1 1 16 15,3 0-22-15,0-2-9 0,1 0 5 16,0 0-27-16,-1 0-19 0,1-4-27 16,3-2 46-16,-4 0 0 0,4 0-40 15,-3-2-31-15,-3 0 36 0,1 3-75 16,-5-2 41-16,-2 2-92 0,-4 0-6 16,-2 1-39-1,-4 1-81-15,-1 0-99 0,0 2-160 0,-3-1-145 0,-10 2-65 0</inkml:trace>
  <inkml:trace contextRef="#ctx0" brushRef="#br0" timeOffset="208491.77">30747 14377 1342 0,'0'0'1012'15,"0"0"-721"-15,0 0-172 0,0 0 26 16,0 0 114-16,0 0 28 0,0 0-52 16,0 0-56-16,0 0-78 0,0 0-42 15,0 0-23-15,-45 39 32 0,35-23-36 16,-3-2 30-16,-2 2-18 0,0 1-1 16,0-2-21-16,-1 1-5 0,3-2-17 15,2-1 0-15,2-2 22 0,2 0 9 16,1-2 0-16,5-1-12 0,-1-1-19 0,2-1-1 15,2 0-15-15,5-1-6 16,3 0 10-16,6-2-10 0,1 1 22 0,2-1 0 0,2 1 25 16,1 0-23-16,-2-1-2 0,2 0 3 15,-5-1 8-15,-1 0-11 0,-3-2-28 16,0 2-59-16,-3-1-69 0,-3 0-114 16,-1 1-160-16,1 0-596 0,-4 0-746 0</inkml:trace>
  <inkml:trace contextRef="#ctx0" brushRef="#br0" timeOffset="209271.75">30401 16662 2050 0,'0'0'441'0,"0"0"-386"0,0 0 32 16,0 0 106-16,0 0 29 0,99-27-101 15,-68 21-102-15,0-2-19 0,1 2-15 16,0-1 5-16,-1 3 8 0,-2-2 1 16,0 1-31-16,-3 4 9 0,-2-1-76 0,-4 2-62 15,-5 0-83-15,-1 0-125 0,-5 2-170 16,-3-1-69-16,-3 4-188 0</inkml:trace>
  <inkml:trace contextRef="#ctx0" brushRef="#br0" timeOffset="209724.66">30562 16498 1800 0,'0'0'565'0,"0"0"-246"0,0 0-148 16,0 0 47-16,0 0 82 0,0 0-62 15,0 0-102-15,0 0-66 0,0 0-1 16,0 0 41-16,0 0 16 0,-63 45-1 0,54-36-26 16,2 5-28-16,-3-1-15 15,3 0-39-15,-2 0-15 0,-1 3 11 0,0-1 0 16,-2 3 27-16,2-2-19 0,0 1-18 16,0 1 10-16,1-3-1 0,2-2 16 15,6-2-4-15,1-1 10 0,0-3-15 16,5 0-5-16,5 0-14 0,2-2-46 15,2 1 12-15,1-2-21 0,5 1 27 16,-1-2 28-16,1 0-13 0,3 0 11 16,0-2 0-16,-3-1-32 0,2 0-21 0,-4 0-7 15,-2 0-22-15,0 0-162 0,-4-1-101 16,-2 1-101-16,1 0-132 0,-5 0-471 16,0 0-223-16</inkml:trace>
  <inkml:trace contextRef="#ctx0" brushRef="#br0" timeOffset="-203739.51">16700 15766 2398 0,'0'0'474'16,"0"0"-185"-16,0 0-91 0,0 0 157 15,0 0-12-15,0 0-96 0,0 0-71 16,0 0-12-16,0 0-16 0,0 0-50 15,-2 44-34-15,14-33-6 0,-2 2-9 16,4 3 12-16,5 2-3 0,1 0-12 16,-1 1-22-16,4 2-21 0,0 1-3 15,1-2-3-15,0 1 3 0,0-1-18 0,-1-2-16 16,1-1-17-16,-2 0-47 0,0-4-18 16,-4-1-22-16,0-4-35 0,-4-1-49 15,-2-2-61-15,-3 0-57 0,-3-1-85 0,-1-1-142 16,-4 1-192-16,-1-2-540 0</inkml:trace>
  <inkml:trace contextRef="#ctx0" brushRef="#br0" timeOffset="-203456.44">16972 15784 2232 0,'0'0'761'0,"0"0"-352"0,0 0-79 16,0 0 51-16,0 0-86 0,0 0-85 15,0 0-74-15,0 0-59 0,-23 76-28 16,19-53-16-16,-4 3 7 0,0 2-18 16,-4 3-19-16,1 2 3 0,-2 1-6 0,-5-1-37 15,1 0 36-15,3-3-88 0,2 0-58 16,-1 0-63-16,6-2-10 0,0-4-62 15,4-3-131-15,-3-8-193 0,5-6-389 16,1-7-559-16</inkml:trace>
  <inkml:trace contextRef="#ctx0" brushRef="#br0" timeOffset="-202677.5">17243 15887 1403 0,'0'0'409'16,"0"0"-214"-16,0 0-26 0,0 0 64 15,0 0-43-15,0 0-12 0,0 0 40 0,0 0-16 16,0 0 34-16,0 0 21 0,12 18-34 16,-9-18-37-16,-2 1-8 0,-1-1-20 15,1 2-22-15,-1-2-16 0,0 0-12 16,0 0-22-16,0 0-43 0,0 0-41 16,0 0-2-16,0 0-22 0,3 0-14 15,-3 0 5-15,0 0 15 0,0 0 1 16,0 0 12-16,0 0 1 0,0 0 2 15,0 0 15-15,0 0-15 0,0 0-3 16,0 0-12-16,0 0-4 0,0 0-11 0,1 0-1 16,-1 0 6-16,2 0 7 0,-1 0 3 15,4 0 14-15,1 0 1 0,-1 0-4 16,4 0-11-16,4-2 15 0,0 0 0 16,4-3-11-16,1-1 8 0,2 0-13 15,1 0 16 16,0-1 0-31,-1 2-21 0,-5 1-47 0,0 1-6 0,-6 1 8 0,-2 2 14 0,-5 0-14 0,0 0-18 0,-2 0-28 16,0 0-36-16,0 0-13 0,0-1-57 16,-3 1-126-16,2 0-237 0,-2 0-216 15,-6 0-476-15</inkml:trace>
  <inkml:trace contextRef="#ctx0" brushRef="#br0" timeOffset="-201732.92">17241 16052 1106 0,'0'0'505'15,"0"0"-239"-15,0 0-22 0,0 0 18 16,0 0-42-16,0 0-49 0,0 0 5 16,0 0 20-16,0 0-5 0,0 0-9 15,0 0-43-15,-1 18-25 0,-2-13-11 16,-1 0-21-16,-2 2 3 0,0 0-28 15,2 3-26-15,0 1-12 0,1 3-7 0,-2-3 25 16,4 4-37-16,-1 1-25 16,2 0 3-16,0-1 3 0,0 1-6 0,2-3 7 15,4-2-1-15,-3-5-17 16,2-4 5-16,0 2 12 0,1-4 0 0,1 0 6 16,-5 0 13-16,3-5 25 0,-2-1 22 15,-2 0-12-15,2-1-9 0,-1-2-5 16,-2-3 4-16,0-1 19 0,0 0-22 15,0 1-21-15,0-1 2 0,0 3 22 0,-5-1 15 16,2 4-27-16,0 1-13 0,0 0 0 16,1 1 0-16,-1 2 22 0,-1-1 6 15,-1 2-4-15,1 2 10 0,0-2 13 16,-2 2-47-16,0 0-31 0,-2 0-40 16,2 0-4-16,1 2-12 0,1-2-29 15,0 0-51-15,4 1-50 0,-3-1-136 16,3 0-233-16,0 0-408 0,0 0-276 0</inkml:trace>
  <inkml:trace contextRef="#ctx0" brushRef="#br0" timeOffset="-201278.48">17407 16106 359 0,'0'0'1084'0,"0"0"-525"0,0 0-99 16,0 0-19-16,0 0-111 0,0 0-81 15,0 0-78-15,0 0-61 0,0 0-63 16,0 0-9-16,81-38-16 0,-69 33-19 16,0-2-3-16,-2 3-72 0,-1 0-67 0,3-1-67 15,-4 2-113-15,0 0-150 0,-1 1-149 16,-2 1-459-16</inkml:trace>
  <inkml:trace contextRef="#ctx0" brushRef="#br0" timeOffset="-200758.5">17822 15648 140 0,'0'0'1839'0,"0"0"-1175"0,0 0-227 16,0 0-48-16,0 0-57 0,0 0-74 15,0 0 4-15,0 0-70 0,0 0-62 16,35 68-19-16,-28-45-68 0,-1 1-13 16,1 4-14-16,0-4-5 0,-1 2-11 15,0-3-15-15,0-1-56 0,-2 0-77 16,3 0-121-16,-1 2-141 0,1-1 200 16,-1 1-149-16,-2-2-430 0,2-6-502 15,-6 8-1-15</inkml:trace>
  <inkml:trace contextRef="#ctx0" brushRef="#br0" timeOffset="-200158.09">16773 16558 1421 0,'0'0'721'0,"0"0"-216"0,0 0-87 16,0 0-16-16,0 0-39 0,0 0-67 16,0 0-44-16,0 0-54 0,0 0-47 15,0 0-28-15,0 0-31 0,60 75-22 16,-41-57-24-16,4 1-3 0,2 0-25 0,1-2-18 15,-1 1 0-15,0-3-43 0,1 0-12 16,-1-2-21-16,-2-1-47 0,-4-3-40 16,1-2-78-16,-6-1-48 15,0-1-85-15,0-3-118 0,-7-2-186 0,0 0-144 16,-3 0-463-16</inkml:trace>
  <inkml:trace contextRef="#ctx0" brushRef="#br0" timeOffset="-199907.74">17119 16562 1254 0,'0'0'1750'16,"0"0"-1348"-16,0 0-271 0,0 0 77 15,0 0 91-15,0 0-102 0,0 0-82 16,0 0-12-16,-62 75-57 0,59-54-46 0,2 2-37 15,-1 2-31-15,1 5 59 0,1 2-7 16,-2 2-3-16,1 4-12 0,-5-4-21 16,3-3-61-16,2-6-9 0,-1-8-51 0,2-8-146 15,0-2-217-15,0-4-183 0,2-3-426 16,2 0 317-16</inkml:trace>
  <inkml:trace contextRef="#ctx0" brushRef="#br0" timeOffset="-199616">17388 16742 365 0,'0'0'1426'16,"0"0"-1030"-16,0 0-134 0,0 0 86 16,0 0 5-16,0 0-66 0,27 66-132 15,-23-53-85-15,-2 0-45 0,0-1-25 16,1 0-1-16,-2-1-18 0,1-1-44 16,-2-4-86-16,0-3-135 0,0 1-242 15,0-3-219-15,0-1-581 0</inkml:trace>
  <inkml:trace contextRef="#ctx0" brushRef="#br0" timeOffset="-198707.27">17148 16137 893 0,'0'0'655'0,"0"0"-272"16,0 0-139-16,0 0 2 0,0 0-23 16,0 0-85-16,0 0-57 0,0 0-30 15,-6 68-16-15,12-59-3 0,0 1-16 16,-2-1 16-16,0 0 1 0,2-3 8 16,0 0 29-16,-2-4 7 0,0 3-29 15,1-4-33-15,-1 1-15 0,1-2-32 16,0 0-16-16,1 0 48 0,0-2 31 15,-1-1-12-15,3 0-19 0,2 1-13 0,-5 2 10 16,1-4-27-16,2 3 30 0,-4 0 0 16,0 1-3-16,-1-2-6 0,-2 1 9 15,2 1 1-15,-1-2 2 0,1 1 13 16,0-3-14-16,-1 2 27 0,3-3-1 16,-2 0 0-16,1-2-28 0,2 2-22 15,-5-1 22-15,0 0 17 0,1-1-14 0,-1 2 19 16,1-2-6-16,-2 3 22 0,0-2-25 15,0 0-1-15,0 1-12 0,0-1 0 16,0 2 1-16,0-2 11 0,0 0-9 16,0-3 0-16,0 3 9 15,0-1-10-15,0 1-2 0,1 0-24 0,-1 2-8 16,2 0 10-16,-1-1 21 0,1 3 1 16,-2-2 29-16,0 1-4 0,0-1 10 15,0 1 10-15,0 0 5 0,0 0-12 16,-3 0-3-16,1-2 0 0,-1 1-7 0,0 0-12 15,1 0-16-15,-1-1-1 0,-3 2 1 16,3-3 16-16,0 4 6 0,0 0 6 16,1-1 10-16,-3 0-6 0,1 3 15 15,-1-2 22-15,0 2 3 0,1-2 1 16,-4 2-26-16,4 0-7 0,-2-2 10 16,2 2-16-16,-5-1-34 0,5 1-15 0,0 0-7 15,-2 0 22-15,1 0 25 0,-2 5-25 16,2 3-31-16,-4 2-44 0,2 2-45 15,-3 1-200-15,2 2-249 0,3-5-655 16,-1 7-608-16</inkml:trace>
  <inkml:trace contextRef="#ctx0" brushRef="#br0" timeOffset="-198091.87">17683 16623 1463 0,'0'0'644'0,"0"0"-308"0,0 0-132 16,0 0 28-16,0 0 31 0,0 0-21 15,0 0-61-15,0 0-48 0,0 0-26 16,86-46-56-16,-68 35-23 0,0-1-28 0,1 1 1 16,-5 2-7-16,0 4 6 15,-3 0-16-15,-3 3-9 0,-2 1-7 0,0 1-9 16,-3 0-53-16,-1 0-93 0,1 0-122 15,-1 3-305-15,-1 0-541 16,1 3-100-16</inkml:trace>
  <inkml:trace contextRef="#ctx0" brushRef="#br0" timeOffset="-197859.44">17776 16775 264 0,'0'0'1911'0,"0"0"-1317"0,0 0-247 0,0 0-108 0,0 0 19 0,0 0-12 15,0 0-83-15,0 0-71 0,81 12-42 0,-62-16-5 16,2-2-44-16,-1 0-2 16,1-2-16-16,-3 1-21 0,1-1-15 15,-4 1-73-15,0-3-110 0,-2 2-202 16,-4 2-352-16,4-5-665 0</inkml:trace>
  <inkml:trace contextRef="#ctx0" brushRef="#br0" timeOffset="-197617.37">18252 16449 1911 0,'0'0'1048'0,"0"0"-703"0,0 0-103 15,0 0-2-15,0 0 50 0,0 0 25 16,0 0 6-16,0 0-51 0,0 0-87 0,0 0-80 16,47 84-36-16,-35-55-27 15,-5 2 5-15,0-1-21 0,2-2-24 0,-2-4-28 16,0-5-5-16,-1-2-43 16,-2-4-43-16,2-3-76 0,0-3-72 0,0 0-234 15,-2-3-513-15,0 0-596 0</inkml:trace>
  <inkml:trace contextRef="#ctx0" brushRef="#br0" timeOffset="-188874.34">30682 15214 2481 0,'0'0'679'0,"0"0"-281"16,0 0-221-16,0 0-20 0,0 0 42 15,0 0-65-15,0 0-44 0,49 74-53 16,-35-63-18-16,5-1-19 0,-2 2-25 16,2 0 25-16,1-2-3 0,-4 2 4 15,0-1-2-15,-3 0-23 0,-2 1-22 0,-2-3-42 16,-2-1-15-16,-2-2-26 0,-1 0-38 16,-3 0 6-16,3-5-80 0,-4 1-104 15,2-2-150-15,-2 0-290 0,1 0-458 0</inkml:trace>
  <inkml:trace contextRef="#ctx0" brushRef="#br0" timeOffset="-188608.48">30853 15163 2117 0,'0'0'983'0,"0"0"-664"0,0 0-34 16,0 0-5-16,0 0 9 0,-26 70-94 16,19-49-71-16,-3 2-72 0,3 2-6 15,-2 0-43-15,0 2-3 0,1-4 0 16,1-1-12-16,1-3-43 0,-2-3 11 16,4-2-61-16,-1-4-59 15,3-6-38-15,1 0-19 0,-1-4-91 0,2 0-224 16,0-3-283-16,0 0-338 0,3-8 91 15</inkml:trace>
  <inkml:trace contextRef="#ctx0" brushRef="#br0" timeOffset="-188357.18">30836 15165 1117 0,'0'0'1051'15,"0"0"-546"-15,0 0-113 0,0 0-67 16,0 0-55-16,0 0-62 0,0 0-9 16,0 0-49-16,0 0-60 0,0 0-31 15,24 76-22-15,-19-56 6 0,-4-1-31 16,2 1-12-16,0-1-25 0,0-2-9 16,-2-2-6-16,-1-4-60 0,0-3-56 0,0-1-33 15,0-4-25-15,0 0-55 16,-5-1-156-16,-1-1-275 0,0 0-525 0,-6 1 144 15</inkml:trace>
  <inkml:trace contextRef="#ctx0" brushRef="#br0" timeOffset="-188132.94">30627 15330 2090 0,'0'0'814'0,"0"0"-359"0,0 0-179 0,0 0-93 0,0 0-39 15,0 0 39-15,0 0-15 0,0 0-28 16,102-4-48-16,-73 1-36 0,1-2-19 16,2 2-9-16,-2-3-25 0,-1 4 9 15,-4-1-12-15,-4 1-25 0,-4-1-80 0,-5 3-21 16,-3 0-8-16,-2 0-18 0,-4 0-53 16,-2 0-151-16,-1 5-260 0,0-2-467 15,0 5-314-15</inkml:trace>
  <inkml:trace contextRef="#ctx0" brushRef="#br0" timeOffset="-187757.96">30673 15798 2304 0,'0'0'684'0,"0"0"-320"0,0 0-75 0,0 0-24 16,9 83-1-16,-3-59-115 15,2-2-71-15,2 0-38 0,-1 0-12 0,2-4-6 16,-1-1-22-16,1 0-33 0,0-3-5 16,-1-2-11-16,2-3-35 0,-2 1 6 15,-3-5-50-15,0-3-45 0,-1 0-22 16,-2 0-40-16,-1-2-87 0,0 0-143 16,0-2-137-16,0 0-377 0,-2-3 158 0</inkml:trace>
  <inkml:trace contextRef="#ctx0" brushRef="#br0" timeOffset="-187508.35">30767 15779 2040 0,'0'0'743'0,"0"0"-323"0,0 0-111 16,0 0-5-16,0 0-30 0,-29 81-103 15,23-60-78-15,0 4 4 0,-2 0-45 16,2 0-24-16,-1 0-28 0,1-2 0 16,-1-4-12-16,-2 0-4 0,3-5-5 15,2 0-54-15,0-4-49 0,1-3-54 16,1-3-61-16,2-3-51 0,0 0-188 16,-1-1-230-16,1 0-517 0,-3 0 60 0</inkml:trace>
  <inkml:trace contextRef="#ctx0" brushRef="#br0" timeOffset="-187164.05">30522 16004 919 0,'0'0'775'0,"0"0"-356"0,0 0-98 16,0 0-8-16,0 0-79 0,0 0-230 16,0 0-4-16,95-20-251 0,-72 13 251 15,-2 1 135-15,1-3-58 0,1 2 3 0,0 0 32 16,-2 1-48-16,0-1-22 0,-2 1-29 15,-5 0-13-15,2 2-12 0,-4 2 9 16,-2-1-48-16,1 1-74 0,-4 2-36 16,-1 0-70-16,-3 0 8 0,0 0-65 0,-3 2-189 15,3 1-328-15,-3 3-26 0</inkml:trace>
  <inkml:trace contextRef="#ctx0" brushRef="#br0" timeOffset="-172858.99">30637 15327 1068 0,'0'0'599'0,"0"0"-472"0,0 0-127 16,0 0-81-16,0 0 55 0,0 0 26 16,0 0 13-16,0 0-13 0,0 0-31 15,59 31-40-15,-49-31-7 0,2 0 65 0,2 0-23 16,-2 0 4-16,-1 0 32 0,1-6 4 15,-2 2 77-15,1-1 26 0,-2 2-45 16,-2-1 26-16,-4 2 13 0,0 1 19 0,1-2 42 16,-4 3-3-16,0-1-17 0,0-1-19 15,0 2 12-15,0 0 23 0,0 0 21 16,0 0 7-16,0 0-5 0,0 0-3 16,0 0-4-16,-5 0 2 0,-4 3-43 15,-3 3 13-15,-3 4 16 0,-3 2-66 16,-2 1-62-16,3 2-3 0,1 3 3 15,4-4-10-15,1 4-8 0,5-6-3 16,3-2-13 0,3-2-25-16,0-1-2 0,2-1 8 0,5-5-6 0,4-1 25 15,1 0 28-15,2-1-25 0,5-6 0 0,1-4-3 16,-1-2-11-16,-2 1-7 0,-4 0-1 16,-3 1 16-16,-4 4 3 0,-2 2 0 15,-2 1 12-15,-1 1 10 0,-1-2-7 16,0 0 13-16,0 1 0 0,0 1-13 15,0-1 10-15,0 1 24 0,-3 1 6 16,-1 2-15-16,-2 0-9 0,-1 0-9 16,3 2-22-16,-2 3 0 0,3 2 0 0,0-2-13 15,2 7-30-15,1 1 0 0,0 2 9 16,1 1 10-16,6 1 12 0,2-2-4 16,4 0-2-16,-1-6 2 0,2 0 14 15,0-3-13-15,2-4-7 0,-3-2-6 16,2 0 7-16,-2 0-19 15,-3-5 3-15,-6 0 12 0,-1 1-3 0,-3-5-8 16,0 0 35-16,-3-2 0 0,-6-1-21 0,-1-1-9 16,-4-3 12-16,-2-1 4 0,0 0 3 15,3 1-4-15,-1-1 16 0,2 4 25 16,5 2 31-16,1 5-38 0,2 4 16 16,1-1-34-16,3 3 0 0,0 0-59 15,0 0-15-15,2-1-4 0,5 1 75 16,0-2 2-16,3 2-42 0,1 0 43 15,1 0 69-15,1 3-1 0,1 1 4 0,1-3-7 16,-1 1-19-16,-2 0-9 0,-2-2-24 16,-3 0 15-16,-4 0-4 0,-2 0 16 15,-1 0 1-15,0 0 11 0,0-3 6 16,0 1-42-16,-6-5-16 0,-3-1-24 0,-3-2-25 16,0 0-22-16,-2-3 22 0,1 3-1 15,-1 0 22-15,2 3 28 0,-1 2 16 16,3 1 18-16,1 3-13 0,0 0 1 15,1-1-6-15,4 2 8 0,0 0 13 16,2 0 0-16,1 0-37 0,1 0-6 16,0-1-40-16,1-1-22 0,8-4 68 15,4-2 22-15,1-3 48 16,3 0-27-16,-4-5-21 0,-1 7-7 0,-2-1 10 16,-6 3 9-16,-1 2 12 0,-1 1-10 15,-2 3 7-15,0 0 12 0,0 1 61 0,-6-2 70 16,-3 2-119-16,-5 0-64 0,2 0 9 15,-3 2-12-15,0 5 2 0,1 4 1 16,-1 1-3-16,1 6-3 0,1 1-18 0,-3 3 0 16,6 1 9-16,1 2 11 0,5 0-1 15,1-5 0-15,3 2-22 0,0-7-3 16,7-1-1-16,5-2-11 0,3-5-25 16,2-2-31-16,0-5-52 0,-1 0-31 15,-1 0-50-15,-3-5-157 0,-3 3-242 16,-1 0-373-16,-6 2-295 0</inkml:trace>
  <inkml:trace contextRef="#ctx0" brushRef="#br0" timeOffset="-171876.14">30677 15829 1608 0,'0'0'671'16,"0"0"-325"-16,0 0-82 0,0 0 82 15,0 0 14-15,0 0-20 0,0 0-98 16,0 0-68-16,0 0-31 0,0 0-17 15,0 0-55-15,-33 27-71 0,27-9-2 16,1 1 2-16,-1 2 1 0,2 0 24 16,2-1 18-16,2-2-12 0,0-2-29 15,6-1 0-15,4-3 28 0,0-3 4 0,4-3 0 16,0-4-31-16,1-2-2 0,3 0-1 16,2-10-12-16,0-5 11 0,0-3 0 46,0-4-1-46,-5-3-32 0,-2 1 3 0,-6 4 30 0,-4 0 1 0,-3 2 22 0,0 5 5 0,-9 1 28 0,-2 1-6 0,-2 4 3 16,-3 1 0-16,1 5-6 0,-2 1 18 16,0 7-43-16,-2 5-21 0,3 4-2 15,-1 2-19-15,5 2-6 0,4 1-1 16,4 1 10-16,2-1 6 0,2-3-13 16,3 0 4-16,8-4 18 0,1-4-16 15,5-2 17-15,2-4 2 0,1-4 19 16,0 0 2-16,2-7-21 0,1-5 19 0,-3-4-7 15,0-3-9-15,-1 0-1 16,-6 1-2-16,-2 1 0 0,-5 3 1 16,-6 2 14-16,0 2 13 0,-4 3 5 15,-9 0 4-15,0 3-13 0,-1 2-22 0,-2 2 25 16,0 6-14-16,0 8-13 0,2 3-28 16,1 1-11-16,4 1-4 0,-1 1 12 15,6-1 10-15,2-1 6 0,2-3 12 16,0-2-9-16,2-3-13 0,6-4-1 0,2 0 26 15,2-6 12-15,5 0 12 0,-2 0 4 16,3-8-4-16,-3-4-2 0,-1-1-4 16,-2-1-15-16,-2 1 9 0,-6 1-11 15,-1 2 2-15,-3 3 25 0,0 2 11 16,-7 0 10-16,-3 3-19 0,-2 2-28 16,-4 0 1-16,2 1 0 0,-2 5 13 15,3 5-16-15,0 0-16 0,5 3-35 16,0 3 5-16,5 0 6 0,2 1 10 15,1 0 6-15,3-2-13 0,4-2-6 0,7-4-18 16,1-5-6-16,2-3 41 0,2-2 26 16,3-4 34-16,-1-8 18 0,-2-2-15 15,-2-4-4-15,-1-3-2 0,-3 2-7 16,-7 0-5-16,-3 3-4 0,-3 2 24 16,0 3 22-16,-5 5 6 0,-2-1 0 15,0 2-24-15,1 4-28 0,3 1 6 16,2 0-6-16,1 0 13 0,0 2-28 0,0 3-10 15,0 2-35-15,0 0 5 0,0 2 25 16,0-2-15-16,3 0 3 0,1-3 27 16,3 2 13-16,-1-5-10 0,1 0 15 15,2 0 9-15,-1-1-27 0,-2 0-9 16,-1 0-49-16,-4 0-30 0,0 0-43 0,-1-2-58 16,0-1-115-16,0-1-316 0,-1 0-544 15,-5-4-960-15</inkml:trace>
  <inkml:trace contextRef="#ctx0" brushRef="#br0" timeOffset="-157127.27">31294 15524 75 0,'0'0'310'0,"0"0"-72"0,0 0 0 16,0 0 58-16,0 0 1 0,0 0-50 15,0 0-33-15,0 0-32 0,0 0-1 16,0 0-19-16,20-30-10 0,-17 27 3 16,-3 3 2-16,2-1 1 0,-1 1-8 15,-1 0-16-15,0 0 3 0,0-3 15 16,0 3 6-16,0 0-11 0,0 0-20 16,0 0-9-16,-4-1-12 0,-2 1-41 0,-4 0-65 15,0 0-3-15,-2 0-18 0,-2 5-13 16,2 2 15-16,-2 3 18 0,4 0-12 15,-2 2 13-15,-1 3 1 0,3 2 34 16,3 1-23-16,0 1 28 16,4-2-18-16,2 2-19 0,1-2-3 15,3-3-28-15,8 4 25 0,5-3-12 0,4 1 2 16,6-1 13-16,1-2 0 0,-1 0 13 16,3-1-1-16,-3 1-9 0,-1 0 19 0,-4-1 3 15,-5 3 6-15,-2-5 9 0,-5 2-6 16,-3 0 37-16,-3 0-3 0,-3 0 21 15,0 0 25-15,-6 2-25 0,-6-1-25 16,-2 0-34-16,-3 1 1 0,-3-1 6 16,-2-3-7-16,0 1-30 0,-1-1-34 15,0-3-6-15,3-2-12 0,4-4-21 16,3 1-66-16,2-2-30 0,5-2-69 0,4-4-80 16,2-4-111-16,3-3-131 0,9 1-191 15,-1 0-485-15</inkml:trace>
  <inkml:trace contextRef="#ctx0" brushRef="#br0" timeOffset="-156727.56">31623 15712 1907 0,'0'0'634'0,"0"0"-340"0,0 0-115 15,0 0 77-15,0 0 40 0,0 0-112 16,0 0-11-16,0 0-57 0,0 0 19 15,-55 79-45-15,49-61-21 0,5 0-23 0,-1 0-5 16,2-4-38-16,0-1-3 0,2-4-35 16,2-2 8-16,2-2 11 0,0-2-6 15,-2 0-15-15,6-3 0 0,-3 0 18 16,4-6 19-16,-2-1 0 0,2-5 19 16,-3-1-2-16,-2 0-17 0,1-1-15 15,-3 1 15-15,-2 1 2 0,-1 1-2 16,1-1 0-16,-2 5 19 0,0 1-1 0,0 1 7 15,0 5 0-15,0 0 3 0,0 0-13 16,1 0-15-16,-1 0 2 16,0 2 17-16,3 3 12 0,0 3 62 0,0 5 67 15,4 1-61-15,0 5-35 16,-1 0-27-16,0-3-16 0,1 1-21 0,0-5-3 16,-3-1-34-16,2-4-12 0,0-4-9 15,0 0-81-15,2-3-89 0,1 0-59 16,-2-11 17-16,1-2-145 0,0-4-148 15,-2 1-410-15,-2-11-280 0</inkml:trace>
  <inkml:trace contextRef="#ctx0" brushRef="#br0" timeOffset="-156497.15">31822 15502 2470 0,'0'0'374'0,"0"0"-255"0,0 0-29 15,0 0 131-15,24 72 157 0,-12-46-111 16,2 1-96-16,-2 1-50 0,0 1-15 0,0 0-19 16,-3-1-44-16,1-1-21 15,-3-4-22-15,-1 0-1 0,-2-7-14 16,-1-1-13-16,0-6-56 0,1-3-128 0,-4-4-118 16,0-2-161-16,0 0-257 0,0 0-418 15,0-10 124-15</inkml:trace>
  <inkml:trace contextRef="#ctx0" brushRef="#br0" timeOffset="-156230.33">31931 15706 688 0,'0'0'492'0,"0"0"-36"0,0 0-76 16,0 0 28-16,0 0-98 0,0 0-120 0,78-26-49 16,-62 23-45-16,-3-1-48 0,0 1-16 15,-3 1 6-15,0 2 0 0,0 0-6 16,-1 0-7-16,-2 3 68 0,-1 3 34 15,-1 1 31-15,-2 0 5 0,2 4-31 16,-3 0-47-16,1 3-35 0,-1 0-28 16,1 0-6-16,-2-1-14 0,1-1-2 15,-1-1-13-15,1-3 11 0,-1-2-20 16,2-2-24-16,0-3-39 0,-1-1-57 0,3 0-25 16,-1-6-45-16,2-2-20 0,3-4-97 15,-2-1-183-15,-1 0-127 0,-2 3-371 16</inkml:trace>
  <inkml:trace contextRef="#ctx0" brushRef="#br0" timeOffset="-155713.22">32336 15483 1307 0,'0'0'547'0,"0"0"-359"16,0 0-45-16,0 0 170 0,0 0-29 16,0 0-168-16,0 0 3 0,0 0 47 0,0 0 54 15,0 0-36-15,0 0-4 0,-39 63-16 16,32-49-51-16,3 0-37 0,1 2-26 15,0-1-16-15,3-1-15 0,0 1-7 16,1-2-12-16,5-2-2 0,4 1-1 16,2-2 3-16,2-1 9 0,1 0-9 15,2-1-3-15,0 2 3 0,-1 1 62 16,-3-1-44-16,-3 1 19 0,0 1-12 16,-6-2-12-16,-2 1-12 0,-1 1-1 15,-1 0 2-15,0-2-2 0,-4 2-59 16,-5-3-75-16,1 0-36 0,-4-2-37 15,2-4-55-15,-3-3-149 0,3-1-226 0,0-3-589 16,0-10 9-16</inkml:trace>
  <inkml:trace contextRef="#ctx0" brushRef="#br0" timeOffset="-155141.95">32486 15408 942 0,'0'0'1290'0,"0"0"-1012"0,0 0-207 15,0 0 142-15,0 0 95 0,0 0-11 16,0 0-47-16,0 0-13 0,0 0-4 0,0 0-15 16,3 25-147-16,-8-10-12 0,1 3-6 15,-1 6-1-15,2 0-9 0,0 3-21 16,1 4-20-16,1 1-1 0,1 0 1 15,0 0-2-15,0 1-2 0,3-4-20 16,5 1 4-16,-2-6-1 0,1-3-8 16,-1-3-20-16,2-4-33 0,-2-3-26 15,0-3 0-15,-3-3-24 0,2-2-3 0,-1 0-40 16,-3-3-36-16,1 0-26 0,-1 0-97 16,-1-5-48-16,0-1 125 0,0-5 74 15,0-5 83-15,0-3 14 0,0-4 13 16,-1 2 36-16,1-1 35 0,0 3 55 15,0 3-52-15,0 3 23 0,1 1-26 0,6 1-19 16,-1 3 17-16,1-3 2 0,2 4 21 16,1 0 116-16,3-2 60 15,0 1-19-15,3 1-10 0,0-3-88 16,-2 4 4-16,2 1 6 0,-3 3 42 16,-1 2 24-16,-1 0-28 0,-4 0 25 0,2 9 37 15,-2 1-20-15,0 8-44 0,-1 1-38 16,1 3-37-1,-4 1 8-15,2-1 9 0,-4-1-68 0,2-3-2 0,-3-5-1 16,1 2 1-16,-1-4-1 0,3-3-16 16,-3-1-21-16,0-5-60 0,0-2-30 15,1 0-74-15,2-5-62 0,3-3 97 0,-2-3 0 16,1-3-101-16,1-3-171 0,-2 5-253 16,0-5-473-16</inkml:trace>
  <inkml:trace contextRef="#ctx0" brushRef="#br0" timeOffset="-154878.52">32865 15654 1190 0,'0'0'439'16,"0"0"-201"-16,0 0 50 0,0 0 94 15,0 0-92-15,0 0-36 0,85-48-11 16,-72 40-46-16,0-3-42 0,0 0-51 16,0-1-13-16,-2 0 16 0,1-2-38 15,1 0-40-15,-3 0-27 0,-1 0 11 16,-2-2-13-16,-3 2-10 0,-1 2-60 15,-3-3 36-15,0 3 32 0,0 0-1 16,-6 1 3-16,-2 1 0 0,-1 0 15 0,-3 3-11 16,0 0-1-16,0 3 22 0,-2 4 20 15,2 0-27-15,0 11-17 0,0 1 53 16,0 7 11-16,2 0-12 0,0 5 3 0,4 0 12 16,3 3 53-16,2-3 43 0,1-4-63 15</inkml:trace>
  <inkml:trace contextRef="#ctx0" brushRef="#br0" timeOffset="-154360.14">33172 15433 1759 0,'0'0'626'0,"0"0"-390"0,0 0-110 0,-26 69 163 15,19-44 65-15,4-2-68 0,0-4-106 0,3-2-30 16,0-4-42-16,1-3-46 0,4-3-40 16,2-5-3-16,3-2-16 0,0 0 50 15,2-2-41-15,2-8-12 0,1-3-47 16,-1-3-6-16,-1-3-31 0,-4-1 21 15,2-3 41-15,-2 1 9 0,-3-1-15 16,-2-3-29-16,0 0-9 0,-1-6 22 16,-3-2 10-1,0-3 12-15,0-5-19 0,-3 0 37 0,-4 2-21 16,4 5 24-16,-1 9 1 0,1 9 0 0,1 6 35 16,1 7 3-16,1 0 22 0,0 4 15 0,0 0 13 15,0 0 23-15,0 2 69 16,0 1 41-16,0 6-36 0,0-1-32 0,-3 3-131 15,2 3-10-15,-1 4 1 0,-1 2-10 16,3-1 15-16,-1-1 10 0,-3 3 14 16,4 0-8-16,-3-2-13 0,1 1 10 0,1-5-10 15,1-1-21-15,0-1-1 0,0-4 1 16,0-2-1-16,0-1-17 0,0-4-10 16,0 0 4-16,0-2-25 0,0 0-120 15,0-2-83-15,0-2-12 0,0-1-55 16,0-3-190-16,0 2-272 0,-1-3-582 0</inkml:trace>
  <inkml:trace contextRef="#ctx0" brushRef="#br0" timeOffset="-153738.72">33284 15394 1444 0,'0'0'341'0,"0"0"-217"0,0 0-7 16,0 0 74-16,0 0 103 0,12 66 0 15,-9-47-60-15,-3-2-23 0,3-1-29 16,-3 1-8-16,3 0-28 0,2-1-39 16,-2-1-44-16,0 1-7 0,0-5-15 15,-3 1-26-15,3-2-13 0,-3-1 2 16,0-1-4-16,1-2-1 0,-1-1-46 0,2-1-32 16,-2-1-75-16,0-3-83 15,0 0-91-15,0 0-105 0,1 0-185 16,-1 0-402-16,0-3-73 0</inkml:trace>
  <inkml:trace contextRef="#ctx0" brushRef="#br0" timeOffset="-153429.47">32594 15122 1474 0,'0'0'2128'0,"0"0"-1549"0,0 0-321 15,0 0-69-15,0 0 32 0,0 0 27 16,0 0-114-16,0 0-70 0,0 0-46 15,0 0-18-15,0 0-15 0,12 0-6 16,-12 0-40-16,0 0-70 0,0 0-71 16,0 2-87-16,-3 3-161 0,-3 0-522 0,-6 4-577 15,21-30-74-15</inkml:trace>
  <inkml:trace contextRef="#ctx0" brushRef="#br0" timeOffset="-153179.03">32162 15208 4157 0,'0'0'552'0,"0"0"-233"0,0 0-167 16,0 0-33-16,0 0 78 0,0 0-48 0,0 0-101 15,0 0-48-15,0 0-33 0,0 0-9 16,0 0-19-16,0 13-118 0,4-10-113 16,3 2-156-16,-1-1-347 0,-2-3-860 15,-2 5-533-15,-25-38 2188 0</inkml:trace>
  <inkml:trace contextRef="#ctx0" brushRef="#br0" timeOffset="-151187.05">18017 10318 1114 0,'220'38'0'0</inkml:trace>
  <inkml:trace contextRef="#ctx0" brushRef="#br0" timeOffset="-150312.04">24518 14491 1820 0,'0'0'0'0,"0"0"-16"0,0 0-326 0,0 0-150 15,0 0 381-15,0 0 111 0,0 0 234 16,0 0 69-16,0 0 45 0,0 0-7 16,0 0-30-16,14-5-53 0,-12 8 0 15,0 1-27-15,0 1-33 0,1 0-49 16,1 2-54-16,1-1-41 0,2 0-3 16,1 2-10-16,5 2-16 0,6-3-6 15,4-1 12-15,6 1 29 0,11-3-32 16,8 0 16-16,10-1-9 0,12-3 12 15,14 0-9-15,12-6-6 0,15 0-4 16,13-1-3-16,12-2-25 0,11 2-39 0,7 0 36 16,7 2-16-16,6 3-13 0,5 0-2 15,7 2 30-15,4 0 4 0,4 0-15 16,3 0-20-16,3 0 32 0,-1 0-22 16,-3 0-35-16,-3 0 19 0,-6 2 41 0,-13 9-3 15,-8 2-1-15,-14 5 4 0,-12 2 2 16,-12 3 20-16,-9 0-22 0,-11 1-50 15,-11-4-143-15,-10 3-64 0,-6-4-59 16,-11-2-138-16,-7-3-77 0,-7-3-11 16,-16-4-44-16,5-4 41 0</inkml:trace>
  <inkml:trace contextRef="#ctx0" brushRef="#br0" timeOffset="-149629.65">23482 15543 1436 0,'0'0'462'0,"0"0"-190"15,0 0-158-15,0 0-27 16,0 0 136-16,0 0 48 0,102 9-27 0,-69-4 5 15,9-4-15-15,7 0-47 0,8 0-61 16,10 1-1-16,9-2 11 0,12 0 35 16,13 0-63-16,9 0-24 0,9 0-38 15,12-7-12-15,9-2-34 16,10-3-15-16,10 1 13 0,7-2-14 16,12 2 1-16,4 2 15 0,3 2-28 15,4 3 28-15,2-1-3 0,2 3-9 0,5-2 12 16,4 1 2-16,-1-2-2 0,1-1-16 15,-1 0-46-15,1-3-37 0,-5 2-32 16,-2-1 7-16,-6 0 35 0,-9 0-43 0,-5 4-3 16,-13-1 37-16,-7 4-19 0,-11 1 8 15,-12 0 1-15,-11 1-7 0,-11 6-35 16,-16 5-69-16,-12 0-67 0,-13 4-38 16,-15 1 29-16,-12 4 25 0,-10-1 42 0,-10-1-55 15,-11-5-114-15,-10 4-60 0</inkml:trace>
  <inkml:trace contextRef="#ctx0" brushRef="#br0" timeOffset="-148996.39">23930 16176 1725 0,'0'0'454'0,"0"0"-172"15,0 0-208-15,0 0-48 16,0 0 25-16,0 0 46 0,0 0 29 0,0 0 28 15,0 0 22-15,83 48 12 0,-51-41-57 16,9-2-20-16,9 1 21 0,7-5-12 16,13-1-29-16,13 0-44 0,14-1-3 0,17-10 17 15,15-2-30-15,19-3-15 0,14-3-14 16,14 1 13-16,12 1-15 0,10-1-14 16,7 3-8-16,4 4 21 0,9-1 1 15,3 0 0-15,4 3 0 0,3 0 0 16,-2 3-31-16,-1 2 9 0,-4 1-8 15,-5 3-10-15,-9 0 8 0,-9 6-15 16,-9 2 16-16,-11 3-13 0,-11 2 12 0,-8 5-2 16,-11 0 5-16,-11 4-15 15,-10-2-57-15,-9 2-4 0,-11-3-6 16,-9 1 6-16,-9-1-29 0,-8-2-43 16,-6-2-51-16,-9-2-81 0,-10 1-28 15,-11-2-30-15,-12 1-76 0,-11-3-91 0,-21 7-216 16</inkml:trace>
  <inkml:trace contextRef="#ctx0" brushRef="#br0" timeOffset="-148397.41">24914 17025 1041 0,'0'0'394'16,"0"0"-52"-16,0 0-99 0,0 0 71 16,0 0-3-16,0 0-12 0,98 4-40 15,-69-3-80-15,4 2-27 0,9 0 7 16,8-3 5-16,10 0-55 0,10 0-10 16,9 0-12-16,9-5-9 0,10 1-3 0,9 1-19 15,8-1 6-15,9-1-22 16,9 1-38-16,8-3-1 0,13-2 18 15,9-1-7-15,16-2-12 0,5-2-12 0,13 0 10 16,5-1 2-16,7 1 0 0,6-2 0 16,1 2 0-16,2 1-28 0,-2 1-50 0,0 0-3 15,-1 4-18-15,-5 4-32 0,-8 3-30 16,-5 1-31-16,-9 2-125 0,-11 6-205 16,-50 0-542-16,45 6-513 0</inkml:trace>
  <inkml:trace contextRef="#ctx0" brushRef="#br0" timeOffset="-129718.05">7488 16912 101 0,'0'0'108'0,"0"0"-50"16,0 0-12-16,0 0 23 0,0 0-27 0,0 0-16 15,0 0 13-15,0 0-10 0,0 0-9 16,0 0 3-16,26-31 52 0,-23 31 62 16,-3 0 32-16,0-1 14 0,0 1 12 0,1 0-19 15,-1 0-26-15,0 0-14 0,0 0-13 16,0 0-19-16,0 0-13 0,0-1 3 16,0 1 23-16,0 0 22 15,0-2-7-15,0 1-35 0,0-1-29 0,0 2-23 16,-1-1-3-16,1 1-4 0,0-1 1 15,-2-1-1-15,1 1 10 0,1 1 13 16,-2-1 19-16,1 1 10 0,-1-1-7 16,1 1-13-16,-1-3-22 0,1 1-45 15,-2 2-3-15,-2 0 0 0,3-1-1 16,-2-1-3-16,1-1 1 0,0 2 3 16,-2 0 11-16,1-2 5 0,0 2 3 15,-3 0-6-15,0-2-13 0,-1 2-8 16,1-1 8-16,-1 2 16 0,0 0 16 0,1-2-32 15,3 2 0-15,-2 0 17 0,-1 0 2 0,4 0-7 16,-1 0 7-16,-1 0-15 0,1 0 27 16,1 0 10-16,0 0-12 0,0 2-17 15,2-2 11-15,-6 5 33 16,4-2-31-16,-3 1-24 0,2 3 22 16,-2-2-1-16,-1 1 3 0,2 0-25 0,0 0-1 15,-1 1 1-15,1-1-3 0,1 0 3 16,0-1 16-16,0 2 16 0,-1 0-30 15,2-1 14-15,0 0-4 0,2 1 7 16,-2-2-7-16,3 0 7 0,0-3 22 16,0 2 13-16,0 1-13 0,0-1-23 15,0 2-5-15,1 0 27 0,1 0-21 16,1 2-16-16,0-2 32 0,1 3-1 16,2-1-33-16,-2 0 1 0,2 2 23 0,0-1 6 15,0 2 0-15,-2 0-29 0,3-2 29 16,-1 0-13-16,-2-1-18 0,2-1 0 15,-2 3 0-15,2-3 13 0,1 4-10 0,-1-3-1 16,1 3 13-16,-1-2 16 0,0-1-18 16,1 0-10-16,-3-2 21 0,-1-1-9 15,0 0-15-15,0 1 0 0,0 0 20 16,0-3 11-16,0 4-12 0,-3-3-7 16,4 1 22-16,-3 1 6 0,2 0-12 15,-2 0-4-15,1 1 16 0,1 3-3 16,-3-3-34-16,1 4 0 0,1-1 22 15,-2 2-25-15,0 2-3 0,1-3 3 16,1 2 9-16,-2-3 28 0,0 1-16 0,0-1-18 16,0 2 0-16,0-1 9 0,0 3-9 15,-3-2 22-15,0 1-23 0,-2 1 22 16,1-1-24-16,0 1 0 0,0-1 11 16,1-2-11-16,-3 1-3 0,3 0-9 15,-1-2 10-15,1-1 2 0,-2 2 1 16,1-5 0-16,3 0 11 0,-2-2-8 0,2-1 14 15,-2-2-16-15,3 1 13 0,-3 1-12 16,1-2 0-16,1 2-3 0,-2-1-12 16,0-1 0-16,1 2 9 0,1-1-19 15,1-1 19-15,-2-1 1 0,1 0-1 16,1 0-18-16,0 0 2 0,0 0 4 16,0 0 12-16,0 0 0 0,0 0 3 0,0 1 0 15,0-1 2-15,0 2 1 16,0-2 0-16,0 0 0 0,0 0-3 0,0 0 0 15,0 0-18-15,0 0 6 0,0 0-1 16,0 0-2-16,0 1-3 0,3-1-1 16,1 2 19-16,2 1 9 0,0-2-9 15,1 1-2-15,2 1 1 0,-2 0-2 16,2 0 0-16,-2 0 2 0,3-1-1 16,-4 0 1-16,1 2-2 0,0-2 3 15,2 2 0-15,-2 1-2 0,-1-2 2 0,1 0 9 16,0 1 22-16,-1 0-19 0,0 1-9 15,-3-2 28-15,0 3 0 0,-2-2-16 16,2 0-12-16,-3 1 24 0,3 1-5 0,-3 0-10 16,4 1 0-16,-4 2 13 0,3 0 5 15,-3 1-5-15,0 2-22 0,0 1 21 16,0-1-21-16,0-1-1 0,0-1 10 16,0-2 16-16,0 1-18 0,-2-2-10 15,1 1-25-15,1 1 25 0,-3-1 0 16,2 1 0-16,-1 1 0 0,1 1 20 15,-2-3-5-15,2 4-15 16,-2 0-13-16,1 0 13 0,1 0 12 0,1 4-12 16,-2-2-27-16,2 1 26 0,0 3 1 15,0 1-15-15,0-1 15 0,0-2 37 16,0 1-37-16,0 0-15 0,0-3-31 16,0-1 46-16,2 1 1 0,1-3-1 0,1 1 0 15,0-3 3-15,2 1 37 0,0-2-10 16,-2-2-6-16,2 1 1 0,0-3-10 0,0 1-15 15,0 1-15-15,2-5 15 0,2 4-1 16,0-4-15-16,1 0-2 0,0-1 18 16,3 0 0-16,-2 0-1 0,-2 0-41 15,2 0 40-15,-1-1 1 0,0 0-21 16,1-2 7-16,-4 0 15 0,1 3 0 16,0-4-9-16,-1 2-25 0,0-1 4 15,3 0-22-15,-2-4-83 0,-2-1-116 16,4-1-155-16,-1-2-121 0,1-1-199 15,-3 3-428-15,7 2-492 0</inkml:trace>
  <inkml:trace contextRef="#ctx0" brushRef="#br0" timeOffset="-103321.9">10549 15337 783 0,'0'0'482'0,"0"0"-131"0,0 0-110 15,0 0 48-15,0 0 28 0,0 0-14 16,0 0-20-16,0 0-18 0,0 0-11 16,0 0 8-16,0 6-22 0,0-6-28 15,0 0-20-15,0 0-34 0,0 0-47 16,0 0-53-16,2 0-35 0,6-3-23 16,2-3 0-16,9-10 1 0,5-3 15 15,5-8-14-15,2-7-2 0,6-2-28 16,-3-5-6 15,2 1 4-31,-1 1-19 0,0 3-4 0,-4 2-76 0,-5 8-110 0,-7 8-106 0,-8 9-183 0,-8 9-157 0,-3 0 12 16,-8 20-797-16</inkml:trace>
  <inkml:trace contextRef="#ctx0" brushRef="#br0" timeOffset="-102869.91">10570 15864 1838 0,'0'0'493'16,"0"0"-234"-16,0 0-63 0,0 0 148 15,0 0 22-15,0 0-94 0,0 0-55 16,15 71-62-16,-9-63 4 0,-2 1 17 0,2-3-21 15,-2-2-20-15,3 0-34 16,-1-3-18-16,3-1-16 0,2-2-27 16,5-9 3-16,5-10 48 0,3-7 25 0,2-12-16 15,4-7-57-15,2-9-1 0,4-5-42 16,-1 0-21-16,2 1-46 16,-4 6 0-16,-4 10-76 0,-5 10-187 0,-8 9-250 15,-7 10-570-15,-6 11-697 0</inkml:trace>
  <inkml:trace contextRef="#ctx0" brushRef="#br0" timeOffset="-101433.59">10509 17675 1167 0,'0'0'553'16,"0"0"-384"-16,0 0-71 15,0 0 167-15,0 0 65 0,0 0-95 16,0 0-48-16,0 0 5 0,0 0-1 0,0 0-45 16,0 0-3-16,1 1-1 0,-1-1-16 15,0 1-6-15,0 1 26 0,0-2 41 16,0 1-20-16,0 0-44 0,1 2-43 15,1 0-3-15,-2 3-16 0,3 3-24 16,1 1-13-16,2 3 1 0,-2 1-1 16,3-1 1-16,-1 2-4 0,1-3 10 15,-1-2 5-15,0 0 1 0,0-4-13 0,1-2 4 16,3-3-28-16,0-1-22 16,2-4 0-16,5-9 22 0,4-7 21 0,1-8 7 15,4-11-26-15,3-6 40 0,0-7-29 16,4-2-13-16,3-1 0 15,2 1-19-15,3 2-5 0,4 3-49 16,-1 5 21-16,0 1-46 0,-3 8-147 16,-3 4-153-16,-4 1-257 0,-9 13-626 0,5-1-719 15</inkml:trace>
  <inkml:trace contextRef="#ctx0" brushRef="#br0" timeOffset="-99782.65">11764 16754 3231 0,'0'0'426'0,"0"0"-297"0,0 0-127 15,0 0-2-15,0 0 129 0,0 0-31 16,26 83-16-16,-13-58-1 15,1 3-34-15,0-2-7 0,1 0 26 16,-2-3 11-16,-1-1-18 0,-1-1 3 0,-2-4-13 16,-4-3-12-16,0-4-9 0,-1-4-26 15,-1-3 0-15,-3-1 1 0,0-2-2 16,0 0 12-16,0 0 11 0,0 0-24 16,0-4-27-16,-2-1-60 0,-3-4-2 15,-1-8-20-15,0-2 41 0,0-6 15 16,2-2 0-16,-1 2-6 15,4 0-7-15,1 4 2 0,0 2 11 0,0 1 25 16,1 3 9-16,4 3 16 0,-1 2 3 0,1 2-2 16,-1 3-11-16,0 4 13 0,1 1 65 15,2 0-8-15,0 3 59 0,2 5 31 16,2 5 17-16,1 4-34 0,-2 2-77 0,1 3-26 16,-1-1 13-16,1-1-15 0,-3-2-22 15,1-2-2-15,-3-3 2 0,1-3-3 16,-3-4 0-16,2-2-40 0,-3-2-3 15,1-2 6-15,0 0-15 0,2-6 39 16,2-5 13-16,0-5 13 0,-1-7-13 16,0-2-31-16,1-2-3 0,0-3 6 15,-1 2-3-15,-1 2 3 0,0 5 28 16,-2 6 0-16,2 5-12 0,-2 4-1 16,-1 4-9-16,2 2 22 0,-1 0 0 15,3 3 90-15,5 8 65 0,1 5-26 16,1 4 0-16,-1 4 12 0,3 4-7 15,-3-1-45-15,-1 2-44 0,-1-5-32 0,-2-2-10 16,1-4-3-16,-3-4-1 0,-2-4-27 16,0-3-8-16,-2-3-62 0,0-3-116 15,0-1-90-15,0-6-84 0,1-6-105 0,0-4-239 16,-4 1-414-16,0-8-242 0</inkml:trace>
  <inkml:trace contextRef="#ctx0" brushRef="#br0" timeOffset="-99590.6">12391 16779 2164 0,'0'0'1116'0,"0"0"-855"0,0 0-78 15,0 0 119-15,0 0 29 0,0 0-68 16,29 67-103-16,-25-55-31 0,3-2-31 16,-1-2-62-16,-2-3-36 0,2 0-19 15,-2-1-11-15,1-2-1 0,1-2-134 0,0-2-54 16,0-7 3-16,-1-3-12 0,0-2-200 15,1-5-240-15,-2 4-398 0,1-8-245 0</inkml:trace>
  <inkml:trace contextRef="#ctx0" brushRef="#br0" timeOffset="-99268.84">12574 16666 1744 0,'0'0'678'0,"0"0"-317"0,0 0-40 15,0 0 46-15,0 0-44 0,29 77-78 16,-22-61-45-16,0-3-41 0,-1-2-48 15,-1-1-18-15,0-2-7 0,-2-4-40 16,-2-3-46-16,1 1-15 0,-2-2 12 16,4 0 0-16,-2-7 3 0,3-2 9 0,1-4 19 15,0-6-28-15,1-4-11 0,0-3-16 16,0-2-26-16,2-1-51 16,1-2 23-16,3 5 38 0,3 0 9 0,-1 4-13 15,3 6-12-15,1 5 38 0,-2 4 8 16,0 4 13-16,0 3 11 0,-2 0 55 15,1 10 73-15,-3 2 6 0,-3 5-9 0,3 5 2 16,-5 0 15-16,1 1-62 0,0-2-51 16,-2-2-17-16,-1-4-23 0,-3-7-39 15,0-2-22-15,-2-4-64 0,-1-2-87 16,0 0-109-16,-4-6-254 0,-2-1-589 16,-10-10-791-16</inkml:trace>
  <inkml:trace contextRef="#ctx0" brushRef="#br0" timeOffset="-99107.12">12385 16344 4371 0,'0'0'533'0,"0"0"-349"0,0 0-35 0,0 0-36 16,0 0-113-16,0 0-73 0,0 0-113 15,0 0-90-15,0 0-44 0,0 0-229 16,0 0-689-16,32-15-816 0</inkml:trace>
  <inkml:trace contextRef="#ctx0" brushRef="#br0" timeOffset="-98736.17">12479 17474 1653 0,'0'0'1253'0,"0"0"-945"15,0 0-152-15,0 0 82 0,0 0 112 16,0 0-55-16,0 0-72 15,0 0 30-15,0 0-93 0,0 0-99 16,0 0-43-16,-19 50 28 0,12-31 34 0,4 2-56 16,0 1 10-16,0 0 8 0,3-1 19 0,0-2-42 15,0-3-19-15,4 0 0 0,2-2 0 16,2-3-46-16,3-4-15 0,0-2 3 16,5-4-55-16,-1-1-108 0,3-3 18 15,1-7-57-15,-3-3-141 0,1-3-296 16,-4 3-423-1,6-5-213-15</inkml:trace>
  <inkml:trace contextRef="#ctx0" brushRef="#br0" timeOffset="-98451.86">12692 17526 2085 0,'0'0'631'16,"0"0"-316"-16,0 0-79 0,0 0 0 15,0 0-34-15,0 0-82 0,3 67-51 16,7-56-6-16,0-3-22 0,0-3-13 15,3-2 20-15,-2-3 18 0,3 0-10 0,0-4-16 16,0-6 4-16,1-1-1 16,-2-3-12-16,-1-3-6 0,-3 0-9 0,-2 0 2 15,-4 1 1-15,0 2 3 0,-3 2-7 16,0 3 4-16,-3 2-1 0,-4 0 10 16,-3 2 6-16,-4 1 31 0,1 4-28 15,-7 0-37-15,0 0-19 0,-1 5-67 16,1 2-32-16,2 2-52 0,3-3-68 15,3 0-26-15,4-2-107 16,5-2-140-16,3-2-497 0,1-3-337 0</inkml:trace>
  <inkml:trace contextRef="#ctx0" brushRef="#br0" timeOffset="-98169.9">12976 17151 209 0,'0'0'632'15,"0"0"-456"-15,0 0 147 0,0 0 255 0,0 0 70 16,0 0 11-16,0 0-66 0,0 0-51 15,0 0-187-15,0 0-248 0,10-3-18 16,-19 24-3-16,2 2-59 0,3 1-24 16,1 0 0-16,3-2 24 0,0-1-5 15,3-3-10-15,4-1-12 0,6-4 3 16,0-1 12-16,4-1 3 0,-1-4 4 16,4-1 5-16,-2 0-3 0,2-3-21 15,-3 0 0-15,-4-2-1 0,-4 0 9 31,-1 2-11-31,-4-1 0 0,-2-1 16 0,-1 4 24 0,-1 2-13 0,0 5-9 16,-7 6-18-16,-4 1-119 0,-5 1-70 16,-2-1-65-16,-2 0-51 0,1-2-126 15,1-3-303-15,5-4-528 0,-3-6-330 16</inkml:trace>
  <inkml:trace contextRef="#ctx0" brushRef="#br0" timeOffset="-97955.33">13159 17018 1155 0,'0'0'1293'0,"0"0"-984"0,0 0-35 15,0 0 156-15,0 0 22 0,0 0-179 16,0 0-46-16,0 0 42 0,0 0-69 16,70 84-99-16,-52-52-31 0,2 3-3 0,-3 1 0 15,3-1-48-15,0-2-19 0,-2-2-2 16,-1-8-16-16,-2-2-21 0,-4-7-142 15,-2-2-86-15,-7-2-169 0,1-5-599 16,-3 2-623-16</inkml:trace>
  <inkml:trace contextRef="#ctx0" brushRef="#br0" timeOffset="-97807.72">13294 17235 1918 0,'0'0'1651'0,"0"0"-1338"0,0 0-285 16,0 0 110-16,0 0 171 0,0 0-101 15,0 0-131-15,92-52-77 0,-74 43 0 16,0 0-59-16,0 0-173 0,0 3-77 16,1-1 57-16,-7 5-1132 0,-4 2-472 0</inkml:trace>
  <inkml:trace contextRef="#ctx0" brushRef="#br0" timeOffset="-97538.37">12826 18039 3491 0,'0'0'545'16,"0"0"-337"-16,0 0-134 0,0 0 22 15,0 0 47-15,0 0 103 0,96-22-78 16,-55-1-33-16,4-5-25 0,2-7-49 15,1-6-22-15,2-6-18 0,2-3-21 0,-2 0-3 16,2-1-39-16,-3 2-138 16,-6 3-40-16,-2 3-26 0,-4 6-166 0,-5 6-299 15,-9 6-371-15,-7 10 668 0,-7 10-1326 0</inkml:trace>
  <inkml:trace contextRef="#ctx0" brushRef="#br0" timeOffset="-97327.92">13097 18017 3488 0,'0'0'581'0,"0"0"-344"0,0 0-57 0,0 0-4 16,0 0-63-16,0 0-18 0,0 0 107 16,0 0-10-16,95-31-31 0,-55 6-36 15,2-5-46-15,1-4-7 0,2-2-23 0,-3-1-49 16,-1 1-33-16,-3 2-136 0,-2 2-47 15,2-3-82-15,-1 4-355 0,-8 9-778 16,23-8 163-16</inkml:trace>
  <inkml:trace contextRef="#ctx0" brushRef="#br0" timeOffset="-93022.46">15479 17976 1858 0,'0'0'470'0,"0"0"-363"16,0 0-106-16,0 0 60 0,0 0 33 15,0 0-23-15,0 0-20 0,0 0 17 16,0 0 61-16,0 0 82 0,0 0 57 15,-33-17-23-15,26 17-25 0,1 0-41 16,-1 0-34-16,-2 0-14 0,0 2-10 0,1 1-1 16,-1 3-30-16,2 0-22 0,-3 1-41 15,3-1-27-15,-2 2 1 0,2 1-1 16,1-2 0-16,2 3 1 0,1-2-1 16,0 2 1-16,1-3 0 0,2 3 6 15,0-3-7-15,3 1-53 0,5-1-5 16,-1 1 27-16,4 2-6 0,1-2 6 31,3 1 3-31,2 0 25 0,0-2-18 0,2 3 5 16,-1-2 1-16,1-1 14 0,-2 1-2 0,2 1 1 15,-4-2-1-15,2-1 3 0,-7 0 2 0,3 1 17 16,-6-1 6-16,0 1 27 0,-2-1 16 0,-3 2 25 16,-2-1-4-16,0 2 9 0,0 1-19 15,-1 0-17-15,-3-1-4 0,-4 0-6 16,1 0-1-16,-1-3 4 0,-1 1-15 0,2-3-4 15,-5 1-17-15,4 1-19 0,-4-5-3 16,1 2-27-16,-3-1-16 0,3-2-48 16,0 0-1-16,2 0-21 0,1 0-43 15,6 0-54-15,-1-5-87 0,3-1-139 16,0-1-227-16,1-5-142 0,3 2-280 16,10-2 280-16</inkml:trace>
  <inkml:trace contextRef="#ctx0" brushRef="#br0" timeOffset="-92640.48">15802 18133 1365 0,'0'0'679'15,"0"0"-184"-15,0 0-73 0,0 0-10 16,0 0-94-16,0 0-101 0,0 0-76 15,0 0-27-15,0 0-27 0,0 0-25 16,18 71-37-16,-10-61-23 0,-1-1 16 16,2-2 10-16,1-4-9 0,-2 1-19 15,3-4-1-15,-2 0 0 0,2 0 1 16,2-4 22-16,-2-3 2 0,1-3-2 0,-1-2 3 16,-2 0 18-16,-3-1-6 0,-2-1-6 15,-3 4-16-15,1 1 13 0,-2 1 9 16,0 3 18-16,-2 1 50 0,-3-2-4 15,-1 1-25-15,0-1-11 0,-2 3-20 16,-1 0-8-16,0-1-19 0,-2 3-17 0,1 1-1 16,-5 0-42-16,1 0-65 0,-2 1-31 15,0 5-18-15,3-2-20 0,2 2-50 16,0-1-109-16,6-1-156 0,2-2-142 16,3-2-355-16,0 0-296 0</inkml:trace>
  <inkml:trace contextRef="#ctx0" brushRef="#br0" timeOffset="-92402.98">16192 18165 2043 0,'0'0'1016'0,"0"0"-712"0,0 0-38 0,0 0 68 16,0 0-11-16,0 0-137 0,0 0-87 16,0 0-34-16,38 66-34 0,-32-49-31 15,-3 1-31-15,1-1-77 16,-3 4-78-16,2-5-139 0,-2 0-253 0,-1-4-750 16,0-4-705-16</inkml:trace>
  <inkml:trace contextRef="#ctx0" brushRef="#br0" timeOffset="-91853.45">16573 17733 329 0,'0'0'447'0,"0"0"-176"0,0 0 5 16,0 0-25-16,0 0-75 0,0 0-37 15,0 0 30-15,0 0 58 0,0 0 12 0,0 0 64 16,6-21 28-16,-6 21 32 0,0 0-38 15,-2 0-70-15,-2 1-102 0,-2 3-78 16,0 3-13-16,-1 0-22 0,-1 3-15 16,-1 1 18-16,0 2-21 0,1 3-1 15,-1-1-5-15,2 1 8 0,-1 3 23 16,0-1-20-16,4 1 16 0,1-2-3 16,3 0-40-16,0-5-18 0,0 0-10 15,5-2-12-15,7-2-12 0,-2-1 2 0,3-2 13 16,3-5 27-16,1 3 10 0,0-1 25 15,2-2-7-15,-3 1 1 0,0 0-16 16,-2 2 0-16,-1-1 0 0,-1 3-1 16,-5-2 20-16,-1 1 2 0,1 3 17 15,-4-1 8-15,0 0 9 0,-3 3 4 16,0 0-19-16,0-1 12 0,-2 0-54 16,-2-2 23-16,-3 1-24 0,0-2-49 15,1-2-40-15,-2 1-43 0,3-4-47 16,-2 0-78-16,-1 0-157 0,3 0-221 0,0-3-618 15,1 0-568-15</inkml:trace>
  <inkml:trace contextRef="#ctx0" brushRef="#br0" timeOffset="-91639.03">16841 18005 2100 0,'0'0'666'16,"0"0"-246"-16,0 0 7 0,0 0-34 16,0 0-136-16,0 0-105 0,26 74-65 15,-25-60-87-15,1-3-3 0,0-1-93 16,0-2-153-16,-1-1-147 0,1-5-345 16,-1 0-990-16</inkml:trace>
  <inkml:trace contextRef="#ctx0" brushRef="#br0" timeOffset="-91237.85">17214 18004 2556 0,'0'0'681'0,"0"0"-416"16,0 0-34-16,0 0 122 0,0 0-52 0,0 0-69 15,0 0-29-15,0 0-4 0,68 66-64 16,-61-48-71-16,-1 2-34 0,-2 1 7 16,-4 1-20-16,0 1-17 0,0 0-37 0,-1-4-91 15,-6-2-88-15,-2-3-82 0,2-6-121 16,-1-2-353-16,-1-6-731 0</inkml:trace>
  <inkml:trace contextRef="#ctx0" brushRef="#br0" timeOffset="-90756.61">17576 17554 1676 0,'0'0'668'0,"0"0"-419"16,0 0-23-16,0 0 104 0,0 0-24 15,0 0-75-15,0 0 12 0,0 0 21 16,0 0-22-16,0 0 5 0,0 0 23 15,-9 2-41-15,4 8-128 0,-6 1-47 16,0 4 4-16,-1 4-12 0,1 0-31 16,-1 3 6-16,5-1-18 0,1-2 13 15,2-2-16-15,4-4-24 0,0-2 12 16,0-2-9-16,0-2-22 0,6 0-5 16,1-1 5-16,4-1 13 0,-1-2-4 15,1 1 17-15,3-1 17 0,-2 1 2 0,2-1-2 16,-1 2-1-16,3 1 1 0,-5 0 0 15,0 2 3-15,-2 1 24 0,-1 2-2 16,-4-2 2-16,-1 3 6 0,-2 0 1 16,-1 3 2-16,0 0-11 0,-4 1-13 15,-3 2-12-15,-3-2-16 0,0 0-42 0,1-3-39 16,-2-1-56-16,3-5-15 0,1-3-43 16,1-1-114-16,2-3-200 0,2 0-223 15,2-4-639-15</inkml:trace>
  <inkml:trace contextRef="#ctx0" brushRef="#br0" timeOffset="-90306.36">17796 17890 368 0,'0'0'1524'0,"0"0"-1134"0,0 0-196 15,0 0-30-15,0 0-19 0,0 0-3 16,0 0 76-16,0 0-36 0,0 0 12 0,0 0-49 16,55-13-53-16,-43 9-4 0,-4 0-6 15,4 3-23-15,-5 1-15 0,0 0 7 16,1 0 27-16,-3 5 13 0,-1 1 2 16,-1 0-15-16,2 2 5 0,-2 3-21 0,-3 1-16 15,0 1-27-15,0 2-4 0,0 2 13 16,0-2-13-16,-5 2-13 15,2-2 14-15,0-1 2 0,0-5-18 0,2-1 0 16,1-3-3-16,0-1 1 0,0-4-23 16,0 0-5-16,0 0-4 0,0 0-9 15,1 0-16-15,5 0 59 0,2 0 46 16,0 0 19-16,4-2-50 0,-2-2-14 16,0 3 18-16,1 1-16 0,0 0-2 15,-3 0 0-15,1 0 39 0,-3 1 15 16,-1 5 16-16,-2 4 116 0,0-1-1 15,-1 4-86-15,-2 0-80 0,0 2-19 0,0-4-2 16,-5-1-26-16,2-3-201 0,-2-4-79 16,-1 0-38-16,-4 0-230 0,3-2-556 15,-7 2-405-15</inkml:trace>
  <inkml:trace contextRef="#ctx0" brushRef="#br0" timeOffset="-89936.09">16731 18720 2161 0,'0'0'720'16,"0"0"-294"-16,0 0-103 0,0 0 141 15,0 0-125-15,0 0-166 0,0 0-105 16,0 0-22-16,0 0 43 0,0 0 150 16,0 0-68-16,105-18-7 0,-55 2-36 15,3-7-29-15,9-3-38 0,7-5-38 16,7 0-23-16,5-5-18 0,6-4-30 15,0 1-101-15,0 1-45 16,-4 0-41-16,-9 6-87 0,-11 6-176 0,-9 6-175 16,-15 7-101-16,-12 7-197 0,-12 2-28 15</inkml:trace>
  <inkml:trace contextRef="#ctx0" brushRef="#br0" timeOffset="-89624.93">16979 18789 1562 0,'0'0'737'0,"0"0"-291"0,0 0-93 15,0 0 118-15,0 0-105 0,0 0-149 16,0 0-89-16,0 0-38 0,0 0 40 15,0 0 104-15,68-1 6 0,-31-10-18 16,7-4-6-16,6-3-34 0,5-3-45 0,1-3-56 16,3-1-51-16,5-1-30 15,-2-3-48-15,4-3 15 0,-2 1-61 16,-2 2-82-16,-6 0-46 16,-9 4-6-16,-8 2-73 0,-10 4-225 0,-6 5-466 15,-12 5-166-15,-2-1-403 0</inkml:trace>
  <inkml:trace contextRef="#ctx0" brushRef="#br0" timeOffset="-82883.76">29352 8093 1239 0,'0'0'394'0,"0"0"-53"15,0 0-72-15,0 0 9 0,0 0 70 16,0 0 107-16,0 0-84 0,0 0-163 16,0 0-89-16,0 0-27 0,47-47 17 0,-46 47 0 15,1 0-10-15,4 4-31 0,4 3 0 16,7 5 46-16,5 7 49 0,4 6-41 15,4 5-51-15,0 3-44 0,-1 2-27 16,-2 3-3-16,-1-3-18 0,-3-1 18 16,-4-2-13-1,-2-4-26-15,-2-2-90 0,-4-6 55 16,-1-1-43-16,-1-3-31 0,-2-4-35 0,-1-5-96 16,-3-2-102-16,0-3-90 0,-3-2-65 0,0-2 31 15,0-3-164-15,0-11-420 0</inkml:trace>
  <inkml:trace contextRef="#ctx0" brushRef="#br0" timeOffset="-82601.92">29722 8051 2267 0,'0'0'378'0,"0"0"-201"0,0 0-94 15,0 0 135-15,0 0 200 0,0 0-68 16,0 0-136-16,0 0-80 0,0 0 43 15,0 0-3-15,0 0-85 0,0-23-21 16,0 39 107-16,0 9-1 0,0 6-116 16,-9 7-25-16,-5 2 22 0,-2 6-34 15,-3-2-21-15,2-1-18 0,0-1 17 16,2-2 0-16,1-4-54 0,4-3-39 16,1-7-59-16,2-2-31 0,1-8-109 15,3-2-74-15,0-6-68 0,-1-2-102 0,2-5-117 16,0-1-59-16,-1 0-309 15,-4-6 363-15</inkml:trace>
  <inkml:trace contextRef="#ctx0" brushRef="#br0" timeOffset="-81570.85">29349 8301 2071 0,'0'0'421'0,"0"0"-269"0,0 0-65 16,0 0 112-16,0 0 86 0,0 0-78 15,0 0-73-15,0 0 14 16,0 0 73-16,0 0-7 0,0 0-59 0,0 12-40 16,1-7-31-16,6 1-29 0,3-1-18 15,5 0-6-15,5 2-18 0,3-5 11 16,6-1 4-16,8-1-27 0,4 0-1 15,5-5-3-15,3-4 0 0,1 1 0 16,1-3 2-16,-1 1-1 0,-5 2 1 0,-2-1 1 16,-4-1-13-16,-6 1-14 0,-6 0 27 15,-5 2 9-15,-9 1-9 0,-7 1 1 16,-3 5 73-16,-3-1 64 0,0 1-19 16,0 0-27-16,-3 0-28 0,-3 0-64 15,-3 0-64-15,-5 0-15 0,1 0 24 16,-7 1 18-16,1 3-18 0,-7-2 24 0,0 3 22 15,-7-1-4-15,-2 0-26 0,-2 4 17 16,-3-1 20-16,-1 1 2 0,1 1-18 16,1-1-17-16,3-1 35 0,7-1 2 15,2 0-2-15,7 0 2 0,2-3-5 16,7 1 3-16,1-1-50 0,6-1 1 16,2-1 12-16,2 1-40 0,0-2-100 15,4 0-10-15,9 0 187 0,2 0 0 16,3-5 12-16,5-5 10 0,-1-1 31 15,4-3-31-15,-3-3-22 0,3 0-53 0,-3-2-16 16,-3 1 18-16,-1-1-30 16,-3 2-26-16,-2 2 47 0,-5 0 38 0,1 2-6 15,-3 1 16-15,0 1 12 0,-2 3 22 16,-1 1-9-16,-2 2 21 0,-2 1 70 0,0-2 12 16,0 1-68-16,0 1-26 0,0-2 22 15,0 1 6-15,0-1-50 0,-2 1 2 16,2-2 7-16,0 2 47 0,-1-2-6 15,-1 2 9-15,2 0 6 0,0 2-28 16,0 0-34-16,-1 0 24 0,-1 0 38 16,2 3 9-16,-1 0-21 0,1 0-22 15,0 0 15-15,0 0-6 0,-2 0-10 16,1 2 7-16,-1 0 21 0,-1 0 13 16,-1 2-56-16,-3 0-15 0,0 4-58 15,-3 5 12-15,-3 4 24 0,3 3 22 16,1 8 42-16,-1 1 1 0,4 2-6 15,2 1-16-15,4-1-5 0,0-1 2 0,0-1-18 16,3-1 0-16,1-4-2 0,-1-4 2 16,4-2-3-16,-4-4-25 0,1-4 10 15,-1-4 16-15,-1-1-13 0,-1-3 15 16,-1-2 6-16,0 0 34 0,0 0-1 0,0 0 13 16,0 0 18-16,0-3 13 0,0-1-59 15,-3-2-24-15,-4 1-61 0,1-3-15 16,-2-1 15-16,-1 0 15 0,0-2-21 15,1 3 12-15,-1-2-4 0,3 2 4 16,-2-3 18-16,-1 1 19 0,2-1-44 0,3-3-15 16,-1-1 10-16,2-2-4 15,3-1 5-15,0-1-14 0,0-2 30 16,0 4-6-16,2-2-9 0,-1 5-7 16,2 4 14-16,-3 3 58 0,0 3 20 0,0 1 5 15,0 3 7-15,0 0-4 0,0 0-28 16,0 0-105-16,0 3-36 0,-3 1-54 15,0-1-106-15,0 4-92 0,-1-1-100 16,-1 3-21-16,0 1-42 0,1-2-154 16,-2 3-8-16</inkml:trace>
  <inkml:trace contextRef="#ctx0" brushRef="#br0" timeOffset="-77992.16">30587 8122 209 0,'0'0'1759'0,"0"0"-1363"16,0 0-264-16,0 0-19 0,0 0 145 0,0 0 30 15,0 0-45-15,0 0-59 0,0 0-26 16,0 0-16-16,3 4 15 0,1 6 68 15,4 7 70-15,-2 2-107 0,0 8-26 16,0 0-12-16,-5 4-22 0,-1 1-64 16,0-5-42-16,0 0 5 0,0-4-27 15,0-3 0-15,0-6-27 0,0-2 26 16,0-6 0-16,0-2-44 0,0-2 5 16,0-2 38-16,0 0-28 0,0-6-50 15,0-5 22-15,0 0 25 0,-1-6-10 16,-4-6-43-16,1-5 9 0,1-1 47 15,-1-5-1-15,1 0-31 16,1 0 27-16,2 0 33 0,0 3-8 0,3 4-8 0,3 3-32 16,3 1 50-16,1 4-3 0,1 0-15 15,1 2 8-15,4 2 9 0,0 1 2 16,1 1 9-16,0 4-8 0,2 1 60 16,1 6 12-16,-1-2-37 0,-2 4-6 0,-2 0 15 15,-4 6-3-15,-4 3-24 0,-4-1 2 16,-3 6 59-16,0 2 15 0,-10 1-65 15,-4 3 19-15,-4 2 3 0,-3 0-10 16,-4-1-42-16,1-1-17 0,4-2 17 16,1-2 28-16,4-3-28 0,4-2-43 15,5-6 40-15,5-3-12 0,1 1-71 0,0-2-24 16,3 0 31-16,4 2 48 0,7-1-12 16,1 3 6-16,2-1 19 15,2 0 18-15,2 2 13 0,1 1-1 0,-5 3 25 16,-1-2 15-16,-3 2-9 0,-3-2 6 15,-7 4 9-15,-3 0 13 0,0-1-20 16,-6 3 4-16,-8 0-15 0,-2 2-38 16,-7-1 10-16,0-1-12 0,-1 0-49 0,0-4-33 15,1-4-19-15,6-1-40 16,1-5-15-16,6 0-72 0,3 0-124 0,4-11-114 16,3 3-187-16,0-4-341 0,6 1 282 15,11-8-41-15</inkml:trace>
  <inkml:trace contextRef="#ctx0" brushRef="#br0" timeOffset="-77676.06">30862 8224 1235 0,'0'0'469'16,"0"0"-76"-16,0 0 21 0,0 0-37 15,0 0 52-15,0 0 9 0,0 0-51 16,0 0-36-16,0 0-43 0,0 0-51 16,0 0-114-16,13 68-66 0,-16-49-50 15,3-1-3-15,0 0-2 0,0-2-19 16,7-5-3-16,0-3-49 0,4 1 3 15,1-4 13-15,0-2-19 0,4-3 52 16,-2 0 9-16,3-6-9 0,1-5-2 16,-1-1-16-16,0-2 18 0,-1-3 12 0,0 0-12 47,-3-1-30-47,-3 5 30 0,-4-3 29 0,-3 6-29 0,-2-1 0 0,-1 1 47 0,0 4 5 0,-4-2-38 0,-5 2-14 0,-5 0-1 15,-5-1-1-15,-1 5-81 0,-4 0-2 16,2 2 24-16,0 0-12 0,2 6-99 15,7-1-31-15,4-4-113 0,8-1-142 16,1 2-342-16,7-2-525 0,6 0 730 16,6 0 96-16,0 0 111 0</inkml:trace>
  <inkml:trace contextRef="#ctx0" brushRef="#br0" timeOffset="-77374.32">31045 8211 432 0,'0'0'387'0,"0"0"-162"0,0 0-88 16,0 0 55-16,88-28 117 0,-72 21-32 0,-2 3-37 15,-1 0-43-15,-6 2 23 16,-1 2 53-16,-5 0 51 0,-1 0-41 0,0 1-14 15,0 4 59-15,-4 2 20 0,-3 4-27 16,0 2-70-16,-2 2-104 0,-4 2-31 16,5 1-68-16,0-2 4 0,5 2 24 15,3-4 36-15,0 1-91 0,3-5-21 0,6-1-12 16,2-2 12-16,1-3-33 0,1-4-9 16,1 0 42-16,2 0 0 0,1-7-23 15,2-3 6-15,-3-1 17 0,1-1 0 47,-1-2 0-47,0 0 0 0,-3-1 0 0,-6 2-11 0,0 1-4 0,-7 0 15 0,0 4 26 0,0-4-26 0,-8-1-12 16,-4 1-31-16,2 0-2 0,-6 2-31 15,-1 2-37-15,1 0-27 0,-1 3-26 16,4 2-21-16,3 0-23 0,3 0-123 16,4 0-148-16,3 1-105 0,0-4-165 0,10-1-246 15,3 0 482-15,-3 0 147 16,13-8-67-16</inkml:trace>
  <inkml:trace contextRef="#ctx0" brushRef="#br0" timeOffset="-76755.57">31423 7958 362 0,'0'0'453'0,"0"0"124"0,0 0-54 16,0 0-40-16,0 0-60 0,0 0-42 15,0 0-27-15,0 0-54 0,0 0-39 16,0 0 22-16,0 0-17 0,25 24-91 16,-26-3-86-16,-2 5-50 0,0 3 1 15,2 4 24-15,1-2 10 0,0 0-23 16,0-6-14-16,0 0-10 0,4-3-27 15,-1-4 0-15,1-5-33 0,1-3 32 16,-4-4-1-16,3-3-35 0,-4 0 4 0,3-3 31 16,-3 0-41-16,3-4-46 0,1-2-18 15,2-2 101-15,3-3-15 0,1-6 15 16,0 3-43-16,0-3 27 0,3 4 4 16,-3 0-22-16,4 1-12 0,0 0 50 15,0 4 2 1,2 1-58-16,-3 0 9 0,1 3 36 0,-5 3 13 0,-3 1-43 15,-3 0 28-15,-2 0 15 0,-1 1 89 16,0 3 28-16,0 5-6 0,0 2 11 0,-4 3-30 16,1 1-55-16,-3 1-16 15,3-3 22-15,0 4-40 0,2-6-3 0,1-2-32 16,0 1 32-16,0-3 0 0,1 0-45 16,4-3-14-16,2-4 23 0,4 0-90 15,2 0-67-15,6-11-2 0,0-1 40 16,4-5-60-16,-2-1-141 0,3-1-113 15,0-2 7-15,0-2-80 0,1-2 26 16,-2 2 126-16,-3-2 126 0,-1 2 173 0,-3 0 91 16,-2 6 211-16,-4 1 95 0,-4 2 97 15,0 8 74-15,-5 1-6 0,-1 3 18 16,0 2-33-16,0 0-101 0,0 0-69 16,0 0-18-16,0 2-62 0,-7 3-114 15,1 0-77-15,-1 3 0 0,1 1-15 16,0 5-6-16,1 0-6 0,2 3 12 15,3 0 43-15,0 1-7 0,0-2-11 16,8 0 20-16,1 0 1 0,0-2-28 0,4 0-2 16,-2-3 2-16,-2-1-18 0,0-3-2 15,-4-1-17-15,-2-2 7 0,-1-2 10 16,-2 1 1-16,-5 3-29 0,-12 1-74 16,-6 1-116-16,-7 2-124 0,-8 2-183 15,8-5-546-15,-26 8-871 0</inkml:trace>
  <inkml:trace contextRef="#ctx0" brushRef="#br0" timeOffset="-75023.07">30611 8814 150 0,'0'0'691'0,"0"0"-235"0,0 0-98 0,0 0-46 16,0 0 38-16,0 0 28 0,0 0-28 16,0 0-52-16,0 0-22 0,0 0-21 15,0 0-6-15,0 0-31 0,3-7-32 16,-3 7-7-16,0 3-20 0,0 1-33 16,0 4-25-16,0 3-19 0,0 6-36 15,0 2-43-15,0 4-2 0,0-3 11 16,0 2-12-16,0-3-11 0,3-1-1 15,0 0 12-15,1-4 0 0,-1-2-2 16,4-2-29-16,-4-3 13 0,1-3-3 16,-1-2-19-16,2-2 3 0,-1 0 36 15,3 0-20-15,0-1-53 0,1-4-33 16,0-3 80-16,5-3 26 0,-3-2-24 16,2-5-12-16,1 2 16 0,-3-1-10 0,1 2-37 15,-1-1 22-15,-1 1 46 0,0 3-2 16,-1-3 2-16,-2 7 0 0,-2-3 0 0,1 7 3 15,-4 1-3-15,-1 2 0 0,2 1 9 16,-2 0 34-16,0 0-9 0,1 5 6 16,1 2 3-16,3 4 34 0,-2 5-43 15,1 2-19-15,1 0 25 0,-1 1-25 16,1-2-15-16,-1-3-9 0,4-1 9 16,-2-3 0-16,0-2-12 0,0-1-14 15,1-6 26-15,0 1 30 0,3-2-29 16,-1 0 19-16,5-3 84 0,-2-8 3 15,2-1-77-15,-1-5-28 0,-1-1 32 16,-1-1-31-16,-2-4-3 0,0 2-46 0,-2-2 7 16,-3 0-16-16,-1 4-46 0,0 7-28 15,-2 1 28-15,-1 4-25 0,0 2-103 16,0 1-110-16,0 3-77 0,0 1-150 16,0 0-425-16,0 1-577 0</inkml:trace>
  <inkml:trace contextRef="#ctx0" brushRef="#br0" timeOffset="-74813.62">31069 8928 382 0,'0'0'1599'15,"0"0"-1152"-15,0 0-159 0,0 0-6 0,0 0 29 16,0 0-13-16,0 0-70 16,0 0-53-16,18 69-14 0,-17-58-21 15,-1 0-41-15,3-1-49 0,-3-1-26 0,1 0-24 16,1-1-19-16,-1-3-12 15,2-2-12-15,1 1-57 0,1-4-157 0,1 0-92 16,1-1-143-16,4-9-254 0,-5 4-349 16,6-12-257-16</inkml:trace>
  <inkml:trace contextRef="#ctx0" brushRef="#br0" timeOffset="-74307.44">31320 8785 2440 0,'0'0'679'0,"0"0"-430"0,0 0-109 0,0 0 18 0,0 0 50 16,0 0-18-16,0 0-56 0,0 0-19 15,-3 66 34-15,0-45 2 16,-1 0-31-16,-2 2-28 0,2-2-3 0,1-2-12 15,0-3-40-15,3 0-35 0,0-4 9 16,0-5-11-16,0-1-43 0,0-3 6 16,0-1 37-16,6-2-15 0,-2 0-55 15,5 0 2-15,1-5 68 0,2-5 15 0,5-4-13 16,0-3-2-16,2-4 22 16,4-1-22-16,-3-3-43 0,0 3-25 0,-1 3 31 15,-3 1-12-15,-3 5-53 0,-3 3-18 16,-3 2 14-16,2 1-15 0,-5 4-46 0,-1 2-21 15,-3 1 24-15,1 0 31 16,-1 0-16-16,0 0 25 0,0 4 117 0,-1-1-15 16,-5 5 12-16,-1 0 10 15,1 4 17-15,1-4 57 0,0 3 56 16,2 0 3-16,0-3 3 0,2 4-13 0,1-3-50 16,0 0 11-16,0 1 61 15,0-1 14-15,0 1-44 0,0 2-10 0,0-2 37 16,1 2-10-16,1-2-68 0,1 0-48 15,1-2 8-15,-1-2-24 0,3-1-21 16,-2 0-108-16,6-5-28 0,-1 0-72 16,1 0-86-16,4 0-31 0,-2-5-429 0,-1 2-710 15,2-8 33-15</inkml:trace>
  <inkml:trace contextRef="#ctx0" brushRef="#br0" timeOffset="-74089.5">31813 8840 258 0,'0'0'2521'16,"0"0"-1980"-16,0 0-372 0,0 0 18 16,0 0 46-16,0 0 28 0,0 0-75 15,0 0-77-15,0 0-41 0,-1 85 12 16,-2-64 16-16,0-4-32 0,0-1-30 16,0-1-9-16,0-3-25 0,2-5 0 15,1-1-34-15,0-4-52 0,0-2-152 16,0 0-97-16,0-3-172 0,0-8-298 15,0 3-297-15,5-15-225 0</inkml:trace>
  <inkml:trace contextRef="#ctx0" brushRef="#br0" timeOffset="-73907.98">31888 8599 3595 0,'0'0'1040'0,"0"0"-730"0,0 0-127 16,0 0 106-16,0 0-7 0,0 0-115 15,0 0-89-15,0 0-14 0,0 0-52 16,0 0-12-16,0 0-37 0,0 0 22 16,0 0-36-16,0 0-118 0,-3 0-71 15,-4 0-30-15,-8 1-213 0,0 2-1066 16,-24 2-1432-16,118-14 2756 0</inkml:trace>
  <inkml:trace contextRef="#ctx0" brushRef="#br0" timeOffset="-62425.41">25730 9032 62 0,'0'0'535'0,"0"0"-170"16,0 0-134-16,0 0-81 0,0 0-30 15,0 0-29-15,0 0-12 0,0 0 5 16,0 0 53-16,0 0 57 0,-6-7 69 0,6 7 24 15,0 0 7-15,0 0-48 0,0 0-45 16,0 0-26-16,0 0-16 0,0 0 5 16,0 0-17-16,0-1-24 0,0 1-13 0,0-3-14 15,0 2-3-15,0 0-19 16,-1-3-30-16,-1 2-17 0,-2-4-23 0,-2 0 17 16,-1-1-21-16,-3-2-21 0,-2 2-13 15,1-1 0-15,-2 1 0 0,-2 2 12 16,3 0-15-16,0 3 34 0,-1 2 3 15,1 0 1-15,1 0-1 0,-2 0-4 16,3 2 2-16,-2 2-16 0,1 2 5 16,-1 1 13-16,1 1 19 0,2 3 0 0,0 3-7 15,2 4 19-15,0 4 25 0,3 2-39 16,1 2-17-16,3-2-2 0,0 2-1 16,0-1-56-16,4-5 10 15,3 2 27-15,-2-3-15 0,0-1 12 0,0-2 6 16,-1-3 4-16,1 0 13 0,-3-2-14 15,2-3-9-15,-1-1-6 0,0-2 9 16,-3-1-3-16,3-3 7 0,-3-1-1 0,0 0-3 16,0 0 9-16,0 0 13 0,0 0 43 15,0 0-8-15,0-5-26 0,0 0-9 16,0 0-22-16,-1-4-65 0,-1 4 17 16,2-3-9-16,0-1-6 0,0 1 19 15,6-1 0-15,3 0-1 0,2-2 45 16,2 0-9-16,2-1 15 0,3 3-32 15,1-2-50-15,0 0-26 16,0 5 28-16,-2 0 61 0,-1 2 35 0,-5 3 0 0,-1 1-2 16,-2 0-56-16,-3 0 39 0,-2 3 19 15,0-1 32-15,-1 5 9 0,-1 2-25 16,2-1 10-16,-3 2-6 0,4-1-20 16,-4 3-2-16,3 0-33 0,-2-1 0 0,1 0 19 15,1-2 14-15,0-1-2 16,1-2-17-16,-1-1 21 0,3-1 0 15,1-1-1-15,-1-2-2 0,-1-1 3 16,1 0 16-16,0-1 38 0,2-5 13 0,-2 1 67 16,0-2-16-16,-3-1-33 0,3 2-15 15,-5-2 3-15,1 2-10 0,-2 1 3 16,0-1 0-16,0 1 6 0,-3 2-12 16,0-2-22-16,-3 1-27 0,0 0-11 15,0 0-19-15,0-2-17 0,0 1-17 16,1 2-16-16,1-1-35 0,1 0-25 15,2 2-20-15,1-2-54 0,0 1-94 0,0-3-25 16,4 1-82-16,3-2-20 0,1 2-120 16,3-2-6-16,-1 4 110 0,0 0 156 15,2 1 221-15</inkml:trace>
  <inkml:trace contextRef="#ctx0" brushRef="#br0" timeOffset="-62227.14">25946 9268 509 0,'0'0'612'0,"0"0"-146"16,0 0-105-16,0 0-34 0,0 0-23 16,0 0-37-16,0 0-7 0,0 0 34 15,0 0 20-15,0 0-122 0,0 0-79 16,6-37-53-16,-5 24 12 0,2-1-16 16,0 0-56-16,1 0-26 0,2 2 4 15,0-1-46-15,1 2-12 0,0 0-61 0,-1 3-73 16,3 0-107-16,-1 0-153 0,-2 4-281 15,7-1-654-15</inkml:trace>
  <inkml:trace contextRef="#ctx0" brushRef="#br0" timeOffset="-61008.75">26377 9235 642 0,'0'0'1455'0,"0"0"-1076"16,0 0-173-16,0 0 20 0,0 0 43 0,0 0-68 16,0 0-84-16,0 0-44 15,0 0-16-15,0 0 10 0,-28 3 49 16,20 1 23-16,-2 1-29 0,1-1-22 0,-1 2-10 15,3 2 31-15,0-1 5 0,1 3-55 16,0 2-25-16,-1 0 9 0,1 1-18 16,3-3-25-16,0 0-1 0,3 0-36 15,0-3-37-15,0 0-22 0,0 2-3 16,2-6 8-16,2 3 1 0,-1-5 11 16,3-1 10-16,2 0 22 0,0 0-4 15,0-4-43-15,1-2-51 0,1-3 145 16,-3 0 0-16,2-1 22 0,-1-2 0 0,-2 0-3 15,0-1 9-15,0-1-27 0,-2 0 21 16,1 1-18-16,-1 1 13 0,-3 5-16 16,2 2 14-16,-3 0-2 0,0 5-1 0,2 0 10 15,-2 0 10-15,0 0 9 0,0 0 12 16,0 5 22-16,0 0-50 0,0 1-25 16,0 2-19-16,1 2 15 0,0 1 3 15,2 0-1-15,0-1-13 0,0 0 11 16,3-2-8-16,-2-1-1 15,3-1 10-15,-2-2-22 0,1 1-6 0,1-5-10 16,-1 0-6-16,2 0-13 0,1 0-50 16,-2-6-81-16,4-3 102 0,-2 1 70 15,1-2 18-15,3 0-15 0,-3-3 0 16,2 0 15-16,-1-1-1 0,-2 0-1 16,1-2-6-16,3 2 6 0,-4-2 5 15,1 3-4-15,1-5-12 0,-2 5 14 16,-2-3 22-16,-1 2 10 0,1 1-7 0,-4 1 36 15,-2 4 12-15,-1 1 41 0,0 2-26 16,0 3-6-16,0 1 0 0,0-1-7 0,0 2-9 16,0 0-8-16,0 0-9 0,0 0-8 15,0 0 3-15,0 3 12 0,0 1 2 16,0 0-58-16,0 2-25 0,0 2 6 16,-3 4 1-16,2 1 18 0,-2 5-1 15,-1 0 1-15,4 2 59 16,0 1-13-16,0 0-21 0,0 1 6 0,3-2 0 15,1-2-21-15,3-2-10 0,-1-3-15 16,0-1 14-16,2-3-18 0,-2 0-9 16,0-6-28-16,0 0-6 0,-2-1 12 15,-1-2-12-15,0 0-22 0,1 0 14 16,-4 0-18-16,3 0-9 0,-3 0-4 16,3 0-10-16,-2 0-34 0,1 0-136 0,-1 0-232 15,1 0-183-15,-1 0-508 0</inkml:trace>
  <inkml:trace contextRef="#ctx0" brushRef="#br0" timeOffset="-60425.89">26798 9141 1289 0,'0'0'562'16,"0"0"-244"-16,0 0-97 0,0 0-24 15,0 0-17-15,0 0-13 0,0 0-51 16,0 0-36-16,0 0 3 0,0 0 38 16,0 0 108-16,-2-1 61 0,1 2-31 15,1 2-35-15,-2-1-26 0,1 3-56 16,-2 1-65-16,0 5-31 0,0-1-31 16,-1 5-13-16,0 2-1 0,1-2 2 0,0 2 10 15,0 1-12-15,2 0 2 0,-1 1 12 16,2-1 13-16,-1-1-4 0,1 0-6 15,0-3-18-15,1-3-16 0,5 0-5 0,1-3-28 16,3-2-56-16,0-1-33 0,-1-2-63 16,4-1-104-16,-3-1-156 0,3 1-160 15,-6-2-7-15,5 0-605 0</inkml:trace>
  <inkml:trace contextRef="#ctx0" brushRef="#br0" timeOffset="-59892.14">27149 9303 241 0,'0'0'2273'0,"0"0"-1764"0,0 0-406 16,0 0-84-16,0 0 32 0,0 0 26 15,0 0-1-15,0 0-6 0,0 0-27 16,0 0-43-16,0 0-11 0,78-11 11 16,-66 7 19-16,-2-2 0 0,-3 2 0 15,0-2 10-15,-2 2 2 0,0-2-2 16,0 0-7-16,-1 0-19 0,-1 0 10 15,-2 0 3-15,1-1-1 0,-2 0-13 16,0-1-2-16,0-2 0 0,-3-1-12 16,-2 3 11-16,1-3 1 0,-4 4 22 0,2 2 22 15,-3 0 3-15,0 3 4 16,-2 2 37-16,1 0 22 0,-2 0 16 0,-2 0-36 16,1 7-18-16,-3-2 15 0,3 4-16 0,2 1 3 15,-1 2 3-15,2 0-3 16,2 2-3-16,2 2-13 0,3-2-12 0,3 2-9 15,0 1-3-15,0 0-1 0,4-1 7 16,5 1-9-16,-1-1-4 0,4-3-5 16,1-2-22-16,1-3-3 0,3-2-68 15,-1-5-45-15,3 1-71 0,0-2-4 16,1 0 20-16,0-3-103 0,1-3-199 16,-4 0-203-16,7-7-718 0</inkml:trace>
  <inkml:trace contextRef="#ctx0" brushRef="#br0" timeOffset="-59273.73">27762 9242 2887 0,'0'0'781'0,"0"0"-560"0,0 0-171 16,0 0 102-16,0 0 38 0,0 0-7 15,0 0-84-15,30 71-53 16,-23-58-30-16,1-2-15 0,-1-2-1 0,0-1 0 15,0-5-4-15,2 2-51 0,-2-5-103 16,2 0-53-16,-1 0 38 0,1-6 13 16,-2 1-13-16,2-3 18 0,-1-3-27 0,0 0-70 15,-1 0-40-15,0 0-17 0,0 0-93 16,-1-1-69-16,1 2-24 16,-2 0 209-16,1 3 155 0,-1 1 113 0,-1 3 18 15,-1 1 120-15,0 1 118 0,0-1 42 16,-1 2 7-16,-1-1-8 0,2 1 7 15,-3 0 15-15,3 0 8 0,-2 0-61 16,2 1-37-16,3 1-46 0,0-1-69 16,1 1-43-16,2 0-24 0,2-1-7 15,-1-1-19-15,0 0 16 0,3 0-18 0,-3 0 2 16,3 0 23-16,-3-1 2 16,2-1 20-16,2 0 5 0,-4 2-18 0,-1-1-13 15,2 1-22-15,-2 0 0 0,-3 5 47 16,3 2 60-16,-1 0 31 0,1 2-38 15,-2-2-41-15,-1 1-9 0,2 1-10 16,-2-2-9-16,0-2-12 0,-3 1-7 0,3-3-12 16,-5 0-1-16,3-3-2 0,-1 0-22 15,-1 0-68-15,-1 0-125 0,-1-3-56 16,0-4 9-16,0 0 24 0,0-5-236 16,-1 3-694-16,-6-10-525 0</inkml:trace>
  <inkml:trace contextRef="#ctx0" brushRef="#br0" timeOffset="-59110.17">27847 9066 3772 0,'0'0'669'0,"0"0"-669"0,0 0-227 0,0 0-58 15,0 0 137-15,0 0-162 0,0 0-333 16,106-27-786-16</inkml:trace>
  <inkml:trace contextRef="#ctx0" brushRef="#br0" timeOffset="-58745">28676 9050 2489 0,'0'0'1014'0,"0"0"-926"0,0 0-87 15,0 0 69-15,0 0 88 0,0 0 49 16,0 0-31-16,0 0-76 0,27 81-38 16,-21-62 49-16,-3 2 31 0,-2 2 40 15,2-3-53-15,-3 1-44 0,4-5-54 0,-1-1-29 16,1-2-1-16,1-4-1 16,-1-1-2-16,5-3-1 0,-1-2-12 0,1 0-4 15,3-3 7-15,2 0-13 0,1-6-5 16,3-2 30-16,1-6 14 0,4 0 8 15,0-5-1-15,0-3 3 16,-4-2-20-16,-2 0 17 0,-4-1 6 0,-3 0 19 16,-4-4-6-16,-2 4-37 0,-4 0-3 15,0 4 12-15,0 5-9 0,-3 2 12 16,-4 3-15-16,-4 4-36 0,-1 0-65 0,2 5-40 16,-3-1 6-16,4 3-28 0,2 0-16 15,0 0-91-15,3 0-155 0,1 0-313 16,-3 0-757-16</inkml:trace>
  <inkml:trace contextRef="#ctx0" brushRef="#br0" timeOffset="-50443.07">19768 8568 1489 0,'0'0'1642'0,"0"0"-1060"0,0 0-204 16,0 0-107-16,0 0-101 15,0 0-68-15,0 0-53 0,0 0-34 16,0 0-12-16,0 0-3 0,60-2-30 0,-32-3 29 16,2 0 2-16,2-1-2 0,-1 1-1 15,1 3-17-15,-3-3 7 0,-3-1-22 16,-4 2-19-16,1 0-21 0,-5-2-22 0,0 0-69 15,-1 1-64-15,-1-2-98 0,-2 0-169 16,-4 0-205-16,-2 2-466 0,-5-2 68 0</inkml:trace>
  <inkml:trace contextRef="#ctx0" brushRef="#br0" timeOffset="-50192.14">20094 8363 1006 0,'0'0'1025'0,"0"0"-417"0,0 0-81 0,0 0-82 16,0 0-54-16,0 0-31 0,0 0-82 0,0 0-54 15,0 0-49-15,0 0-29 0,17 73-15 16,-4-60-25-16,6 2-21 0,1-1-21 16,2-1-25-16,0 3-11 0,0-2-28 0,-3 3-5 15,0-4 4-15,-8 4 0 0,2-1-1 16,-6-1-10-16,1 1-13 0,-7-3 4 15,0-2-39-15,-1-1-29 0,-1-1-114 16,-6-1-87-16,-4 1-160 0,-4-2-288 16,5 2-697-16,-18 1-729 0</inkml:trace>
  <inkml:trace contextRef="#ctx0" brushRef="#br0" timeOffset="-41330.91">19506 10096 1657 0,'0'0'617'0,"0"0"-184"16,0 0-96-16,0 0-36 0,0 0-44 15,0 0-45-15,0 0-43 0,0 0-55 16,0 0-30-16,0 0-9 0,-8 16 18 0,5-9 31 15,1 0 28-15,-4 5-14 16,1 0-31-16,4 0-18 0,-3 2 6 0,2 3-19 16,2-1-30-16,0 1-9 0,0 0-36 15,7-2-1-15,1 1-26 0,-1-3 5 16,2-1-28-16,2-4 3 0,1-2-15 16,-2 0-12-16,4-5-7 0,-1 0-18 15,0-1-31-15,-1-2-54 0,-2-5-62 0,0-2-97 16,-5-1-181 15,-2-4-211-31,-1 4-406 0,-2-8-84 0</inkml:trace>
  <inkml:trace contextRef="#ctx0" brushRef="#br0" timeOffset="-40859.84">19494 9949 1725 0,'0'0'771'16,"0"0"-452"-16,0 0-152 0,0 0-16 15,0 0 37-15,0 0 19 0,0 0-49 16,0 0-22-16,0 0-10 0,0 0-3 16,0 0-1-16,-1-3-1 0,-1 3-34 0,2 0-41 15,0 0-27-15,0 0-19 0,0-2-19 16,0 1-5-16,0-2-20 15,0 2 16-15,0 1 10 0,0 0 15 0,0 0-1 16,0 0-8-16,0 0-7 0,0 0-18 16,0 0-25-16,0 0 21 0,0 0 29 15,0 0 12-15,0 0 1 0,0 0-1 16,0 0 0-16,0 0 0 0,0 0 1 0,0 0 14 16,0 0 4-16,0 0 0 15,0 0-5-15,0 0-14 0,0 0-28 0,0 0 0 16,0 0 25-16,0 0 3 0,0 0 41 15,0 0 21-15,0 0 13 0,0 0-4 16,0 0-21-16,0 0-13 0,0 0 3 16,0 0-6-16,0 0-34 0,0 0-3 15,0 0-22-15,0 0 6 0,-1 0 19 16,1 0 31-16,0 0 6 0,0 0-12 0,0 0-25 16,-3 0-3-16,0 0-59 0,1 0-61 15,-2 0-54-15,1 0-106 0,2 0-177 16,0 0-626-16,1-1-602 0,18 2 961 0</inkml:trace>
  <inkml:trace contextRef="#ctx0" brushRef="#br0" timeOffset="-40067.21">20063 10076 189 0,'0'0'1236'0,"0"0"-751"0,0 0-132 0,0 0-36 16,0 0-14-16,0 0-37 0,0 0-30 15,0 0-20-15,0 0-45 0,0 0-55 16,-14 5-28-16,7-2 32 0,-2 3-8 16,0 0-31-16,-1 2-25 0,1 0 6 15,-2 1 9-15,4-2-21 0,0 2-13 0,-2-2-19 16,5-1-15-16,-1 1-2 0,4-1-1 16,0-1-3-16,1 2-12 0,0-2-7 15,0 0-12-15,1 0 4 0,3 2-1 16,2-4 3-16,4 3 6 0,-1-1 10 15,0 0-4-15,2 0 4 0,1-1-22 16,-4 0-19-16,4-1 12 0,-5 2 19 16,2-2 4-16,-5 1 6 0,1-1 12 15,-2-1 2-15,-1 0 14 0,-1-2 9 0,-1 3 31 16,0 0 43-16,0 1-12 0,-3 1-41 16,-4 1-12-1,-1 3-12-15,-3-1-10 0,-3 3 4 0,-2-1-16 0,4-1 1 16,-3-3-2-16,5 1 1 0,1-3-43 15,3-3-25-15,4-1-32 0,2 0-64 16,-2 0-84-16,2-5-96 0,0-1-274 16,0 4-630-16,7-9-239 0</inkml:trace>
  <inkml:trace contextRef="#ctx0" brushRef="#br0" timeOffset="-39795.48">20206 10212 1550 0,'0'0'1588'0,"0"0"-1034"0,0 0-186 16,0 0-124-16,0 0-68 0,0 0-80 0,0 0-68 15,0 0-28-15,0 0-1 16,0 0-24-16,0 0-30 0,-4 31-47 16,4-28-35-16,0-2-81 0,0-1-94 0,0 0-174 15,3 0-272-15,-1 0-709 0,-3-35 424 0</inkml:trace>
  <inkml:trace contextRef="#ctx0" brushRef="#br0" timeOffset="-39355.39">20424 9996 1709 0,'0'0'1145'16,"0"0"-725"-16,0 0-125 0,0 0-61 16,0 0-20-16,0 0-17 0,0 0-54 15,0 0-28-15,0 0-1 0,0 0-33 16,3 28-26-16,-2-15-9 0,0 1-18 15,-1 0-25-15,2 3 12 0,-2 1-13 16,1 1 0-16,2 0-2 0,-3 5-1 16,0-2-11-16,0-2 10 0,0 0-10 0,0-2-22 15,0-3-34-15,1-2-37 0,1-2-12 0,-1-4-4 16,-1-2 15-16,2-2-18 0,-1 0-37 16,-1-3-43-16,0 0-75 0,2 0-59 15,-2-3-5-15,0 0-51 0,0-3 21 16,0-3-52-16,0 1-259 0,0-4-115 0</inkml:trace>
  <inkml:trace contextRef="#ctx0" brushRef="#br0" timeOffset="-39163.29">20377 10184 68 0,'0'0'1419'16,"0"0"-746"-16,0 0-169 0,0 0-93 15,0 0-114-15,0 0-59 0,0 0-13 16,0 0-15-16,0 0-69 0,0 0-75 0,81-44-44 15,-61 35-10-15,2-1-10 0,-5-1-2 16,2 2-27-16,-4 1-7 0,-3 1-22 16,-3 3-57-16,-5 0-44 0,-1 4-29 15,-3 0-68-15,0 0-189 0,0 0-257 0,0 4-624 0</inkml:trace>
  <inkml:trace contextRef="#ctx0" brushRef="#br0" timeOffset="-37730.16">19805 10825 1261 0,'0'0'797'0,"0"0"-299"15,0 0-172-15,0 0-92 0,0 0-77 16,0 0-78-16,0 0-79 0,0 0-48 16,0 0 35-16,0 0 13 0,0 0 12 15,17 0 11-15,-11-1-7 0,0-1 19 0,-1 1 0 16,-3-1 0-16,3 1-7 0,-1 1-6 15,2-4 4-15,-2 1-23 0,2-2-1 16,1-2-2-16,1 0-10 0,0-3 6 16,1 4-8-16,-4-2-4 0,1 0 4 0,-2 1 12 15,1 3 22-15,-5-1 1 0,1-1 11 16,-1 1-2-16,0 0-3 0,0 1 5 16,0-1-5-16,0 1 15 0,0 1 10 15,-1 0-1-15,-2 0-9 0,0 0-3 16,-1 3-38-16,2-4 19 0,-2 2-6 15,3 1 28-15,-2 0-16 0,-2-1 8 16,2 2 17-16,-1-2-3 0,1 2 21 16,1 0 10-16,-1 0 0 0,0 0-25 15,1 0-7-15,-1 0 4 0,0 0-10 16,0 0 0-16,0 2-21 0,1 0-1 16,-1-1-18-16,-2 2 16 0,0 1-18 0,0-2 2 15,3 3 0-15,-6 0 9 0,4 1 0 16,-1-1 10-16,0 1-22 0,-1 2 0 15,2 1-1-15,-1-1 1 0,0 4 0 16,0-1 2-16,-2-1 10 0,3 0-9 16,0 1 13-16,1-3-13 0,-2 3 15 0,4-4-16 15,-1 3-1-15,1-4 0 0,-1 2 12 16,2-1-1-16,0 3 3 0,0-4 4 16,0 3-4-16,0-1 6 0,3-1 1 15,0 1 2-15,3 0 10 16,-2 0-10-16,2-1 10 0,3-2-13 15,-4 1 1-15,1 0-19 0,2 0-2 0,0-1 1 16,-1-2-2-16,1 1-1 0,-1 0-21 16,1-1 20-16,0-2-16 0,0 3-9 15,0-4-7-15,0 0 13 0,-1 0-4 0,4 0-9 16,-4 0-5-16,3 0-7 0,-2-4-1 16,1 0-5-16,1 0-12 0,-3-5-32 15,2 1-18-15,0 0-51 0,1-2-132 16,-3-1-167-16,-1 4-339 0,5-5-695 0</inkml:trace>
  <inkml:trace contextRef="#ctx0" brushRef="#br0" timeOffset="-36961.37">20333 10651 502 0,'0'0'717'16,"0"0"-229"-16,0 0-147 16,0 0-111-16,0 0-48 0,0 0-11 0,0 0 22 15,0 0 32-15,0 0 2 0,0 0-24 16,0 0-9-16,0 0-18 0,0 0-47 15,-2 0-43-15,2 0-18 0,-1 0-8 16,-1 0-17-16,0 2 4 0,0 0 3 16,-2-1 5-16,-1 3 4 0,0-2-6 0,1 3 9 15,-2 0-4-15,1-2-21 0,-1 1-6 16,1 3-9-16,-4-2-1 0,3 1 4 16,-1 2-4-16,0 1 1 0,-2 1 9 15,4-2-13-15,-3 1 7 0,2 1 8 16,2-2-2-16,-3 2-10 0,4-1 4 15,2 0-4-15,-2 3 0 0,3-5-5 16,-2 3-4-16,2-1 6 0,0 0 1 16,0 0 2-16,2-1-18 0,1 0 18 0,0-1-2 15,2 1-1-15,0-2-15 16,0-1 8-16,1 0-11 0,3 1-15 0,1-2-3 16,0-3 5-16,0-1 1 0,6 2-9 15,-1-2-13-15,-3 0-11 0,4-2-32 16,-2-3-18-16,0-1-25 0,0 0-68 15,-1-2-103-15,0-2-145 0,1 2-228 0,-3 0-552 16,4 0-490-16</inkml:trace>
  <inkml:trace contextRef="#ctx0" brushRef="#br0" timeOffset="-36263.49">20798 10613 1045 0,'0'0'664'16,"0"0"-238"-16,0 0-145 0,0 0-125 16,0 0-63-16,0 0-16 0,0 0-9 15,0 0 9-15,0 0 16 0,0 0 52 16,0 0 84-16,3-12 28 0,-3 12-10 16,0 0-14-16,0 0-43 0,0 0-41 15,-4 0-87-15,1 0-7 0,-3 0 13 16,0 4-6-16,0-2-19 0,-2 3-18 0,-1-4-7 15,1 4-17-15,-2 1 0 0,1-5 1 16,0 5 1-16,2-3 16 0,0 1-16 16,0 1 0-16,1-2 21 0,2 1-2 0,-4 1-1 15,1-1-5-15,3-1 5 16,0 2-3-16,-1-3 10 0,2 3-7 16,2-1-19-16,-2 1-1 0,0 0 1 0,2 0 1 15,-3 1 0-15,4-2 15 0,-3 3-3 16,1 0-3-16,1 0-9 0,-1-2 1 15,2 2 6-15,-1 1-10 0,1-2-12 16,0 1-4-16,1 0-11 0,4-2-4 16,3 0 1-16,-1-3 8 0,4 2-2 15,1-2 2-15,0-1-2 0,4 0 5 16,-2 2 16-16,1-3-25 0,2 0 7 0,1 2 18 16,-1-1-19-16,-2 2-8 0,0-2-1 15,-2 4 9-15,-5-5 10 0,0 4 12 16,-3-1 0-16,0 2 2 0,-1-2 13 15,-3 1 4-15,-1 2-1 0,0-2 4 0,0 0 9 16,0 1-1-16,-4 4-2 0,-3-2-28 16,-5-1-25-16,0 5-36 0,-4-3-13 15,-3-1-15-15,1 0-1 0,-2-2-6 16,2-2-19-16,0-2-60 0,1-1-70 16,3-1-94-16,1-5-223 0,4 1-255 15,-1-2-655-15</inkml:trace>
  <inkml:trace contextRef="#ctx0" brushRef="#br0" timeOffset="-35705.55">20303 10811 473 0,'0'0'1228'0,"0"0"-757"16,0 0-93-16,0 0-69 0,0 0-65 15,0 0-39-15,0 0-37 0,0 0-25 16,0 0-23-16,0 0-51 0,0 0-69 16,-5 0-32-16,5 0-25 0,3 0 29 0,2 0 28 15,1-4 53-15,0 3-12 0,4-5-41 16,-1 1-1-16,2 0-24 0,1-1-25 15,1 2-109-15,-1 0-111 0,-1-1-175 16,1 2-347-16,-1-1-724 0</inkml:trace>
  <inkml:trace contextRef="#ctx0" brushRef="#br0" timeOffset="-34610.08">21092 10734 927 0,'0'0'1025'0,"0"0"-604"16,0 0-78-16,0 0-41 0,0 0-14 15,0 0-44-15,0 0-79 0,0 0-71 16,0 0-53-16,0 0 7 0,-10 30 8 15,5-22 29-15,0 1-6 0,2 0 5 16,0 0 0-16,0 3 3 0,0-4 6 16,2 3-3-16,0-1-29 0,1-1-30 15,0 0-28-15,0-2-3 0,2-1-16 16,3-3 0-16,-1 1-5 0,4-4-19 0,-2 2-44 16,0-2-30-16,3 0-20 0,-2-2-28 15,3-5-72-15,-1 0-91 0,1-3-58 16,0 2-128-16,-3-1-214 0,3 0-502 0</inkml:trace>
  <inkml:trace contextRef="#ctx0" brushRef="#br0" timeOffset="-34196.65">21125 10596 1360 0,'0'0'1008'0,"0"0"-621"0,0 0-53 0,0 0-40 15,0 0-59-15,0 0-99 0,0 0-92 16,0 0-41-16,0 0-3 0,0 0-3 16,0 0 0-16,-20 42 1 0,20-37-2 0,0-4 2 15,0 4-10-15,0-4 11 0,0-1-15 16,0 0-9-16,0 0 3 0,3 0 6 15,1 0-16-15,2-3 1 0,-2-1-4 16,2-2-6-16,-1 0-4 16,1-1 13-16,-5 1 17 0,0 0 15 15,-1 0 31-15,0 1 45 0,-2 0-6 0,-3 1-10 16,-1 1 19-16,0 3-10 0,1-1-3 16,0 1-3-16,-2 0-13 0,3 0-14 15,0 4-5-15,-4 0-30 0,4 1-1 16,-2 0 0-16,4 1-15 0,-1 0-17 15,1 0-2-15,2-1-45 0,0-2-125 16,5 2-186-16,0-4-329 0,4 0-838 0</inkml:trace>
  <inkml:trace contextRef="#ctx0" brushRef="#br0" timeOffset="-28190">29808 14412 196 0,'0'0'156'0,"0"0"-71"0,0 0-62 16,0 0-23-16,0 0-46 0,0 0-78 16,0 0-58-16</inkml:trace>
  <inkml:trace contextRef="#ctx0" brushRef="#br0" timeOffset="-26163.63">13652 9825 886 0,'0'0'1267'0,"0"0"-969"0,0 0 63 15,0 0 14-15,0 0-75 16,0 0-107-16,0 0-73 0,0 0-104 0,0 0-13 15,0 0-3-15,0 0 25 0,6 28 10 16,8-30-10-16,-3-4 9 0,4-2-21 16,-1 0-1-16,2-3 20 0,-3-1-32 0,1-1-2 15,-4-1-2-15,1 2 4 0,-6 0 2 16,1 0 9-16,-3 2-11 0,-3 1-34 16,0-3-7-16,0 5 16 0,-5-2 9 15,-1 1 0-15,0 2 13 0,-5 0 0 16,3 4-19-16,-4 2-3 0,1 0 23 15,1 0 1-15,-3 7-11 0,0 5 12 16,0 1-1-16,3 5 0 0,-1 3-2 16,2 1 3-16,3 1 41 0,3 1 0 0,1-1 25 15,2 1-13-15,0-5-6 16,6 1-5-16,3 0-8 0,4-1-15 16,-2 0 12-16,7-2 9 0,-2-2-37 0,4-1 1 15,1-3-4-15,1-2 0 0,3-4 9 16,-3-3-9-16,1-2-31 0,-2 0 28 15,0-7-32-15,-1-5 33 0,-2-6-54 16,-1 0-80-16,-2-1 30 0,-1-3-65 0,-5 3 1 16,-4-4-56-16,1 2-69 15,0-2-65-15,-6-2-96 0,0 5-177 0,0-12-348 0</inkml:trace>
  <inkml:trace contextRef="#ctx0" brushRef="#br0" timeOffset="-25979.79">13953 9537 1038 0,'0'0'521'16,"0"0"-170"-16,0 0-4 0,0 0 34 16,0 0-40-16,0 0-50 0,3 78-87 15,3-51-42-15,3 1-33 0,2 2-25 16,-3-1-47-16,4 1-48 0,-1-2-9 16,1-2-25-16,1-2 0 0,0 0-41 15,1-5-48-15,-2-2-155 0,3-6-258 16,-1-3-148-16,-4-3-360 0,5-5-164 0</inkml:trace>
  <inkml:trace contextRef="#ctx0" brushRef="#br0" timeOffset="-25108.4">14235 9849 215 0,'0'0'359'15,"0"0"-157"-15,0 0-23 0,0 0-22 16,0 0-21-16,0 0-15 0,0 0 6 15,0 0 52-15,76-66 19 0,-68 55-52 16,-1-2-36-16,-1 1-9 0,1-2 9 16,-4 2 3-16,0-2-35 0,-2 3-27 15,-1 1 4-15,0-2 16 0,-3 1-7 16,-5 3 1-16,2 2-17 0,-1-1 42 16,-1 4 45-16,3 1-27 0,-5 2-6 15,2 0 10-15,0 3 18 0,-2 7-35 16,1 2-7-16,0 2-22 0,2 4-6 0,2 3-9 15,0 0-23-15,4 2 13 0,1 0-13 16,0-2-28-16,3 0-31 0,7-7-47 16,0 1-7-16,3-6-6 0,1-3-4 15,1-2-29-15,-1-2-85 0,0-2-79 0,1-3-63 16,-5-5-75-16,3 1-81 0,-6-5-23 16,2-1-27-16,-3 0 143 0,-2-1 181 15,1 0 233-15,0-1 0 0,-2-3 8 16,0 2 129-16,-1-1 117 0,1 2 111 15,-1-1-59-15,1 5-35 0,-3 4-30 16,3 6-37-16,-3 1 50 0,0 0 73 16,1 7-65-16,1 3-34 0,2 4-135 0,0 3-41 15,0 2-14-15,2 3-21 16,2-2-15-16,-4 0-1 0,4 1 3 16,-2-7-2-16,0 2 26 0,0-4-28 15,0-4-45-15,-1-4-32 0,1-4-16 0,0 0 64 16,0-4 29-16,-2-4 54 15,0-4-2-15,0 0-11 0,-1-4-2 0,-1 2-10 16,-1-3-13-16,1 0 0 0,-1 2 3 0,1-2-3 16,0 2-3-16,1 1-13 15,2 2-16-15,1 1 16 0,2 4 0 0,1 2 62 16,-1 4-62-16,1 1 0 0,0 0 25 16,-1 6 141-16,1 1-20 0,1 3-60 15,-1-2-26-15,-1 2 0 0,1-3 0 16,-2 2-7-16,-1-2-15 0,1-1-13 15,1 0-22-15,-3-3-3 0,2 1-1 16,-1-3-18-16,-1 1-6 0,-1-2 9 0,0 0 1 16,2 0 13-16,-3-2 0 0,0-3 2 15,-2 2 16-15,2-3 9 16,0 0 7-16,-2-3-10 0,1-1-3 0,1 1-16 16,4-5-3-16,-3-2-19 0,5 0-16 15,-1 1 7-15,4-1 12 0,-2 7 4 16,-1-1 9-16,1 4-23 0,-6 4-5 15,2 2 15-15,0 2 16 0,-2 5 69 0,0 5-12 16,3 3-3-16,-2-2-11 0,-2 0-8 16,1 0-23-16,-1-1-10 0,1-2-2 15,1-2-21-15,-2-2-8 0,2-1 14 16,-1 1 2-16,1-3-15 0,-2 0-13 16,3-1 0-16,-4 0-12 0,3-2-36 15,0 0-97-15,0 0-101 0,-1-2-162 16,-1-1-272-16,3-2-470 0</inkml:trace>
  <inkml:trace contextRef="#ctx0" brushRef="#br0" timeOffset="-24512.98">15099 9651 1558 0,'0'0'782'0,"0"0"-401"0,0 0-378 15,0 0 52-15,0 0-52 0,0 0 116 16,0 0-19-16,0 0-72 0,0 0-28 16,0 0-3-16,82-72-7 0,-75 59 10 15,-1 1 12-15,-3 2 14 0,-3 1 16 16,0-1 28-16,0 3 16 0,-5 0-3 16,-1 0 0-16,1 2 31 0,-1 0 26 15,-3 1 5-15,2 4-48 0,-2 0-6 0,1 0-37 16,-2 5-3-16,0 3-14 0,-1 2 25 15,2 2-12-15,0 1-6 0,1 3-4 16,3-1 16-16,-1 1 6 0,3 0-10 16,2 2-15-1,1-5-12-15,0 2-25 0,4-5-24 0,5 0-25 0,2-3 0 16,3-5-1-16,0 1 7 0,3-3 2 16,-1 0 7-16,-2-5-25 0,2-2-28 15,0-3-18-15,-5 2-26 0,1-4-17 0,1 0-42 16,-3 0 28-16,-1 0 44 0,-1 1 54 15,-1 1 64-15,-1 2 0 0,-1 1 29 16,-2 3 9-16,-1 1 4 0,0 1-7 16,-1 2 16-16,3 0 6 0,-2 0-6 15,2 0-7-15,1 2 26 0,0 0-19 16,1 0-14-16,3 2 1 0,-2 1-13 0,0 0 13 16,1 1 16-16,0 1 18 0,1 1 3 15,-2-1-14-15,2 1-8 0,0-1-28 16,2-4-23-16,-3 3 0 0,5-2 1 15,-3-4 28-15,2 0-9 0,-2 0-10 16,0 0-10-16,-3-1-2 0,2-4 0 0,-3 0-1 16,-1-1-2-16,1-1-12 0,-1 0-26 15,2-2-84-15,0-1-61 16,2 0-107-16,-1-1-169 0,4-1-259 0,-4 1-408 16,11-5-1-16</inkml:trace>
  <inkml:trace contextRef="#ctx0" brushRef="#br0" timeOffset="-24298.99">15671 9171 2315 0,'0'0'471'0,"0"0"-146"15,0 0 76-15,0 0-94 0,0 0-78 16,0 0-122-16,0 0-66 0,-20 85-41 16,28-56-1-16,4 2 0 0,4 0-1 15,-1-2-26-15,3 0 15 0,0-5-12 0,1 0-3 16,-3-6 0-16,0-6-30 15,-6 0-73-15,0-6-71 0,-2 0-58 0,-3-6-65 16,-2 0-83-16,-3 0-68 0,0 0-33 16,0-3 27-16,0-2-20 0,-5-6 10 0</inkml:trace>
  <inkml:trace contextRef="#ctx0" brushRef="#br0" timeOffset="-24207.25">15777 9424 218 0,'0'0'490'15,"0"0"-164"-15,0 0-186 0,0 0-124 0,0 0 65 16,0 0 59-16,0 0-26 0,0 0-3 15,0 0-36-15,0 0-75 0,71-69-13 16,-63 58-144-16,-2 5-412 0</inkml:trace>
  <inkml:trace contextRef="#ctx0" brushRef="#br0" timeOffset="-23761.09">16151 9093 1767 0,'0'0'826'0,"0"0"-321"16,0 0-107-16,0 0-119 0,0 0-50 15,0 0-59-15,0 0-42 0,0 0-35 16,0 0-22-16,0 0-12 0,0 0 12 0,-31 54 3 16,30-44 6-16,0 2 6 15,-2-1 0-15,3 1-19 0,-2-1-15 0,2-1-28 16,0 3-22-16,0-1-1 0,3 1-1 15,4 1-2-15,-1-1-16 0,3-1-13 16,1-1-8-16,4 1-13 0,1-4 9 16,2 2 40-16,-3-3 3 0,5-2 0 15,-3-5-2-15,3 0-20 0,-2-4 4 16,2-3-22-16,1-5 39 0,-1-1 1 16,1-1 12-16,0-1-10 0,-4-1 13 0,-1 1 4 15,-3-2 9-15,-3-1 14 0,-2 1 29 16,-6 2 5-16,-1-3 0 0,0 0 7 15,-10-2 35-15,0 1 34 0,-3 1-43 16,-4 1-39-16,-2 2-25 0,0 3-23 16,-1 0-19-16,1 1-3 0,-2 6-1 0,-2 3-17 15,0 1-55-15,0 1-36 16,0 1-28-16,0 5-39 0,0 1-71 0,4 5-119 16,-1 1-278-16,5-1-646 0,-5 8-711 15</inkml:trace>
  <inkml:trace contextRef="#ctx0" brushRef="#br0" timeOffset="-21700.81">19465 11669 173 0,'0'0'505'0,"0"0"-120"0,0 0 19 16,0 0 8-16,0 0-51 0,0 0-48 16,0 0-23-16,0 0-1 0,0 0-24 0,0 0-34 15,-3 3-22-15,2-3-24 0,1 0-25 16,-2 2-20-16,1 0-13 0,-1-2 0 16,0 2-13-16,0 3-25 0,-3-2-33 15,2 4-19-15,0 0-13 0,0 2-22 16,1 1-2-16,1 4-2 0,1-3-10 15,0 2 10-15,0 1-14 0,3 0 14 16,3-2-1-16,2 0 3 16,-1 0 0-16,1-3 0 0,0 0 0 0,2-4-18 0,-1-2 6 15,1 1-1-15,1-4-11 0,-2 0-19 16,3 0-3-16,-1-4 9 0,-1-3 3 16,-1-3-31-16,2-4-31 0,-2-1-15 15,-1-1 14-15,-4-1 1 0,1-1-24 16,-3 1-5-16,-1 2-48 0,-1-2-14 15,0 5-42-15,0-1-110 0,-1 1-131 16,-5 1-148-16,2 4-114 0,-5-2-272 0</inkml:trace>
  <inkml:trace contextRef="#ctx0" brushRef="#br0" timeOffset="-21313.24">19419 11461 726 0,'0'0'1068'0,"0"0"-682"0,0 0-17 15,0 0 1-15,0 0-18 0,0 0-43 16,0 0-72-16,0 0-68 0,0 0-36 16,0 0-52-16,-23 3-37 0,21-1-10 15,2 0-1-15,0-1-33 0,0 3-37 0,0-1-16 16,0-1 22-16,3 1 6 15,2-1-3-15,2-2-1 0,0 0-2 0,0 0 29 16,3-5 2-16,-2 2 0 0,2-4-1 16,-5 3-1-16,0-2 2 0,-2-1 0 15,-2 0 21-15,1 0-21 0,-2 0-31 16,0-2-8-16,0 2 21 0,-2 0 18 0,-1 3 41 16,-1 1 29-16,-3 3-17 0,-2 0-25 15,3 0-28-15,1 1 0 0,-4 5-31 16,0 1 3-16,4-2-7 0,0 2-5 15,4 0-21-15,1-1-33 0,0-1-38 16,1-2-36-16,8 0 7 0,2 1-226 16,-1-1-418-16,4 1-736 0</inkml:trace>
  <inkml:trace contextRef="#ctx0" brushRef="#br0" timeOffset="-20732.07">19977 11606 973 0,'0'0'680'15,"0"0"-261"-15,0 0-76 0,0 0-59 16,0 0-33-16,0 0-7 0,0 0-31 15,0 0-32-15,0 0-16 0,0 0-33 16,0 0-41-16,-22-3-47 0,16 5-2 16,-1 3 8-16,-3 0-4 0,3 2-2 0,0-1 12 15,-3 3 19-15,4 1-4 0,2 2-15 16,-1 1-31-16,4-2-22 0,1 2-3 16,0-1-1-16,1-2-24 0,7-2 3 15,-1 3 0-15,3-4 4 0,0 0 16 16,2 0-17-16,0-1 7 0,1-2 9 15,-1 0-16-15,-2 0 7 0,-3 0 10 16,1-3 1-16,-5 2 1 0,0 0 12 0,-3-3 16 16,0 0 9-16,0 0 7 0,0 3 2 15,0 0 16-15,-6 1-59 16,-2 3-3-16,-1 0-14 0,-2-2-16 16,-2 2-39-16,1-2-42 0,1 0-35 15,2-4-84-15,2-1-94 0,3 0-182 0,1-4-221 16,1 0-463-16,97-32-25 0</inkml:trace>
  <inkml:trace contextRef="#ctx0" brushRef="#br0" timeOffset="-20515.98">20144 11756 2371 0,'0'0'769'0,"0"0"-256"0,0 0-136 0,0 0-89 16,0 0-62-16,0 0-75 0,0 0-98 15,0 0-53-15,0 0-40 0,0 0-10 16,9 24-5-16,-8-24-75 0,3 0-146 16,1-2-177-16,-4 0-349 0,3-3-789 0</inkml:trace>
  <inkml:trace contextRef="#ctx0" brushRef="#br0" timeOffset="-20232.13">20368 11533 833 0,'0'0'1105'0,"0"0"-619"0,0 0-70 15,0 0-31-15,0 0-80 0,0 0-36 16,0 0-37-16,0 0-112 0,0 0-58 16,14 75-37-16,-10-54-25 15,0-2 0-15,2 2-2 0,0 0 0 0,1-2-1 16,0 2-25-16,-1-4-3 0,0 2-13 16,-2-5-60-16,2 0-69 0,-5-2-60 15,2-3-120-15,2-3-115 0,-4-5-61 0,1 0-52 16,-1-1-90-16,0 0 39 0</inkml:trace>
  <inkml:trace contextRef="#ctx0" brushRef="#br0" timeOffset="-20079.53">20388 11712 16 0,'0'0'1153'0,"0"0"-440"0,0 0-95 16,0 0-106-16,0 0-176 0,0 0-177 15,0 0-148-15,0 0-9 0,0 0 84 16,0 0 3-16,0 0-26 0,51-29-63 15,-38 20-31-15,-1 0-29 0,-1 3-130 0,0 0-263 16,-6 0-301-16,1 5-711 0</inkml:trace>
  <inkml:trace contextRef="#ctx0" brushRef="#br0" timeOffset="-19281.58">20101 12093 840 0,'0'0'635'0,"0"0"-235"0,0 0-121 16,0 0-72-16,0 0-55 0,0 0-26 16,0 0-19-16,0 0-1 0,0 0-3 0,0 0-26 15,-15-3 3-15,13 3 35 0,-3 0 35 16,-1 0-14-16,0 0-6 0,1 0-26 15,-1 0-22-15,0 3-3 0,0-1-7 0,2 0-9 16,-3 3-21-16,3-1-5 0,-1 1-9 16,3 0-3-16,-4 4-9 0,1 1-13 15,2 2 28-15,0-1 19 0</inkml:trace>
  <inkml:trace contextRef="#ctx0" brushRef="#br0" timeOffset="-18135.14">20007 12123 587 0</inkml:trace>
  <inkml:trace contextRef="#ctx0" brushRef="#br0" timeOffset="-17699.22">20007 12123 587 0,'79'-19'639'0,"-80"19"-109"0,1 0-131 0,-1 0-75 15,1 0-72-15,-2 0-79 0,1 0-48 0,1 0-19 0,-3 0-13 16,1 0 3-16,-1 0 5 0,-1 0 17 16,-2 0-4-16,1 3 28 0,-1 1-4 15,-2 0-11-15,3-1-31 0,-4 4-30 16,2-2-26-16,1 2-40 0,0-1 4 16,0 0-4-16,0 1 1 0,0-1 0 15,0 2 1-15,0-1 0 0,2 3 29 16,-3-1-13-16,1 3 23 0,3 0 2 15,2 2 10-15,-1-1 15 0,2-1-25 16,0-2-15-16,3 0-18 0,3 1-10 0,4-4-25 16,-2 1 11-16,4-1 14 0,1-3 2 15,-1 2-2-15,-1-2-3 0,3-2-12 16,-2-1 2-16,1-1 12 0,-1 0 0 16,-4 0 0-16,5 0-1 0,-3 0-15 15,3-2 17-15,-1 1 0 0,-2-4-1 0,3 0-3 16,-2 1-14-16,1-5 3 0,-1 0 15 15,-1-1-13-15,-1 0 13 0,0-2 0 16,-4 1 28-16,0 1-6 0,-4 0 12 16,2-1 9-16,-3 3 6 0,0-2-6 15,0 2-12-15,0 3 3 0,0-1-4 16,-3 1-8-16,0-1-7 0,-1 0 13 16,0 2-3-16,-2 0-7 0,-1-1-15 0,0-1 15 15,-4 5-18-15,2-5-18 16,-3 3-16-16,0-1-21 0,-1-1-31 15,0 2-65-15,3 0-63 0,0-3-28 0,4 5-76 16,2-3-170-16,1 1-215 0,2 1-368 16,-1-1 75-16</inkml:trace>
  <inkml:trace contextRef="#ctx0" brushRef="#br0" timeOffset="-16997.62">20582 12000 365 0,'0'0'1130'15,"0"0"-747"-15,0 0-120 0,0 0-30 16,0 0-23-16,0 0-13 0,0 0 5 15,0 0-9-15,0 0-18 0,0 0-25 16,0 0-17-16,0 0 6 0,-34-9-17 0,26 14 1 16,-1 2-10-16,-2-1 9 0,1 1-23 15,-2 3-6-15,0 4-12 0,-2-1-13 16,0 0-28-16,4 2-6 0,0 1 6 16,1-1-3-16,4 1-16 0,2-1-6 0,1 0-12 15,2-2-1-15,0 1-2 16,3 1 0-16,3-3 0 0,2 3-2 0,1-1-19 15,1-3 18-15,2-1-12 0,-1-2-10 16,4-1 3-16,1-3 7 0,-2-1-13 16,3-1 1-16,-1-2-1 15,1 0 3-15,-1-3-9 0,-3-2-37 16,-3-1-47-16,0-1-62 0,-1 0-15 0,-3 0-3 16,-3-1-4-16,0 1-52 0,-2-2-66 15,1 0-121-15,-2-1-197 0,0 2-422 16</inkml:trace>
  <inkml:trace contextRef="#ctx0" brushRef="#br0" timeOffset="-16814.48">20457 12189 1125 0,'0'0'1250'0,"0"0"-801"15,0 0-199-15,0 0-80 0,0 0-55 16,0 0 18-16,0 0-35 0,0 0-53 15,0 0-45-15,77-38-1 0,-58 24-50 16,3 2-35-16,-2-1-207 0,-3 1-181 16,-4 5-513-16,0 1-351 0</inkml:trace>
  <inkml:trace contextRef="#ctx0" brushRef="#br0" timeOffset="-16237.8">21003 11966 75 0,'0'0'708'0,"0"0"-174"0,0 0-75 15,0 0-86-15,0 0-82 0,0 0-62 16,0 0-26-16,0 0 3 0,0 0 17 16,0 0 19-16,0 0 20 0,3-7-3 15,-3 7-32-15,-2 0-34 0,-2 0-55 16,-2 1-61-16,-4 3-15 0,2 1-7 15,-3 1 4-15,0 3-10 0,-1 0-25 16,-1 1 16-16,2 3-13 0,-1-1 4 0,1 3-16 16,2-5 0-16,3 2-14 15,2-1-1-15,3-2-18 0,1-1-16 0,0-4-21 16,1 3 13-16,6-2 11 0,4 0 10 16,1-3 19-16,1 4 0 0,5-2-2 15,-4-2 1-15,6 3-9 0,-1-3 0 16,-2-2-4-16,2 2 4 0,-5 0-9 15,-1-1-10-15,-1 0 16 0,-6 2 12 0,0 0 3 16,-5 1 1-16,-1-2 35 0,0 3 10 16,0-1 7-16,-1 4-14 0,-7-1-17 15,-1 3-21-15,-2-3-1 16,0 4-37-16,-3-2-27 0,0 1-13 0,3-2-37 16,-2-1-28-16,3-3-41 0,2-1-72 15,2-2-79-15,3-1-158 0,2-1-244 16,1-4-503-16,0-3-29 0</inkml:trace>
  <inkml:trace contextRef="#ctx0" brushRef="#br0" timeOffset="-16015.32">21166 12069 871 0,'0'0'817'0,"0"0"-262"16,0 0-151-16,0 0-111 0,0 0-120 16,0 0-93-16,0 0-68 0,21 75-12 15,-19-65 0-15,-1 2-22 0,-1-3-32 16,0 0-74-16,0-3-101 0,0 1-132 0,0-3-138 16,-3-3-485-16</inkml:trace>
  <inkml:trace contextRef="#ctx0" brushRef="#br0" timeOffset="-15734.13">21102 11839 620 0,'0'0'2043'0,"0"0"-1351"0,0 0-248 0,0 0-89 0,0 0-60 0,0 0-57 16,0 0-75-16,0 0-25 0,0 0-16 15,0 0-15-15,0 0-7 0,6-23 3 16,-6 23 4-16,0 0-10 0,0 0-37 16,0 0-23-16,0 0-19 0,0 0-18 15,0 0-11-15,0 0-8 0,0 2 1 16,0 0 6-16,0-2-12 0,0 0-12 16,0 0-16-16,0 0-42 0,0 0-33 0,0 0-23 15,0 0-24-15,0 0-61 0,0 0-142 16,0 0-208-16,0 0-538 0,0 0-647 0,0-2 838 15</inkml:trace>
  <inkml:trace contextRef="#ctx0" brushRef="#br0" timeOffset="-8521.82">6646 11712 734 0,'0'0'326'0,"0"0"-128"0,0 0 115 16,0 0-73-16,0 0-29 0,0 0 65 16,0 0-60-16,0 0-38 0,0 0-30 0,0 0 13 15,-58 2-11-15,57-2-16 0,0 0 0 16,-1 0-4-16,2 0-32 0,0 0-31 15,0 0-67-15,0 0-76 0,2-2-60 0,5-1-14 16,5 2 118-16,5-4 32 0,3-3 26 16,5 0-26-16,2-3-18 0,3 3-27 47,2-2 42-47,-2-1-45 0,2 4-73 0,-2-4-81 0,-1 4-133 0,-3-3-245 0,-6 4-184 0,3-2-374 0</inkml:trace>
  <inkml:trace contextRef="#ctx0" brushRef="#br0" timeOffset="-8146.73">6864 11564 836 0,'0'0'228'0,"0"0"-169"0,0 0-11 0,0 0 11 16,0 0 153-16,0 0 126 0,0 0 22 15,0 0-49-15,0 0-72 0,0 0-81 16,0 0-11-16,-29-6 13 0,29 10-118 16,0-1-42-16,3 3-54 0,6 1 43 15,5 1 11-15,2-1 13 0,4 1 31 16,0 1 8-16,2-1-24 0,4-2-24 16,0 1 14-16,-2-1-18 0,2 0-23 15,-1-2 23-15,-2 0-3 16,-3-2 1-16,-6 4 1 0,-2-3 2 0,-8 3 0 15,-3-2 47-15,-1 7 51 0,-4-3 50 16,-9 6-86-16,-1 2-34 0,-6 0-28 0,1 3-1 16,-4-3-10-16,3-1-56 15,1-2-42-15,0-1-67 0,3-1-39 0,5 3-140 16,1-4-88-16,4 5-116 0,-1-5-145 16</inkml:trace>
  <inkml:trace contextRef="#ctx0" brushRef="#br0" timeOffset="-5360.68">21609 11807 1668 0,'0'0'413'0,"0"0"-345"0,0 0-68 16,0 0-26-16,0 0 23 0,0 0 3 15,0 0 42-15,0 0 29 0,0 0-71 16,54-7 19-16,-40 4 79 0,-1-1 34 16,0 1 20-16,2 0-10 0,-2 0-39 15,-2-1-20-15,4 0-41 0,0 0-29 16,3 0-13-16,-4-2-4 0,3 2-34 16,1 2 6-16,-3-3-3 0,-3 5-94 15,-2 0-100-15,-1 0-127 0,-5 3-202 16,-2 0-93-16,-2 6-334 0</inkml:trace>
  <inkml:trace contextRef="#ctx0" brushRef="#br0" timeOffset="-5166.68">21710 11922 2032 0,'0'0'557'0,"0"0"-283"0,0 0-82 15,0 0 96-15,0 0-18 0,0 0-135 16,0 0-68-16,80-14-64 0,-61 6-3 16,1-1-38-16,-1 2-120 0,2-1-131 15,-1-2-127-15,-7 6-576 0,4-5-357 0</inkml:trace>
  <inkml:trace contextRef="#ctx0" brushRef="#br0" timeOffset="-4614.73">22395 11589 897 0,'0'0'1161'0,"0"0"-743"0,0 0-128 16,0 0-30-16,0 0-1 0,0 0-55 16,0 0-33-16,0 0-1 0,0 0-31 15,0 0-26-15,-55 58-13 0,45-45-3 16,-1 1-1-16,-4 2-12 0,2 1-7 0,2-3-6 16,-1 2-3-16,3-4-13 15,2-3-18-15,2 0-37 0,2-4 0 0,3-1-24 16,0 1 5-16,1 1 17 0,6-3-13 0,0 1 2 15,2-1 1-15,3-1 10 0,-1-2 0 16,2 0-13-16,3 0 13 0,-3 0-11 16,1 0 1-16,-1 0-1 0,-2 0 11 15,-1-2-10-15,-5 2 0 16,-2 0-4-16,0 0 1 0,-3 2 12 0,0 5 3 16,0 2 24-16,0 2 4 0,-3 3 6 15,-4 2-12-15,-3-1-10 0,3 3 0 16,-5-1-10-16,1 1 2 0,-1-1 8 15,1 2 0-15,-1-1-1 0,4-1-11 16,0-2 0-16,4 1 2 0,-2-3 1 16,5 0-3-16,1-3-14 0,0-3 0 0,1 1 14 15,5-2 0-15,1-2-2 0,0-1 2 16,2-2-2-16,4-1-35 0,-1 0-59 16,2-2-43-16,-3 0 12 0,1-5-116 15,1 2-161-15,-1-2-210 0,-1 3-491 16,2-3-300-16</inkml:trace>
  <inkml:trace contextRef="#ctx0" brushRef="#br0" timeOffset="-1600.2">23114 11558 183 0,'0'0'1353'0,"0"0"-820"0,0 0-125 16,0 0-70-16,0 0 15 15,0 0-47-15,0 0-75 0,0 0-45 0,0 0-15 16,0 0-15-16,-13 4-13 0,13-4-1 16,0 0-6-16,0 2-35 0,0-2-45 15,0 0-35-15,0 0-5 0,0 1-16 16,0 0-31-16,3 2-6 0,3-1 37 16,2 2 1-16,1 0-1 0,1 0-1 15,5 0 1-15,-5-2 1 0,1 2-1 16,2 0-2-16,-4 0 1 0,-2 0-1 15,0-1-10-15,-1 1 10 0,-3 1 2 0,-2-2 18 16,-1 3 0-16,0 4 4 0,0 0 6 16,-5 3-4-16,-5 4-12 0,1 0-11 15,-1 0 2-15,-2-1 0 16,1 2-3-16,1-4 0 0,0 0 1 0,2-1 2 0,1-4 0 16,1 1-3-1,5-3 0-15,-2-2-13 0,3 1-2 0,0 0-9 0,0 0 5 16,0-1 1-16,4 0 5 15,5-2 10-15,0 3 0 0,2-1-12 0,-1-4 14 16,1 4-2-16,1-4 2 0,-1 3 0 16,-4-1-1-16,1 3 2 0,-2 0 0 15,-3 4 40-15,-2 4 30 0,-1 2 10 16,0 1-16-16,-1 4-24 0,-6 0-19 0,-2-1-8 16,1-1-10-16,-3-1-3 0,4-2 0 15,-3-6-111-15,6 0-115 0,1-3-86 16,1-3-91-16,2-4-225 0,0 0-497 15,0 0-271-15</inkml:trace>
  <inkml:trace contextRef="#ctx0" brushRef="#br0" timeOffset="-411.95">25463 15009 1398 0,'0'0'481'16,"0"0"-266"-16,0 0 24 0,0 0 10 15,0 0-42-15,0 0-5 0,0 0-58 16,0 0-45-16,77-22-19 0,-62 19-23 15,0-2-25-15,4-2-19 0,-2 1-11 16,3-2-2-16,-3 0-1 0,-1 1-18 16,-1 1-45-16,-4 0-169 0,-5 2-114 15,0 1-176-15,-5 1-133 0,-1 2-77 16,0 0-69-16</inkml:trace>
  <inkml:trace contextRef="#ctx0" brushRef="#br0" timeOffset="-32.11">25661 14829 661 0,'0'0'586'0,"0"0"-137"0,0 0-72 16,0 0-30-16,0 0-54 0,0 0-13 15,0 0-14-15,0 0-5 0,0 0-40 0,0 0-123 16,-6 20-42-16,5-13-2 16,-1-1 15-16,2 3 13 0,0-3-13 0,0 0-23 15,0-2-24-15,0 0-20 0,2 1-2 16,2 1-15-16,2-1 12 0,2-2 0 16,1 1-32-16,1 0 7 0,3-3 16 15,0 1-1-15,-3-1-12 0,3-1 7 0,-4 0-7 16,-2 0 23-16,-4 2-9 0,1 0 11 15,-3 2 39-15,-1 0 29 0,0 5 23 16,0-2-20-16,-1 2-9 0,-5 0-9 16,1 2-25-16,-3 0-27 0,-1 1-1 15,-3 2-28-15,-3 3-155 0,-2 1-181 16,-2-1-215-16,5-1-597 0,-8 6-674 0</inkml:trace>
  <inkml:trace contextRef="#ctx0" brushRef="#br0" timeOffset="3389.59">13797 10989 1816 0,'0'0'599'0,"0"0"-369"16,0 0-185-16,0 0 19 0,0 0 4 15,0 0 9-15,0 0-39 0,0 0-18 16,0 0 25-16,0 0 48 0,0 0 47 16,23 32 36-16,-19-32-24 0,4 0-35 15,1-4-29-15,0-1-28 0,2-2-19 16,3-1-26-16,-4 0-15 0,2-2-13 15,-1-1 1-15,-1 0-58 0,-3 1-37 16,1 0 63-16,-4-1-13 0,-1 1 25 0,-3 1 32 16,0-2 21-16,0 0-8 0,-9 0-13 15,-1-2 0-15,-2 1-13 0,-2 3 11 16,0 3 2-16,-4 2 24 16,2 4-24-16,-1 0-2 0,-1 7 2 0,2 5 42 15,-1-2 11-15,3 7 14 16,1 0-11-16,2 2-21 0,4 1-4 0,1-1 1 15,4 4-16-15,2-4-16 0,0-2 0 0,5 1-1 16,4 0-1-16,5-2 2 16,-1-2 2-16,5-1 16 0,1-5-16 15,3 1-2-15,1-6 0 0,-1-1-1 0,2-2 0 16,1 0-1-16,-2-7-51 0,-4-3-105 16,2-2 41-16,-2 1-70 0,-3-3-58 15,-4 0-63-15,2-1-143 0,-3-1-120 16,1 0-142-16,-2 2 362 0,0-6-220 0</inkml:trace>
  <inkml:trace contextRef="#ctx0" brushRef="#br0" timeOffset="3624.59">14041 10643 121 0,'0'0'1964'0,"0"0"-1466"0,0 0-304 16,0 0-107-16,0 0 41 0,0 0 51 15,0 0 29-15,0 0-8 0,0 0-64 16,50 85-48-16,-37-62-34 0,-1 2-20 16,0-1-6-16,2 4 45 0,-3-2 62 15,-1 2-54-15,-1-7-62 0,0 1-19 16,0-4-25-16,-1-4-53 0,1 1-114 16,-1-6-57-16,-1 0-176 0,-1-3-234 15,-2-3-574-15,4-3-133 0</inkml:trace>
  <inkml:trace contextRef="#ctx0" brushRef="#br0" timeOffset="3860.83">14261 10960 1258 0,'0'0'803'0,"0"0"-372"16,0 0-250-16,0 0-59 0,0 0-6 16,0 0 2-16,0 0-25 0,0 0-57 15,0 0-36-15,81-76-26 0,-70 60 24 16,0 1-17-16,0 1 3 0,-2-1-7 15,-3-2-12-15,-2 2 0 0,1-1 9 16,-3 4 26-16,-2 4 0 0,0 1 58 16,-7 3 12-16,0 2 13 0,-2 2-16 15,-1 0-3-15,-5 0 6 0,4 3 3 16,-3 4 29-16,0 0 9 0,3 2-13 16,1 0 12-16</inkml:trace>
  <inkml:trace contextRef="#ctx0" brushRef="#br0" timeOffset="5195.18">14277 10849 85 0,'0'0'759'15,"0"0"-185"-15,0 0-181 0,0 0-140 16,0 0-97-16,0 0-75 0,0 0 0 0,0 0 0 16,0 0 6-16,0 0-6 0,19 5 9 15,-16-2 32-15,-2 1 42 0,2 1 2 16,0 3-38-16,0 2-45 0,-1 0-38 16,3 0-23-16,-2 2-21 0,0 0-1 15,3-1 0-15,-2 0-22 0,3-4-1 0,2 0-5 16,-2-2-7-16,2 0 0 0,2-5-36 15,1 0-95-15,2-5-78 0,-1-2 90 16,3-4 18-16,-3 3 43 0,1-4-24 16,1-1-97-16,-1-2-185 0,-3 6-106 15,3-7-120-15</inkml:trace>
  <inkml:trace contextRef="#ctx0" brushRef="#br0" timeOffset="5761.71">14649 10646 1365 0,'0'0'812'0,"0"0"-330"0,0 0-218 16,0 0-130-16,0 0-54 15,0 0-25-15,-7 67-7 0,7-51-20 0,4 1-18 16,2-1-10-16,-2-2-2 0,2-1-1 15,0-3 1-15,-2-2 0 0,1-1-1 16,-2-3-10-16,2-3-3 0,-2-1 13 16,0 0 3-16,-2 0 41 0,2-1-13 15,0-8-15-15,0-1 13 0,4-2 5 0,-4-6-27 16,3 0-4-16,-2-1-12 16,0-3-1-16,1 3 13 0,-2 2 0 15,1 3 0-15,-3 3 3 0,0 3 32 0,1 4 26 16,-1 3-26-16,1 1 25 0,1 0 32 15,-2 0-4-15,4 2-18 0,-1 3 15 16,3 3-29-16,2 0-28 0,-1 1-27 16,1 1 1-16,1-2 0 0,-1 1 0 15,0-1-1-15,-2-2 11 0,0-1-10 16,-1-1-2-16,-2-1-11 0,2-3 9 0,-3 0 0 16,3 0-20-16,0-6 3 0,0-3-85 15,0 0 82-15,0-2 3 0,0-3-12 16,1 1 9-16,-1-3 22 0,-4 4-1 15,3 0-18-15,-2 1 18 0,0 4 0 0,0 6-1 16,-3 0-32-16,3 1 34 0,0 0 38 16,0 2 47-16,2 4-10 0,1 0-37 15,-2 0-19-15,0 0-18 0,2 0-1 16,0-1 0 0,-2-3-1-16,0 1-1 0,-1-1-1 0,2-2-26 0,-4 0-106 15,1 0-143-15,1-6-224 0,0 1-272 16,-2-3-589-16</inkml:trace>
  <inkml:trace contextRef="#ctx0" brushRef="#br0" timeOffset="6392.56">15080 10593 457 0,'0'0'980'15,"0"0"-499"-15,0 0-56 0,0 0-73 16,0 0-95-16,0 0-51 0,0 0-66 15,0 0-44-15,0 0-30 0,0 0-24 0,75-75-4 16,-69 61-3-16,-5 3 15 0,1 0-2 16,-2 0-4-16,0 1-6 0,0-1 9 15,-5 4 0-15,1-2 44 0,-5 3 0 16,2 3-27-16,-6-1-42 0,3 4-19 16,-3 0-3-16,1 0 1 0,1 4-1 15,-2 3 19-15,3 5 2 0,1 1 4 16,1 2 3-16,-1 1 7 0,4 3 5 15,1-1-12-15,4 0 16 16,0 0-26-16,0-3-18 0,4-2-10 0,5-1-3 0,2-5-5 16,1 0-1-16,1-3-6 0,3-4-3 15,-1 0-46-15,2-4-64 0,-1-5-51 16,-1-4-38-16,1-2-72 0,-1-1-72 16,-4 1-66-16,1-2 39 0,-7 5 170 15,1-2 219-15,-1 3 9 0,-2-1 58 0,2 3 205 16,1 0-20-16,0-1-147 0,0 2-2 15,-1 1-17-15,3 3 7 0,-1 2-13 16,-2 2-10-16,1 0-7 0,-1 5 129 16,-1 2 62-16,3 2-61 0,-3 2-67 15,1 4-32-15,-1-2-9 0,2 1-32 16,0-2 9-16,-1 0-3 0,1-2 2 0,0-3-52 16,0-1 0-16,1-2-3 0,1-2 0 15,0-2 3-15,-3 0 0 0,3-3 13 16,0-4-1-16,-1-3-12 0,1-1-22 15,-2-1-66-15,3-3 50 0,-1 1 16 16,2 2 3-16,4-2 7 0,1-1-23 16,0 6-12-16,1-2-7 0,1 3 39 15,0 3-17-15,-3 1-142 0,-4 2-17 16,-1 2 32-16,-3 0 63 0,-1 0 26 16,-2 0 18-16,-2 0-2 0,-1 0-14 0,0 0 17 15,0 0 22-15,0 0-10 0,0 0-70 16,0 0-221-16,0 0-241 0,0 2-240 15</inkml:trace>
  <inkml:trace contextRef="#ctx0" brushRef="#br0" timeOffset="6679.72">15620 10081 1064 0,'0'0'706'0,"0"0"-310"16,0 0-160-16,0 0 29 15,0 0 92-15,0 0-40 0,0 0-143 0,0 0 26 16,0 0-8-16,0 0-67 0,42 69-45 16,-29-45 4-16,4 1-31 0,-1 0-13 15,3 0-6-15,-3 0-18 0,1-3-15 16,-3 0-1-16,1-3-22 0,-5-1 10 15,0-4-7-15,-2-2-140 0,-3-5-168 16,-2-2-167-16,0-2-471 0,-3-2-453 0</inkml:trace>
  <inkml:trace contextRef="#ctx0" brushRef="#br0" timeOffset="6834.38">15676 10378 1542 0,'0'0'1450'0,"0"0"-965"0,0 0-285 15,0 0-42-15,0 0-36 0,0 0-37 16,0 0-52-16,96-84-33 0,-63 58-45 16,4-4-244-16,8-1-104 0,0-1-151 15,-8 7-99-15,11-11-1355 0</inkml:trace>
  <inkml:trace contextRef="#ctx0" brushRef="#br0" timeOffset="7099.29">16498 9794 3503 0,'0'0'761'15,"0"0"-263"-15,0 0-317 0,0 0-25 16,0 0 84-16,19 69 3 0,-9-36-73 16,-5 0-61-16,6 1-103 0,0 3-6 15,1-4-142-15,-2 2-19 0,4-2 67 0,-2-2-125 16,-4-1-215-16,1-8-527 0,-6 5-793 16</inkml:trace>
  <inkml:trace contextRef="#ctx0" brushRef="#br0" timeOffset="10834.5">14119 11484 2085 0,'0'0'453'15,"0"0"-147"-15,0 0-1 0,0 0-21 16,0 0-50-16,0 0-57 0,0 0-39 15,0 0-30-15,0 0-105 0,0 0-3 16,0 0-64-16,-13-4-8 0,13 4 6 16,0 0-35-16,0 0-107 0,0 0-100 15,0 0-141-15,2 0-255 0,3 1-332 16,1 2-49-16</inkml:trace>
  <inkml:trace contextRef="#ctx0" brushRef="#br0" timeOffset="13050.16">14987 11201 1618 0,'0'0'536'16,"0"0"-148"-16,0 0-30 0,0 0-82 16,0 0-12-16,0 0-89 0,0 0-65 15,0 0 10-15,0 0 3 0,-86 31-13 16,72-19-50-16,2 1 2 0,2 2 6 15,2 0-12-15,2-2-6 0,6-1-22 16,0-2-16-16,3-3-12 0,8 1-13 0,2-2-19 16,4-2 32-16,2 0 17 0,3-2-17 15,1-2 0-15,-1 0 4 0,-1 0-4 0,0 0-25 16,-2 0 25-16,-1 2 1 0,-5 0 27 16,-3 1-10-16,-3 2-15 0,-4 1 38 15,-2-1 5-15,-1 3 25 0,0 3 0 16,-1 1-37-16,-8 0-34 0,-2 4-44 15,-2-2-145-15,-1-1-47 16,3-2-49-16,2-4-170 0,2-2-204 0,3-3-542 16,0-2-203-16</inkml:trace>
  <inkml:trace contextRef="#ctx0" brushRef="#br0" timeOffset="13346.24">15318 11346 2613 0,'0'0'1101'0,"0"0"-809"0,0 0-100 15,0 0 16-15,0 0 33 0,0 0-7 16,0 0-94-16,0 0-78 0,0 0-62 16,0 0-37-16,3-1-70 0,-3-1-3 15,2-2-29-15,0-1-86 0,0-1-86 16,0-1-167-16,1-2-332 0,-3-3-869 0,-14 58 492 0</inkml:trace>
  <inkml:trace contextRef="#ctx0" brushRef="#br0" timeOffset="13563.38">15418 11046 3134 0,'0'0'496'0,"0"0"-322"16,0 0-7-16,0 0-82 0,0 0 65 16,0 0 148-16,0 0-131 0,0 0-54 15,71 66-36-15,-50-47-49 0,-1 1-28 16,-3 1-15-16,-4-1-4 0,1-3-24 15,-5 0-71-15,-2-3-34 0,-1 1-19 16,-2-6-50-16,-4 1-164 0,0-3-180 0,-3-2-552 16,-7 0-501-16</inkml:trace>
  <inkml:trace contextRef="#ctx0" brushRef="#br0" timeOffset="13691.62">15524 11220 2338 0,'0'0'571'0,"0"0"-353"15,0 0-55-15,0 0-65 0,0 0-51 16,0 0-47-16,57-75-51 0,-45 62-73 0,1 3-286 16,-6 2-372-16,-3 1-696 0</inkml:trace>
  <inkml:trace contextRef="#ctx0" brushRef="#br0" timeOffset="17882.09">14231 11761 143 0,'0'0'1103'16,"0"0"-689"-16,0 0-184 0,0 0-19 0,0 0 35 15,0 0 23-15,0 0-21 0,0 0-1 16,0 0-40-16,1-4-57 0,-1 4-20 16,0 1-7-16,0 2 9 0,0-2 13 15,0 1 9-15,0 2-7 0,0 1-17 16,0 5-19-16,0 1-3 0,2 6-43 0,1 2-7 15,0 2-30-15,4-2 6 16,0 0-16-16,2-3-18 0,1-2-14 16,3-1-20-16,-2-4 31 0,3-3-19 15,0-5-11-15,1-1 20 0,-2-2 13 16,2-7-40-16,-5-3-40 16,0-1-6-16,-3 1-26 0,-1-4-34 0,-3 2-25 0,-3-3-43 15,0 3-58-15,0-4-144 0,-7 1-111 16,1 5-207-16,-4-5-542 0</inkml:trace>
  <inkml:trace contextRef="#ctx0" brushRef="#br0" timeOffset="18294.08">14188 11615 323 0,'0'0'381'0,"0"0"-136"0,0 0-79 16,0 0-101-16,0 0-49 0,0 0 66 16,0 0 81-16,0 0 25 0,0 0-12 15,0 0-30-15,0 0 62 0,-3-9 96 16,3 9 47-16,0 0-36 0,0 0-31 16,0 4-46-16,0 0-68 0,-4 2-104 0,1 3-41 15,0-1 7-15,1 1-32 0,1-2 0 16,1-2-19-16,0-1-16 0,0-2-22 15,0-2 7-15,1 0 15 0,2 0 10 16,0-2 25-16,3-1 10 0,-3-3 12 16,1-4 28-16,2 3 1 0,-3-1-11 15,-3 0-18-15,1 2 4 0,-1 2-1 0,0 0 34 16,0 3 14-16,-1-3-35 0,-4 4-7 16,1 0-16-16,0 0-14 0,1 0 1 15,-1 4-2-15,1-1-27 0,3-1-19 16,-2 0-27-16,1-2-9 0,1 5-3 15,0-4-94-15,0 3-176 0,0-4-328 16,0 0-839-16</inkml:trace>
  <inkml:trace contextRef="#ctx0" brushRef="#br0" timeOffset="22126.05">14882 11943 2561 0,'0'0'492'16,"0"0"-284"-16,0 0-186 0,0 0 4 15,0 0 76-15,0 0 6 0,0 0 12 16,0 0-19-16,0 0-3 0,0 0-10 15,40 54 44-15,-32-41 68 0,1 3 8 16,-1 1-47-16,4 1-57 0,-4 1-21 0,1 0-9 16,1 0-25-16,-1-2-34 0,-3-1-15 15,1-3-17-15,3-5-8 0,-5 2-2 16,3-5-38-16,-2-2-91 0,-1 0-92 16,2-3-139-16,-2 0-238 0,-2-4-413 15,-2-3-320-15</inkml:trace>
  <inkml:trace contextRef="#ctx0" brushRef="#br0" timeOffset="22614.3">15285 11744 2109 0,'0'0'598'0,"0"0"-318"15,0 0-82-15,0 0 76 0,0 0-17 16,0 0-74-16,0 0-64 0,0 0 4 0,0 0 8 16,0 0-7-16,0 0 6 0,-62 68 70 15,56-52-25-15,0 5-37 0,1 0-28 16,3 0-22-16,0 2-24 0,2 0-12 15,2 0-28-15,3-4 0 0,7-1-9 16,4-1-15-16,-2-5 0 0,6 1-1 16,2-7-11-16,0-2-3 0,1-3 0 15,-3-1-6-15,-1-3-4 0,-1-4-8 16,-2-2-80-16,0-1-39 0,-4-3-29 16,-2 0-99-16,-3-1-155 0,-1-1-198 0,-3 2-430 15,-3-3-260-15</inkml:trace>
  <inkml:trace contextRef="#ctx0" brushRef="#br0" timeOffset="22812.37">15224 11924 2342 0,'0'0'571'16,"0"0"-478"-16,0 0-64 0,0 0 6 15,0 0 96-15,0 0-70 0,0 0-61 16,86-39-29-16,-67 25-131 0,-1 1-348 16,-4 2-635-16,0-2-279 0</inkml:trace>
  <inkml:trace contextRef="#ctx0" brushRef="#br0" timeOffset="23486.21">15865 11437 615 0,'0'0'678'0,"0"0"-356"16,0 0-166-16,0 0 42 0,0 0 97 16,0 0 29-16,0 0-18 0,0 0 4 15,0 0-20-15,0 0-37 0,0-2-29 0,-4 4-36 16,-2 3-103-16,-3 0-26 0,-3 4 6 15,-2 3-22-15,2 1 4 16,-1 3 8-16,-2 1-21 0,5 1 10 0,1-3-20 16,3 0-8-16,3-1-5 0,3-1-11 15,0-2-19-15,2-1-14 0,5-2 5 16,4-4 0-16,3 2 26 0,2-3 0 16,2-2 0-16,1-1 2 0,3 0 0 0,-1-1 0 15,0-4-13-15,-1 1 1 16,0 2 11-16,-4 1-21 0,0 1-5 0,-3 0 26 15,-4 0 1-15,-3 3 27 0,0 4 32 16,-3 0 28-16,-1 3-4 0,-2-1-34 16,0 4-18-16,-3 0-13 0,-3 0 0 15,-2 0-16-15,0-1-2 0,-2-1-22 0,0-4-79 16,-3 0-66-16,3-4-53 0,-1-1-87 16,2-2-169-16,3 0-499 0,-1-5-370 15</inkml:trace>
  <inkml:trace contextRef="#ctx0" brushRef="#br0" timeOffset="23779.3">16171 11566 398 0,'0'0'1739'0,"0"0"-1273"15,0 0-234-15,0 0 40 0,0 0 73 0,0 0-22 16,0 0-125-16,54 68-69 0,-46-56-73 16,-1-3-46-16,-3 0-10 0,2-2-19 15,-3-4-12-15,-2-1-55 0,1-2-121 0,-2 0-201 16,0 0-293-16,0-4-525 15,-8-4-207-15</inkml:trace>
  <inkml:trace contextRef="#ctx0" brushRef="#br0" timeOffset="23979.76">16099 11376 3037 0,'0'0'1128'0,"0"0"-771"15,0 0-163-15,0 0 30 0,0 0 20 16,0 0-49-16,0 0-101 0,0 0-51 0,0 0-43 16,0 0 0-16,0 0-34 0,-3-4 7 15,3 4-13-15,0 0-54 0,0 0-95 16,0 0-52-16,0-1-82 0,0-1-247 16,-2 0-534-16,-3 2-443 0,15 9 200 0</inkml:trace>
  <inkml:trace contextRef="#ctx0" brushRef="#br0" timeOffset="30907.01">16573 11312 2240 0,'0'0'629'0,"0"0"-388"0,0 0-200 15,0 0 77-15,0 0 29 0,0 0-45 16,92-73-54-16,-72 60-48 0,-2 2-3 16,0 3-10-16,-3 2-12 0,-2 1 6 15,-3 3-7-15,-1 2-113 0,-4 0-171 16,-2 0-92-16,0 3-178 0,-3 1-177 15,0 4-414-15</inkml:trace>
  <inkml:trace contextRef="#ctx0" brushRef="#br0" timeOffset="31096.55">16653 11451 2455 0,'0'0'516'0,"0"0"-247"0,0 0 39 16,0 0-20-16,0 0-88 0,78-30-89 0,-56 17-55 16,-1 1-56-16,-2-1 0 15,0 1-69-15,-3 0-6 0,0 0-104 16,-3 2-112-16,1-2-113 0,-5 4-264 0,4-6-628 16</inkml:trace>
  <inkml:trace contextRef="#ctx0" brushRef="#br0" timeOffset="31679.13">17171 10868 2455 0,'0'0'506'15,"0"0"-355"-15,0 0-8 0,0 0 52 16,0 0 30-16,0 0-90 0,0 0-62 16,0 0-20-16,0 0 4 0,0 0 38 0,0 0 82 15,-10 52-62-15,3-33-59 16,-4 4-9-16,2-4-4 0,0 0 3 0,0-1-3 15,5-3-6-15,-2-2-18 0,3-2-18 16,3-3-1-16,0-2-3 0,0-1-22 16,7-3 13-16,0 1 11 0,5-3 1 0,1 0-1 15,1 0-2-15,5-5 3 0,-1-3-22 16,0-1 21-16,0 3-1 0,0-2 0 16,-1 3-1-16,-3-1 0 0,-1 4-16 15,-1-1 7-15,-1 3 11 0,-6 0-2 16,2 0-7-16,-2 3 10 0,-2 1 25 15,-2 4 3-15,-1 1 15 0,0 2 13 16,0 1 2-16,-4 5-21 0,-2 2-19 16,-2 4 28-16,-1 3 37 0,1-2-4 15,-1 0-20-15,3-1-5 0,1-4-19 16,4-3-35-16,1-4-3 0,0-2 3 16,0-1 0-16,3-1 0 0,1-2 0 15,2 0 2-15,1-2 14 0,2-4-16 0,1 0-21 16,6 0 6-16,-3 0-7 0,4 0-14 15,0-4 11-15,1 1-5 0,-2 0-99 16,-1-3-123-16,0 3-138 0,1-2-254 0,-8 1-484 16,8-3-514-16</inkml:trace>
  <inkml:trace contextRef="#ctx0" brushRef="#br0" timeOffset="32175.91">17521 10849 2140 0,'0'0'566'0,"0"0"-248"16,0 0-27-16,0 0-37 0,0 0-39 16,0 0-58-16,0 0-2 0,0 0 20 15,0 0-2-15,0 0-3 0,10 9 55 16,-5-1-23-16,2 4-47 0,-2 0-51 16,1 5-40-16,2 1-40 0,-3 0-21 15,5 1-3-15,-3 0-11 0,4-1-16 16,-2 0-31-16,0-1-34 0,2 2 7 0,-2-3-58 15,2-2-69-15,-3-1-134 0,4-2-182 16,-4-4-243-16,0-3-506 0,2 0-286 0</inkml:trace>
  <inkml:trace contextRef="#ctx0" brushRef="#br0" timeOffset="32513.03">17828 11069 1907 0,'0'0'709'16,"0"0"-368"-16,0 0-18 0,0 0 1 16,0 0 57-16,0 0-52 0,0 0-63 15,0 0-53-15,69 68-81 0,-61-51-68 16,0 1-43-16,-2 3-19 0,0-2-2 16,-3-3-17-16,-2 0-90 0,0-4-93 15,1-3-68-15,-1-4-214 0,1-1-533 16,-2-4-436-16</inkml:trace>
  <inkml:trace contextRef="#ctx0" brushRef="#br0" timeOffset="32926.65">17987 10783 1342 0,'0'0'977'16,"0"0"-718"-16,0 0 8 0,0 0 38 15,0 0-31-15,0 0-36 0,0 0-64 16,0 0 8-16,0 0-19 0,82-47-54 16,-72 44-34-16,2 2-10 0,-3 1 9 15,3 0 16-15,-3 0 27 0,-1 6-13 16,-2 2-21-16,-2 3-16 0,-1 4-15 0,-3 0-18 15,0 5-19-15,0 1-14 0,0 0-1 16,0-2 0-16,0 0 1 0,0-3 11 16,0 0-12 15,0-3 0-31,0-1 0 0,0-1 33 0,0-2 4 0,5 1-16 0,0-5 0 0,2 2 0 0,1-3-21 16,-2-1-19-16,1 0 19 0,3 0-2 15,-3-3-31-15,2 1-4 0,-2-1 7 0,1 0-7 16,1 0-33-16,0-1-31 15,2-5-31-15,-1-1-62 0,2-5-119 0,-1 0-212 16,0 0-278-16,-1-6-667 0</inkml:trace>
  <inkml:trace contextRef="#ctx0" brushRef="#br0" timeOffset="33643.79">18233 10542 1709 0,'0'0'584'0,"0"0"-196"16,0 0-79-16,0 0-63 0,0 0-45 15,0 0-71-15,0 0-13 0,0 0 19 16,0 0 5-16,0 0-5 0,0 0-2 16,0 1 3-16,0 0-26 0,0 1-33 15,0-2-20-15,0 0-5 0,0 0 2 16,0 0-12-16,0 0-3 0,-1 0-15 0,1 0-4 16,0 0-9-16,0 0-11 0,0 0 1 15,0 0 14-15,0 0-4 0,0 0 9 16,0 0 16-16,0 0 3 0,0 0-10 15,0 0 13-15,1 0-12 0,3 0 2 0,2 1 4 16,3-1-16-16,-2 2-6 16,2 0-11-16,-2 0 8 0,1 2-9 15,-2-2 18-15,-1 2-6 0,-1 2-12 16,-1-1 22-16,-2 3 51 0,1 2 6 0,-1 1-25 16,-1 4-20-16,0-1-16 0,0 1-9 15,0 0 0 1,0-3-12-16,0 0 0 0,0-3 0 0,0-3-18 0,0-2-3 15,0 0 6-15,0-3-7 0,0 1-17 16,0-2-10-16,0 0 31 0,6 0-3 0,-2 0 0 16,3-2 3-16,1-1 18 0,3-1 4 15,2 2-4-15,2-2 0 0,-1 0 0 16,-1 1 0-16,3 0-4 0,-6 3-20 16,1 0 24-16,-4 0 3 0,-1 4 12 15,-1 1 7-15,-4 2 20 0,1 2 4 16,1 1-19-16,-3 1-25 0,0 2 16 0,0 3-16 15,0-2-2-15,0 3 1 16,0-3 17-16,0 3 0 0,0-4-16 0,0-1-2 16,1 0 21-16,0-2 6 0,5-3-27 15,-2 4 1-15,2-4 0 0,1 0 11 16,1 2-12-16,3-1-27 0,-1-2 12 16,0 0-3-16,2 1-22 0,-4-2-33 15,3 4-85-15,0 0-83 0,1-1-210 0,-2 0-276 16,1 4-656-16</inkml:trace>
  <inkml:trace contextRef="#ctx0" brushRef="#br0" timeOffset="35162.19">24524 15786 1863 0,'0'0'503'0,"0"0"-274"0,0 0-55 16,0 0 54-16,0 0 25 0,0 0-55 16,0 0-59-16,0 0-63 0,0 0-38 15,11 5 9-15,-7-3 16 0,1-2-28 16,-1 0-16-16,-1 0 22 0,2 0 15 0,-4 0 4 16,4 0 25-16,-2 0 40 0,3 0-22 15,1 0-51-15,1 0-30 0,3 0-9 16,-1-2-13-16,6 0-15 0,-2-1-7 15,1-3 22-15,2 5-1 0,-4-5-23 16,0 3 7-16,-3 1 17 0,-4 0 1 16,1 2-1-16,-6 0 0 0,1 0 10 15,-2 0 37-15,0 0 9 0,0 0-10 0,-4 0-46 16,-5 0-16-16,2 2 15 16,-3 3-12-16,-3 1-27 0,1-1-7 0,-2 2 10 15,2 0 20-15,-1-3 16 0,2 3-1 16,1-1-26-16,-2 0 28 0,2-3 9 0,0 2 19 15,1-1-28-15,2-1-4 0,0 1 4 16,3-2 28-16,1 1 0 0,0-3-10 16,3 0-5-16,-2 0-13 0,2 0-21 15,0 0-10-15,0 0 9 0,3 0 22 16,3-3 31-16,2-1 0 16,1 2-9-16,0 0-22 0,0-1 3 0,2 1 9 15,1 0 19-15,1-2-31 0,1-1-12 16,2 1-53-16,4-4 9 0,-1 0-78 15,1 1-114-15,2-3-171 0,-5 4-329 16,3-1-830-16</inkml:trace>
  <inkml:trace contextRef="#ctx0" brushRef="#br0" timeOffset="36025.64">26034 15713 1831 0,'0'0'645'15,"0"0"-294"-15,0 0-33 0,0 0-9 16,0 0-21-16,0 0-61 16,0 0-57-16,0 0-36 0,0 0-26 0,0 0-24 15,0 0-31-15,-22 53-13 0,22-53-13 16,0 0 7-16,2 0-6 0,-1 0 3 0,1 0-30 16,2 0 1-16,3 0-1 0,2 0 14 15,2 0-13-15,4-3-2 0,2 0-18 16,-2-3-10-16,2-2 10 0,-3 1-13 15,-1 1-3-15,-4 2 0 0,-5 2 31 16,-1 0 3-16,-1 2 40 0,-2 0 43 16,0 0 22-16,0 0-10 0,0 0-34 15,-2 0-24-15,-2 2-19 0,-2 1-18 16,-3 4-27-16,-4-3 12 0,0 3 15 16,-2 1-1-16,-3 1 1 0,1 0-22 15,-2 0 22-15,-1-1 18 0,1 3-6 0,2-3 6 16,-2 3 1-16,6-3-4 0,3-4 0 15,3 1-13-15,4-2 16 0,0-2-18 16,3-1-36-16,0 0-25 0,0 0 24 16,0 0 12-16,6 0 25 0,1-2 0 0,2-1 55 15,1-1-3-15,-1 0-27 0,2 2-13 16,-1-2 13-16,-1 2-7 0,-1-1-18 16,0 0-18-16,-3 2 16 0,1-1-20 15,-1 0-63-15,-1 1-118 0,1-2-121 16,-2 1-306-16,0 0-562 0,-3-1-780 0</inkml:trace>
  <inkml:trace contextRef="#ctx0" brushRef="#br0" timeOffset="54541.84">27638 11426 2345 0,'0'0'236'0,"0"0"-194"16,0 0-42-16,0 0 0 0,0 0 55 15,0 0 125-15,0 0 55 0,0 0-15 16,0 0-36-16,0 0-70 0,88-1-31 0,-71 16 5 16,5 4-28-16,0 5-32 15,2 1 32-15,2 6-13 0,0-2 3 0,0 3-2 16,-2 0-29-16,2 0-17 0,-3-1 7 15,-3 0-9-15,-1-3-3 0,-3-2-9 0,-3-3-10 16,-4-4-7-16,-1-1-18 16,-5-5-22-16,0-2-23 0,-3-5-40 0,0-1 62 15,-7-2 58-15,-5-3-14 0,-1 0-34 16,-4-2-67-16,-2-8-16 0,-1-2 66 16,-3-3 0-16,4-8 42 0,-4-1-19 15,3-6 50-15,-2 1-15 0,2-4 19 16,2 0 15-16,0-1-15 0,3 1 0 15,1 1 19-15,2-2-6 0,3 0-13 16,0 2-9-16,3 4 9 0,-1 2 32 16,2 6 9-16,0 2 20 0,-1-1 22 15,0 3-22-15,1 0 18 0,-4 3-44 16,5-1 13-16,-2 7 76 0,2 0-14 0,1 5-2 16,1 2 11-16,1 0-41 0,1 0-52 15,0 5-26-15,0 1-54 0,-2 4-8 16,0 5 43-16,-1 3 18 0,-1 3 1 0,-1 0 13 15,-1 1 9-15,0-1 13 0,0 0-13 16,-2-4-21-16,1-1 2 0,-2-1 0 16,2-2 16-16,0-2-7 0,1-4 7 15,3-2-15-15,2-3 11 0,-1-2-15 16,2 0-45-16,0 0-24 0,2-10-28 16,2-4 94-16,2-3 3 0,4-4 12 15,-4-2 1-15,-2-2 15 0,2 2-12 16,-3-1-4-16,0 0-1 0,-2-1-11 15,-1 0-2-15,3-2 2 0,-3 1 0 16,0 2 12-16,0 1-12 0,4 4-3 0,-2 3-50 16,-1 4 53-16,0 5 19 0,1 4 37 15,-2 3-40-15,0 0-16 0,0 0-19 16,1 3-34-16,2 3-23 0,3 4 70 16,8 6 6-16,5 5 69 0,4 2-25 15,6 2-13-15,3 0-12 0,2-1-19 0,4-5-1 16,1-2-1-16,3-3 0 0,-2-4-30 15,-1-3-15-15,-2-2-47 0,-2-3-111 16,-12-2-260-16,0 0-1088 0</inkml:trace>
  <inkml:trace contextRef="#ctx0" brushRef="#br0" timeOffset="55146.26">30287 12496 2433 0,'0'0'650'0,"0"0"-395"0,0 0-178 16,0 0-14-16,0 0 89 0,0 0 44 16,-101 31 53-16,72-11-65 0,-4 5-94 15,-5 6-34-15,1 0-6 0,-6 6 21 16,1 3-22-16,0-1-12 0,-1 1-37 16,4 2-20-16,0-6-39 0,2-1-28 15,4-4 4-15,4-4-85 0,6-4-162 16,2-1-78-16,7-9-183 0,4-2-230 15,3-6-444-15</inkml:trace>
  <inkml:trace contextRef="#ctx0" brushRef="#br0" timeOffset="55509.82">29480 12839 2088 0,'0'0'421'0,"0"0"-366"16,0 0-29-16,0 0-26 0,0 0 119 16,0 0 20-16,0 0-5 0,0 0-31 15,0 0 70-15,0 0 15 0,29 40 30 16,-25-21 6-16,-2 5-54 0,-1 6-35 16,-1-1-33-16,0 2-36 0,-1 0-35 15,-4-2-10-15,2 2-18 0,0-2 16 16,0-3-3-16,2-1-15 0,1-2-1 15,0-2-13-15,0-4-9 0,1-1 7 16,5-4-13-16,3-1 3 0,2 0 7 0,2-7 5 16,3 0 13-16,3-4 1 15,5 0 27-15,4-7 3 0,2-4 3 0,3-1-12 16,5-1-19-16,-1-5 9 0,2 2-12 16,-3-1-18-16,0 0-26 0,-7 4-39 15,-2-1-132-15,-7 2-182 0,-8 4-314 0,-5 3-1065 16</inkml:trace>
  <inkml:trace contextRef="#ctx0" brushRef="#br0" timeOffset="59925.4">27817 5718 7 0,'0'0'0'16</inkml:trace>
  <inkml:trace contextRef="#ctx0" brushRef="#br0" timeOffset="60557.84">27720 5734 173 0,'0'0'417'0,"0"0"-130"0,0 0-43 0,0 0 46 0,0 0 13 16,0 0-43-16,0 0-24 0,0 0 20 16,0 0-4-16,0 0-30 0,0 0-11 15,17-23 28-15,-17 23-7 0,0 0-39 16,0 0-30-16,0 0 29 0,0 4-12 16,0-2-40-16,0 3-54 0,0 3-27 15,0 4-19-15,0 10-3 0,0 6-13 0,0 7 1 16,0 2 3-16,0 3-1 15,0 0-8-15,0-3 5 0,-3-5-8 0,1-3-4 16,0-4-11-16,2-4-1 0,-1-6-2 0,1-3-14 16,0-3 13-16,0-5-15 0,0-1 6 15,0-3 9-15,0 0-16 0,0-2-2 16,0-5-25-16,0-6-74 0,0-5 83 16,0-9-7-16,0-8 17 0,0-6 2 15,0-6-31-15,0-2-18 0,0 2 30 16,3 0-18-16,4 3 34 0,0 6 0 15,3 3 27-15,0 8-27 0,0 5 26 16,-1 8-26-16,0 5 16 0,-4 4 12 16,-2 4 25-16,2 1 10 0,-1 0 27 0,2 7-12 15,1 6 24-15,7 8 44 0,1 8 2 16,1 4-24-16,-2 3-35 0,3 6-27 16,-1 3 27-16,-2 0-21 0,1 1-40 15,-2-3 0-15,-1-2 0 0,0-3 0 16,-3-3-16-16,0-6-15 0,-2-6-24 0,-2-6-56 15,-2-6-114-15,-3-1-86 0,0-8-195 16,-1-2-51-16,-4 0-258 0,-9-6-570 0</inkml:trace>
  <inkml:trace contextRef="#ctx0" brushRef="#br0" timeOffset="60959.4">27762 5944 2164 0,'0'0'530'0,"0"0"-523"0,0 0 60 16,0 0-67-16,0 0 103 0,79-35-29 16,-47 21-42-16,4-2-32 0,2 0-34 15,3-2 33-15,1-3 1 0,4 0-39 16,-1 0 17-16,-3-2-26 0,-1-1 28 16,-3 4-15-16,-8 0-1 0,-7 5 33 0,-5 5 3 15,-7 1 36-15,-5 7 15 0,-5 0 145 16,-1 2 181-16,0 0 50 0,0 2-56 15,-9 3-48-15,-5 7-172 0,-6 4-145 16,-5 3 12-16,-2 6-18 0,0 2 40 0,2-2-9 16,8-2 0-16,3-2 15 0,6-2-43 15,5-3-3-15,3 2-34 0,3-1 34 16,6-2 15-16,4 0-15 0,3-2-23 16,5-1 23-16,2-3 3 15,2-2 0-15,1 1-2 0,0-1-1 0,-3-3-2 16,-6 2-19-16,-3-4 2 15,-5 2 1-15,-4-1 18 0,-4 1 0 16,-1 3 46-16,-1 3 15 0,-8 3-21 0,-3-1-40 16,-3 2-25-16,-2-2-52 0,0 0-123 15,0-6-97-15,1 0-86 0,2-6-256 16,5 0-545-16,2-9-416 0</inkml:trace>
  <inkml:trace contextRef="#ctx0" brushRef="#br0" timeOffset="61259.8">28562 5659 3079 0,'0'0'598'0,"0"0"-440"0,0 0-114 16,0 0 15-16,0 0 74 0,0 0-11 16,-83 41-54-16,65-19-40 0,3-2-12 15,1 2 18-15,7-2-34 0,1-3-9 16,6-1-29-16,0-1 26 0,4-2 11 15,4-1 0-15,3 0-15 0,1-2 16 16,1 1 0-16,1-4-12 0,-1 1 12 16,1 0 6-16,-2 0-6 0,-2-1-23 0,0 1 14 15,-3 3 9-15,-4-2 19 0,-1 2-17 16,-2 0 1-16,-2 5 43 0,-8 1-8 16,-3 2-38-16,-4 0-28 0,-3-1 6 15,-2-1-137-15,3-7-171 0,4-3-98 16,4-4-287-16,3-3-746 0</inkml:trace>
  <inkml:trace contextRef="#ctx0" brushRef="#br0" timeOffset="61473.81">28775 5825 3056 0,'0'0'624'16,"0"0"-469"-16,0 0-108 0,0 0 34 15,0 0 74-15,0 0-18 0,-3 72-66 16,3-52-36-16,2 1 14 0,2-3-16 0,3 1-33 16,-1-4-21-16,1 1 17 15,2-5-20-15,1-3-88 0,1-3-84 0,1-5-110 16,5 0-233-16,-7-5-271 16,9-10-487-16</inkml:trace>
  <inkml:trace contextRef="#ctx0" brushRef="#br0" timeOffset="62143.57">29092 5782 391 0,'0'0'2302'0,"0"0"-1667"0,0 0-340 15,0 0-96-15,0 0-8 0,0 0-18 16,0 0-79-16,0 0-72 0,0 0-7 16,0 0 13-16,-30 73 19 0,21-59-7 15,4-1-12-15,0-3-28 0,4-4-9 16,1 0-32-16,0-5-8 0,0-1 5 15,1 0-2-15,8 0 5 0,2-5-15 16,2-4 12-16,3-4 16 0,3-4-16 0,1 1-38 16,0 0 10-16,-1 4 3 0,-2 0-1 15,-1 4 23-15,-2 4 22 0,-2 3 3 16,-2 1-1-16,2 4 23 0,-2 5 23 0,-3 5 84 16,0 5-19-16,-1 3-28 0,-2 4-1 15,-1 4-5-15,1 1-31 0,-1 0 8 16,-1 2 22-16,-2-3 3 0,0-1-37 15,-5-2 9-15,-5 0 18 0,-1-3-5 16,-2-2-10-16,1-4-19 0,1-3 16 16,2-8-28-16,6-6 0 0,0-1-34 15,3-7-121-15,0-11-122 0,3-3 26 16,3-8 73-16,6-4 32 0,0-5-125 0,2-2-102 16,0-1 89-16,-1 1 96 15,1 2 101-15,1 4 19 0,2 3-26 16,-1 3-26-16,1 3 3 0,1 3 58 15,0 4 14-15,-2 4 19 0,0 3 26 0,-6 6 65 16,1 4 182-16,-5 1 93 0,-3 1 19 16,0 4-140-16,0 6 8 0,3-3 10 0,-2 4-62 15,3 4-68-15,-1-2-46 0,-2 0 18 16,1 1-10-16,-1-3-35 0,-1-1-21 16,2-2 15-16,-2-1-28 0,3-4-3 15,0 0-26-15,1-4 29 0,3 0 32 16,2-2-32-16,1-9-28 0,1-1 27 15,2-2-40-15,1-2-31 0,-2 1-4 0,-1 2 76 16,-2 4 20-16,-2 3-20 0,-5 3 0 16,0 3 19-16,-4 0 101 0,2 0-17 15,0 4-53-15,3 1 64 0,-2 1-20 16,3 3-26-16,-1-1-15 0,1 1-16 16,1 0-27-16,0-2-10 0,1 0-31 15,-2-3-53-15,6-1-117 0,-3-3-91 16,2 0-382-16,-4-4-642 0,1-6-346 15</inkml:trace>
  <inkml:trace contextRef="#ctx0" brushRef="#br0" timeOffset="63341.64">29908 5754 2285 0,'0'0'1021'16,"0"0"-1018"-16,0 0-1 0,0 0-2 15,0 0 108-15,0 0 32 0,0 0-29 16,0 0-58-16,0 0-21 0,0 0-10 16,20 70-21-16,-20-67-1 0,1-1-22 15,1-2 9-15,-1 0 10 0,1 0-28 16,2-6-74-16,2-3-28 0,2-4 82 16,4-2 7-16,0-2-4 0,2-1-45 15,-1 1-44-15,1 1 15 0,-4 2 32 16,-1 4 70-16,0 5 19 0,-5 2 1 15,-1 2 0-15,-2 1 64 0,-1 0 154 16,2 4-39-16,-1 1-109 0,2 3 35 0,2 1 12 16,-1 3-44-16,4 1-13 0,-2 4 28 15,-2-5-19-15,2 1-38 0,-3 0-18 16,3-3 15-16,4-1-28 0,-1-2-21 16,2-2-1-16,5-4 19 0,-3-1-72 0,3-3-105 15,-2-6 60-15,1-2-36 0,-2-4-134 16,-2 2 158-16,-1-2 78 0,-1 0 54 15,-3 3 15-15,2 2-15 0,-2 0 0 16,0 2 15-16,-2 3-12 0,2 2-3 16,-3 3 2-16,1 0 56 0,0 0 54 15,-1 5-3-15,2 2-33 0,-1-2 51 16,2 6-19-16,-2-2-38 0,6 5-10 0,-3-2 22 16,2 1 0-16,4 1-79 0,0 0-2 15,1 1 34-15,2-5-14 16,4-1-21-16,1-3-3 0,2-2 3 15,0-3 0-15,-2-1-41 0,1-1-10 0,-2-6-5 16,-4-3-48-16,0-1-48 0,-3 0 2 16,0-1 100-16,-3-1 49 0,0-1 1 15,0-2 0-15,-1 2 3 0,-2-5-3 0,0 1-32 16,0 0 7-16,-2-2 25 0,-1 2 3 16,-3 2 16-16,-1 1 39 0,0 5-11 15,-1 2 39-15,-6 7 51 0,-2 1 5 16,-1 0-70-16,0 7 45 0,-3-1-73 15,1 4-1-15,2 4-1 0,0 0-7 16,3 3-1-16,0 3 10 0,4-1 15 0,0 1-3 16,3-2-13-16,0-1-27 0,7-3-14 15,2 0 0-15,4-4-2 0,0-3-2 16,4-2-29-16,2-5-13 0,1 0-68 16,3-5 15-16,3-5-20 0,-3-1-93 15,3-5 70-15,0 0-44 16,-2-2 25-16,1 0-110 0,-3 0-52 0,-1 2-32 15,-4 2 33-15,-5 5 89 0,-3 2 0 16,-5 6 231-16,-4 1 91 0,0 0 474 0,0 4-22 16,0 2-132-16,-1 1-181 0,-2 2-170 15,0 0-12-15,1 3 6 0,2-3-10 16,0 2-9-16,0 0-25 0,2-3-10 16,4-2-18-16,2 0 18 0,-1 0 12 15,2-5 1-15,1-1 22 0,3 0 15 16,0-3-27-16,6-7-23 0,-3-3-48 15,4 1-18-15,0-4 64 0,2 0-40 0,-2-2-84 16,3-3 62-16,0-1-35 0,0-3-96 16,3-1 61-16,-2-5-53 0,2-1 55 15,0-5 42-15,-4 0 90 0,1 1 13 16,-6 2 35-16,-4 5-9 0,-7 7 86 16,-1 5 100-16,-4 9 25 0,-1 3-30 0,0 5 33 15,0 0 64-15,0 5-78 16,-3 2-118-16,0 3-90 0,-3 3-29 15,0 7-2-15,2 7-41 0,1 9 29 16,3 2 12-16,0 4 31 0,7-2-31 0,5 2 0 16,5-4 47-16,-1-4-10 0,1-4-37 15,-2-6-27-15,-4-6 26 0,-5-4-23 16,-1-4-137-16,-5-7-42 0,0-2-65 16,-5-1-54-16,-5-1-151 0,-1-7-268 15,-1-4 140-15,3-6 481 0,-1-1-43 16,3-2 163-16,4 1 39 0,3 2 332 15,0 2-33-15,0 4-105 0,3 1-20 0,3 3 3 16,3 0-33-16,1 0-26 0,-2 2-10 16,4-1-42-16,-1 1-51 0,1-1-41 15,-1-1 3-15,-2 2-16 0,0-1-1 0,-5-1-270 16,0 1-288-16,-4-4-808 16</inkml:trace>
  <inkml:trace contextRef="#ctx0" brushRef="#br0" timeOffset="71654.36">31153 12309 382 0,'0'0'303'16,"0"0"-104"-16,0 0 78 15,0 0-92-15,98-80 75 0,-75 63 36 0,0-1-59 16,-3 6-20-16,0 0-33 0,-4 1 10 16,-4 4 21-16,-1 1-16 0,-5 1-1 15,-3 4 21-15,-2 1 43 0,-1 0 46 16,0 0-25-16,0 1-23 0,-2 5-33 15,-10 8-22-15,-11 8-114 0,-9 7-78 16,-8 12-12-16,-11 4 17 16,-5 9 0-16,-4 0 7 0,-2 2 2 15,-3 2 0-15,0 1-26 16,3 2-1-16,3-6-2 0,7-3 1 16,9-8 1-16,5-4-51 0,11-10-56 0,4-5-6 0,10-6-31 15,0-8-55-15,7-3-23 0,5-5-89 0,1-3-195 16,1-5-573-16,8-7 312 0,-1 0-327 15</inkml:trace>
  <inkml:trace contextRef="#ctx0" brushRef="#br0" timeOffset="71958.54">30542 12509 2576 0,'0'0'486'0,"0"0"-250"16,0 0-105-16,0 0 53 0,0 0 103 15,0 0-83-15,0 0-35 0,-42 70-39 16,41-44-40-16,1 3 6 0,0 5 76 16,0 4-3-16,0 1-96 0,-5 2-27 15,1 4 27-15,-3-5-9 0,-3 0-48 16,4-4-14-16,0-4 33 0,3-4-11 16,3-8-24-16,0-3-42 0,2-4 23 0,5-4 7 15,3 0-55-15,3-4 28 16,7-1 39-16,2-4 0 0,7-4-7 15,5-10-14-15,6-2 21 16,4-3 12-16,3-5-12 0,1 0-43 0,5 0 22 16,2 1-49-16,1-1-87 0,-4 3-80 0,-1 0-104 15,-8 4-222-15,-14 4-437 0,-5 5-553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52:04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26677 16870 2553 0,'0'0'620'16,"0"0"-174"-16,0 0-172 0,0 0 15 0,0 0 0 16,0 0-85-16,0 0-84 0,0 0-43 15,0 0-35-15,0 0 16 0,33 22-9 16,-3-22-15-16,9-5 6 0,3-2-7 15,4-4-5-15,9-3-7 0,4-4-6 16,4-4 9-16,5 0-24 0,4 0-13 16,-3-3-2-16,-4 3 0 0,-9 3-86 15,-8 3-82-15,-9 6 11 0,-12 2-13 16,-11 5-44-16,-10 3-179 0,-6 0-171 16,-3 5-49-16,-6 1-610 0,-17 8-212 0</inkml:trace>
  <inkml:trace contextRef="#ctx0" brushRef="#br0" timeOffset="228.71">26688 17042 2801 0,'0'0'392'0,"0"0"-160"0,0 0-41 0,0 0 83 15,0 0-97-15,0 0-109 0,0 0 60 16,0 0 24-16,87 19 12 0,-34-28-7 15,9-6-49-15,6-4-41 0,2-4-67 16,-2-2 0-16,0-2-12 0,-5 1-15 0,-7 2-109 16,-8 0-132-16,-5 4-68 0,-7 2-193 15,-13 6-581 1,-4 2-543-16</inkml:trace>
  <inkml:trace contextRef="#ctx0" brushRef="#br0" timeOffset="1900.97">10618 15216 3051 0,'0'0'541'0,"0"0"-458"0,0 0-67 0,0 0 116 16,0 0 120-16,0 0 69 15,0 0-34-15,0 0-118 0,0 0-46 0,0 0-23 16,75 71-5-16,-58-58 9 0,-2-4-50 16,2-3-29-16,-1-5-25 0,1-1-2 0,1-7-35 15,3-9-9-15,2-5 10 0,1-11 12 16,0-6 20-16,-1-10 1 0,0-5-42 16,-2-1-16-16,0 0-34 0,-1 4-83 15,0 5-6-15,-1 6-119 0,-4 9-233 16,-4 6-528-16,2 5-465 0</inkml:trace>
  <inkml:trace contextRef="#ctx0" brushRef="#br0" timeOffset="3593.49">10644 16696 46 0,'0'0'322'16,"0"0"-77"-16,0 0-66 0,0 0-32 15,0 0-10-15,0 0-26 0,0 0-14 16,0 0-15-16,0 0-17 0,0 0-26 16,0 0-7-16,0 0 4 0,0 0 23 15,0 0 38-15,0 0 46 0,0 0 13 16,0 0-13-16,0 0-20 0,0 0-19 0,0 0-24 15,0 0-28-15,0 0-16 0,0 0-1 16,0 0-9-16,0 0-24 0,0 0 11 16,0 0 6-16,0 0-2 0,0 0-17 15,0 0 1-15,0 0 2 0,0 0-2 16,0 0 0-16,0 0 12 0,0 1 13 16,0 0 3-16,0-1-7 0,0 0 7 0,0 1 3 15,0-1 1-15,0 0-11 16,0 0-3-16,0 0 4 0,0 2-21 0,0-2-2 15,0 0 0-15,0 0 1 0,0 0-1 16,0 0 0-16,0 0 2 0,0 0 24 16,0 0 0-16,0 0-1 0,0 0-6 15,0 0 1-15,0 0-4 0,0 0-14 16,0 0-2-16,1 0-1 0,-1 0-2 16,0 0-10-16,0 0-3 0,0 0 0 15,0 0 14-15,0 0 2 0,0 0 2 0,0 1 36 16,0-1 1-16,0 2-14 0,0-1-21 15,0-1-2-15,0 0 0 0,0 0-1 16,0 0 0-16,0 0-1 0,0 0-2 0,0 0-14 16,0 0 13-16,0 0-9 15,0 0 12-15,0 0 3 0,0 0 13 16,0 0-13-16,0 0 20 0,0 1-7 16,0-1-16-16,0 0-20 0,0 0 17 0,0 0-10 15,0 0 11-15,0 0-17 16,0 0 0-16,0 0-4 0,0 0-2 0,0 0 5 15,0 0 20-15,0 2 4 0,0-2 8 16,0 0-12-16,0 0-1 0,0 0-72 16,0 0-59-16,0 0-84 0,0 0-120 15,0 0-200-15,-4-2-512 0,8 2 391 0</inkml:trace>
  <inkml:trace contextRef="#ctx0" brushRef="#br0" timeOffset="4119.72">10501 16055 775 0,'0'0'511'16,"0"0"-78"-16,0 0-134 0,0 0 22 16,0 0 47-16,0 0 14 15,0 0-34-15,0 0-31 0,0 0-50 0,0 0-48 16,3 7 20-16,-1-1 11 0,1 5-26 16,1 1-80-16,1 2-56 0,1 3-39 15,1-2 0-15,1 0-1 0,2 0-11 16,-3-5-10-16,2-1-27 0,-2-5 0 15,6-3-27-15,0-1 2 0,4-8 13 16,0-6-3-16,6-7 15 0,2-9 1 16,4-7-1-16,-1-5-21 0,4-5 20 15,1-3-1-15,0 1-29 0,4 1-36 0,-4 2-91 16,-3 8-87-16,0 2-101 0,-2 9-135 16,-10 8-486-16,3 3-471 0</inkml:trace>
  <inkml:trace contextRef="#ctx0" brushRef="#br0" timeOffset="4733.39">10755 17420 2910 0,'0'0'793'16,"0"0"-460"-16,0 0-197 0,0 0 41 15,0 0 111-15,0 0-98 0,0 0-64 16,0 0-16-16,0 0-18 0,0 0-28 0,0 0-12 16,53 72 14-16,-41-60 22 0,-1-2 64 15,1 0 0-15,-1-1-59 0,4 0-44 16,-2-3-46-16,2 0-3 0,2-6-34 15,0 0-5-15,3-6 3 0,-1-7 6 0,4-10-19 16,4-8 13-16,2-9 24 16,4-10-16-16,4-14 1 15,5-7-21-15,6-5-31 0,1-2-82 0,0 5-80 16,-3 5-247-16,-13 19-483 0,6-5-498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54:02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9918 11017 1580 0,'0'0'1142'16,"0"0"-949"-16,0 0-183 0,0 0 25 15,0 0-22-15,0 0 80 0,0 0 28 16,0 0 23-16,0 0-49 0,0 0-44 15,1-2 0-15,2 6 57 0,0 3 94 16,0 4 40-16,4 3-36 0,-2 6-41 0,0 2-70 16,1 3-33-16,-3 1-28 0,0 2 12 15,0 1-3-15,-2-4-12 0,3 2-16 16,-1-1-2-16,0-2 2 16,-2-2-13-16,1 0-1 0,1-4 0 0,0-1-1 15,-2-4-13-15,0-5-6 0,1-1 18 0,-2-3-1 16,1-3-19-16,1-1-10 0,-2 0-9 15,0-1 0-15,0-5-12 0,0-6-4 16,0-2 41-16,-2-8 2 0,1-5-8 16,-1-5 9-1,1-2 12-15,0-5 0 0,1 0 0 0,0-3-12 0,0 4 12 16,0 1 0-16,4 1 0 0,2 3 0 16,2-1 1-16,-1 5 1 0,2 4-2 15,-2 6 0-15,2 1 9 0,-3 8 4 16,-3 3-11-16,0 5 10 0,-3 2 13 15,1 0 18-15,2 2-3 0,0 5-9 0,4 5 24 16,3 8 81-16,2 4 47 0,0 8-58 16,0 5-64-16,4 3-30 0,-3 0 2 15,-1 1-8-15,3-1 5 0,0-1-9 0,-1-4-8 16,1-1-11-16,-1-3 0 0,-1-3-1 16,1-4-1-16,-2-5 0 0,-2-5-1 15,1-2-15-15,-3-6-5 0,-4-2-3 16,-1-4 3-16,0 0 8 0,-3 0 13 15,0-3 22-15,1-4 2 0,1-7-9 16,-2-5 34-16,0-9-16 0,1-7-10 16,-1-4-23-16,0-4-3 0,0-1-12 15,2 4 4-15,2 3 10 0,-3 8-1 16,2 6 1-16,0 6-20 0,0 5 3 16,-3 2-10-16,3 3-23 0,-2 1-44 15,1 1-39-15,1 1-44 0,1 0-46 16,3-1-113-16,-1 0-199 0,1 3-199 0,-1-2-418 15,7 3-120-15</inkml:trace>
  <inkml:trace contextRef="#ctx0" brushRef="#br0" timeOffset="282.8">10601 11079 2070 0,'0'0'589'0,"0"0"-313"0,0 0-131 16,0 0 24-16,0 0 64 0,0 0-34 16,0 0-22-16,0 0 24 0,0 0-20 15,0 0-44-15,26 49-7 0,-22-34-3 16,-1 0 5-16,1 0-15 0,2 2-50 16,-3 0-24-16,1-3-9 0,2 0-31 15,-3 1-3-15,3-6-31 0,-3 2 7 0,2-2-19 16,-1-2-40-16,1-2-49 0,-2-2-44 15,0 0-44-15,-2-2-96 0,2-1-122 16,0 0-216-16,0 0-349 0,1-5-228 0</inkml:trace>
  <inkml:trace contextRef="#ctx0" brushRef="#br0" timeOffset="600.7">10926 11019 2108 0,'0'0'527'0,"0"0"-353"15,0 0-46-15,0 0 65 0,0 0 88 16,0 0-37-16,0 0-24 0,0 0-5 0,0 0-50 16,0 0-28-16,0 0 48 0,-10 24-65 15,5-10-46-15,-1 5-9 0,0 0 8 16,2 0-5-16,1 2 2 0,0 0 15 15,3-1-27-15,0-2-24 0,0 0-16 16,7-4-6-16,0-1-12 0,4-2-61 0,0-5 0 16,0 0 10-16,4-3 8 0,-2-1-12 15,-1-2-43-15,2 0-16 0,-1-10-52 16,2 1-32-16,-1-5-79 0,1-1-72 16,-2-5-187-16,0-1-68 0,-1-1-49 15,-3-3-108-15,-2 6 21 0</inkml:trace>
  <inkml:trace contextRef="#ctx0" brushRef="#br0" timeOffset="1037.2">11127 10775 411 0,'0'0'561'0,"0"0"-73"0,0 0-10 0,0 0 18 15,0 0-29-15,0 0-95 0,0 0-121 16,0 0 5-16,0 0 31 0,0 0-122 16,14 76-47-16,-8-43 16 0,-2 2-17 15,1 1-34-15,0 0-18 0,2 1 8 16,-2-1 1-16,1 0 30 0,-2-6-15 0,2-3-19 15,-2-6-40-15,2-5-30 0,-2-4-14 16,-1-6-16-16,0-3-13 0,-2-3-21 16,1 0 6-16,-1-1 24 0,1-9-15 15,1-1 49-15,1-6 22 0,3-3 6 16,0-4-28-16,2-1-15 0,0 1-10 16,0-2-2-16,3 3 8 46,1 1-24-46,0 1-18 0,-1-1-10 0,2 3 3 0,-2 1 19 0,-1 4 15 0,-2 2 1 0,-1 2 32 0,0 3 2 0,-5 0 1 16,1 3 17-16,-3 4 2 0,0 0-18 0,-1 0 34 16,0 0 28-16,0 6-9 0,2 0-26 15,-2 5 26-15,1 6 2 0,1 1-3 16,-1 1-6-16,1 2-6 0,1 2 30 16,0 2 4-16,0-2-7 0,1 3-3 0,3 0 48 15,-1-2 79-15,0-2-91 0,2-1-45 16,2-5-37-16,-1-2-21 0,1-6-28 15,3-1-36-15,-3-4 4 0,2-3-34 16,2 0-64-16,-2-7-83 0,3-3-114 0,0-3-220 16,-2 1-600-16,3-3-1084 0</inkml:trace>
  <inkml:trace contextRef="#ctx0" brushRef="#br0" timeOffset="2166.98">10052 12347 3191 0,'0'0'438'0,"0"0"-258"0,0 0-95 0,0 0-34 16,-16 81 75-16,16-47-11 15,1 4-37-15,8 1-31 0,4-1 6 0,0 0-22 16,0 0-6-16,3-1 40 0,-3-1 36 15,1-1 50-15,-5-6-52 0,-1-4-72 16,-1-6-24-16,-2-3 10 0,-4-7-1 16,1 0 6-16,-2-5 13 0,0-2-4 15,0-2-12-15,0 0-15 0,0-4-13 16,0-1 13-16,-3-4-15 0,-3-3-22 16,-2-1-8-16,2-7 32 0,-3-2-2 0,0-5-13 15,-1 1 26-15,2-2 1 16,-1 1-20-16,0 3 2 15,4 0 19-15,-1 2 0 0,1 7 0 16,2 0 0-16,1 2 0 0,0 1-24 0,1-1 5 0,1-2 1 16,0 1 7-16,0-7 11 0,0-1 0 15,-2-2 0-15,1-1-2 0,-2-1 2 0,2 1 13 16,-1 0-11-16,1 3 1 16,1 1 25-16,0 0-28 0,0 1-1 0,3 1-10 15,1 3 11-15,2 1 12 0,-1 4-12 16,1 0-4-16,2 6-17 0,0 3 21 15,-1 1 0-15,3 1 24 0,2 1 19 16,-1 9 6-16,0 3-22 0,0 3 19 16,-2 5 0-16,-5 4-9 0,-1 3 6 15,-3 3-10-15,0-1 7 0,-4 0-6 0,-5-1-16 16,-2-1 6-16,-1-2-2 0,0-6-1 16,1-1-20-16,1-3 1 0,1-2 13 15,1-6-14-15,2 0-1 0,0-2-3 0,0-2-9 16,3-1 11-16,-1-1-27 0,1 0-5 15,2-2-25-15,1 0-55 0,0-2-59 16,0-2-52-16,1-1-61 16,8 0-103-16,2-1-153 0,-2-1-235 15,8 3-700-15</inkml:trace>
  <inkml:trace contextRef="#ctx0" brushRef="#br0" timeOffset="2465.94">10300 12575 1759 0,'0'0'584'0,"0"0"-132"0,0 0-134 0,0 0-22 16,0 0 9-16,0 0 3 0,0 0-82 15,43 68-56-15,-39-52-30 0,3 2-63 16,1-1-25-16,-3 1-21 0,2 0-10 16,1-1 13-16,-1-3-3 0,3-2 24 0,-1-2-49 15,1-4-6-15,0-5-24 0,-2-1 2 16,0 0 19-16,2-1 1 0,0-10 2 15,0-1 16-15,-1-2 14 0,2-5 1 16,-4 0 0-16,-2-1-29 0,-2 1-1 16,-3-1 34-16,0 4-33 15,0-1-2-15,-6 1-10 0,0 1-24 0,-2 5-54 16,2-2-54-16,0 3-40 0,0 1-63 16,3 0-169-16,2 3-220 0,-1 2-433 0,2 0-383 0</inkml:trace>
  <inkml:trace contextRef="#ctx0" brushRef="#br0" timeOffset="2706.93">10595 12584 417 0,'0'0'1201'0,"0"0"-694"0,0 0-35 0,0 0-130 16,0 0 45-16,0 0-38 16,60 71-100-16,-52-62-117 0,-2-2-66 0,-3-3-16 15,0-2-10-15,-1-2-8 0,-2 0 5 16,0 0 41-16,0 0 46 0,0-5 30 15,0-3 0-15,0-6-29 0,0-3-63 16,-2-6-20-16,-1-1-20 0,1-2-22 0,1-2-10 16,1 0-24-16,0 2-15 15,0 4-37-15,0 2-83 16,3 6-43-16,2 3-65 0,2 2-128 0,1 2-256 16,-1 3-369-16,7 2-242 0</inkml:trace>
  <inkml:trace contextRef="#ctx0" brushRef="#br0" timeOffset="3036.58">10925 12564 1463 0,'0'0'789'15,"0"0"-414"-15,0 0-136 0,0 0 30 16,0 0 34-16,0 0-46 0,0 0-43 0,0 0-28 16,0 0-36-16,0 0-48 0,0 0-40 15,78-75-15-15,-68 52-10 0,-3 4-17 0,-1 0-20 16,0 2 0-16,-3 0 0 0,-2 3 16 15,-1 0 2-15,0 5 16 0,-1-2 10 16,-2 5-14-16,-3 0 4 0,3 5 0 16,-3 1 21-16,2 0-24 15,-3 0 9-15,-1 7-12 0,0 1-16 0,-1 3-9 16,-2 5-2-16,3-1 23 0,3 3 28 16,2 2 19-16,1-1 5 0,2-1 46 15,0-1-22-15,5-2-51 16,5 2-48-16,4-3-1 0,2-3-12 0,5 0 10 15,4-8-74-15,3-3-34 0,2 0-73 16,7-7-59-16,1-6-144 0,1-2-281 16,-8 1-683-16,17-8-943 0</inkml:trace>
  <inkml:trace contextRef="#ctx0" brushRef="#br0" timeOffset="3800.2">12091 11858 2684 0,'0'0'501'0,"0"0"-268"0,0 0-43 15,0 0 50-15,0 0 71 0,0 0-43 16,0 0-95-16,0 0-41 0,0 0-89 0,0 0-41 16,-79 42 26-16,65-22 27 0,2 6 16 15,-1 2 14-15,3 1 41 0,2 2-2 16,4 1-41-16,3-1-20 0,1-2-20 15,0-3-16-15,7-6-27 0,3-2-3 16,3 0-18-16,1-7-3 0,4-1-37 16,2-2-21-16,-3-4 21 0,2-2-40 15,0-2-24-15,-2 0-13 16,1-6-31-16,-3-4 21 0,1-1-9 0,-3 0 17 16,-2-4-47-16,1 3-47 0,-4-1-44 15,0 1 37-15,-1 0 59 0,-3 2 60 16,-1 1 23-16,-2 3 31 0,1 1 68 0,-1 0 10 15,-1 2 35-15,2 0-7 0,-2 2-12 16,0-1 0-16,0-1-10 0,0 2 16 16,1-3 22-16,1 2 13 0,-2-2-16 15,3 1-9-15,-3 0 6 0,0 2-7 16,0 0 4-16,1-1 22 0,-1 2 22 0,2 0-13 16,-2 0-26-16,0 0-9 0,0 0 0 15,0-1-9-15,1 0-29 0,1-2 13 16,-2 1-4-16,1 0-9 0,0-1 13 15,1 0 6-15,-2 2 22 0,0 1 28 16,2 0 1-16,-2-1 0 0,0 1 20 16,0 0 25-16,0 0 3 0,0 0-19 15,0 0-12-15,0 0 2 0,0 2 13 16,0 1-26-16,2 0-21 0,-2 1-25 0,0 4-32 16,3 3 23-16,0 1 3 0,0 4-2 15,1-1-10-15,2 2-3 0,0-3 0 16,1 0 6-16,0 0-18 0,2-6-21 15,-1 1 3-15,1-6-10 0,-2 0-66 16,-1-3-100-16,1 0-77 0,2-4-48 16,-2-3-103-16,-1-5-127 0,0 5-609 0,5-10-266 15</inkml:trace>
  <inkml:trace contextRef="#ctx0" brushRef="#br0" timeOffset="4081.46">12448 12021 2247 0,'0'0'687'0,"0"0"-494"0,0 0-129 16,0 0 31-16,0 0 68 0,0 0-8 16,0 0 6-16,0 0-7 0,52 76-41 15,-40-64 38-15,-2-3-4 0,-3 1-82 16,-1-4-25-16,-3-3-24 0,-3-3 5 16,0 0 38-16,0 0 18 0,0 0 12 15,0-2 65-15,0-3-7 0,-6-3-113 16,0-2-34-16,-2-5-49 0,2-1 12 15,1-1 9-15,1-4 4 0,2-1-16 16,2 2 6-16,0 2-21 16,0 0-37-16,5 4-38 0,4 0-18 0,2 2-67 0,4 3-124 15,2 1-168-15,0 0-79 0,5 2-51 16,4 1-71-16,1 1 173 0,-5 1 216 0,12-1-79 16</inkml:trace>
  <inkml:trace contextRef="#ctx0" brushRef="#br0" timeOffset="4449.39">12826 11870 382 0,'0'0'1018'0,"0"0"-335"15,0 0-82-15,0 0-145 0,0 0-92 16,0 0-64-16,0 0-105 0,0 0-19 16,0 0 8-16,0 0-30 0,-29 21-98 15,20-11 3-15,2 5-4 0,1 0-3 16,0 0 1-16,3 1 8 0,1 0-3 16,2-1-15-16,0 0 0 0,0-4-3 15,4-2-40-15,2-3 0 0,1-1-25 16,2-5 4-16,2 0-31 0,1-3-25 0,0-7 7 15,0 0 30-15,0-3 12 16,1 1-9-16,-6-1 0 0,2 1 9 0,-2 2 4 16,0 1-4-16,-3 1 3 15,-1 2 24-15,-1 1 1 0,-1 1 25 0,1 2 6 0,-2 0 3 16,0 1-3-16,0 0-10 0,0 1-6 16,0 0 22-16,0 0 25 0,1 0-1 15,1 1-9-15,-2 2 3 0,2 3-27 16,1-1-28-16,2 3 27 0,2-1-5 15,0 4-4-15,2-1-15 0,-2 2-2 16,4-2-1-16,0 2 0 0,-1-6-46 16,1 0-82-16,1-3-84 0,0-3-26 15,3 0-79-15,1-3-105 0,0-5-99 16,1-6-141-16,-5 4-497 0,8-9-73 16</inkml:trace>
  <inkml:trace contextRef="#ctx0" brushRef="#br0" timeOffset="4832.47">13203 11876 1026 0,'0'0'1297'15,"0"0"-865"-15,0 0-220 0,0 0-54 16,0 0 8-16,0 0 18 0,25 86-19 16,-15-64 5-16,3 3 44 0,0 2-47 0,0-1-49 15,0 1-19-15,-5-2 22 0,0-2-1 16,-2-2-31-16,-5-7-33 0,0-2-7 16,-1-3-15-16,0-6-10 0,0-2 13 15,0-1 12-15,-1-1-19 0,-3-6-30 16,-4-5-46-16,0-6-24 0,-4-4 27 15,4-8 3-15,-4-8 10 0,2-5-1 16,3-7-6-16,1-5-21 0,3-1-50 16,3 2 30-16,0 5-5 0,1 6-7 15,7 10 18-15,-1 9 35 0,3 8 24 16,-1 2-2-16,-1 4 2 0,4 0 13 0,-2 3 19 16,2 3 9-16,2 3 6 0,-3 1 19 15,0 0 46-15,0 8 44 0,-4 6-38 16,-2 5-7-16,-2 0-21 0,-3 5-37 15,0 1-12-15,-6 0-13 0,-3 0 2 16,-2-3-17-16,-1 0-27 0,0-4-62 0,0-4-53 16,0-2-24-16,3-5-2 0,1-3-6 15,2-4-84-15,4 0-147 0,2-14-198 16,0-4-458-16,2 3-41 0,11-16 476 0</inkml:trace>
  <inkml:trace contextRef="#ctx0" brushRef="#br0" timeOffset="5130.49">13415 11562 427 0,'0'0'629'0,"0"0"-170"0,0 0-46 0,0 0-66 16,0 0-82-16,0 0-16 16,0 0 43-16,0 0-49 0,0 0-18 15,0 0-38-15,0 0-55 0,78 79-25 0,-69-55 0 16,4 2 6-16,-3 1 27 0,1-1 33 16,-1-2-25-16,1-2-61 0,-4-4-68 15,1-4-19-15,-2-2-3 0,0-6-9 16,0 0-22-16,0-6-34 0,0 0-89 0,3-6 14 15,0-6 69-15,5-1 52 16,-2-5 22-16,2 1 0 0,-2 1 0 0,-2 2 0 16,-2 4 0-16,-2 4 3 0,-1 5 31 15,-4-1-6-15,0 2-6 0,1 0 6 16,2 2 37 0,1 2 77-16,2 4-12 0,-2 3-60 0,1-1-30 0,-1 0-37 15,-1 1-3-15,0-1-70 0,5-4-100 16,-2-1-102-16,2-2-230 0,0-3-509 15,6-2-697-15,-104-76 627 0</inkml:trace>
  <inkml:trace contextRef="#ctx0" brushRef="#br0" timeOffset="5716.56">13982 11282 2955 0,'0'0'596'16,"0"0"-466"-16,0 0 31 0,0 0 113 15,0 0 27-15,98-35-118 0,-67 22-63 16,3-1-43-16,2-3-51 0,1 3-26 16,-4-2-2-16,2 4-19 0,-2-2-10 0,-1 4-18 15,-7-1-28-15,-4 4-68 0,-6 2-53 16,-4 3-66-16,-8 2-142 0,-3 0-170 16,0 0-175-16,-6 3-763 0</inkml:trace>
  <inkml:trace contextRef="#ctx0" brushRef="#br0" timeOffset="5932.5">14208 11281 1964 0,'0'0'1691'0,"0"0"-1380"0,0 0-222 16,0 0-17-16,0 0 134 0,0 0 88 15,0 0-91-15,46 72-47 0,-34-49-28 0,2 2-52 16,-4 0-33-16,-1 3-40 0,-1-4-3 15,-1 1-1-15,-1-2-20 16,0-3-62-16,0-2-54 0,1-6-65 16,-1 1-91-16,0-8-111 0,-4-1-323 0,1-2-630 15,-1-2-367-15</inkml:trace>
  <inkml:trace contextRef="#ctx0" brushRef="#br0" timeOffset="7498.68">14512 11276 1656 0,'0'0'776'16,"0"0"-380"-16,0 0-193 0,0 0-5 16,0 0 19-16,0 0-18 0,0 0-9 0,0 0 14 15,0 0-7-15,0 0-48 0,0 0-25 16,43 72-31-16,-34-48 15 0,-3 4-38 15,-1-2-24-15,4 1 25 0,-2-5-13 16,0-1-36-16,1-6-20 0,-2-3-2 16,-1-2-3-16,1-6-25 0,-2-2-12 15,2-2-52-15,0 0-40 0,1-11 24 16,2 1 50-16,-2-5 33 0,2-3 0 16,0 1-21-16,-1-4-4 0,2 0 0 0,0 4 16 15,0 2 3 16,2 2-3-31,-3 1 15 0,2 5 17 0,-4 2 1 0,2 1 1 0,-2 4-1 0,0 0 1 0,-3 0 34 16,4 0 56-16,-4 7 28 0,3 1-13 16,0 0-12-16,1 3-25 0,-1 1-19 15,3 1 0-15,0-3-31 0,-1 1-15 16,3-1 16-16,-1-3-18 0,3 0-1 0,-3-2 0 16,3-1-2-16,0-4-26 0,-1 0-6 15,1-7-2-15,-1-2 20 0,1 1-24 16,1-4 16-16,1-4 11 0,0 2-8 15,-1-3 21-15,-1-1-53 0,-1 0 16 0,-3 2 34 16,-3 2-22-16,-4 0 15 16,0 2 10-16,-3 0 16 0,0 2-1 15,-3 3 13-15,-2-4 6 0,0 7 3 16,-1 0-3-16,-1 1 9 0,0 3 12 0,1 0-3 16,0 0 1-16,-3 3-23 0,4 2-5 15,-4 2-10-15,2 0 12 0,1 3 7 16,-1 0 3-16,1 2 12 0,2 3 12 15,1-2 24-15,0 1 37 0,3-2-34 16,0 0-49-16,0 0-36 0,3-2-3 16,4-3-2-16,2 0-13 0,2-2-12 15,4-3-43-15,2-2-24 0,0 0 2 0,5-3 10 16,1-6 27-16,0-1-55 0,0-2 6 16,-1 0-44-16,-2 0 3 0,-4 1-37 15,-1 1-11-15,-4 3 20 0,-1-4-35 16,-2 3 66-16,-4-1 41 0,1 1 34 15,-2-1 58-15,-2 4 9 0,-1-4 38 0,0 6 51 16,0-1 47-16,0 1-4 16,-1 2-3-16,1 1 25 0,0 0 8 15,0 1-10-15,-2 2-38 0,2 2-55 16,0 3-57-16,0 2-1 0,0 0 0 0,3 0 45 16,3 1 19-16,1-4-29 0,5-1 4 15,-2-2 10-15,3-4-5 0,1 0-14 16,2 0 6-16,-2-3-22 0,2-4 0 0,-3-2-15 15,-3-1-1-15,-1-2 1 0,-3 0 13 16,-6 1-13-16,0 3 0 0,0-3 10 16,-5 4-10-16,-5-3-22 0,0 3-11 15,-1 0 11-15,-4 0-11 0,4 3-4 16,3 1 6-16,2 1 16 0,3 0-19 0,1 2-58 16,1-1-47-16,1 1-3 0,0 0 9 15,0 0 14-15,4-2 48 0,2 2 68 16,2-2 0-16,1 2-10 0,3 0 13 15,-1 0 0-15,4 0 16 0,-1 2-16 16,2 1 2-16,1 4 13 0,-1-3 4 16,1 4-16-16,-4 2 22 0,-2-1 6 15,-3 2 41-15,-2-3-32 0,-2 1 1 16,-1-3 14-16,-2 1 11 0,1-4-17 16,-2-1 3-16,0-1-15 0,0-1-12 0,0 0-14 15,0 0-11-15,1-1 0 0,2-5 0 16,0-4-23-16,1 0 4 0,2-6 7 15,3 0-4-15,2 1-27 0,1-2-6 16,1 4 12-16,3 1 18 0,0 0-9 16,-2 2 15-16,-1 3 13 0,1 0 0 15,-5 2 1-15,0 5-1 0,-3-4 0 16,-1 4 12-16,-1 0 7 0,1 0 15 0,-1 5 37 16,0 2 18-16,2 4-42 0,1-1-16 15,0 5 2-15,1 1 1 0,1 0-9 16,0 1-4-16,2-2-2 0,-3 2-16 15,4-4 15-15,-2-1 10 0,-1-4-28 16,0 0 0-16,0-5-2 0,-2-1 1 0,1-2-2 16,-1 0-10-16,-2-3 11 15,1-5 2-15,2-1 16 0,-3-4-14 16,4-4-2-16,1 0-28 0,0-2-18 16,2-2-9-16,1 1 18 0,1 1-37 0,-1 2 18 15,1 3 16-15,-2 5 12 16,0 2 10-16,-4 4 3 0,-2 0 12 0,0 3 2 15,-2 0 1-15,2 0 13 0,1 5 33 16,0 1 16-16,3 5 0 0,0 3-4 16,5 3-3-16,-1 2-30 0,2 4-24 15,1 4-1-15,3 3 12 0,1 2 7 0,-2 1-1 16,1 3 16-16,-6 0 30 0,-1-1 9 16,-4 0-24-16,-6-3-6 0,-3-4 9 15,-3-3 0-15,-8-3 6 0,-1-7-10 0,-1-2 16 16,-1-4-3-16,2-6-34 0,1-3-12 15,3 0-12-15,1-9 6 0,2-6-9 16,4-6-45-16,1-7 27 16,3-6 18-16,10-9-2 0,4-3-17 15,5-3 19-15,3 1 0 0,3 1-1 16,1 5-32-16,-3 6 9 0,0 3 2 16,-3 7-2-16,-5 7-12 0,-3 2-1 0,-6 7-21 15,-2 2-36-15,-5 3-53 0,-2 2-56 16,0-1-149-16,0 1-305 0,-1-1-632 15,-9 3-843-15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54:58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19970 9580 1816 0,'0'0'399'15,"0"0"-76"-15,0 0-123 0,0 0 102 16,0 0 21-16,0 0-44 0,0 0-71 16,0 0-66-16,0 0-26 0,7 5-25 0,-6 2 9 15,1 4 24-15,-1 4-41 0,0 1-21 16,1 5-28-16,-2-1 6 0,0 2-9 16,0 0-7-16,0 0-2 0,-2 0 3 15,0-3-24-15,-1 0 14 0,1-2-12 16,-2-4-2-16,3-1 0 0,1-5-1 15,-2-1-12-15,2-3-10 0,0-1-5 16,0-2 5-16,0 0-12 0,0-2-12 0,0-3-37 16,0 0 44-16,0-7 39 0,3 1 19 15,1-4 8-15,1-6-27 0,-3 2-22 16,4-5 7-16,2 1-13 0,0 2-22 16,1-3 29-16,0 2-26 0,-1 3 22 0,2 1-3 31,-1 1 27-31,0 3-27 0,-1 4 28 0,-1 0-11 0,2 6 10 0,-2-1 1 15,2 1 0-15,-1 2 11 16,1 2-8-16,1 0 41 0,5 0 12 16,-4 7-4-16,3 0-5 0,1 4-4 0,-2 0-3 15,0 3-15-15,-3 3 0 16,1 1 9-16,-2 1-19 0,-1 1-12 0,0-1 16 16,-2-1-7-16,0-2-12 0,-2 0 0 15,-3 0 3-15,1-3-1 0,-2-1 13 16,0 0 1-16,0-3-4 0,0-3-11 15,0-2-1-15,-2-1-28 0,2-1-33 16,0-2-41-16,0 0-53 0,0-2-69 0,0-2-46 16,0-3-188-16,0-3-247 0,2 3-398 15,2-9-118-15</inkml:trace>
  <inkml:trace contextRef="#ctx0" brushRef="#br0" timeOffset="333.67">20419 9622 1990 0,'0'0'608'0,"0"0"-189"16,0 0-167-16,0 0-22 0,0 0 38 15,0 0-41-15,0 0-76 0,-31 82-45 16,28-64-41-16,3 1-25 0,0-1-15 16,0-2-6-16,5-1-19 0,4-2-3 15,5-1 3-15,0-1 21 0,1-4-18 16,1-2 0-16,0-3-3 0,-1-2-7 0,2-3 7 15,-3-4 47-15,5-5-7 0,-3-3 3 16,0 0-3-16,-5-2-21 0,2 0-4 16,-7 0-13-16,-5 2 17 0,-1-1 24 0,0 3-21 15,-7-1 11-15,-6 2-30 0,0 1 18 16,-4 4-21-16,2 1 0 0,-2 2-2 16,1-1-50-16,1 3-25 15,0 1-41-15,2-2-36 0,4 3-74 0,5 0 5 16,3 0-80-16,1-2-254 0,0 1-262 15,4 0-395-15,9-3 438 0</inkml:trace>
  <inkml:trace contextRef="#ctx0" brushRef="#br0" timeOffset="562.84">20788 9405 1463 0,'0'0'1083'16,"0"0"-649"-16,0 0-187 0,0 0-75 15,0 0 50-15,0 0-1 0,-3 88-27 16,3-59-61-16,0 3-58 0,0-1-58 16,0 0-17-16,2 2-3 0,4-3-22 0,-2 0 12 15,2-3 11-15,1-4-12 0,0-6-20 16,-3 0-79-16,1-9-66 0,-4-2-181 16,2-1-80-16,-3-4-17 0,0-1 56 15,0 0-89-15,0-6-220 0,-6-4 85 0</inkml:trace>
  <inkml:trace contextRef="#ctx0" brushRef="#br0" timeOffset="683.03">20778 9643 863 0,'0'0'687'0,"0"0"-183"0,0 0-142 15,0 0-90-15,0 0-57 0,0 0-32 16,0 0 38-16,0 0 20 0,0 0-54 0,0 0-115 16,101-4-43-16,-72 4-29 0,2-5-1 15,1-3-25-15,1-3-135 0,-2-1-229 16,-13 3-362-16,6-5-958 0</inkml:trace>
  <inkml:trace contextRef="#ctx0" brushRef="#br0" timeOffset="10646.42">17106 8791 46 0,'0'0'146'0,"0"0"17"0,0 0 0 16,0 0-61-16,0 0-37 0,0 0-3 16,0 0 19-16,0 0 40 0,0 0 51 15,0 0 8-15,-37 4-44 0,29-3-28 16,1 0-33-16,0 1 9 0,1 0-3 0,0-2 13 15,4 2-9-15,-4-1-36 0,-2 2-10 16,0-1-17-16,-2 2-22 0,0 0-6 0,-5 1-10 16,2 2 16-16,-2 2-26 0,-1-2 9 15,0 2 14-15,1 0-23 0,0-3-23 16,1 4 20-16,4-4 28 16,0 0 0-16,5-3 0 0,0 2 1 0,2-5 47 15,3 0-47-15,0 0-65 0,0 0-7 16,0 0 72-16,3 0 46 0,2-2 61 15,-2-1 3-15,1 2 10 0,-1-1-20 16,2-1-2-16,0 2-8 0,-2-3-6 16,2 2-3-16,3 0 2 0,-1-2-12 15,3-2-16-15,3 1-4 0,3 0-9 16,3-3 3-16,4 2-13 0,2-4-19 16,6 1-10-16,-1-3-3 0,3 1-1 0,2-1 1 15,4 0 0-15,2-1-1 0,6-3-1 16,3-2 1-16,5-1-12 0,3 0-1 15,5-1 12-15,3-3 2 0,3 3-2 0,5 0-24 16,1 1 10-16,3 1 13 0,2 1 2 16,2 2-15-16,1-1 16 0,2 3 0 15,-1-3-1-15,0 1-35 0,1 0-38 16,-1-2-25-16,-4 3 12 0,-6 2 51 16,-6 0-12-16,-8 1 47 0,-6 4-25 15,-11 1 23-15,-8 2 2 0,-8 2 1 16,-7-1-3-16,-8 2 1 0,-8-1 2 15,-3 2 71-15,-1 0 71 0,0 0 0 0,0 0-27 16,0 0-31-16,-1 0-62 16,-3 0-22-16,-1 0-38 0,-1 0-23 15,1 0-97-15,-5 0-119 0,0 0-156 16,1 0-250-16,-8 6-427 0</inkml:trace>
  <inkml:trace contextRef="#ctx0" brushRef="#br0" timeOffset="11291.45">17095 9110 835 0,'0'0'319'0,"0"0"-91"16,0 0-111-16,0 0 7 0,0 0-4 15,0 0 4-15,0 0-14 0,0 0-6 16,0 0-13-16,0 0 28 0,0 0 4 0,20-4-13 16,-20 4-52-16,0 0 13 15,2 3 45-15,1 0 26 0,2 1 21 16,-1-1-3-16,2 2-35 0,1 2-24 16,3 0-31-16,2 0-3 0,3 1-10 0,7 3-4 15,1 1 1-15,11 0-19 0,4 3 28 16,7 0 12-16,10-3-3 0,5 0-18 15,6 0-19-15,7-1-7 0,3-2-28 16,0-1-10-16,2 2-6 0,-6-1-32 16,-2 3-74-16,-7 0 2 0,-2 0 60 0,-10-2-139 15,-3-1-23-15,-8-3-37 0,-4-5-56 16,-6 3-205-16,-2-2-16 0,-5-1 42 16,-6 3 210-16,-3-3 281 0,-2-1-414 15</inkml:trace>
  <inkml:trace contextRef="#ctx0" brushRef="#br0" timeOffset="12132.83">16844 9306 866 0,'0'0'645'16,"0"0"-349"-16,0 0-163 0,0 0-71 15,0 0 38-15,0 0-15 16,0 0-37-16,0 0-6 0,0 0-6 0,0 0-4 16,0 0 17-16,-5-5 28 0,5 5 43 15,0 0 35-15,0 0 18 0,0 0-9 16,0 0-36-16,0 0-29 0,0 0-29 0,0 0 0 16,0 0-10-16,0 0-3 15,0 0-6-15,0 2 3 0,0-2-16 0,0 0-10 16,0 0 0-16,0 0 13 0,0 0 3 15,0 1 7-15,0 1 8 0,0-2-5 16,0 1-6-16,0 0-14 0,0 4-3 16,0 2 10-16,0 5-26 0,0 6-13 15,6 1-2-15,3 5-1 0,4 7-1 16,3 2 2-16,7 6 2 16,1 7 11-16,5 2 43 0,6 4 6 0,1 2 3 0,4 1 16 15,5-2-38-15,-1-1-24 0,5-4-4 16,1-2-15-16,-3-8-17 15,-2-2-30-15,-2-6-33 0,-7-6-13 16,-4-1-19-16,-7-3-4 0,-4-7-26 16,-6-2-25-16,-4-2-38 0,-1-6-37 0,-6 2-20 0,-1-5-72 15,-2 0-141-15,-1 0-90 16,0 0-174-16,0-5-86 0</inkml:trace>
  <inkml:trace contextRef="#ctx0" brushRef="#br0" timeOffset="13916.96">15228 9576 202 0,'0'0'629'0,"0"0"-420"16,0 0-92-16,0 0-26 0,0 0 85 16,0 0 3-16,97-69-3 0,-71 49 22 15,10-4 6-15,1-3-26 0,5-2-29 16,2-3-68-16,3 1-10 0,2 2-17 15,-3-1 4-15,1 5-22 0,-3 0-7 16,-5 4-7-16,-4 6-22 0,-6-2-22 16,-7 7-14-16,-3 2-51 0,-5 1-12 0,-2 3-63 15,-5 2 13-15,0 1-16 0,-2 0 26 16,0 1 35-16,2 0-39 0,1-3-140 16,-1 2-160-16,0-1-75 0,6-3 9 0</inkml:trace>
  <inkml:trace contextRef="#ctx0" brushRef="#br0" timeOffset="34160.9">19683 12166 2267 0,'0'0'362'0,"0"0"-169"0,0 0-106 16,0 0-30-16,0 0 91 0,0 0 50 16,0 0-4-16,0 0-20 0,0 0-16 15,0 0-36-15,4 0-11 0,2 5 39 0,1 2 39 16,-1 5 9-16,1 3-7 0,-1 4-26 15,0 1-36-15,-1 5-7 0,1-1-74 16,-3 2-32-16,0-1-16 0,-2-4-34 16,1 1-9-16,-1-7-5 0,-1-1-56 15,3-5-37-15,-1-3-80 0,1-2-122 16,1-4-92-16,-2 0-138 0,4-7-7 16,-3-2-186-16,5-10-636 0</inkml:trace>
  <inkml:trace contextRef="#ctx0" brushRef="#br0" timeOffset="34492.12">20023 11918 2556 0,'0'0'448'0,"0"0"-269"0,0 0-58 15,0 0 64-15,0 0 84 0,0 0 4 0,0 0-59 16,-77 68-72-16,68-45-27 0,1 2-50 15,2 3-34-15,4-1 24 0,0-1 16 16,2-2-6-16,0-4-17 0,6-1-48 16,1 0-37-16,7-2 15 0,1-2 19 15,4-3-15-15,0 0 16 0,-1-3-13 16,1-3 15-16,-2-2 1 0,0 1-1 16,-2-3-1-16,-4 0 0 0,-3-1 1 15,-4 0 0-15,-3 0 18 0,-1 2 37 16,0 1 25-16,-4 3 9 0,-10 5-89 15,-4 2-52-15,-5 1-40 0,-3-1-13 0,-1-2-2 16,0-1-48-16,3-4-93 16,4-3-157-16,3-4-188 0,9 0-215 0,-3 0-538 0</inkml:trace>
  <inkml:trace contextRef="#ctx0" brushRef="#br0" timeOffset="35029.55">20785 12007 2130 0,'0'0'563'15,"0"0"-293"-15,0 0-119 0,0 0 56 16,0 0 63-16,0 0-45 16,-51 82-109-16,43-62-44 0,5-1-21 0,2 0-35 15,-1-5-15-15,2-3-1 0,0-1-22 16,3-3-25-16,5-6 0 0,-3-1 13 15,4 0 5-15,0 0 29 0,-1-5 0 16,4-3 16-16,-5-7-3 0,3 0-3 0,-1-4-10 16,-1-2-28-16,1 1 9 0,-3 1 0 15,0 4 3-15,1 1-3 0,-6 3 19 16,2 5 2-16,-2 3 24 0,-1 2 27 16,0 1 22-16,0 0-12 0,0 0-27 15,2 3-5-15,-2 2 56 0,1 2 62 16,1 5-46-16,-1 1-45 0,4 2-8 15,-2 1 2-15,-1-1-5 0,3-3-4 16,0 3 0-16,0-3-10 0,-1-1-16 0,2-1-17 16,-2-4-34-16,2-1-40 0,-1-3-46 15,3-1-44-15,-1-1-41 0,2-1-62 16,2-7-140-16,-4-2-286 0,5-2-630 0</inkml:trace>
  <inkml:trace contextRef="#ctx0" brushRef="#br0" timeOffset="35420.47">21454 11859 638 0,'0'0'2485'0,"0"0"-2153"15,0 0-234-15,0 0-6 16,0 0 72-16,17 73 53 0,-9-54-82 0,1 2-69 16,0-2-29-16,1 4-18 0,0-6 9 15,-1-3 22-15,-2-2-13 0,-1-5-37 16,3-2-1-16,-5-2-2 0,-1-2 3 15,1-1 2-15,2-2 10 0,-2-5 19 16,3-5 22-16,1-4 2 0,-1-4-18 16,-1 0-9-16,-2-4-15 0,3-1-13 15,0 0-12 1,-1 3-12-16,0 0-10 0,0 2-28 0,-1 5-68 0,1 0-57 16,-1 3-61-16,0 2-134 0,1 1-298 15,-3 5-642-15,4 3-222 0</inkml:trace>
  <inkml:trace contextRef="#ctx0" brushRef="#br0" timeOffset="35977.4">21813 12036 2448 0,'0'0'727'0,"0"0"-727"0,0 0 44 15,0 0-28-15,0 0 67 0,0 0-45 16,0 0-18-16,70-74-20 0,-57 53 0 15,-2 0-20-15,-2 1 20 0,-4 3 18 16,-4 0 17-16,-1 4-6 0,0 3 38 0,-4 1 12 16,-4 3 22-16,0 1-9 0,-1 4-17 15,-1 1 4-15,-1 0-16 0,2 4 10 16,0 4-1-16,1 2-10 16,1 4-6-16,1 2-31 0,2 3-3 0,-1 0 52 15,5 2 19-15,0-1 40 16,0-2-44-16,0-3-46 0,8-3-30 0,-3 0-13 15,4-1-28-15,2-6-18 0,0-2-13 16,3-1-12-16,0-2-12 0,4-5-1 0,-4-5-24 16,3-1-17-16,1-4-23 0,0-3 3 15,1 1 23-15,1-1-90 0,-1 0-11 16,0 0 82-16,-2 4-260 0,-2 1 224 16,-1 1-121-16,-2 3 114 0,-4 3 132 15,-1 5 0-15,-2 1 52 0,-3 1 68 16,0 8 259-16,-1 1-46 0,1 6-68 15,-1-2 2-15,1 2-14 0,1 1-26 16,1-2-58-16,-1 1-9 0,2-4 12 16,0 2 49-16,-1-4 1 0,-1-3 1 0,-1-2-65 15,-1-3-50-15,-1-2-7 16,0 0 37-16,0 0-2 0,0 0-8 0,0-1-11 16,0-5-50-16,1-6-15 0,2-5-18 15,0-2-10-15,2-3-15 0,2 1-37 16,-2-2-21-16,3 5-23 0,1 3-25 15,-1-1-22-15,2 4-62 0,-1 0-158 0,4 0-241 16,-6 5-437-16,8-3-242 0</inkml:trace>
  <inkml:trace contextRef="#ctx0" brushRef="#br0" timeOffset="36170.5">22427 11605 1646 0,'0'0'662'0,"0"0"-243"15,0 0-113-15,0 0 48 0,0 0-84 0,0 0-87 16,0 0-29-16,13 71-19 0,-11-44-19 16,1 4-36-16,0 4-36 0,-1 2-29 15,-1 1 1-15,2-1-15 0,0-4-1 16,2-6-28-16,-1-2-106 0,1-5-37 16,0-5-81-16,-2-6-166 0,0-1-297 0,-3-5-628 15</inkml:trace>
  <inkml:trace contextRef="#ctx0" brushRef="#br0" timeOffset="36578.03">22484 11869 2334 0,'0'0'568'0,"0"0"-404"0,0 0-91 0,0 0-2 16,0 0 21-16,0 0-18 0,0 0-24 15,78 0-8-15,-59-5-20 0,3 0-9 16,0-1-10-16,3 0 22 0,1-1 6 15,-1-3-31-15,-1 1-32 0,-2-3-34 16,-3 0-24-16,-1 0-24 0,-5-1 2 16,1-1-10-16,-2 0 20 0,-3-4 53 0,-1 6 46 15,-3-5 2-15,-1 3-15 0,-3 3 16 16,-1-1 23-16,0 5 28 16,0-2 26-16,-1 5-7 0,-5-2-6 0,2 1 10 15,-2 4 28-15,1-2 19 0,-3 3 3 16,2 0-1-16,-1 0 38 0,-3 6 5 15,3 3-14-15,-2 4-28 0,-1 1-15 0,3 2-13 16,1 4 18-16,0 3 34 0,3 0 17 16,2 0-30-16,1 0-25 0,0-2-49 15,0 2-25-15,6-4-14 0,1-3-22 16,3-1 0-16,2-4-25 16,1-3-17-16,-1-4-13 0,3-1-37 0,-1-3-21 15,2 0-9-15,3-3 2 0,1-3-16 16,2-2 28-16,-1-1-237 0,-2-5-156 15,-3 3-631-15,3-6-396 0</inkml:trace>
  <inkml:trace contextRef="#ctx0" brushRef="#br0" timeOffset="36776.18">23118 11730 1937 0,'0'0'1584'15,"0"0"-1312"-15,0 0-153 0,0 0 19 0,0 0 103 16,0 0 1-16,0 0-91 15,59 74-31-15,-40-56-22 0,6-1-49 0,1 2 6 16,1-3-6-16,-1-1-49 0,-3-4-12 16,0-1-74-16,-3-2-27 0,-4-2-22 15,-1-2-63-15,-5-1-115 0,-1-3-80 16,-7 0-239-16,2-6-387 0,-4 1-161 16</inkml:trace>
  <inkml:trace contextRef="#ctx0" brushRef="#br0" timeOffset="36943.06">23382 11715 650 0,'0'0'1790'0,"0"0"-1220"16,0 0-31-16,0 0-60 0,0 0-45 15,0 0-126-15,0 0-115 0,0 0-46 16,-56 75-16-16,45-45-27 0,-8 1-16 0,1 7-25 16,-3-3-17-16,2 0-46 15,-1-5-82-15,4-5-76 0,3-6-74 0,4-5-40 16,1-3-201-16,2-5-660 15,-3-2-1157-15</inkml:trace>
  <inkml:trace contextRef="#ctx0" brushRef="#br0" timeOffset="37605.85">24463 11558 1873 0,'0'0'528'0,"0"0"-224"0,0 0 1 0,0 0 149 16,0 0-34-16,0 0-69 0,0 0-59 16,0 0-80-16,0 0-73 0,0 0-66 15,0 0-12-15,-57 48-15 0,42-25-3 0,2 3-10 16,0 2 13-16,3 3 12 0,4-5-6 16,1 1-13-16,3-4-12 0,2-2-27 15,0-4-31-15,10-2-42 0,0-5-73 16,6-1-41-16,0-6-12 0,7-3-35 0,1-3-52 15,1-10-75-15,5-3-187 32,-8-1-526-32,11-6-441 0</inkml:trace>
  <inkml:trace contextRef="#ctx0" brushRef="#br0" timeOffset="37909.39">24711 11612 2103 0,'0'0'502'0,"0"0"-187"0,0 0 53 16,0 0-24-16,0 0-86 0,-19 71-72 15,19-54-45-15,0 1-23 0,2-3-10 0,3-1-18 16,3-2-50-16,3-3-15 0,-1-1-10 16,3-4-5-16,3 0-10 0,0-4 0 15,3-3 0-15,1-5 0 0,0-3-15 16,0-4-3-16,-1-1 17 0,-5-1-1 16,-3 3-13-16,-5-2 12 0,-3 4 1 15,-3 0 1-15,0 0-2 0,-1 4-10 0,-6-1 13 16,1 2 3-16,0 3-3 0,-2 2 0 15,-2 2 0-15,-2 0-41 0,-2 1-36 16,-2 4-28-16,0 2 14 0,0-1 4 16,3 0 25-16,2-1-11 0,5 0-18 15,2-5-41-15,2 0-86 0,2 0-129 16,2 0-150-16,6-6 125 0,5 0 65 16,0-3-129-16,-1 1-146 0,8-4-57 0</inkml:trace>
  <inkml:trace contextRef="#ctx0" brushRef="#br0" timeOffset="38157">25006 11562 496 0,'0'0'638'0,"0"0"-13"16,0 0-138-16,0 0-83 0,0 0-47 15,0 0-34-15,49 79-47 0,-39-58-77 16,-1 1-23-16,2 2-18 0,-2-2-15 16,0-3-10-16,-2-1 7 0,2-5-54 0,-3-1-40 15,-1-7-21-15,-2 1-7 0,0-5-16 16,-3-1 14-16,3 0-13 0,2-3-1 15,1-5 44-15,3-5 3 0,0-5 0 16,2-5-31-16,1-2-18 0,-2-5-1 0,4 2-20 16,-1 0 6-16,0 1-41 15,-1 2-42-15,-2 7-44 16,-2-1-53-16,-2 5-44 0,-1 4-82 0,-4 3-160 0,2 3-315 16,-3 4-663-16</inkml:trace>
  <inkml:trace contextRef="#ctx0" brushRef="#br0" timeOffset="38725.36">25365 11751 909 0,'0'0'1697'0,"0"0"-1417"16,0 0-33-16,0 0-39 0,0 0-30 16,0 0 5-16,0 0-32 0,0 0-38 0,81-70-44 15,-70 51-39-15,-2 0-28 0,-4 0 17 16,-3 3-7-16,-2 2 7 0,0 6 12 0,0-2 9 15,-4 6 29-15,-3 3 12 0,-2 1-13 16,-1 1-15-16,0 8 18 0,-3 3-3 16,4 0-40-16,-1 2-7 0,3 3-9 15,0 0 7-15,4 2-4 0,0-1 4 16,3-3 0 0,0-1-19-16,3-3-34 0,4-2-2 0,3-4 2 15,0 0-16-15,3-4-21 0,0-1 16 0,3-3 5 16,3-5 0-16,1-5-30 0,0-1-42 15,3-5-48-15,2-2-66 0,-2-3-36 16,-1 1-149-16,-4 3-577 0,-1 2 552 16,-5 0-39-16,-2 2 49 0,-4 5 374 0,2 2 62 15,-5 4 195-15,0 3-12 0,-3 2 484 16,0 2-11-16,0 9-92 0,0 3-317 16,0 3-43-16,0 6-3 0,0 1-15 15,0 0-12-15,9 2 2 0,1 1 8 0,0-3 2 16,3-3-22-16,0-3-59 0,-3-6-28 15,-1-1-56 1,-5-6 1-16,0-3 11 0,-1-2 13 0,-3 0 9 0,0 0 7 16,0-2 2-16,3-7 9 0,0 0-24 15,1-8-4-15,2-3-11 0,2-9-22 16,1-1-12-16,-1-4-3 0,2 2-24 16,0 1 5-16,1 4-5 0,1 6-4 15,1 3-14-15,0 2-44 0,0 2-27 16,-2 4-3-16,1 3-7 0,-2 3-16 15,-1 3-53-15,-3 1-127 0,-2 1-173 16,-3 6-41-16,-1 0-202 0,-3 7-1114 0</inkml:trace>
  <inkml:trace contextRef="#ctx0" brushRef="#br0" timeOffset="41990.99">4728 11306 164 0,'0'0'72'0,"0"0"13"15,0 0 65-15,0 0 101 0,0 0-33 0,0 0 10 16,0 0 10-16,0 0-66 0,0 0-29 16,0 0-26-16,-32-17-35 15,31 17-18-15,-2-2 8 0,2 1 2 0,-1-1 11 16,1 0 9-16,-1 2 9 0,1 0-3 15,-1 0-13-15,1 0-28 0,1 0-11 16,-3 0-16-16,0 0 0 0,2 0 13 16,-2 0 13-16,-4 0 10 0,4 0 15 15,-3 0 16-15,0 4-3 0,2-1-29 16,-4-1 3-16,2 0-25 0,0 3 0 16,0 0-11-16,0-2-5 0,-1 3-7 15,0 0-3-15,1 1 16 0,-3 2 0 0,2 4 9 16,-4-1 16-16,5 1 13 0,-3 4 15 15,5-3 22 1,-3 6 16-16,5 0-39 0,1 1-21 16,1 2-23-16,1-2 1 0,8 1-29 0,-2-1-15 0,3-2 0 15,3 0 0-15,2 0 0 16,-1-3 0-16,2 0 0 0,1-3-1 0,0-1 0 16,2-1-2-16,-1-4 3 0,2 0 3 15,1-2-1-15,0-3-1 0,0 1 1 16,2-3 29-16,0 0-31 0,-1 0 2 0,-2-3 1 15,3 1 10-15,-4-3-13 0,1-2-1 16,-2 0-14-16,0-2 15 0,-1-2 3 16,-1-1 0-16,0 0 38 0,-3-2-32 15,1 1-9-15,-5 1 0 0,-2-3 10 16,-1 1 9-16,1 1-19 0,-4-1 12 16,0-1 13-16,0 1 15 0,-3 0-3 0,0 0-3 15,0 0 6-15,0-1-6 0,-3 1-6 16,0-1-10-16,-4 0 0 0,1 1 4 15,0 0-1-15,-1 2 10 0,1 2 3 16,-5-1 12-16,4 4 0 0,-5-3-10 0,2 3 19 16,-3 0-21-16,0-1-13 0,0 1 1 15,0 0-10-15,-3 1 3 0,2 0 0 16,-2-1-2-16,3 2 11 16,-4 0-22-16,4 3-1 0,-2-2-1 15,1 4 18-15,0 0-18 0,-3 0-12 0,-1 6-46 16,-1 0 15-16,0 0 10 0,2 0-7 15,4 1-30-15,1-3-19 0,3-1-24 16,3-1-60-16,0 0-80 0,4 1-151 0,1-3-231 16,1 2-574-16,0 0-477 0</inkml:trace>
  <inkml:trace contextRef="#ctx0" brushRef="#br0" timeOffset="42993.03">6554 10049 935 0,'0'0'745'0,"0"0"-446"0,0 0-117 16,0 0 38-16,0 0 54 0,0 0 13 15,0 0-31-15,0 0-30 0,0 0-39 16,0 0-29-16,0 0-25 0,-29 23 11 15,25-14 10-15,-5 1-11 0,2 3-50 16,0 4-25-16,1 2 3 0,0 3 3 16,1 3-12-16,2 0-16 0,3 1-9 15,0-2-10-15,4-2-8 0,6 0-8 16,2-4-11-16,2-1 0 0,3-3-2 31,2-2-1-31,0-4-9 0,1-1 9 0,3-5-10 0,-4-2 1 16,4 0 10-16,-2-5 0 0,2-2 1 0,-2-5-11 0,2 1 12 15,0-4 0-15,-3 0-2 0,0-3-11 0,0-1 13 16,-2 2 2-16,-1-2 0 0,-3-1 11 16,-1 2 5-16,-4 0 0 0,-3 3 1 15,-3 1 2-15,-3 2 7 0,0 0 18 16,-3 0 12-16,-6 0 12 0,-4 0 4 16,-7 1-4-16,-2-1-9 0,-5 2-37 15,0 1 15-15,-5 0-17 0,-1 2-4 16,-2 5 3-16,2-1-20 0,1 3-1 15,2 0-15-15,4 5-18 0,2 3 11 16,5 1-32-16,3 0-32 0,6 0-82 16,2 1-61-16,7-1-141 0,1 1-219 15,4-3-568-15,11 4-608 0</inkml:trace>
  <inkml:trace contextRef="#ctx0" brushRef="#br0" timeOffset="43996.11">9431 10168 2574 0,'0'0'399'0,"0"0"-207"0,0 0 6 15,0 0 46-15,0 0 9 0,0 0-71 16,0 0-47-16,0 0-4 0,0 0-19 16,-81 62-20-16,74-45 10 0,2-1 31 0,2 5 14 15,2 1-37-15,1 0-33 0,0-3-26 16,7 1-11-16,3-4-19 0,2 1 7 16,1-4 5-16,4 0-14 0,2-6-17 15,0-2 0-15,5 0 1 0,-1-5 15 0,4-3-16 16,-2-5-2-1,1-3-3-15,0-3 0 16,-3 0-12-16,0-4 15 0,-3 2 1 16,-1 0 11-16,-3-2-10 15,-3 5 1-15,-6-2 18 0,-1 2 0 0,-5 0 4 0,-1 0 2 0,0 1 6 0,-9-4 7 16,-4 2-1-16,-5-2-8 0,-2 3-7 16,-4 2 21-16,-3 3 16 0,0 1 12 15,-2 3-25-15,-1 1-6 0,2 3-24 16,1 0-17-16,4 2-1 0,1 3-12 15,5 0-18-15,1 3-18 0,-1-2-61 16,4 2-49-16,0 3-51 0,3-1-63 16,-3 2-179-16,6-3-340 0,-5 8-813 0</inkml:trace>
  <inkml:trace contextRef="#ctx0" brushRef="#br0" timeOffset="44742.39">9543 11315 267 0,'0'0'1001'0,"0"0"-519"0,0 0-106 16,0 0 61-16,0 0 10 16,0 0-35-16,0 0-89 0,0 0-87 15,-72 79-22-15,62-64-12 0,-3 2 2 0,0 6-23 16,3 1-6-16,-2 4-13 0,1 1-16 16,2 0-39-16,5 1-22 0,1-2-27 15,3-4-37-15,3-1-3 0,7-4-6 16,3-4-11-16,3-1 1 0,4-5-2 15,3-4 0-15,3-1-3 0,0-4 0 16,3-8 0-16,-1-5 1 0,0-5 0 16,-2-2-1-16,-6-4-9 0,2-1 12 15,-8-1-1-15,-3 0 1 0,-3 2 2 16,-5-1 19-16,-3 3-3 0,0 1 0 0,-5 4 1 16,-5-1 8-16,-4 3-3 0,-5 2 6 15,-4 4-5-15,-3 2-23 0,-1 4 13 16,-5 3-15-16,2 5-14 0,-4 4-26 15,3 3-11-15,3-1-52 0,5 1-58 0,3 0-43 16,6-1-50-16,2-1-93 0,5-1-264 16,4-3-742-16,3 1-778 0</inkml:trace>
  <inkml:trace contextRef="#ctx0" brushRef="#br0" timeOffset="46023.76">8651 12399 1600 0,'0'0'546'15,"0"0"-216"-15,0 0-34 0,0 0 29 16,0 0-41-16,0 0-18 0,0 0-4 16,0 0-54-16,0 0-84 0,0 0-15 15,0 0-6-15,-39 74 23 0,36-50 34 16,-1 4-9-16,2-2-41 0,2 2-15 15,2-4-22-15,6 1-12 0,2-3-9 0,4-4-28 16,0-3 0-16,3-2-2 0,2-3 11 16,4-4-15-16,0-4-17 0,2-2 0 15,2 0 1 32,-1-8-2-47,0-4-3 0,-3-5 2 0,-1-1 1 0,-5 0 2 0,-1-1 0 0,-5 0 10 0,-5 2 4 0,-5-1 2 0,-1 1 0 0,-1 0 6 0,-9 1-2 16,-5 0-10-16,-2 0 0 0,-3 3 3 15,-8 5 6-15,-3 2-21 0,-4 4 0 16,-2 2-18-16,-6 1-9 0,1 6-31 16,3 0-24-16,4 3-24 0,8-3-31 15,4 1-19-15,6-3-62 0,5 1-71 16,5-6-183-16,4 1-583 0,3-1-805 0</inkml:trace>
  <inkml:trace contextRef="#ctx0" brushRef="#br0" timeOffset="46759.08">6841 12108 2267 0,'0'0'542'0,"0"0"-237"0,0 0-47 16,0 0 88-16,0 0-32 0,0 0-29 16,0 0-53-16,0 0-93 0,0 0-62 15,0 0-37-15,-33 57-22 0,27-35 7 16,3 3 9-16,3 2 15 0,0 0 9 0,3 1-6 15,7-1-16-15,1-7 1 0,4-2-22 16,2-2-15-16,-1-7-15 0,4 0 13 16,2-6 1-16,2-3 1 0,4 0 15 15,-1-7 4-15,-1-6-7 16,0-5-10-16,-3-3-2 0,-4-2 18 16,-4-1 3-16,-4 0 7 0,-9 1 2 0,-2 0 16 15,-1 3 24-15,-9-2 6 0,-9 2-9 16,-4 1-7-16,-4 1-20 0,-2 4 2 15,-1 4 0-15,1 4-41 0,-4 4-1 16,4 2-1-16,0 0-32 0,2 1-21 0,4 3-34 16,1-1-40-16,8 0-36 0,4 0-68 15,2-3-84-15,5 0-180 0,2 0-556 16,1-6-638-16</inkml:trace>
  <inkml:trace contextRef="#ctx0" brushRef="#br0" timeOffset="47624.58">5142 11274 1944 0,'0'0'1022'0,"0"0"-628"16,0 0-134-16,0 0-83 15,0 0-14-15,0 0-5 0,0 0-5 0,0 0-20 16,0 0-31-16,0 0-49 0,8-4-26 16,8-7 17-16,1-4 27 0,8-7 5 15,4-3-14-15,5-7-28 0,4-5-10 16,8-4-12-16,2-3-12 0,6-6-11 16,4 0-23-16,4-4 31 0,0 2-15 15,-2 2-1 1,-2 0-2-16,-3 6 10 0,-6 4 10 0,-6 6-1 15,-9 4-17-15,-5 6 18 0,-7 5-11 16,-3 1 11-16,-2 2-2 0,-4 3 1 0,-1 1-11 16,-3 0-20-16,0 2-1 0,-1 2 15 0,-4 4 1 15,0 1-10-15,-4 2-3 0,0 1-9 16,3 0-25-16,-2 0-46 0,4 0-42 16,2 0 38-16,5 0 13 0,2 0-58 15,0-3-86-15,4 2-40 0,-4-3 1 16,2 1 115-16,-5-1 77 0,1 2-36 0,-5-1-100 15,-3 0 31-15,-1 3 130 0,-1 0 45 16,1 0 10-16,0 0 11 0,1-2-27 16,-3-1-81-16,2 0-124 0,-3 0-183 15,0 2-81-15,0 1 87 0</inkml:trace>
  <inkml:trace contextRef="#ctx0" brushRef="#br0" timeOffset="48456.94">6623 10463 1463 0,'0'0'592'16,"0"0"-133"-16,0 0-40 0,0 0-67 15,0 0-18-15,0 0-41 0,0 0-45 0,0 0-83 16,0 0-78-16,0 0-37 0,0 0 12 16,9 41 3-16,1-17-13 0,0 11-12 15,2 5 0-15,2 8 12 0,-3 10 13 0,4 8 51 16,-2 8 67-16,1 3-70 0,-1 7-55 15,-1 3-35-15,2 1-23 16,-2 1-21-16,-1-6-28 0,-1-1 4 0,-1-6 2 16,2-8 43-16,-1-7 15 0,1-8 4 15,0-9-18-15,1-9 13 0,-4-5-14 16,4-8-15-16,-2-6-10 0,-1-6 4 16,-2-5-40-16,3-5-6 0,-3 0 2 15,2-8-2-15,1-2-25 0,-3-3-19 16,0-3-24-16,-2 1-119 0,-1-2-172 15,-4 3-291-15,0 2-518 0,0-3-360 16</inkml:trace>
  <inkml:trace contextRef="#ctx0" brushRef="#br0" timeOffset="49210.88">5358 11725 1725 0,'0'0'354'0,"0"0"-251"15,0 0 20-15,0 0 62 0,0 0 115 16,0 0 17-16,0 0-52 0,0 0-36 0,0 0-52 16,-82-57-51-16,71 53-10 15,4 0 32-15,3 3 29 0,0 1-34 0,2 0-48 16,2 0-11-16,0 0-4 0,0 0 3 15,0 0 15-15,0 0-13 0,0 1-21 16,0 1-12-16,0 0-6 0,0-1-22 16,0 3-24-16,6 1-2 0,3 4 2 0,1-1 2 15,4 2 0-15,1 3 11 16,5-1-1-16,3 2 3 0,1 2 12 0,7 1 1 31,2 3-25-31,7 3 21 0,3 2-22 0,9 4 23 16,7 2 2-16,6 4 37 0,9 1 57 0,3-3-48 15,6 1-40-15,3-4-9 0,3-2-12 16,1-2-12-16,-1-2-1 0,-7-5-50 0,-7-2 21 16,-8 1-25-16,-11-3 37 0,-11 0-9 0,-8-2 8 15,-7-1 16-15,-8-3-24 0,-2-2 25 16,-7-2-10-16,0-1 11 0,-3-2-1 16,-4-1-1-16,-3-1-9 0,-1 0-4 15,-2 0 13-15,0 0-30 0,0-1-37 16,0-3-30-16,-2-1 11 0,-1-1-91 15,-3-3-81-15,-1-2-237 0,-2 2-614 16,-8 1-1101-16</inkml:trace>
  <inkml:trace contextRef="#ctx0" brushRef="#br0" timeOffset="50693.64">6871 10289 1375 0,'0'0'1163'16,"0"0"-950"-16,0 0-213 0,0 0 0 16,0 0 6-16,0 0 146 0,0 0-18 15,39 70 7-15,-26-53 3 0,0 4-17 16,1 3-19-16,2 0 31 0,3 2 12 16,0 2-22-16,2 3-15 0,2 0-20 15,2 4 2-15,-2-2-18 0,3 0-1 16,1 2-24-16,-1 2-22 0,3 3-16 15,-2 0 10-15,0 4 43 0,1 1 21 0,-3 2 19 16,1-1-44-16,-1-1-21 16,1 1-10-16,2-3 4 0,-1-1 18 15,3 1-15-15,2-3-25 0,3-1 10 0,1-1-15 16,0-2-10-16,3-1-2 0,1-3 2 0,-1 1 0 16,-2-4 1-16,1 0-2 15,-2-2 1-15,-3 1-3 0,-1-4-10 16,-4 0 13-16,0-2 16 0,-2-1-16 0,0 1-16 15,-2-2 5-15,1-1 10 0,-2-1 0 16,-4 0-1-16,1 3 1 0,-1-2 1 16,-2 2 0-16,0 2 2 0,-3 0 13 15,4 2-15-15,-1-2 0 0,3 0-3 16,1 1 0-16,2-4 2 0,1-1 0 16,2-3-43-16,-3 2 43 0,-1-4 2 0,1 1 0 15,-3-1-1-15,-3-4 0 0,2 4 13 16,-6-2 14-16,3 2-25 0,-3 0-1 15,2-3 11-15,-1 2 7 0,-3-4-18 16,-1 1-1-16,0-3-2 0,-2 0 1 16,0 3 1-16,-2-3 0 0,0 0 15 15,-2 0-3-15,0-2-11 0,-1 1 2 0,0-3 8 16,-2-1-11-16,1-2-1 0,-2 0-1 16,0 0 2-16,0 0-12 0,-2-7-85 15,-3 0-78-15,-2-5-114 0,-4-5-346 16,4 2-774-16,-10-12-760 0</inkml:trace>
  <inkml:trace contextRef="#ctx0" brushRef="#br0" timeOffset="51677.48">7123 10190 1805 0,'0'0'389'16,"0"0"-140"-16,0 0-3 0,0 0 40 16,0 0-11-16,0 0-112 0,0 0-39 15,0 0-36-15,0 0-37 0,0 0-10 16,0 0 19-16,-49 16 19 0,49-11-1 15,0 0-9-15,6 1-12 0,0 6-3 16,5 0 17-16,5 1-18 0,3 4 0 16,3 0-25-16,2 2 6 0,3-2 4 15,4 1-11-15,0 2 8 0,4-3 5 16,1 3 18-16,0 1-36 0,3-1 37 16,1 3-1-16,2-1-2 0,4 0-23 15,2 1-14-15,4 1-7 0,1-1 59 16,6 2-41-16,3 0 1 0,1 2 15 0,2-2 3 15,0 0-10-15,-3-2-23 0,0 1 2 16,-4-4-15-16,-2 0-2 0,-4 2 0 16,-3-3 1-16,-3 3 0 0,-2 1-1 15,0-2-1-15,-1 2 22 0,-1 0 7 0,2-4-29 16,1-1-12-16,4-4 12 0,-1 0-18 16,3-2-22-16,-1 2 25 0,0-1 13 15,-4 1 1-15,-4 0-1 16,-6 1-2-16,-3 3-11 0,-4-1 15 0,-5 1-3 15,-2-1-24-15,-3-1 5 0,-1-1-63 16,-3-4 60-16,2 0 7 0,-2-2 18 16,-1 2 12-16,1-4-12 0,-1 3 3 15,-1-2 22-15,1 0-7 0,-2-1-18 16,1 1 1-16,0-2 11 0,-2 2 0 16,1 0 1-16,-2 0-12 0,-1-3 2 15,2 4 12-15,-1 0-13 0,2-2 1 0,2-1 0 16,1 1 8-16,-1-2-11 0,0 1-1 15,-1-5 1-15,-3 3 0 0,-2-4-2 0,-4 0 1 16,-1 2 1-16,-3 1 19 0,0-2-16 16,1 0 9-16,1 2-9 0,-2 0 18 15,2-2-19-15,0 2-2 0,-2-1-1 16,0-2-23-16,1 0-19 0,-1 0-21 16,0 0-13-16,0-1-6 0,-5-4-98 15,-8-3-219-15,1-1-832 0,-20-6-1000 16</inkml:trace>
  <inkml:trace contextRef="#ctx0" brushRef="#br0" timeOffset="52626.21">6959 10184 1273 0,'0'0'462'0,"0"0"-224"16,0 0-18-16,0 0 65 15,0 0-62-15,0 0-91 0,0 0-14 0,0 0-15 16,0 0-4-16,0 0 13 0,-6-9 19 15,12 8 24-15,4-2-41 0,4 1 12 16,4 1 16-16,2 1 3 0,3 0-60 16,0 0-23-16,6 0 3 0,0 1-12 15,4 5 6-15,4-2-3 0,2 1-16 16,3-2-9-16,1 3-10 0,2 0-20 16,4-2 18-16,1 0 12 0,7-2-31 15,2-2-1-15,5 0 0 0,4-1-2 0,6-7 2 16,-2 1-12-16,7-1 13 0,-1-1 0 15,1 5 18-15,-2 0-6 0,0-2 4 0,-5 1-4 16,-2 2-12-16,-3-1 0 0,-5-1-2 16,-5 1 2-16,-1 0 0 0,-3-1 2 15,0 3 10-15,-4 0-11 0,0 0 2 16,-2 2 31-16,-3 0-15 16,-2 0 11-16,1 0-8 0,-1 0 9 0,0 0 21 15,1 0 24-15,-1 4-39 0,0-3-15 16,-1 0-21-16,-3 4-1 15,-2-2 0-15,-3 1-3 0,-3 1-15 16,-4-4 18-16,-4 2 0 0,-6 0-1 0,-2-2 1 16,-2-1 2-16,-4 5 0 0,1-4 0 15,-5 0-1-15,-1 1 1 0,1 0 11 16,-1-2-12-16,-1 0 2 0,1 1 15 0,0 1 13 16,1-1-13-16,-4 1 3 0,1-1 16 15,2-1 6-15,-3 0-1 0,0 0 10 16,0 0-9-16,0 0-7 0,0 0-11 15,0 0-10-15,0 0 3 0,0 0-18 0,0 0-12 16,0 0-43-16,0 0-61 0,0-3-82 16,0 0-84-16,-3 0-160 0,-1-1-552 15,-6-1-769-15,27 23 242 0</inkml:trace>
  <inkml:trace contextRef="#ctx0" brushRef="#br0" timeOffset="54857.8">9556 10263 897 0,'0'0'430'16,"0"0"-98"-16,0 0-150 16,0 0-20-16,0 0 36 0,0 0-53 15,0 0-96-15,0 0-20 0,0 0 29 16,0 0 33-16,8-12 22 0,-6 10 57 0,-2-1 90 15,0 1-14-15,0 0-30 0,0 2-39 16,0-2-26-16,0 2-29 0,0 0-5 16,-4-1-24-16,1 1-18 0,0 0-25 15,-1-1-19-15,-2 1-3 0,0 0-1 16,0 0-11-16,-2 0-14 0,-1 0 14 16,-1 0 8-16,-3 4 26 0,0 3-20 0,-1 2 1 15,2 2 0-15,-1 2-6 0,0-1 15 16,1 2-3-1,1 2 21-15,2-1 10 0,2 2 17 0,3 1-2 0,1-1-22 16,3-1 0-16,0 2-15 0,6-5 5 16,4-1-5-16,3-3 0 0,3 0-22 15,1-8-23-15,2 1-1 0,2-2-2 16,4-3 1-16,-1-8 1 0,1-3 0 16,2-3 3-16,1-4-3 15,-1-1 1-15,-4-1-3 0,0 0-8 0,-6 1 10 16,-5 1 0-16,-2 3 2 0,-7 3 10 0,-3 1 21 15,0-1-11-15,-9 3 26 0,-1 0-17 16,-2 3-16-16,-2 2 3 0,0 0 9 16,-2 4-12-16,0 3-13 0,-1 0 10 15,-2 5-9-15,-4 7 1 0,0 0-4 16,0 5 18-16,0 2 9 0,1 3 6 0,5 2-12 16,-1-4 13-16,8 3-4 15,3-4 9-15,6-2-9 0,1-5 31 16,7-1-19-16,6-3-42 0,3-2-12 0,0-5 11 15,2-1-11-15,3 0 9 0,2-5 0 16,0-5 1-16,0-6 0 0,-4-1 1 16,1-2-1-16,-6 0-13 0,-3 1 13 0,-6 1-1 15,-4 6 3-15,-1 1 2 0,-4 0 25 16,-7 3 0-16,-1 5 0 0,-1-1-6 16,-4 1-5-16,4 2-13 0,-3 0 0 15,1 7-3-15,0 3-1 0,3 4-24 16,-2 4 22-16,4 1-9 0,4 5 1 15,3-4 11-15,3 0 1 0,3-3-1 16,7-3-2-16,6-6 2 0,3-1 0 16,2-4 0-16,2-3-1 0,-3-3 1 15,2-6-1-15,-6-4 0 0,0-3 0 16,-3 0 1-16,-2-3-3 0,-2-1 2 0,-3 1 1 16,-3-2 1-16,-3 3 2 15,0 4 21-15,-6 1 7 0,-6 3 14 0,-2 5-24 16,-2 0-9-16,-1 3-11 0,1 2 0 15,1 0-1-15,4 6 0 0,-2 3-3 16,3 3-18-16,1 0 20 0,2 2-11 0,0 0-3 16,4 2 12-16,3-3 1 15,0-3-13-15,0-4-13 0,6-2-2 0,5-1 12 16,1-3 0-16,2 0 18 0,1-7 18 16,2-3-3-16,-4-2-13 0,-3-3 1 15,1 0-1-15,-3-1 10 0,-5 1 7 16,-3 3-16-16,0 1 33 0,-6 1 6 15,-5 1-12-15,-3 1-15 0,0 4-13 0,-3-1 0 16,-1 0-1-16,1 3-1 0,0-2 0 16,4 4 2-16,1-1 1 0,4 1-2 15,3 0 1-15,2 0-1 0,2 2-1 16,1 3-21-16,0 7 21 0,0 0 30 16,0 6 43-16,3 2-22 0,4 1-6 15,3-2-12-15,-1-2-31 0,4-4-2 16,-1-4-12-16,2-5-9 0,0-2-3 15,2-2-6-15,-2-2 9 0,1-6 3 0,-1-4-3 16,-2 0-19-16,-4-4-5 0,1 1 15 16,-6-1 12-16,-3 3 15 0,0 2 3 15,-9 2 18-15,-2 0-18 0,-1 2-15 16,-4 3-6-16,2 3 19 0,-3 1 0 16,2 0 2-16,1 4-2 0,1 4 0 0,-3-1 0 15,6 3 0-15,-2 0-13 0,2-1 12 16,3 2-25-16,0 0-8 0,4-2 6 15,0 1-15-15,3-4-28 0,1 1-72 16,8-2-88-16,3-3-197 0,2-2-186 16,-2 0-463-16,5 0-487 0</inkml:trace>
  <inkml:trace contextRef="#ctx0" brushRef="#br0" timeOffset="56125.47">9749 11282 1167 0,'0'0'703'0,"0"0"-398"16,0 0-85-16,0 0 119 0,0 0 81 16,0 0-37-16,0 0-49 0,0 0-66 15,0 0-38-15,0 0-38 16,-69 21-44-16,63-7-4 0,-1 1-21 0,-2 4-10 15,1 4-7-15,-1 4-5 0,2-2 17 16,1 3 7-16,3-4 14 0,0-3-24 16,3-2-18-16,0-4-46 0,6-2-34 0,0-6-17 15,1-2-18-15,2-5 3 0,2 0 3 16,1-2-12-16,-2-7 12 0,0-3-3 16,0-1-8-16,-1-1 22 0,-1-5 1 15,-5 2-18-15,-3 1 15 0,0 3 3 16,-3 1 12-16,-8 3-12 0,-1 2 1 15,-2 4 0-15,1 1 17 0,-3 2-5 16,3 0-10-16,1 5 9 0,1 3 0 0,1 2-11 16,1 3 0-16,1 3 32 0,2 2-15 15,3 2-15-15,3 1 18 0,0 1 10 16,0-3 8-16,6 0-6 0,5-7 0 16,-2 0 12-16,2-5 10 15,2-1 5-15,-1-5-27 0,2-1-21 0,-2-1-12 16,1-5 0-16,0-8-18 0,0-2 16 15,-2-2 1-15,1-6-14 0,-5 4-3 16,-4-3-6-16,-2 4 0 0,-1 5 5 16,-4 1 19-16,-9 5 0 0,-3 2 16 0,-1 4-4 15,-3 2-9-15,1 0 9 0,0 7 0 16,2 1 3-16,1 6-12 0,-1 0 33 16,5 5-24-16,1-1-12 0,2 2-2 15,5 3 0-15,1 0 1 0,3-4 1 16,0 0 0-16,7-4 3 0,6-2-1 15,0-7 10-15,3-1 15 0,0-5-6 16,1 0-9-16,2-5-10 0,-2-4 0 0,-1-1-1 16,1-5 0-16,-2-3-1 0,-1-1-12 15,-4-1-6-15,-3-3 3 0,-1 2-18 16,-6 2-18-16,0 5 24 0,-7 0 15 0,-3 4 10 16,-7-1-1-16,2 5 1 0,-5 2 2 15,4 4 12-15,-1 0-11 16,1 9 0-16,0 4 0 0,4 3 18 15,0 3-19-15,4 2-12 0,4-2 11 0,1 0-1 16,3-3 1-16,0 1 1 0,4-5 15 16,4 1-12-16,1-5 0 0,2-2 15 15,-1-5 15-15,0-1 0 0,1 0-22 16,0-5-10-16,0-7-2 0,1 0 1 16,-2-6-3-16,0-2-15 0,-5-3-3 15,0 5-15-15,-5-2-15 0,0 4-4 16,-3 3 22-16,-7 0 32 0,-3 3-2 15,0 3 3-15,-4 2 0 0,4 3 18 0,-3 2-15 16,3 2 0-16,-3 6 9 0,1 5 0 16,1 2 19-16,3 4-29 0,2 0 1 0,2 2 9 15,3-6-11-15,4 3-1 0,0-4 0 16,0 0 1-16,9-4 0 0,2-1 14 16,2-3 15-16,1-5 15 15,1-1-24-15,0-1-20 0,0-7 2 0,-2-5-2 16,0-3-1-16,-2-3-15 0,-2-4 12 15,-3 2-18-15,-3-1-24 0,-3 1-12 16,0 3 20-16,-9 3 25 0,-8-1 0 16,1 4 2-16,-7 5 10 0,0 1 33 15,-3 6-3-15,2 0-11 0,-1 8 5 16,-3 5 0-16,1 2-12 0,4 5-11 0,1 1 32 16,5 0 3-16,5 0-36 0,4-2 0 15,5-2-1-15,3-3-14 0,3 0-6 16,11-1 0-16,4-2 9 0,5-5 0 15,4-5 11-15,2-1-66 0,2-9-11 16,0-4-3-16,-6-5-52 0,-2-1-124 0,-5-2-205 16,-5 1-142-16,-6 2-438 0,-4-4-488 15</inkml:trace>
  <inkml:trace contextRef="#ctx0" brushRef="#br0" timeOffset="57358.73">8726 12482 1083 0,'0'0'772'15,"0"0"-438"-15,0 0-214 0,0 0 64 16,0 0 58-16,0 0-23 0,0 0-59 0,0 0 25 15,0 0 126-15,0 0 61 0,8-33-12 16,-12 36-35-16,-3 3-98 0,-5 2-92 0,-3 4 5 16,0 4-15-16,-2 4-70 0,1-1-19 15,-1 4-6-15,1 0-5 0,3 1-7 16,3-3-3-16,5 0-15 0,5-6 0 16,0-3-39-16,9-1-4 0,4-7 16 15,3-1 26-15,1-3 1 0,0 0-3 16,2-4 0-16,-1-6 0 0,2-2-10 15,0-5 12-15,-3-1-14 32,2-1 3-32,0-4-9 0,1-2 9 0,-3 2-10 0,-1-1-11 0,-3 2-19 0,-3 2 18 15,-1 5 19-15,-6 1 14 0,-3 5 1 16,0 2 31-16,-6 2 11 0,-4 3 19 0,-6 2-15 16,-5 1-3-16,-3 8 17 0,-3 7-38 15,1 3 14-15,-2 5-6 0,6 2-11 16,1 1-18-16,4-1 2 0,7-2 24 15,4-2 0-15,6-3-11 0,0-3-16 0,3-2-2 16,6-3-1-16,6-3 3 0,3-5 10 16,2-2 15-16,3-1-25 0,-1-4-1 15,1-4-15-15,-3-3 13 0,-1-5 0 16,-4 2-9-16,-3 2 10 0,-3-1-10 16,-5 1 0-16,-1 4 9 0,-3-2 1 15,0 1 2-15,-10 0 12 0,-2 1-12 16,-4-1-1-16,-1 4 1 0,-3 2 2 15,-1 3-1-15,0 0 1 0,-2 7 19 16,4 8 13-16,-1 4 29 0,3 2-51 16,4 3 3-16,2-1 4 0,5-3-1 15,4-2 0-15,2-1 9 0,2-5-8 0,9-2-19 16,2-4 0-16,6-3 46 0,1-3-28 16,3 0-18-16,0-8-18 0,0-4 18 15,-4-4-1-15,-2-1 1 0,-4-1-34 16,-3 3-29-16,-6-1-25 0,-2 2-36 15,-2 2-37-15,-6 2-9 0,-5 1-53 0,-2 2-84 16,-6 2-204-16,6 1-493 0,-15 2-530 0</inkml:trace>
  <inkml:trace contextRef="#ctx0" brushRef="#br0" timeOffset="58658.43">6933 12005 205 0,'0'0'160'0,"0"0"-7"15,0 0-45-15,0 0-85 0,0 0-4 16,0 0-15-16,0 0-1 0,0 0 39 15,79-15 37-15,-73 15 116 0,-3-1 105 16,0 1 77-16,-3 0-36 0,0 0-30 16,0 0-7-16,0 0-4 0,0 0 13 15,0 0-45-15,0 0-78 0,0 0-36 0,0 0 13 16,0 0 37-16,0 0 25 0,-3 1-34 16,-3 4-93-16,-1-2-29 0,-3 4 4 15,0 2-4-15,1-1 41 0,-4 3 17 16,3 5-37-16,0-1-42 0,0 2-25 15,3 2-6-15,-1 3 4 16,4 2 2-16,4 0-3 0,0 0 13 0,0 0-11 0,7-3-26 16,2-5-3-16,0-3-12 0,2-2 15 15,-1-4 0-15,2-2 24 0,-1-5-24 16,1 0 0-16,1 0-15 0,-3-1 12 16,3-8 2-16,1-3 0 0,-2-2 1 15,1-4-2-15,-3 1 0 0,-4-1-1 16,-2 3-9-16,-4-1-1 0,0 1-8 15,0-1 3-15,-7 4 15 0,-2-1 3 16,-2 1 16-16,0 4 14 0,0 2 10 0,0 4-13 16,-1 2-9-16,-1 0 0 0,0 2-18 15,1 6 2-15,1 6-2 0,1 3 19 16,1 2-19-16,5 5-28 0,1 1 16 16,3 1-3-16,1 0 12 0,8-2-12 15,1-3 13-15,3-5-13 0,1-4-6 0,4-6 15 16,-2-4 5-16,1-2 1 0,-1-2-16 15,1-10 16-15,-1-1 2 0,0-8 1 16,-5-1 0-16,1-5-3 0,-5 1-14 16,-4 0-19-16,-3 4-10 0,0-1 16 15,-10 4 24-15,-5 2-9 0,-2 5 0 16,-6-2 12-16,-1 5 0 0,1 3 27 16,-2 6 0-16,5 4 10 0,-3 9 5 0,3 5-20 15,4 5-7-15,0 5 30 16,3 3-27-16,3 2-16 0,3-2 13 15,4-1-12-15,3-2 15 0,0-4-6 16,3-6-9-16,7-5 9 0,0-1 6 0,1-7 12 16,4-1 7-16,1-4-19 0,4 0 21 15,-3-8-6-15,0-1-11 0,0-8-10 16,-3-3 3-16,0-3-13 0,-5-3-2 16,-5-1-21-16,-4 3 2 0,0 1-17 15,-6 2-6-15,-7 4 12 0,-1 3 30 0,-2 5 3 16,0 7 18-16,-1 2-9 0,-2 4 3 15,-1 12-5-15,-3 6-8 0,1 4-2 16,1 4 36-16,1 1-35 0,3 3-1 16,3-3-3-16,6 0 0 0,0-6 0 15,5-1-27-15,3-8-12 0,0-3-25 16,5-6-78-16,5-7-153 0,3-2-200 16,1-11 43-16,-2-1-312 0,4-25-829 0</inkml:trace>
  <inkml:trace contextRef="#ctx0" brushRef="#br0" timeOffset="59709.06">6646 10084 111 0,'0'0'359'0,"0"0"-193"16,0 0 78-16,0 0 92 0,0 0-17 16,0 0 42-16,0 0 112 0,0 0-47 15,0 0-48-15,0 0 11 0,0 0-14 16,15-8-117-16,-23 11-100 0,1 4-18 0,-4 1-20 16,2 2 3-16,-1 1 6 0,-1 6 12 15,0 0-10-15,3 2-36 0,2 3-52 16,-1 0-10-16,4 0-3 0,3 0-5 15,0-2-10-15,0-3-4 0,7-4-11 16,0-2-18-16,2-4 18 0,3-6 12 16,2-1 18-16,-1 0-28 0,4-1-1 15,1-11 12-15,0-1-13 0,2-5-1 0,-2-4-18 16,0 3 7-16,-3-1 0 16,-5 1 0-16,-3 5-3 0,-3 2 15 0,-2 1 10 15,-2 4 17-15,-2-1-6 0,-5-1 1 16,-7 0-7-16,-2 2-3 15,-7-3-11-15,0 6 11 0,-2 3-12 0,-2 1 3 16,4 8 24-16,-2 5 7 0,4 2 2 16,5 3-6-16,2 3-14 0,5 1 14 15,4 0-27-15,4-1-3 0,1 0-2 16,6-3-13-16,8-1-3 0,1-3 2 16,5-5 13-16,2-3 2 0,2-4 1 0,2-2 16 15,0-5-16-15,-2-7-1 0,-2-2-2 16,-2-4-10-16,-1-4 1 0,-5 1 0 15,-4-1-6-15,-1 0 3 0,-6 3-6 16,-3 1 2-16,-5 4 7 0,-7-3 12 16,-3 6 0-16,-5-1 1 0,-4 4 14 0,-1 3-2 15,-4 5-10-15,2 0 18 16,1 10 12-16,0 3 16 0,3 8-28 0,4 5-3 16,2 1-6-16,5 2 9 0,6 0-20 15,5-4-1-15,1 0-18 0,10-6-12 0,3-3-19 16,9-6-69-1,1-7-94-15,4-3-54 0,2-10-28 0,-7 0-311 16,8-18-997-16</inkml:trace>
  <inkml:trace contextRef="#ctx0" brushRef="#br0" timeOffset="61454.72">4839 11492 1091 0,'0'0'427'0,"0"0"-245"0,0 0-78 15,0 0 100-15,0 0 101 0,0 0-5 16,0 0-32-16,0 0-5 0,0 0-21 16,-3-7-23-16,0 7 5 0,0 0-13 15,-1 0-32-15,-1 2-30 0,-1 3-13 16,-2 0-3-16,1 1 5 0,-3 2-21 15,0 3-19-15,0 2-13 0,1 3 1 0,-2 3-16 16,3 0-18-16,1 0-4 0,0 1-5 16,3-5-13-16,1 1-5 0,3-3-12 15,0-2-13-15,0-4-28 0,3-2-17 16,7-3 8-16,0-1 36 0,3-1-11 16,3 0 9-16,1-7-9 0,-1-1 10 15,4-7-10-15,-4-2 0 0,2-3-10 16,-1-1-5-16,-3-2-1 0,-3 0-2 15,-2-1 3-15,-3 5 8 0,-5-1 17 0,-1 6 2 16,-1 0 19-16,-9 3 2 0,0 3 0 16,-2 0 10-16,-2 5 8 0,-1 0-5 15,-2 3 8-15,1 0 19 0,-1 5-3 0,2 4-10 16,0 3-17-16,1 2 2 0,2 3 9 16,4 4 10-16,4 1-4 0,4 2-17 15,0-1-29-15,3-2-2 0,6 0-1 16,5-6-2-16,2 0-13 15,1-5 6-15,3-3 10 0,2-5 16 0,1-2-16 16,0 0 0-16,-3-6-16 0,2-4 13 16,-2-4-9-16,-4-1-6 15,0-3 0-15,-8-3 6 0,0 1-9 0,-7-3-28 16,-1-2-2-16,-1-1-1 0,-10 2 16 16,-4 1 17-16,-4 1 18 0,-6 5 1 15,1 0 1-15,-3 7 21 0,1 4 11 16,2 6 0-16,0 0-2 0,2 6-1 15,1 4-12-15,5 3-6 16,-1 3-10-16,4 2-2 0,2 2 3 0,6 1 31 0,2 2-18 16,3-3-16-16,4 3-15 0,8-3 12 15,4-2 0-15,4-6-6 0,3-1 9 0,3-8 30 16,0-3-30-16,0-3 0 0,1-6-12 16,-1-5 9-16,-3-5-18 15,-4-1-10-15,1-5-8 0,-3-4-7 16,-5-1-11-16,-5-3-1 0,-3 6-21 0,-4 0 49 15,-1 7 30-15,-8 4 0 16,-4 5 18-16,-4 3 15 0,-3 6 4 0,-1 2 2 16,0 2 10-16,0 10 8 0,2 5-23 15,-1 2-13-15,1 4-6 0,3 0 15 16,0 2 13-16,5 0-22 0,2-1-6 16,4-5 0-16,4-4 10 0,-1-4-25 15,2-5-17-15,0-3-13 0,8-3 9 16,2 0 21-16,3-2 3 0,1-9 12 0,1-4-3 15,1-6-11-15,-3-1-1 0,-2-4-24 0,-5 2-3 16,-3 0-4-16,0 5 1 16,-3 4 29-16,0 5 1 0,-3 4 24 0,-3 2 1 15,2 3 2-15,-6 1-3 0,1 7-3 16,-3 5-21-16,-2 5-13 0,1 4-5 16,-1 2-9-16,1 4-25 0,4-2-11 15,-1-6-53-15,6-2-60 0,2-5-65 16,2-5-87-16,0-1-275 0,5-6-658 15,6 0-438-15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6:56:45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18582 3442 1433 0,'0'0'786'15,"0"0"-517"-15,0 0-147 0,0 0-9 16,0 0 90-16,0 0 56 0,0 0-48 15,0 0-56-15,0 0-41 0,0-3-28 16,0 3-1-16,0 0 31 0,-2 0 42 16,1 0 16-16,0 0-31 0,-4 4-26 0,-1 1-9 15,-1 1 18-15,-1 5 0 0,-4 0-55 16,0 5-19-16,0 1-16 0,1 1-8 16,3 1-17-16,-1 0-11 0,8-2-12 15,1-1-16-15,0-4 16 0,0-1 9 16,6-1-28-16,0-3-18 0,3-2 19 15,1-2 28-15,5-1 1 0,-5-2-10 0,4 0-4 16,-4-7 15-16,2 0 46 0,-1-4 9 16,-2 1-18-16,-2-2-16 0,-1 2 4 15,-3-4 27-15,0 3-16 0,-3 0 13 16,0 1-10-16,0 0-2 0,0 2 3 16,-6 2-1-16,2 1-15 0,1 0-2 15,-2 3 8-15,1-1-15 0,-2 0 0 16,1 2 7-16,0 1-10 0,1 0 6 15,-2 0 15-15,2 1 7 0,-1 3-37 16,3 0-2-16,-4 0-1 0,5 0 0 0,-2-2-28 16,1 3-5-16,2-4-9 0,0 1-16 15,0 1 3-15,6-3 13 0,1 0 20 16,2 0 1-16,2-5 2 0,5-1 19 16,2-4 21-16,2-5 0 0,0 3-6 15,-4-6-15-15,1 3-3 0,-5 2-16 16,-7 4 4-16,1 1 15 0,-6 3 28 0,0 2 20 15,-3-1 13-15,-4 1-6 0,-3-1-16 16,0 4-18-16,-6 0-3 0,1 0-18 16,0 0 1-16,1 5 26 0,-1 1-24 15,0 2 18-15,3 5-6 0,-3 1-12 16,4 1 15-16,0 1-6 0,6-2 9 16,2-3-21-16,3-1-11 0,0-4-13 15,3 0 10-15,4-3 14 0,0 2 0 16,2-4-1-16,-1-1-2 0,0 0-8 15,-4 0 10-15,0-1 2 0,0-1 2 0,-4-1 33 16,0 1-3-16,0 1-8 0,0-2-24 16,0-1-1-16,0 0-24 0,0 0-1 15,-4 0-14-15,3 0-7 0,-1 3-2 0,1-2 0 16,0 2-4-16,1 1-18 0,0-2-18 16,0 2-52-16,0-2 15 0,0 1-1 15,0 1-15-15,0 0-53 0,0 0-56 16,1-1-79-16,3-2-62 0,5 1 35 15,1-1 145-15,-1-2 44 0,2 1-110 16,1 0-69-16,-4-1-69 0,5 0-66 16,-3-2-8-16,2 1-78 0</inkml:trace>
  <inkml:trace contextRef="#ctx0" brushRef="#br0" timeOffset="1177.6">18700 3429 123 0,'0'0'218'0,"0"0"53"16,0 0 26-16,0 0 35 0,0 0-29 15,0 0-34-15,0 0-48 0,0 0 3 0,0 0 70 16,-39-34 12-16,35 30 40 0,-4 4-11 15,1 0-83-15,-1 0-28 0,-4 4-27 16,-1 3-38-16,2 4 2 0,-2 1-44 0,3 2 18 16,-2 4-9-16,2 1-3 0,1 3-35 15,4 0-12-15,2-1-36 0,1-2-23 16,2-2-17-16,0-2-30 0,5-3-25 16,0-2 6-16,4-3 3 0,1 0 13 15,0-3 8-15,-1-2 10 0,4-2 0 16,-3 0-28-16,3-7-31 0,-3-3 19 15,2-2 55-15,-3-4 2 0,0 0 14 0,-3-2 2 16,-2 1 10-16,-2-4-16 0,-2 5 9 16,0-1 16-16,0 3 3 0,-2 1 0 15,-1 4-4-15,-1 1 31 16,0 3-6-16,1 4-15 0,-2-1 6 0,3 2 18 16,0 0 15-16,-1 6-9 0,1 0-46 15,-3 2-30-15,-1 3-18 0,2 5-19 16,-1-1 10-16,4 2-3 0,1-2-4 15,0-3 4-15,1-4-7 0,4 3 13 0,2-5 6 16,1-2 0-16,-1-1 15 16,3-2-10-16,0-1 13 0,3 0-15 0,0-6 0 15,4-2-3-15,-3-4-1 0,4-1-2 16,-7-3 6-16,-1-1-7 0,-1 2 4 16,-6-4 3-16,0 2 13 0,-3 3 2 15,0 1 24-15,-6 3 28 0,-3 1 9 0,-1 6-6 16,-1 0-22-16,-7 2 4 0,1 1 2 15,-2 1-5-15,-1 7-13 0,1 2-6 16,-1 5 12-16,2 1-24 0,2 5 0 16,1 1-1-16,5 1 0 0,4 0-2 15,3 0-3-15,3-4-21 0,0-4-21 0,6-2 20 16,5-3-2-16,-2-3 6 16,2-1 19-16,-1-2-13 0,1-3-10 15,-2-1 4-15,3 0-13 0,-3-5 4 16,3-5-4-16,0 0 10 0,0-6 22 15,-1-1-1-15,-4 0-15 0,-4-2 18 0,-2-2 11 16,-1 3 4-16,-3 1-3 0,-2 2 31 16,-4 5 9-16,1 4-13 0,2 3 19 15,-3 3 6-15,-1 0 15 0,-2 4-25 16,1 4-51-16,-1 3 18 0,-1 5-21 16,3 1-1-16,1 2-11 0,4 3 9 15,3-3-9-15,2-1-12 0,0-4-6 16,7-3 2-16,2-1 10 0,1-4 0 0,4-2 6 15,0-2 11-15,-4-2 1 0,3 0-21 16,-2-8-4-16,2 0 1 0,-1-5 6 16,-2-3 18-16,0-6-2 0,-3-2-32 15,-4-3 1-15,-3 0 18 0,0 3 15 0,-4 1 3 16,-5 3 15-16,0 5 6 0,1 8 25 16,0 3 18-16,1 4-1 0,-4 0 19 15,1 7-33-15,-5 4-34 16,1 3 0-16,1 6-15 0,-2 4-3 0,4 3-2 15,2 2 2-15,4-4 12 0,5-2-10 16,0-2-2-16,1-6-14 0,7-2 2 16,3-2-6-16,-3-4 6 0,4-2-6 15,-2-3-19-15,-1-2-2 0,1 0-10 16,1-7-8-16,-1-2 14 0,2-3 19 16,-2-5 9-16,-1-4-13 0,-4-1 4 15,-2-1 23-15,-3 0-1 0,0 0 1 0,0 3 1 16,-6 3 21-16,1 4 0 0,-1 5 13 15,0 4 14-15,2 4 7 0,-6 0 9 0,1 3-10 16,-1 5-14-16,-1 3-37 0,-1 2-3 16,2 3-2-1,1 3-13-15,3 0-10 0,5 0 7 0,1-2 3 0,0-3-9 16,4-2-16-16,8-1 4 0,-2-4 9 16,2-2-4-16,2-4 19 0,-1-1-30 15,2 0-22-15,0-6 21 0,-1-5 10 16,-2 0 17-16,-3-2 1 0,-3-1 15 15,-2 2 12-15,-4-3 22 0,-4 2-4 16,-4-2 1-16,-2 1-4 0,-3 2 10 16,2 4-4-16,-1 3-3 0,-1 5 10 0,2 0 11 15,-2 2-20-15,1 7-31 0,0-1-14 16,3 1-26-16,1 2-33 0,5-1-51 16,3-1-96-16,0-2-129 0,5-1-611 15,12-3-928-15</inkml:trace>
  <inkml:trace contextRef="#ctx0" brushRef="#br0" timeOffset="2260.66">22881 2746 2681 0,'0'0'517'0,"0"0"-307"0,0 0-16 16,0 0 115-16,0 0-17 0,0 0-31 0,0 0-73 15,0 0-65-15,0 0-46 0,0 0-37 16,0 0-6-16,-90 37 21 0,73-21-3 16,3 2 3-16,2 2-7 0,2-1-2 15,3-2 0-15,4-1-22 0,3-3-9 16,0-1-11-16,1-5-4 0,5 1-13 15,4-3-23-15,0-1-4 0,6-4 10 16,3 0-13-16,4-4 28 0,-1-4 12 16,-1-4 1-16,1-1 2 0,-8 0-1 15,-4 1 1-15,-3 0 14 0,-4 1 16 0,-3 2 22 16,0-3 0-16,-1 4 3 0,-5 0 3 16,-4 2-4-16,2-1-5 15,-4 3 5-15,-4 1-8 0,0 2 2 0,1 1-2 16,-2 0-22-16,0 3-22 0,4 2-2 15,0-1 0-15,3 0-24 16,4 1-6-16,2-2-7 0,3-1-8 0,1 0-10 0,0-1 1 16,0 0-13-16,0 0 9 0,5 0 37 15,4 2-4-15,3-1-27 0,3-2-15 16,4 0-3-16,2-6 15 0,-1-3 22 16,0-1 5-16,-6-1 4 0,-4 3 24 15,-3 2 18-15,-4-1 19 0,-3 2 15 16,0 1 18-16,0-1 0 0,0 0-9 15,-3 1-3-15,-4 1 12 0,3 3-3 16,-2 0-7-16,2 0 1 0,-1 0-16 16,2 0-17-16,1 2-10 0,-2-1 9 15,2 3 9-15,-1-3-10 0,3 1-26 0,-1 2-28 16,1 0-14-16,0 0 6 16,0 3-7-16,4 2 25 0,4-4 0 0,1-1-18 15,1 1-31-15,3-4-6 0,2-1 0 0,2 0 9 16,-2-7 18-16,-3-1 1 0,0-2-7 15,-5-1 9-15,-4-1-21 0,-3 2-25 16,-6-5-34-16,-8 5-65 0,-8 0-131 16,-4 3-136-16,-2 3-240 0,3 2-325 15,-9 2-431-15</inkml:trace>
  <inkml:trace contextRef="#ctx0" brushRef="#br0" timeOffset="4063.71">18867 3434 1797 0,'0'0'448'0,"0"0"-125"16,0 0-94-16,0 0-46 0,0 0-3 15,0 0-5-15,0 0-38 0,0 0-48 16,0 0-29-16,0 0 16 0,-7 0 25 16,7 0 47-16,0 0 22 0,0 0-21 15,0 0-28-15,0 0-12 0,0 0-13 16,0 0-22-16,0 0-42 0,0 0-32 15,5 0-27-15,4 0 27 0,4 1 31 16,5-1-19-16,-1 0 12 0,5 0 10 16,-1-3-12-16,2-3-7 0,-3 1 16 15,3 0 6-15,-1 0-7 0,-2 1-5 0,0-1-4 16,2 2 10-16,0-1-13 0,1 3-16 16,3-5 1-16,1 0-1 0,2 1-1 15,4-2-1-15,2-3 0 0,1 2 2 0,1-3 20 16,0-1 2-16,-1 2-2 0,1 0-22 15,-7 2 0-15,-1 1 0 0,-2 1 1 16,-1 0 2-16,-3 1 15 0,5-1-16 16,-1 0-2-16,2 0 0 0,1-2 1 15,3-1 1-15,0-1-2 0,3 1-2 16,1-1-10-16,0-1-25 0,-4 1 37 16,0-2 3-16,-3 5 0 0,-2-3 0 15,-3 4 0-15,-1 0 19 0,-1-1 5 16,1 4-24-16,1-3 22 0,-1 1-13 0,2-2-9 15,2 1-1-15,0 0-1 16,1-3-1-16,4 1-1 0,2-3 0 0,-2 3-14 16,3-1 14-16,-4 1 0 0,-6 1 1 15,0 0 2-15,-5 2 1 0,-2-2 9 16,-2 2-10-16,0 1 1 0,1 0 15 16,2-1-16-16,2 0 0 0,1 1-1 0,1-1 0 15,5-1 0-15,0 0 24 0,0-1-25 16,1-1 2-16,-1 2-1 0,0-3-1 15,-2 3 0-15,-1 2-12 0,-1-3 12 16,-1 2 1-16,0 0 2 0,2 0 0 16,-1-1 9-16,1 1-9 0,3 0 12 15,-2-2-4-15,3 2-11 0,2-1-15 16,-2-1 0-16,4 1 0 0,-4 0 12 16,3 0-1-16,-3 2-11 0,2-2 15 15,-3 3 2-15,0 0-2 0,-5 0-2 16,-1 1-10-16,-3 0 12 0,0-1 0 15,-1 0 0-15,-1 0-3 0,0 0 1 0,0 1 2 16,0-1 1-16,2 1 0 0,-1-2-1 16,1 2-1-16,0-3-11 0,-1 4 10 15,4-4 0-15,-1 1-10 0,-2 2 12 0,3-1-13 16,-3-1 12-16,-4 3 0 0,4 1-1 16,-5-2 0-16,2 0 1 0,-2 1-1 15,0 0 2-15,0-2 1 0,0 1 0 16,2 1 2-16,-2-3-3 0,5 2-3 15,-1-3-21-15,4 3 12 0,2-4-1 16,2 2 12-16,-1-1-17 0,2 2 6 16,-4 0 0-16,-1 0-1 0,-3 2 10 0,-4 1-21 15,-2 0 21-15,-2 0-13 16,-5-3 16-16,2 3 0 0,-1 0 0 0,-2-1 0 16,1 1 4-16,1 0-4 0,2 0-1 15,-2 0 0-15,3 0-2 0,0 0-9 16,2 0-6-16,4 0 3 0,2 0 13 15,4 0 0-15,6 0 2 0,0 0 0 16,2-1-23-16,-2-2-20 0,0-1 16 16,-5 4 8-16,-3-4 7 0,-3 3 11 0,-6 0 0 15,-2 0 0-15,-6-1 0 0,-1 2 1 16,0 0 2-16,-1 0 1 0,-2 0-3 16,2 0-15-16,3 0 13 0,-1 0 2 15,5 0 13-15,1 0-11 0,0-2 1 16,1 2 18-16,1-1 4 0,-2 0 9 15,-1 1 15-15,-2-2 0 16,-3 2 0-16,-1-1-13 0,0 1-14 0,-1 0-1 0,0 0-18 16,1 0 18-16,0 0 4 0,1 0-10 15,-1 0 0-15,2 0-13 16,-4 0-2-16,0 0-1 0,-1 0-1 0,0 0 2 16,0 0-1-16,0 0-19 0,-7 0-78 0,-8 0-104 15,0-2-310-15,-28-5-1187 16,109 16-953-16</inkml:trace>
  <inkml:trace contextRef="#ctx0" brushRef="#br0" timeOffset="5400.61">18360 2775 722 0,'0'0'1472'0,"0"0"-1168"16,0 0-155-16,0 0 73 0,0 0 38 15,0 0-2-15,0 0-13 0,0 0-18 16,0 0-52-16,1-4-52 0,-1 4-26 0,0 0 15 16,0 0 30-16,0 0 9 15,0 0-15-15,0 3-4 0,0-2-4 16,0 0 0-16,0 0-36 0,0 2-47 0,0-1-17 15,0-2-13-15,2 5-3 0,-1 0 15 16,2 4 10-16,-1 1 2 0,2 2 4 16,-1 2-13-16,-1-2 3 0,1 3-9 15,0-2-23-15,2-1-1 0,-1 0-21 16,0 0 3-16,2-2 17 0,0 1-11 16,1 0-3-16,-1-1 13 0,3-1 0 15,-1 0 2-15,-1-1-3 0,1-1-9 0,-1-1 9 16,3-2-10-16,-3 0 11 0,2-2 1 15,2-1 0-15,-1-1 1 0,3 0-1 16,2-1-14-16,-1-5 15 0,0 0 11 16,0-3-11-16,-2 0 3 0,0-2 16 0,-3-4 2 15,-1 1 3-15,-2-1-9 16,-3-6 6-16,-2 0-8 0,-1 0-10 0,0-1 12 16,0 1-13-16,0 2-1 0,0 1-1 15,0 5-2-15,0 1 2 0,0 2 3 16,-3 4 24-16,0 0 6 0,0 2 10 15,-2 0-10-15,1 3-6 0,-1 0-3 16,1 1 7-16,1 0-4 0,0 0-27 16,2 0-52-16,-2 0-35 0,1 1-19 15,2-1-22-15,-1 1-45 0,-1-1-52 16,0 0-106-16,-1 0-642 0,-1-7-1039 0</inkml:trace>
  <inkml:trace contextRef="#ctx0" brushRef="#br0" timeOffset="7542.51">22828 2235 336 0,'0'0'1679'0,"0"0"-1290"16,0 0-144-16,0 0 22 0,0 0 69 16,0 0-5-16,0 0-69 0,0 0-54 0,0 0-46 15,0 0-37-15,-6-16-32 0,6 16-13 16,-2 0-9-16,2 0-3 0,0 0 6 16,0 2 15-16,0 1 6 0,0-2-21 15,0 1-22-15,0-2-16 0,0 2-17 16,0-1-19-16,0 2-15 0,0 2-12 15,0 2 27-15,3 1 26 0,3 4 8 16,0 0-19-16,2 3-13 0,-2 0 26 16,1-1-13-16,-1 1-15 0,4-2-15 15,-4 0 14-15,0-2 1 0,-1-1 0 0,1-1 1 16,0 1 0-16,-2 1 0 0,2-3 11 16,-2 3-12-16,1-2 2 0,-1 2-1 15,2-2 0-15,-2-1-1 0,0-1-2 16,-1-1 0-16,0 1 0 0,2-2 2 0,-4-3-2 15,0 1-1-15,1-1 3 0,-1-2 2 16,-1 0 16-16,0 0 7 0,0 0 11 16,0 0 4-16,0 0-13 0,0 0-9 15,0 0-3-15,2 0-15 0,-2 0-12 16,1-2-3-16,-1-1 0 0,3 1 13 16,-2-1-8-16,2-5 10 0,2 1 36 15,-3-2-2-15,3-1 5 0,-1-2 4 16,-1-1-10-16,0 1-18 0,0-4-15 15,2 1-15-15,0-3 3 0,-1 2-3 16,-1-1-3-16,3-2-1 0,-2 1 16 16,-1 0 2-16,3-1-2 0,-3 0 0 0,0 1 3 15,-1-1 24-15,-2 5 4 0,0-1 11 16,0 3-8-16,0 2-28 0,0 2-3 16,0 1-22-16,2-2-20 0,-1 3-7 15,-1 0 10-15,2 2 27 0,-2 0 12 0,0 4 33 16,0-3 13-16,0 2-4 0,0 1 4 15,0 0-13-15,0 0-3 0,0 0-5 16,0 0-10-16,0 0-15 0,1 0-2 16,-1 0-20-16,0 0 7 0,0 0 3 15,0 0 10-15,0 0 1 0,0 0 1 16,0 0 1-16,0 0 1 0,0 0 1 16,0 0-3-16,0 0-1 0,0 0-17 0,0 0 18 15,0 0 1-15,0 0 14 16,0 0 12-16,0 0 1 0,0 0 2 15,0 0-12-15,0 0-3 0,0 0-12 0,0 0 9 16,0 0-12-16,0 1 0 0,0-1 2 16,0 3 0-16,0-3 10 0,0 0-12 15,0 0-13-15,0 0 10 0,0 0 0 16,0 0 0-16,0 0 0 0,0 0 2 16,0 0 1-16,0 0 0 0,0 0 19 0,0 1 5 15,0 1-8-15,0-2-16 0,0 1-15 16,0-1-19-16,0 0-2 0,0 2-3 15,0-2-4-15,2 0 13 0,-1 0 3 16,1 1 3-16,-1-1 21 0,5 1 1 16,-1-1 2-16,1 3 3 0,0-2 0 15,1 1 0-15,3 1 12 0,-1-1-14 16,0-1 0-16,2 1-1 0,1 1 0 0,-1-1-12 16,4 0 12-16,-4 0 2 0,3 0 0 15,-2 0 1-15,-2-1-1 16,0-1 1-16,0 0 0 0,-1 0-1 0,2 0 13 15,0 0 0-15,0-1 3 0,2-3-18 16,2-1 1-16,0-2-1 0,1 1 0 16,0-1-1-16,-3-2-1 0,3 1-19 15,-4 2 21-15,-4 0 15 0,1 1-3 16,-4 0 10-16,0 2-1 0,-4 0 9 0,1 2-3 16,-1 1 10-16,-1 0-1 0,0 0 6 15,0 0 4-15,0 0 8 0,0 0 3 16,0 0-23-16,0 0-16 0,0 0-15 15,0 0-2-15,0 0-1 0,0 0-28 16,0 0 1-16,0 0 15 0,0 0-3 0,0 0 3 16,0 0-9-16,0 0-3 0,0 0-22 15,0 0-53-15,0 0-38 0,0-2-32 16,0 2-50-16,0-2-96 0,-3-1-225 16,2 1-619-16,-16 0-1838 0,38 13 2798 0</inkml:trace>
  <inkml:trace contextRef="#ctx0" brushRef="#br0" timeOffset="11627.26">18301 4142 2380 0,'0'0'1008'0,"0"0"-729"0,0 0-52 15,0 0 34-15,0 0 25 0,0 0-2 16,0 0-23-16,0 0-78 0,0 0-55 16,0 0-58-16,52 17-9 0,-41-10 17 15,6 4 13-15,2 0 9 0,4 4-21 16,0 1-43-16,5 1-24 0,-4-2 3 16,-1 1-15-16,2-2-12 0,-4-2-6 15,1 0-9-15,-5 0-21 0,-1-1-13 16,-4-3 1-16,-2 0-25 0,0-1-91 15,-4-2-50-15,-4-1 6 0,1 2-35 0,-1-2-51 16,-2-1-85-16,0 2-92 0,0-3-89 16,0 0-171-16,-5-2-539 0</inkml:trace>
  <inkml:trace contextRef="#ctx0" brushRef="#br0" timeOffset="11909.73">18589 4041 1854 0,'0'0'606'15,"0"0"-200"-15,0 0-51 0,0 0-24 0,0 0-27 16,0 0-65-16,0 0-74 0,0 0 15 16,0 0 58-16,0 0-35 0,-7 38-26 15,4-21-27-15,0 3 14 16,-1 3-21-16,-1 2-16 0,2 0-36 0,0 3-16 15,1 3-33-15,2-1-14 0,-3-3-13 16,3 2-15-16,0-4-12 0,0-2-19 16,0-4-5-16,0-4-45 0,0-3-44 15,0-4-32-15,1-2-19 0,1-2-96 16,0-4-90-16,3 0-184 0,-1-4-159 0,4 1-352 16,1-8-559-16</inkml:trace>
  <inkml:trace contextRef="#ctx0" brushRef="#br0" timeOffset="12346.68">18864 4303 134 0,'0'0'1722'0,"0"0"-1191"16,0 0-143-16,0 0-77 0,0 0-39 16,0 0-6-16,0 0-54 0,0 0-59 15,0 0-29-15,0 0-25 0,0 0-21 16,23 73-13-16,-18-63 4 0,2-2-10 15,-1 0-16-15,-1-3-6 0,1-2 3 0,-1-2-26 16,3-1-13-16,-2 0 0 0,3-5 30 16,-1-3 0-16,4-2-6 0,-4-2 15 15,1-3 9-15,-1 2-3 0,-2-3-12 16,-1 0-1-16,-2-2 1 0,-2 4 6 16,-1-1 2-16,0 3-8 15,0 3 6-15,-1 2-1 0,-4 2 1 16,1 3-9-16,-1-1-28 0,0 1-3 0,2 0-77 15,-1 2-97-15,1-3-102 0,0 0-129 16,1 1-341-16,1-2-814 0</inkml:trace>
  <inkml:trace contextRef="#ctx0" brushRef="#br0" timeOffset="16878.89">22918 3239 2767 0,'0'0'663'16,"0"0"-391"-16,0 0-158 0,0 0 33 15,0 0 45-15,0 0-2 0,0 0-72 16,0 0-56-16,0 0-38 0,2 6-11 0,-1-5 18 15,2 1 49-15,0 2 18 0,2 1 46 16,1 2-40-16,5 3-15 0,-3 2-25 16,4 0-3-16,-1 6-6 0,6 0-40 15,1 3 9-15,3 2-12 0,4 1-10 16,-1 3-2-16,5-3-2 0,-1 0-1 16,2 0 1-16,-1-2-1 15,3-3-15-15,-4-1-15 0,0-2-10 16,-1-4 6-16,-3 0-24 0,-2-5-36 0,-6-1 2 15,-6-2 0-15,0-2 3 0,-6-2-19 16,-2 0-28-16,-1 0-31 0,-1-3-54 0,0-4-126 16,-4-4-151-16,-2 1-212 0,-1-1-457 15,-4-3-161-15</inkml:trace>
  <inkml:trace contextRef="#ctx0" brushRef="#br0" timeOffset="17142.96">23201 3278 395 0,'0'0'2354'0,"0"0"-1927"15,0 0-220-15,0 0 9 0,0 0 87 0,0 0-2 16,0 0-31-16,0 0-41 16,0 0-36-16,0 0-6 0,0 6-5 0,0-2-5 15,-3 6 2-15,-1 2-10 16,-7 9-63-16,0 7-58 0,-4 7-21 0,-5 1 4 15,3 1-4-15,-3 0-15 0,1-2-10 16,6-5-2-16,4-4-19 0,1-5-48 16,7-3-54-16,1-6-54 15,0-3-62-15,1-2-91 0,7-3-212 0,0-4-536 0,5-2-467 16</inkml:trace>
  <inkml:trace contextRef="#ctx0" brushRef="#br0" timeOffset="18042.32">23539 3470 1838 0,'0'0'1236'0,"0"0"-974"0,0 0-122 0,0 0 73 16,0 0 76-16,0 0-44 15,0 0-40-15,0 0 17 0,0 0-53 0,0 0-58 16,0 0-44-16,43 53-9 0,-37-38-24 16,3 0-7-16,1 2-15 0,-1-1-10 15,1-1 1-15,-3 1 13 0,4-1-15 16,-3-1-1-16,1-1-1 0,-4-2-1 16,2-2 0-16,1 0 0 0,-3-2-11 15,1 0 1-15,0-3 9 0,-1-1-9 16,0-3-3-16,-1 0 13 0,-1 0-20 15,0 0 10-15,1 0 9 0,-1 0 3 0,-1-5 1 16,2 2 17-16,-3-6 7 0,2 2-7 16,0-2 0-16,2-1 10 0,-4-2-25 15,2-1 0-15,1 0 0 0,-1-2 0 16,0-2-3-16,3-2-3 0,-5-1 2 0,2 1 0 16,-2-2-2-16,1 3-9 0,-1 3 11 15,1-2 1-15,-1 4-1 0,-1 1-1 16,2-1 2-16,-1 1 0 0,-1 1 0 15,0 0 0-15,0 1-1 0,2 4-1 16,-2 3 2-16,0 2 2 0,0 1 1 16,0 0 9-16,0 0-10 0,0 0-1 15,1 0 14-15,-1 0 16 0,0 1 23 16,0 0 16-16,0 1 3 0,0 1-21 16,2 0-7-16,0 0 19 0,0 0 63 0,1 1-21 15,1 0-27-15,0-1-43 0,2 4-21 16,0-3-13-16,-2 0-2 0,6 0 0 15,-3 0 0-15,2-2-1 0,1 0 1 16,3-2 0-16,0 0 12 0,3 0 6 16,3-8-15-16,1 0-3 0,3-4-15 0,-1-4-18 15,-1 1-37-15,-4-1-81 0,-3 1-100 16,-9 0-203-16,-5 3-317 0,0 4-809 16,-19-1-870-16</inkml:trace>
  <inkml:trace contextRef="#ctx0" brushRef="#br0" timeOffset="19677.63">19657 2399 2526 0,'0'0'544'15,"0"0"-222"-15,0 0-109 16,0 0 93-16,0 0-20 0,0 0-25 0,0 0-42 15,0 0-50-15,0 0-50 0,0 0-33 16,6 5-10-16,-6-4 16 0,2 2 36 16,0-1-1-16,2 5-48 0,2 2-37 15,4 4-2-15,4 5-16 0,4 2 0 16,5 4-21-16,1-1 0 0,5-1-1 0,1-1-1 16,2 0 1-16,0-2 1 15,1 0-3-15,-1-3 0 0,-2 1 0 16,0-3-1-16,-2-1-1 0,-7-1-10 15,1-2-6-15,-2 1 15 0,-2-3-21 0,-6-2 3 16,0 1-7-16,-1-2-5 0,-4-1-12 16,-1-1-10-16,0 1-6 0,-3-2-27 15,-1-1-40-15,1-1-34 0,-3 0-18 16,0 0-45-16,0 0-115 0,0-1-210 16,0-5-208-16,-3-1-237 0,0 1 299 15,-8-5-460-15</inkml:trace>
  <inkml:trace contextRef="#ctx0" brushRef="#br0" timeOffset="20039.91">20061 2338 1000 0,'0'0'1221'0,"0"0"-946"15,0 0-110-15,0 0 128 0,0 0 84 16,0 0 32-16,0 0-12 0,0 0-99 16,0 0-110-16,0 0-37 0,0 0 9 0,9 20 23 15,-9-7 46-15,-4 6-65 0,-4 5-71 16,-1 6-14-16,-1 1-12 0,-2-2 14 16,4 1 4-16,-3-1-10 0,2-4-17 15,0 1-37-15,1-2-19 0,3-3 0 16,-4-2-1-16,6-2-1 0,0-3-3 15,2-2-15-15,0-1 6 0,1-2-6 0,-3 1-3 16,3 2-7-16,-5-1-5 0,2 2-21 16,-1 1-34-16,-4-2-6 0,0 4-51 15,0-3-55-15,-4-1-53 0,4-1-176 16,-3-3-192-16,5-2-527 0,-2-5-627 0</inkml:trace>
  <inkml:trace contextRef="#ctx0" brushRef="#br0" timeOffset="21278.48">20348 2657 1816 0,'0'0'706'16,"0"0"-377"-16,0 0-124 0,0 0 60 15,0 0 43-15,0 0-11 0,0 0-68 16,0 0-76-16,0 0-48 0,0 0-24 16,0 0 21-16,5 10-7 0,-4-8-21 0,1 2-13 15,-1 1 7-15,2 3-10 0,2 2-9 16,-1 1-9-16,3-1-10 0,-3 0-11 15,4-1-18-15,-3 0-1 0,1-2-3 16,1-1-16-16,-1-1 1 0,1-1 6 16,1 0 11-16,-3-4-1 0,2 0-1 15,1 0 2-15,-3 0 1 0,1 0 0 16,3-4 0-16,-4-4-15 0,0 0 14 16,-1-2-20-16,1-2 3 0,-2 3 5 15,-2-2 13-15,0 0 0 0,1 2 0 0,-1 1-3 16,-1 1-15-16,0 2-7 0,0-2-11 15,0-1-38-15,3 0-9 0,-2 0-9 16,1 2-16-16,-1 0 3 0,-1 0 21 16,2 5 0-16,-1-3-38 0,-1 3-70 15,2 0-120-15,-2-4-159 0,3 0-227 16,-3 2-465-16,2-5-8 16</inkml:trace>
  <inkml:trace contextRef="#ctx0" brushRef="#br0" timeOffset="22125.44">20658 2546 1349 0,'0'0'1344'0,"0"0"-1055"15,0 0-160-15,0 0 66 0,0 0 18 16,0 0-36-16,0 0-45 16,0 0-37-16,0 0-26 0,0 0 10 0,15 21 15 15,-9-14 5-15,1 1-2 0,1 1-32 16,0 0-34-16,2-1-16 0,-2 1-2 16,3 0-10-16,-4-2-2 0,1-1-1 15,0 1 0-15,-3-2 2 0,1-1 1 16,-1 0 9-16,0-1-12 0,-1 1 1 15,-1-1-1-15,0-1-1 0,-1-2-1 16,-1 2-10-16,-1-1 11 0,2-1 1 0,-2 0 2 16,0 0 23-16,0 0 15 0,0 0 3 15,0-1 0-15,0-1 9 0,0 0-2 16,0-1-20-16,0-3-30 0,0 0-11 16,0-2 11-16,0-3 2 0,0-3 0 0,0 0-2 15,1-1-11-15,1 0-11 0,-1-1 1 16,2 1 2-16,-2 4 18 0,1 1 0 15,-2 1 1-15,1-1 3 16,1 0 10 0,-2 1-13-16,2-2 1 0,-2 2 0 0,0 1 1 0,0 1 13 0,0 3 1 15,0 0 5-15,0 1 1 0,0 2-10 16,0 0 0-16,0 1 0 0,0 0 4 16,0 0-4-16,0 0 16 0,0 0 21 15,0 0 21-15,0 1 52 0,2 0 12 16,-2 2-64-16,1-3-36 0,-1 1-16 15,0-1-6-15,0 0-9 0,0 1 18 16,0-1 10-16,0 2 5 0,0-2-15 0,0 1-18 16,0-1 0-16,2 2 10 0,-2-1-12 15,1-1-1-15,1 0-13 0,-1 4-8 0,2-2 3 16,1 1 16-16,2 0-1 0,3 3-9 16,-1-2 9-16,3-2 1 0,0 1 1 15,0-2 0-15,3-1 0 0,1 0 0 16,0 0 1-16,1-3-1 0,-2 0-1 15,-1-2-14-15,-1-1-11 0,-7 1-55 16,1-1-110-16,0-1-92 0,-3-1-101 16,-3-3-332-16,0 2-657 0,-15-1-988 0</inkml:trace>
  <inkml:trace contextRef="#ctx0" brushRef="#br0" timeOffset="30086.63">20070 3404 108 0,'0'0'600'0,"0"0"-232"15,0 0-147-15,0 0-9 0,0 0-1 16,0 0-39-16,0 0-55 0,0 0-26 16,0 0-26-16,0 0 6 0,-1 0 26 0,1 0 20 15,0 0 12-15,0 0 0 0,0 0-10 16,0 0-13-16,0 0-6 0,0 0 5 16,0 0 4-16,0 0-4 0,0 0-6 15,0 0-23-15,0 0-16 0,0 0-6 16,0 0-10-16,0 0-3 0,0 0-6 0,0 0 0 15,0 0-4-15,0 0 4 0,-2 0-1 16,2 0 1-16,0 0-4 0,0 0-2 16,0 0-14-16,0 0 4 0,0 0 3 15,0 0 13-15,0 0 15 0,-1 0 25 16,1 0 43-16,0 2 10 0,-3 1-33 16,2-1-14-16,0 0-7 0,-2 2 5 15,-2 0-5-15,-2 2-65 0,1 2 7 0,-4 0-16 16,4 2 27-16,-1 0 1 15,0 2-27-15,-1 0 17 0,-1 0-18 0,3 0 19 16,0 3 17-16,2-3-11 16,-2 2 11-1,3 1-2-15,2 2 27 0,1-3-3 0,0 2 18 0,0-1 15 16,0 1-30-16,1-1-37 0,6 1-21 0,-1-1 0 0,1 1 25 16,4-2-4-16,-2 4-9 15,2-3 12-15,-1 1-24 0,1-4-2 16,-2 0 0-16,0-2 2 0,-1-1-2 0,1-4-1 15,0 0-2-15,-2 1 2 0,3-1 9 16,-3-2-9-16,0-1-18 0,1 0-9 16,-2-2-13-16,0 0-5 0,-1 0 5 15,-2 0 4-15,-1 0 6 0,-2 0 5 16,2 0-11-16,-1-3-19 0,1 2-21 0,-1-2-19 16,2 1-33-16,-1-2-35 15,0-1-46-15,1 0-51 0,-1 2-138 0,-2-2-124 16,0-1-131-16,0 0-159 0,0 0-335 15,-18 55 370-15</inkml:trace>
  <inkml:trace contextRef="#ctx0" brushRef="#br0" timeOffset="32927.36">20353 3679 993 0,'0'0'482'0,"0"0"-192"0,0 0-95 16,0 0-36-16,0 0-40 0,0 0-41 15,0 0-23-15,0 0 0 0,0 0-55 16,0 0 0-16,3-2 0 0,-3 2 23 0,0 0 12 16,0 0 23-16,0 0 17 0,0 0-4 15,0 0-10-15,0 0-26 0,0 0-9 16,0 0-3-16,0 0-7 0,0 0-16 16,0 0-3-16,0 0-16 0,0 0-7 15,0 0 4-15,0 0 22 0,0 0 3 16,0-1 0-16,0 1-1 0,0 0 15 15,0 0 15-15,0 0 0 0,0 0 0 16,0 0-3-16,0 0 6 0,0 0-6 0,0 0-8 16,0 0-21-16,0-2-22 0,0 1-23 15,0-1-6-15,0-2 15 0,0 1 1 16,0-1 33-16,0-1 0 0,0 2 2 16,0-3 3-16,0 0 19 0,0 0-2 0,0-1-1 15,0-1 7-15,-2 2 3 0,1-2-4 16,-1 1-9-16,1-2 20 15,-1 1 2-15,1 0-3 0,0 0-12 0,1 0 6 16,0 2 18-16,0 1 1 0,0 1 13 16,0 1-4-16,0 2 26 15,0 1 25-15,0-3 44 0,0 3 2 0,0 0-41 16,0 0-40-16,0 0-22 0,0 0-5 16,0 0 1-16,0 0 6 0,0 0 0 15,0 0 22-15,0 3 24 0,0 1 21 16,-2 0-15-16,1 1 15 0,-2 3 0 0,3 2-19 15,0 2-22-15,0 0-39 0,0 2-19 16,0 0-6-16,4 1-15 0,0-1 3 16,2 0-2-16,3-1-1 0,1-1-3 15,-1-3-9-15,1 2 0 0,3-3 12 0,-2 0 9 16,2-1 24-16,0-2-33 0,-1-3-21 16,1-1 0-16,-2-1-10 0,1 0 4 15,-1-3-22-15,2-7 12 0,2 3 37 16,-5-4 3-16,0-3 13 0,0 1-1 15,-4-2 20-15,-2 0-35 16,-2-1 0-16,-2-1 54 0,0 2-23 16,0-1-31-16,-3 2 13 0,-2 2-11 0,1 2-4 15,-2 3 1-15,2 1-35 0,-2 1-35 16,3 1-11-16,-1 1-25 16,-1-1-41-16,3 1-86 0,0-3-167 0,-2-1-287 15,4 2-562-15,0-5-204 0</inkml:trace>
  <inkml:trace contextRef="#ctx0" brushRef="#br0" timeOffset="33243.23">20725 3636 828 0,'0'0'1665'0,"0"0"-1246"16,0 0-134-16,0 0 52 0,0 0-43 16,0 0-20-16,0 0-65 15,0 0-60-15,21 73-56 0,-21-64-32 0,0 1-33 16,0 2-9-16,0 0-19 0,0-1 0 15,-3-1-2-15,1-3-19 0,-1 0-41 16,1-3-114-16,1-3-135 0,1-1-327 0,-1 0-339 16,1-1-225-16</inkml:trace>
  <inkml:trace contextRef="#ctx0" brushRef="#br0" timeOffset="34022.29">20882 3376 303 0,'0'0'1600'0,"0"0"-1214"0,0 0-185 15,0 0-24-15,0 0 55 0,0 0 24 0,0 0-64 16,0 0-33-16,0 0-13 0,0 0-17 16,0 0 16-16,1 6 44 0,1-3 19 15,-1 2-22-15,-1 3-10 0,3 0-22 16,3 0-26-16,1 3 4 0,-1 1-41 16,3-1-57-16,-2-2-34 0,3 2-25 15,-2 0 24-15,4-1 1 0,-1 0 2 16,1 1-1-16,-2-4-1 0,2-1 0 15,-4 0-12-15,3-3-12 0,-3-1 9 16,-2-2-4-16,0 1 4 0,-2-1-15 0,-1 0 8 16,-2 0 19-16,1 0 0 0,-1 0 2 15,-1-1 1-15,3-1 12 0,-2-1 7 16,-1 1 2-16,0-2-6 0,0 0 7 16,0-1-19-16,0-2 15 0,2-2-16 15,-2-2 22-15,0-3-21 0,0 1-3 0,0-4-17 16,0-1 15-16,0 0-10 0,-2-1 0 15,1-2-10-15,-3 2 4 0,1 2 3 16,1 2 15-16,-1 1-2 0,2 4 2 16,0 3 18-16,-1 0-15 0,1 2 25 15,-1 1-4-15,1 2 3 0,-1-1-8 16,2 2 2-16,0 1-6 0,0 0-12 16,0 0 0-16,0 0 9 0,0 0 1 0,0 0-1 15,0 0 9-15,0 0 6 0,0 0 1 16,0 0-4-16,0 0 0 0,0 1-2 15,0 0 2-15,0 1-3 0,0 0-3 16,0-2-5-16,0 0-11 0,0 0-1 16,0 0 0-16,0 1-1 0,0-1 0 15,0 0-1-15,0 0-1 0,0 0-1 16,0 0-25-16,0 0-2 0,5 0-10 0,-1 0 40 16,3 0 20-16,6 0-5 15,0-1-13-15,1-5 1 0,2 0-3 0,-1 1 0 16,-2-1-24-16,-2 2-1 0,1 0-2 15,-4 0-6-15,0 4-19 0,-3-3-3 16,1 1-15-16,-3 0-21 0,1 1-41 16,-1-2-61-16,2 0-190 0,-1-1-137 0,0-1-117 15,0 1-164-15,-2 0-347 0,-1-1-117 0</inkml:trace>
  <inkml:trace contextRef="#ctx0" brushRef="#br0" timeOffset="34377.04">21215 3101 1038 0,'0'0'983'15,"0"0"-620"-15,0 0-79 0,0 0 25 16,0 0 1-16,0 0-46 0,0 0-80 16,0 0-20-16,0 0 15 0,0 0 2 15,0 0-16-15,1 7-8 0,1-4-12 16,2 0-22-16,5 4-16 0,2 2-3 16,2 0-9-16,4 4-22 0,1 0-3 15,3 2-6-15,1 1-16 0,0 3-14 16,4 0-10-16,-3 4-12 0,-1 1 19 15,-4 2-29-15,-2-2-1 0,-8 4-1 16,-5-2-37-16,-3 5-27 0,-8 1-88 0,-14 2-171 16,-5-1-145-16,5-7-614 0,-23 6-952 15</inkml:trace>
  <inkml:trace contextRef="#ctx0" brushRef="#br0" timeOffset="38555.21">26249 1702 1800 0,'0'0'429'16,"0"0"-319"-16,0 0-10 0,0 0 91 15,0 0 118-15,0 0-56 0,0 0-91 16,0 0-108-16,0 0-9 0,0 0 12 15,-39 36 3-15,34-28 19 0,1 3 7 16,1-2 2-16,3 1-19 0,-1 1-44 16,1-4-24-16,0 1-1 0,0-1-1 0,3 0-11 15,2-2 12-15,1-2 23 16,0-1-1-16,2-1-22 0,-2-1-3 0,3 0 0 16,-2 0 1-16,2-1 1 0,-2-2 1 15,2-3 21-15,-2-2 17 0,0 1 0 16,-1-1 16-16,0-1 8 0,-2 0 1 15,0 0-17-15,1 0-8 0,-4 0-1 0,2 0-19 16,-3 2 1-16,0-2 6 0,0 4 15 16,0-2-9-16,0 0-6 0,0 3 0 15,-1 1 21-15,-2 0 16 0,0 2 5 16,-1-1-8 0,-2 2-35-16,0-1-22 0,-4 1 1 0,1 0 0 0,0 0 12 15,2 0-13-15,-1 0 38 0,1 1 18 0,2 2-58 16,1 1-15-16,1-1-31 0,0 5-6 15,1 1 2-15,2 2 14 0,0 1 17 16,0 1-15-16,0 1 19 0,6-5 12 16,0 2-16-16,1-4 17 0,2 2 1 15,1-5 1-15,-1 0-3 0,1 0-19 16,3-2 19-16,-2-2-24 0,2 0 5 16,-1 0 0-16,-2-3 22 0,1-4 12 15,-2 0-2-15,-2 0-9 0,-1-1-1 0,1-2 28 16,-2-1 0-16,-1 0-13 0,0-2-15 15,-1 2-1-15,0 1 1 0,-1-1 17 16,-1 3 17-16,-1 1 3 0,0 0-21 16,0 1-1-16,0 0 19 0,0 0-19 15,-3 1 7-15,0 2 8 0,-1-1-2 0,-1 3-10 16,1 1 22-16,-3 0-37 0,1 0 22 16,-1 0 5-16,1 1 29 0,0 3-44 15,-2 3-15-15,4 0-67 0,-1 5 5 16,1 0 10-16,2 2 12 0,2-1 7 15,0 0 20-15,0-1 11 0,6-5-16 16,0 0 0-16,1-3 17 0,0-3-22 16,-1 1 7-16,0-2 13 0,0 0-18 15,2 0-1-15,-2-2 22 0,1-2 0 16,1-4 13-16,1-2-13 0,-3 0 0 0,0-3-2 16,-2 0 2-16,-1 0 2 15,-3-1 35-15,0-1 2 0,0 2-2 0,-1 1-6 16,-5 4 9-16,0 2 34 0,2 3-4 15,-4 1-33-15,0 2 11 0,-1 0-2 16,-3 5-27-16,-1 1-19 0,-1 2-46 16,0 3 9-16,1 1 0 0,3 0-2 0,3-2 2 15,4 0 3-15,2-2-24 0,1-1-16 16,1-4-86-16,9 1-140 0,4-3-173 16,3-1 30-16,-2 0-656 0,7-7-532 0</inkml:trace>
  <inkml:trace contextRef="#ctx0" brushRef="#br0" timeOffset="39658.83">30771 1669 1661 0,'0'0'990'0,"0"0"-884"0,0 0-54 16,0 0 105-16,0 0 93 0,0 0 2 0,0 0-56 16,0 0-57-16,0 0-57 15,0 0-1-15,0 0 18 0,-72-2-18 0,61 6-31 16,0 3 12-16,0 1-9 0,-2 2 0 15,4-1-1-15,2 2-5 0,1-1-35 16,2-1-12-16,3 1-2 0,1-3 2 16,0 1 0-16,4-1 0 0,1-3 0 15,3 1-34-15,2-1 0 0,1-1-6 16,1-3-1-16,5 0 10 0,-1 0 0 0,1-1-9 16,1-6 25-16,-3-1 15 0,-1-2 2 15,-2-2-1-15,-3 0 1 0,0-2 14 16,-2 0 3-16,-3-2-18 0,-1 3 14 15,-3-3-2-15,0 2 33 0,-3 1 1 0,-4 3 6 16,0 0 24-16,-3 2 28 16,-2 2 24-16,2 3-9 0,-3 2-22 15,-1 1-18-15,2 0-7 0,-3 0 18 16,1 4-85-16,0 4-6 0,1 0-3 0,3 1-12 16,-1 2 0-16,3 0 12 0,1 1-9 15,4-3 0-15,0-2-1 0,3 0-5 16,0-2 0-16,0-2 2 0,6-1-8 15,0-1-10-15,1 1 10 0,3-2-7 16,5 0-2-16,3 0 2 0,1-6-33 16,4-4 21-16,1-1 9 0,-3-3 0 0,-4 3 6 15,-2 0-12-15,-4 0 40 0,-7 4 0 16,-1 2 28-16,-3 0 40 0,0 4 39 16,-3 1 19-16,-6 0-13 0,-3 0-28 15,-3 0-24-15,-2 5-21 0,-1-2-38 16,0 3-1-16,2 4 11 0,0-2-10 15,3 2-2-15,2-3-12 0,5 0-3 16,2-1-13-16,2-1-8 0,2-3-7 0,0 1-33 16,5-1-65-16,-1-2 6 15,0 1 15-15,-1-1-25 0,4 0-34 0,-4 0-36 16,4-1-140-16,2-5-235 0,-3 1-217 16,5-5-345-16</inkml:trace>
  <inkml:trace contextRef="#ctx0" brushRef="#br0" timeOffset="41298.37">26659 1740 1911 0,'0'0'728'0,"0"0"-467"0,0 0-171 16,0 0 54-16,0 0 22 0,0 0-23 16,0 0-57-16,0 0-53 0,0 0-33 15,0 0-3-15,3 4 3 0,3-2 73 16,1 1-7-16,2 0-9 0,2 0-7 15,1 1 1-15,2-1-1 0,1 1 9 16,3 0-8-16,3-1-3 0,2 2-17 16,4 0-19-16,1-1 16 0,3-2-12 0,4 0-14 15,0 1 14-15,2-3-16 0,3 0-1 16,-1 0 0-16,0 0 1 0,3 0 0 16,-2 0-2-16,1 0-13 0,0 0 15 0,-3 1 1 15,-1 0-1-15,-1 2-2 0,-1 0 1 16,0 0-12-16,0-1 13 0,0-1-3 15,1-1 3-15,0 0 0 0,3 0 0 16,1 0 0-16,2-1 0 0,0-1 17 16,0-1-17-16,-2-1-1 15,-1 1-15-15,0-1 14 0,-5 2-10 0,1 0 11 16,-2-2 1-16,2 1 0 0,-3 0 10 16,1 1-10-16,0-2-10 0,0 3 10 15,-1-2 1-15,0 0-1 0,-2 2-13 16,0 1-2-16,-1 0 12 0,-2 0-1 15,-1 0 3-15,0 0 0 0,-2 0 0 16,0 0 0-16,0 0 1 0,-1 0 0 16,3 1-1-16,0-1-1 0,0 2 1 0,2-2 1 15,2 0 1-15,2 0 2 0,2 0-2 16,2 0 0-16,0 0-1 0,0 0 1 0,0-2-1 16,-1 1 0-16,-4 1-1 0,-2 0 1 15,-1 0 0-15,-4 0 0 0,-1 0 1 16,-4 0-1-16,0 0 1 15,-2 0 1-15,3 0 10 0,-3 0-12 0,2 0 0 16,1 0-3-16,3 0 0 0,-1 0 1 16,4 0 2-16,3 0 0 0,0 0 1 15,2-1 1-15,1-2-1 0,1 1 11 16,2-1-11-16,-2 1-1 0,-1-1-3 16,-2 0 1-16,-1 2 1 0,-2-2 0 15,-4 1 1-15,0 1-2 0,-7 0 0 0,0-1 0 16,-5 2 1-16,-2 0-1 0,0 0-1 15,-2 0 1-15,-1 0-1 0,1 0 0 16,4 0 3-16,2 0 1 0,4 0 0 16,4-1 0-16,3-1 3 0,5 0 8 15,3-1-12-15,1 1 0 0,-1-1-2 0,0 1 0 16,-4 0 2-16,1 0 0 0,-3 1-1 16,0-1-1-1,-6 1-1-15,3 1 0 0,-4 0-1 0,-3 0 2 16,1 0 0-16,-4 0 0 0,3 0 1 0,-5 0 0 15,4 0 0-15,-2 0 1 0,1 0 2 0,2 0 11 16,-2-3-10-16,1 2-2 0,-5 0-1 16,1 1 0-16,-2 0-1 15,0 0-1-15,-1 0 2 0,1 0 2 16,1 0-1-16,3 0 0 0,-3 0-1 16,5 0 0-16,0 0-2 0,0 0 0 0,2 0 1 15,-1 1 0-15,0 0 1 0,-3-1 1 16,-2 2 2-16,-2-2 28 0,-3 0 31 15,-2 0-12-15,-1 0-3 0,-3 0-13 16,3 0-15-16,-2 0-7 0,-1 0-12 16,3 0 0-16,3 0 1 0,1 0 0 0,1 0 0 15,1-3-1-15,0 1-22 0,-2-1-55 16,-2 1 2-16,-4 0-57 0,-1-2-47 16,-4 2-96-16,-26-6-718 0,9 34-1602 0</inkml:trace>
  <inkml:trace contextRef="#ctx0" brushRef="#br0" timeOffset="42639.32">26168 1017 1152 0,'0'0'660'15,"0"0"-273"-15,0 0-200 0,0 0 88 16,0 0 18-16,0 0-60 0,0 0-86 16,0 0-58-16,0 0-19 0,0 0-10 0,0 0-3 15,-13 0 16-15,13 0 9 0,-1 0 6 16,-1 0 16-16,2 0-3 0,0 0-13 15,0 0-16-15,0 0-29 0,-1 0-24 16,-1 2-19-16,2-1 0 0,-1 2-3 0,-2 1-9 16,0 2 12-16,-1 0 13 0,-1 3 2 15,1 0 1-15,0 0-4 0,-2 2 10 16,3 1 6-16,0-1-9 0,3 2-4 16,0 0-15-16,0 0 3 0,0-1 13 15,0 0-15-15,0-1 0 0,3 1-1 16,0-4 1-16,1 1 1 0,1 1 10 15,0-2-12-15,1 0 1 0,1-1 1 16,2 1 14-16,-1-3 9 0,1 2-4 16,1 0-18-16,2-3 0 0,-2 2 10 0,0-2-11 15,1-1-1-15,0-1 1 0,0-1 16 16,-1-1 10-16,0 0-3 0,-1 0 0 16,2-1-1-16,-2-4-5 0,0 2 11 15,0-4 17-15,1 3 26 0,-2-4 13 16,4-1-28-16,-2 1-30 0,0-1-10 15,0-1-6-15,2-1-9 0,-2 1 0 0,-1-1 0 16,0-1 18-16,-3 1-3 0,-3 1 4 16,0 0 8-16,-2-1 4 0,-1 1 18 15,0 0-16-15,0-1-8 0,0 3-13 16,0-3 9-16,0 2-24 0,-1 1-9 0,0-3-2 16,-1 2 11-16,2 1 0 0,0-3-6 15,-1 4-28-15,1 0-2 0,0 1 36 16,0 1 9-16,0 4 46 0,0 0-1 15,-2 1-14-15,2 0-40 0,0 0-25 16,-1 0-27-16,-1 0-27 0,2 1-40 16,-3 0 0-16,3 2-22 0,-3 0-90 15,-2 1-141-15,1-2-390 0,-4 3-1123 16</inkml:trace>
  <inkml:trace contextRef="#ctx0" brushRef="#br0" timeOffset="44039.67">30591 932 623 0,'0'0'2201'16,"0"0"-1848"-16,0 0-299 0,0 0 58 16,0 0 110-16,0 0 31 0,0 0-52 15,0 0-44-15,0 0-35 0,0 0-8 16,0 0 19-16,17 32-3 0,-11-25-19 0,1 3-50 15,-1 0-18-15,0-1-16 0,-2-1 1 16,0 3-16-16,-1 0 7 0,-1-2-1 16,1 4 3-16,-2 1 1 0,2-2-7 15,0 1-3-15,1 0 7 0,-1-1-18 16,-2-2 0-16,2 0-1 0,0-1 3 16,-1-2 0-16,-1-1-2 0,2 0 1 15,0-1 0-15,-3-3-1 0,3 3-1 16,-2-1 1-16,2-1 0 0,1 2-1 0,-1-1 0 15,0 0 0-15,0 1 0 0,0-1-1 16,-2-1-1-16,2 2 0 0,-1-3 2 16,-1-1 0-16,-1 0 0 0,2 1 0 15,-1-2 3-15,-1 0 12 0,0 0 12 16,2 0 4-16,-1 0 6 0,-1-2-4 16,3-2 13-16,-3 1-1 0,1-1-11 0,2-1-1 15,-3-1-12-15,1-2-8 0,-1-4 2 16,2-4-14-16,-1-3 9 0,2-2-10 15,0-3-18-15,3 0-4 0,-3 2 4 16,1 0-3-16,-1 3 21 0,1 3 0 0,-1 3 0 16,-2 1 0-16,1 3-2 15,1 3 1-15,0 0 0 0,-2 1-1 16,2 0 0-16,0-2 0 0,0 2-1 16,1-2-9-16,2 1 10 0,-2 0 0 0,-1 0-1 15,0 2 1-15,0 3 2 16,-3-2 1-16,0 1-1 0,0 1 3 0,0 1 12 15,0 0-14-15,0 0 0 0,0 0 2 16,0 0 21-16,0 0 6 0,0 0 1 16,0 0 5-16,0 0-2 0,0 1-4 15,0 1 0-15,0-1 4 0,0 1 11 16,0-2-12-16,0 0-30 0,0 0-3 0,0 0 1 16,0 1 2-16,0 0 9 0,0-1 1 15,0 2-10-15,0-1-2 0,0-1-1 16,0 2-16-16,0-1 1 0,0 0-6 15,0 2 6-15,1 1 12 0,4 1 3 0,-1 0-1 16,3 0 0-16,-1 0-1 0,3 2 2 16,1 0 0-16,1-3 1 0,1 1 0 15,5 0 2-15,-2 1 9 16,2-3-12-16,-1 0 0 0,1 0 0 16,-1-2-3-16,-2-1-30 0,2 0 2 0,0 0 29 15,-3 0 2-15,4 0-3 0,-4 0-8 16,3-1 11-16,-1-2 0 0,-1-1-15 15,-1 1-12-15,-1-2-3 0,-1 0 8 0,-1 1 10 16,-4 1 10-16,2-1 1 0,-5 0-1 16,0 2-19-16,0-1-12 0,-3 2-13 15,0-1-36-15,0-1-49 0,0 0-31 16,-3-1-65-16,-8-1-270 0,2 1-942 16,-14 0-803-16</inkml:trace>
  <inkml:trace contextRef="#ctx0" brushRef="#br0" timeOffset="44809.56">27831 1023 111 0,'0'0'2229'0,"0"0"-1890"0,0 0-300 16,0 0 131-16,0 0 109 0,0 0-84 0,0 0-81 15,0 0-25-15,0 0 28 0,0 0 28 16,0 0 19-16,0 38 2 0,0-28-7 16,0 4-22-16,-4 1-11 0,-3 4 7 15,-1 0-4-15,-2 0-16 0,0 3-18 16,0 0-25-16,0 0 0 0,-3-1-21 15,4-1-15-15,2-2-10 0,3-4-24 16,2 3-1-16,2-4-27 0,0-1 1 16,3 0 3-16,6-1 21 0,1-3-25 15,3 1 10-15,2-1-3 0,3-2 5 16,1 0-11-16,3-4-28 0,2 0-74 0,0 0-79 16,4-2-30-16,-2 0-66 0,0 0-127 15,-2 0-234-15,-7-2-484 0,-2-5-272 0</inkml:trace>
  <inkml:trace contextRef="#ctx0" brushRef="#br0" timeOffset="45302.77">28171 1141 1761 0,'0'0'555'0,"0"0"-238"0,0 0 24 0,0 0-66 15,0 0-100-15,0 0-86 0,0 0-38 16,0 0 28-16,0 0 41 0,0 0 19 16,0 0-8-16,6 80-30 0,-2-64-20 15,-1-2-15-15,2-1-19 0,-1-1-4 16,3-1-3-16,-1-2-24 0,1-2-14 16,-1 2 13-16,0-5 1 0,1 0-1 15,0-1 1-15,0-3-1 0,2 0 10 16,4 0 3-16,0-7-27 0,1-1 30 0,-2 0-1 15,2-4 1-15,-4 0 0 0,2-1-16 16,-2-2 1-16,-3 0 8 0,0 1-8 16,-2 2-1-16,-1 0-14 15,-3 4-1-15,1-2 0 0,-2 4-77 0,0-2-21 16,0 3-13-16,0-1-17 0,-2 2 4 0,-2 1-102 16,-2 2-136-16,2-2-301 0,-2 3-548 15,0 0-385-15</inkml:trace>
  <inkml:trace contextRef="#ctx0" brushRef="#br0" timeOffset="45604.87">28511 1348 160 0,'0'0'2100'0,"0"0"-1709"15,0 0-227-15,0 0 103 0,0 0 135 0,0 0-11 16,0 0-105-16,0 0-90 0,0 0-47 16,0 0-16-16,5 54 18 0,-8-42 14 15,-3-2-33-15,-1 1-65 0,0-1-40 0,1-3-27 16,0 0-33-16,2-3-83 15,-2-1-105-15,3-3-68 0,2 0-112 0,-1 0-262 16,-2-5-1063-16</inkml:trace>
  <inkml:trace contextRef="#ctx0" brushRef="#br0" timeOffset="46386.6">28716 1146 1831 0,'0'0'1131'16,"0"0"-891"-16,0 0-33 0,0 0 126 15,0 0-78-15,0 0-135 0,0 0-77 0,0 0-42 16,0 0 3-16,0 0 27 0,4 34 3 15,-1-24 16-15,1 3 9 0,1 1 9 16,-1 2-9-16,2-1-10 0,0 0-5 16,1-1-17-16,0 0-24 0,-1-2-2 15,1 1 1-15,0-2-1 0,-1-2 1 16,-2-3-2-16,-1 0-2 0,0-4 2 16,0-1 2-16,-1 0-2 0,-1-1 15 15,-1 0 22-15,1-1 6 0,1-1-6 16,-2-2 0-16,0 0 6 0,0-1 0 15,0 0 9-15,0-2-3 0,0-2-29 16,0-1-20-16,1-1-3 0,3-1-18 0,-2-3 6 16,2 0 12-16,-1 0-13 0,1-2-8 15,2 2-7-15,-3-1-3 0,3 1 7 16,-2 2 16-16,-1 1 11 0,1 2 15 0,-2 3 0 16,-1 0 4-16,-1 2 5 0,0 1-2 15,0 0-10-15,0 1-9 0,0 2 12 16,0 0 1-16,0 1-14 0,0 0 1 15,0 0 12-15,0 0 6 0,0 0 1 16,0 0-19-16,0 0-2 0,0 0-1 16,0 0 0-16,0 0 15 0,0 0 7 15,0 0 8-15,0 0-11 0,0 0-4 16,0 0-13-16,0 0 10 0,0 0-12 16,0 0 0-16,0 0 0 0,0 0 1 15,0 0 1-15,0 0 1 0,0 0-1 16,0 0 1-16,0 0 0 0,0 0 16 15,0 0 8-15,0 0 10 0,0 0 2 0,0 0 7 16,0 0 57-16,0 0 46 0,0 1-52 16,0 0-52-16,0 1-24 0,0 0-5 15,0-2-16-15,0 1 0 0,0 1-25 16,3 1 4-16,0-2 0 0,2 2 6 0,3 0 15 16,-1 1 2-16,3-1 10 15,2 2-11-15,2-4 1 0,-2 1-2 0,2-2 0 16,-1 0-33-16,0 0-28 0,-1 0-12 15,-1-2-6-15,2-1-39 0,-3-1-13 16,-1-2 3-16,1 0-38 0,-3-3-64 16,-2 0-160-16,-1-2-176 0,-3 1-241 15,1 2-595-15</inkml:trace>
  <inkml:trace contextRef="#ctx0" brushRef="#br0" timeOffset="46721.95">29066 979 2111 0,'0'0'717'15,"0"0"-579"-15,0 0 3 0,0 0 86 16,0 0 65-16,0 0-43 0,0 0-44 16,0 0-8-16,89 33-23 0,-71-19 20 15,2 2 18-15,-1 4-16 0,-2 1-56 0,0 4-51 16,1 2-32-16,0 1-23 0,-2 3-19 16,0 0 6-16,-4 0-21 0,-3-1 0 15,-4-2-1-15,-5-1-47 0,-8 1-71 16,-10 1-82-1,-11-4-84-15,-5 1-182 0,5-8-724 16,-23 0-956-16</inkml:trace>
  <inkml:trace contextRef="#ctx0" brushRef="#br0" timeOffset="52991.75">26943 3610 140 0,'0'0'2232'0,"0"0"-1758"15,0 0-230-15,0 0-84 0,0 0-39 16,0 0 19-16,0 0 28 0,0 0-54 15,-36 67-64-15,36-53-9 0,0-1-13 16,0-1 29-16,0-1 66 0,5 0-27 16,0-3-64-16,1 0-29 0,0-2 0 0,4-3 25 15,-3-2-17-15,5-1-10 0,-1 0 0 16,1 0 18-16,-2-3-18 0,1-2-1 16,-2 0 3-16,-3-2 10 0,-2 1 2 15,-1 0 10-15,-3-3 9 0,0 0 16 16,0-1-13-16,0-3 3 0,0 4-15 15,-1-3 9-15,-2 1 12 0,0 2-12 0,-1 1 9 16,-1 4 16-16,2-2-1 16,-1 3-6-16,-2 2-6 0,1 1-9 0,0 0-13 15,1 0 31-15,-1 1 34 0,1 4 15 16,1-1-80-16,-1-1-24 0,0 1-27 16,1 1-4-16,0 2-2 0,2-1 5 15,-1-2 4-15,2 2-1 0,0-1 1 0,0-1 5 16,2-2 7-16,0 0 9 15,3-2-18-15,0 0 19 0,1 0-17 0,1-1 1 16,4-5 3-16,3-2 2 0,-1-1 13 16,3-3-18-16,-2-2-16 0,-1 1-12 15,-4 0 33-15,-3 3 13 0,-2 2 31 16,-3 4 12-16,-1 2 24 0,0 0 10 16,0 2 2-16,0 0-6 0,-4 4-24 15,-2 0-6-15,-1 2-19 0,-3 0-24 16,0 2-28-16,-2-1 1 0,4 1-3 0,-1 0 2 15,5-2-2-15,1-2-37 16,1-1-68-16,2-3-58 0,0 2-78 0,0-2-269 16,2 0-573-16,4-2-298 0</inkml:trace>
  <inkml:trace contextRef="#ctx0" brushRef="#br0" timeOffset="53472.6">26656 3111 2153 0,'0'0'727'0,"0"0"-436"16,0 0-45-16,0 0 131 0,0 0-31 16,0 0-94-16,0 0-73 0,0 0-31 0,0 0-22 15,0 0-31-15,0 0-10 16,2 24-8-16,-1-10 14 0,2 6 16 16,2 5-13-16,-2 2-12 0,1 2-15 0,-1-1-37 15,0 1-27-15,1-5-3 0,0-3-3 16,0-2-15-16,2-2-15 0,-1-6-68 15,1-3-154-15,-1-4-232 0,1-2-851 16,-5-6-1159-16</inkml:trace>
  <inkml:trace contextRef="#ctx0" brushRef="#br0" timeOffset="55304.39">30405 2671 745 0,'0'0'436'16,"0"0"-436"-16,0 0-3 0,0 0 3 16,0 0 94-16,0 0-29 0,0 0-22 15,76-23 25-15,-68 21 36 0,-3 1 56 0,0 0 51 16,-4-1 55-16,1 2-40 0,-2 0-64 16,1 0-36-16,-1 0-23 0,0 0-7 15,0 0-9-15,0 0-10 0,0 0 3 0,0 0-16 16,0 0-20-16,0 0-15 0,0 0 25 15,0 0 35-15,0 0 13 0,0 0-4 16,0 0-12-16,0 0-33 0,0 0-24 16,0 0-26-16,0 0 12 0,0 0-11 15,0-1-2-15,0 1-1 0,0-2 0 16,0 2 0-16,0 0-1 0,0 0-3 16,0 0 3-16,0 0 1 0,0 0 30 15,0 0 10-15,0 0 16 0,0 0-13 16,0 0-13-16,0 0-6 0,0 0 1 15,0 0 2-15,0 0 13 0,0 0 18 16,0 0 13-16,0 0 33 0,0 0-2 0,0 0-26 16,0 0-13-16,0 0-5 0,0 0-7 15,0 0 7-15,0 0-13 0,0 0-6 16,0 0-13-16,0 0-5 0,0 0 2 16,0 0-6-16,0 0-5 0,0 0-11 0,0 0 10 15,0 0-9-15,0 0 9 0,0 0 13 16,0 0 14-16,0 0 19 0,-3 2-3 15,3-1 9-15,-4 2-18 0,1 0-7 16,0-2-27-16,0 0-12 0,-1 0-3 16,1 0-16-16,-4 2 16 0,1 1-21 15,0 1 3-15,0 2 2 0,-1-1 17 16,0 3 2-16,3-1 0 0,1 0 0 16,0-2-1-16,0 2-11 0,3-3-9 15,0 0-4-15,0 1 7 0,2-3 15 16,2 0-12-16,0-2 12 0,5 0-22 0,-2-1 1 15,-1 0 0-15,1 0 8 0,-1 0 13 16,2-1-12-16,-2-3 3 0,0 1-3 16,1-4 12-16,-1 1-9 0,-2-3-3 15,2 1 15-15,-3 1 1 0,-2 1 11 16,2-1-11-16,-3 3 18 0,2 2 5 16,-2-1 16-16,0 1 2 0,0 0-2 0,-2 0 3 15,-1 2-13-15,-4 0-12 0,1 0-2 16,-5 0 5-16,1 0 15 0,-3 2-36 15,1 3-3-15,2 0-12 0,-1 4-6 16,2-1-6-16,3 1-1 0,2-1 7 16,2 0-4-16,2 0-8 0,0-1 2 15,3 1 30-15,3-4 0 0,4-1 1 16,0-2-33-16,2-1 5 0,1 0-5 16,1 0 8-16,2-3-2 0,0-2 2 15,-3-3-8-15,1-1 11 0,-2 1-14 0,-5-2-1 16,0 0 34-16,-3 1 3 0,-2 0 0 15,-2-1 46-15,0 3 15 0,-3 0 9 16,-3 2 16-16,-2 3 5 0,-4 1-18 16,2 0-39-16,-6 1-7 0,3 0 13 15,0 0-40-15,3 2-3 0,0 0-16 16,3 1-14-16,3-1-7 0,2 0-14 0,1-2-29 16,1 1-115-16,0-1-119 0,0 2-207 15,1-2-669-15,4 0-650 0</inkml:trace>
  <inkml:trace contextRef="#ctx0" brushRef="#br0" timeOffset="56287.93">30239 2189 1661 0,'0'0'1055'16,"0"0"-801"-16,0 0-56 16,0 0 108-16,0 0 1 0,0 0-78 0,0 0-74 15,0 0-90-15,0 0-59 0,0 0-6 16,0 0-18-16,6-5 5 0,3 1 1 15,2-1 12-15,2 0 0 0,1-2 0 16,1 2-2-16,1-1-17 0,-3 0 16 16,0 4-13-16,-2-4 13 0,-2 1-13 15,-2 4 1-15,0-3-7 0,-4 2-19 0,0 1-16 16,0 1 0-16,-3-1 17 16,0 1 15-16,0 0-7 0,0 0-22 15,0 0-18-15,0 0 34 0,0 0 23 0,0 0 15 16,0 0 16-16,0 0 3 0,0 0 16 15,0 0 12-15,0 0 0 0,0 1 16 16,0 0 9-16,-3 1 10 0,-1 2 3 16,-2-3-22-16,-1 3-41 0,-2-2-7 15,-1 3-13-15,-3 0 36 0,0 2-7 0,-1 0-6 16,-2 4 9-16,-1-1 21 16,-1 2 7-16,1 2 13 0,4-1 36 0,-3-1 2 15,6 1-24-15,3-3-27 16,0 1-23-16,4-7-21 0,1 0-18 0,2-2-19 15,0 0-2-15,0-1 9 0,0-1 0 16,0 0 12-16,2 0-3 0,2 0-36 0,-1 0-20 16,7-3 16-16,-1 1 40 0,1 1 0 15,4-2 0-15,-2 0-18 0,2 2-10 16,-2-3 3-16,-2 4 4 16,0-1 5-16,0 1 4 0,-3 0 2 0,3 0 1 15,-1 2 9-15,-2 2-9 16,2 2 0-16,1 1 12 0,-3 2 13 0,-1 1 21 15,1 2 15-15,0 2 22 0,-1 0 21 16,-3 1-16-16,0-1-27 0,-2-2-15 16,1 0-13-16,-2 0-21 0,0-3-15 0,0 0-12 15,-6-1-25-15,-6 0-13 0,-5 2-104 16,-4-4-165-16,-5 0-223 0,5-3-707 16,-15-2-712-16</inkml:trace>
  <inkml:trace contextRef="#ctx0" brushRef="#br0" timeOffset="58252.97">30317 2725 127 0,'0'0'555'0,"0"0"-138"0,0 0-66 16,0 0-22-16,0 0-76 0,0 0-104 16,0 0-100-16,0 0-49 0,0 0 0 15,0 0-15-15,0-4 15 0,0 4 26 0,0 0 6 16,0 0 13-16,0 0 17 0,0 0-27 16,0 0-35-16,0 0 0 0,0 0-29 15,0 0-42-15,4 0 0 0,1 0 70 16,-1 0-15-16,2 0-39 0,-2 0-56 15,2 0-6-15,-2 0 14 0,3-1-24 16,-1-2-36-16,-1 0-39 0,2 1-58 16,0-2 48-16,0 1 65 0,-1 2 72 0,-2-1 75 15,-1 2 66-15,-3 0 152 0,0 0 131 16,0 0 83-16,0 0 16 0,0 0-60 16,0 0-130-16,0 0-100 0,0 2-81 15,0-2-48-15,0 1 12 0,0 1 58 16,-3-1 67-16,3 0 88 0,-3 0-18 15,0-1-56-15,0 2-52 0,1-1-50 0,-3 0-22 16,1 1-16-16,0-2-21 0,-2 1 0 16,0 1-7-16,0-1 10 15,-2 0-1-15,-1-1-5 0,0 4-13 0,-1-3 0 16,-4 1-2-16,2 2 1 0,-2-4-2 16,-2 3-2-16,2 0-1 0,-2-1 0 15,0 2 0-15,0-2-9 0,-1 3 9 16,2-2 1-16,-2 2-10 15,3-1 0-15,-2 0 8 0,3 0 2 0,-1-1 0 16,2 0 1-16,-2 0 1 0,1 0 1 0,1 1 1 16,-1-1 11-16,2 1-10 0,-2-3 9 15,0 0-12-15,-3 2 0 0,0 0 0 16,-3 1-1-16,-3 1-11 0,-2 0 12 16,-3 2 15-16,1-3-12 0,0 3 1 15,0-2-2-15,4 2 10 0,2-1-10 16,0-1 1-16,3 2 0 0,1-4-2 0,1 3 0 15,1-2 0-15,1-1 0 0,1 1 0 16,-2 0-1-16,1 2-2 0,-4-4 0 16,-1 4 0-16,0-1 2 0,-2 1 0 15,-1 0 0 1,1-4 0-16,0 4-1 0,0-1 1 0,0 1 0 16,-2 0-1-16,2 0-2 0,-3 1-9 0,1 0 11 15,2-1 0-15,0 1 1 0,1-2 1 16,0 1-1-16,1-2 0 0,0 2-1 15,-2-2-18-15,0 2 17 0,3-2-9 16,-3 1 11-16,1-1 2 0,0 1 13 0,0 0-14 16,2 0 1-16,0 0 11 0,-2 0-11 15,3 1 10-15,1-1-12 0,0 1 1 16,3-3-1-16,-2 1-12 0,4-3 11 16,-3 4 1-16,0-1-2 0,-3-1-1 15,0 3 3-15,-2-1-1 0,-3 0 1 16,1 0 0-16,-3 0 0 0,3 2-1 0,-2 0-1 15,1-3 1-15,0 3 0 0,1 0 1 16,-1-2 0-16,2 1 0 0,-1 0 1 16,0-1-1-16,1 1 1 0,0-2 3 15,-1 2-3-15,4-1 1 0,-4 0 0 16,4 1-2-16,-4-2 0 0,4 1 0 16,-1 2 0-16,-2-2-2 0,3 2 0 15,-1-3 2-15,4 3 1 0,-3-2-1 16,3 1 0-16,-1-1 2 0,1-2 10 0,-6 3-12 15,3-2 0-15,-4 2 2 0,-2-2-2 16,-1 2 1-16,0 0-1 0,2 0 12 16,0-1-12-16,3 0-4 0,0-1-8 15,1 0 12-15,4 0-1 0,0 0 0 16,0-2 0-16,-1 2 1 0,1-1-1 16,-6 2-2-16,2 0 3 0,-5 1 0 0,-2 3 12 15,-1-1-9-15,-2 0 13 0,4 0 33 16,-2 1 4-16,2-3-26 0,4 2-26 15,1-4 2-15,2 1 0 0,6-1-3 16,1-2 0-16,-2 2-3 0,-1 0-16 0,0 0 18 16,-2 0 0-16,-2 1 1 0,-1 0 0 15,1 1 2-15,-4 1-1 16,0 0-1-16,2-1 1 0,-2 0 1 0,4 0 10 16,-1 1-9-16,6-3 12 0,-1 0 10 15,5-2-10-15,1 0-15 0,0 1-1 16,-2 0 0-16,-1-1 0 0,0 3 1 15,-3-3 1-15,0 2 0 0,2 0 0 16,-3 0 1-16,4 0 0 0,-1 1-1 16,0-2 0-16,0 3 0 0,-2-2 2 15,0 1 13-15,-2 0 5 0,0 0 7 0,1 0-10 16,0 0 13-16,0 1-19 0,0-1 1 16,3-2-11-16,0 1 10 0,-2 0-11 15,1-1 11-15,2 0-9 0,-1 0 19 16,2 0 5-16,2 0 13 0,0-3 9 0,3 2 24 15,-1-1 65-15,-1 2-50 0,-1-2-30 16,1 2-22-16,2-3 1 0,0 2-7 16,3-2-3-16,-1 0-6 0,-1 0 1 15,2 0-1-15,0 0 3 0,0 0 0 16,0 0-12-16,0 0 1 0,-1 2-1 16,-2 0-10-16,-1-1 0 0,-1 2-1 15,-3-1 2-15,2 3-2 0,-3-3-1 16,2 2-2-16,0-2 1 0,1 1-1 15,2-2-19-15,2 1 8 0,1-2-11 0,1 0-52 16,0 0-109-16,0-2-101 0,0-4-61 16,3 0-167-16,-2-1-771 0,2-3-1093 0</inkml:trace>
  <inkml:trace contextRef="#ctx0" brushRef="#br0" timeOffset="58939.12">28408 3421 1816 0,'0'0'616'0,"0"0"-287"0,0 0-24 16,0 0 17-16,0 0-11 0,0 0-40 15,0 0-45-15,0 0-6 0,0 0-13 16,0 0 18-16,-15 22-96 0,9-13-68 0,-5 2 0 16,2-1 9-16,-1 5 6 0,0-1 6 15,-1 3 3-15,0 2-15 0,0 0 6 16,2 1 3-16,0 3 2 0,4-3-8 0,-1 2-19 15,6-1 1-15,0-2-10 0,0 1-24 16,0-4-19-16,7 0 7 16,0-2-9-16,2-1-24 0,4-3-9 15,-3 1-9-15,3-4-7 0,1 0-8 16,1-4-16-16,2 1-18 0,-1-4-21 16,4 0-52-16,2-2-55 0,-3-5-87 15,2-3-213-15,-1-1-482 0,-5 1-220 16,-1-5-257-16</inkml:trace>
  <inkml:trace contextRef="#ctx0" brushRef="#br0" timeOffset="59438.89">28716 3452 2440 0,'0'0'612'0,"0"0"-430"0,0 0 22 16,0 0 43-16,0 0-10 0,0 0-39 15,0 0-20-15,0 0-30 0,0 0-24 0,0 0-4 16,0 0 43-16,10 11 36 0,-7-3-37 15,0 3-47-15,-2 1-21 0,2 3-12 16,0-1-27-16,0 2-37 0,-2 2-15 16,2-4-3-16,-1 1-1 0,2-3-41 15,-3 2-7-15,2-5-33 0,-3 4-61 16,2-4-27-16,-2 0-20 0,0 1-22 16,0-5-193-16,0 1-309 0,0-2-611 0,3-3-132 15</inkml:trace>
  <inkml:trace contextRef="#ctx0" brushRef="#br0" timeOffset="59687.85">28922 3602 430 0,'0'0'2282'0,"0"0"-1938"0,0 0-273 0,0 0 69 16,0 0 89-16,0 0 91 0,0 0-91 16,0 0-63-16,0 0-29 0,50 69-28 15,-47-54-20-15,-1 1 10 0,-1-2-37 16,-1 2-25-16,0-3-11 0,0 2-26 0,-4-4-40 16,-1 0-43-16,0-2-71 0,1-4-98 15,-1 0-99-15,2-3-305 0,-4-2-763 16</inkml:trace>
  <inkml:trace contextRef="#ctx0" brushRef="#br0" timeOffset="60089.27">29219 3279 977 0,'0'0'1694'0,"0"0"-1267"0,0 0-226 15,0 0-39-15,0 0-22 16,0 0-42-16,0 0-68 0,0 0-30 0,0 0-26 16,0 0 10-16,0 0 15 0,39-17 0 15,-29 12 1-15,3-1-3 0,-3 1-15 16,-1 1 17-16,-1 0 1 0,1-2-28 16,-5 1-55-16,-1 2-40 0,0 0 2 0,-1-1 22 15,-1 3 19-15,-1-1 3 0,0-1-26 16,0 2-74-16,0 0-232 0,-3-1-282 15,-3 2-404-15</inkml:trace>
  <inkml:trace contextRef="#ctx0" brushRef="#br0" timeOffset="60621.34">29219 3279 303 0,'33'-47'1019'0,"-39"49"-755"0,1 2-134 16,0 2 26-16,0-4 26 0,0 4-75 0,2-1-79 16,0 0-27-1,0 0 46-15,-1-2 86 0,0 4 61 0,0-2 22 16,-1 1 2-16,-1 1-19 0,-1-1-20 15,1 2-5-15,-2-1-19 0,2 0-48 0,-1-1-28 16,1 3-13-16,-1-3-10 0,1 2-18 16,3-1-6-16,-1 0 9 0,-2 0 3 15,3 2-4-15,0-3-9 0,-1 0-9 16,4-4 0-16,0 3-3 0,0-4-4 16,0 4 1-16,0-3-13 0,0 0 0 0,0 0-3 15,0-1 0-15,0 1-19 0,4-1 4 16,-1 0-19-16,3-1-29 0,1 2 13 15,1-2 7-15,0 0 8 0,-1 0-6 16,2 0 25-16,0 0 15 0,-1-3 1 16,1-1-3-16,-2 0-19 0,-1 2 6 15,2-3 13-15,-2 5-13 0,0-1 14 16,-2-1-20-16,1 2 3 0,0 0 17 16,1 0-35-16,3 0 5 0,-2 0 23 15,4 0 9-15,1 0 11 0,0 3-11 0,-1-3-1 16,-1 5 1-16,-1 1 29 0,1-2 24 15,-3 0-19-15,2 2-8 0,-3 1 5 16,-1-2 11-16,0 0 1 0,-1 2 1 16,-1-2 15-16,0 2 1 0,-2-2 11 15,1 2 16-15,-2 2-1 0,0-4-11 16,0 2-1-16,0-1 6 0,-2-1 6 0,-2 2 2 16,-2-2 10-16,-4 2-15 0,0 1-19 15,-3-1-28-15,-3 2-23 0,0-2-11 16,0 1-2-16,2 1-13 0,1-2-8 15,3-2-37-15,1-3-43 0,2-1-55 16,3-1-37-16,2 0-82 0,2 0-160 16,0-5-350-16,0 0-670 0,8-9-62 0</inkml:trace>
  <inkml:trace contextRef="#ctx0" brushRef="#br0" timeOffset="60987.23">29468 3139 385 0,'0'0'1554'16,"0"0"-1110"-16,0 0-102 0,0 0 40 15,0 0-59-15,0 0-143 0,0 0-97 0,0 0-11 16,0 0 45-16,0 0 103 0,29 22 14 16,-19-12-24-16,4 3-12 0,1 1-14 15,2 3-31-15,2 2-22 0,1-1-31 16,3 4-21-16,-4 2-21 0,3 2-16 16,-4 4-20-16,-2-2-4 0,-7 1-6 15,-1-1-1-15,-8-1-11 0,0 0-30 16,-7-3-16-16,-3-2-18 0,0-1-91 15,-6-4-110-15,-1-1-97 0,1-5-578 16,-11-1-993-16</inkml:trace>
  <inkml:trace contextRef="#ctx0" brushRef="#br0" timeOffset="82785.02">17237 11312 1846 0,'0'0'503'15,"0"0"-235"-15,0 0-123 0,0 0 44 16,0 0 42-16,0 0-5 0,0 0-86 0,0 0-73 16,0 0-52-16,0 0-15 0,-21-3 0 15,21 3-2-15,-2 0 2 0,1 1 0 16,-1 1 23-16,1-2 8 0,1 3 32 0,0-1 85 16,0-2 32-16,0 0-30 15,0 1-32-15,0-1-19 0,0 0-12 0,0 0-10 16,0 0-6-16,0 0-3 0,0 0-10 15,0 0-6-15,0 0-3 0,0 0-3 16,0 0-3-16,0 0-3 0,0 0-4 16,0 0 4-16,0 0 6 0,0 0 2 15,0 0 1-15,0 0-9 0,0 0-7 16,0 1-2-16,0 1-7 0,1-1-3 16,1-1 7-16,-2 3 5 0,3 1 6 15,-2 3 13-15,2 2 2 0,0 3-2 16,3 3-19-16,1 3-15 0,1 2-2 15,3 3-14-15,0 1-2 0,1 2 1 0,1 0 1 16,2 0-2-16,0 1-2 0,2-2-11 16,0-2 11-16,-1-1 1 0,0-1-11 15,0-2 0-15,1-1 10 0,-1-1-10 0,-2-3 9 16,1 2-11-16,-2-3 14 0,-3 1 2 16,-1 2 1-16,-1 1-3 15,2 2 3-15,-1-1 12 0,-2 1-14 16,2-2 11-16,-5-3-12 0,0-1 0 15,-1-2-1-15,2-3-14 0,-1-2 15 16,-1 1 0-16,0-4-2 0,0 1-1 0,-3-3 1 16,2-1 1-16,-2 0 0 0,0 0 0 15,0 0 1-15,0 0 12 0,0 0-9 16,0 0 18-16,0 0 1 0,0-1-22 16,0-2-11-16,0 1-4 0,0-5 15 15,0 1 12-15,0-4-9 0,0-4-1 16,-2-2 17-16,0-1-4 0,1-3-14 15,-1 1 0-15,0-3 0 0,2-2 10 0,-3-2-11 16,3-2-15-16,0 0 15 0,0-4 0 16,0-1-3-16,-3 1-18 0,1-1 20 15,-1 2 1-15,-1 1-3 0,0 0-8 0,-3 6 11 16,1 0 16-16,-2 0-16 16,3 5-3-16,-1 2 3 0,0 0-1 0,2 5 1 15,0 1 0-15,1 3 1 16,1 3 11-16,-1-1-12 0,3 3 1 0,-1 0 14 15,-1 1 0-15,2 2-15 0,-1-1-2 16,1 0 2-16,0-1 0 0,0 2 2 16,0 0 13-16,0 0 12 0,0 0 9 15,0 0-11-15,0 0-13 0,0 0 15 16,0 0-7-16,0 0-20 0,0 0-3 16,0 0-9-16,0 0 12 0,0 0-15 15,0-1-3-15,0-1-3 0,0-2 20 16,0-2-1-16,0 0 0 0,1 3 2 15,-1 1 0-15,0 1 12 0,0 1-10 0,0 0 1 16,0 0-1-16,0 0-2 0,0 0-1 0,0 0-1 16,0 0 0-16,0 0 0 0,0 0 2 15,0 0-3-15,0 0 2 0,0 0-1 16,0 0 1-16,0 0 1 0,0 0 2 16,0 0 10-16,0 0-9 0,0 0 9 15,0 0 0-15,0 0 9 0,0 0 0 16,0 0-18-16,0 0 15 0,0 0-6 15,2 0 3-15,-2 0-12 0,0 0 16 16,0 0-1-16,0 0-16 0,0 0 19 16,0 1-3-16,0-1 9 0,0 0-9 15,0 0-6-15,0 0 12 0,0 0-21 0,0 0 0 16,1 0 0-16,-1 0-1 0,0 0 1 16,0 1-2-16,0-1 1 0,0 0 1 15,0 0 12-15,0 0-15 0,0 0 0 16,0 0 16-16,0 0-14 0,0 0 10 15,0 0-9-15,0 0 12 0,0 0-13 0,0 0-2 16,0 0-2-16,0 0 1 0,0 0 0 16,0 0 0-16,0 0-2 0,0 0 2 15,0 0 1-15,0 0-2 0,0 0-1 16,0 0 3-16,0 0 0 0,0 0-1 16,0 0-2-16,0 0 2 0,0 0 0 15,0 0 1-15,0 0-2 0,0 0 2 16,0 0 3-16,0 0-1 0,0 0-1 0,0 0 14 15,0 0-12-15,0 0-2 0,0 0 0 16,0 0 17-16,0 0-15 0,0 0-1 16,0 0 1-16,0 0 18 0,0 0-6 15,0 0-15-15,0 0 0 0,0 0 1 16,0 0 23-16,0 0-12 0,0 0-12 16,0 0 15-16,0 0-12 0,0 0 0 15,0 0-2-15,0 0 11 0,0 0 3 16,0 0-14-16,0 0 0 0,0 0 2 0,0 0 15 15,0 0-16-15,0 0 1 0,0 0 12 16,0 0 3-16,0 0-17 0,0 0 0 16,0 0 1-16,0 1 1 0,0-1-1 15,0 0-2-15,0 0 3 0,0 0 13 0,0 0-15 16,0 0-1-16,0 0 1 0,0 0 1 16,0 0-2-16,0 0 1 0,0 0 0 15,0 0 1-15,0 0-2 0,0 0 0 16,0 0 0-16,0 0 0 0,0 0-1 15,0 0-1-15,0 0 0 0,0 0-1 16,0 0-10-16,0 0 1 0,0 0 9 16,0 0 0-16,0 0 0 0,0 0-12 15,0 0 0-15,0 0 3 0,0 0 11 16,0 0-11-16,0 0 11 0,0 0-1 16,0 0 1-16,0 0 0 0,0 0-1 15,0 0-10-15,0 2-3 0,0-2-6 0,0 0 0 16,0 0-3-16,0 0 6 0,2 0-9 15,-2 0 6-15,0 0 6 0,0 0 13 16,3 0-20-16,0 0 19 0,1 0 3 0,4 0 12 16,1 0 4-16,0-2-14 0,4-1 1 15,-5 1 0-15,3-3-2 0,-3 2-1 16,4 1-1-16,-5 1 0 16,0 0-11-16,-1-1 9 0,-2 0 1 0,-1 2 2 15,-2 0-3-15,-1 0 3 0,0 0 0 16,0 0 16-16,0 0-15 0,0 0 11 15,0 0 0-15,0 0-10 0,0 0-2 16,0 0-18-16,0 0 0 0,0 0-16 16,0 0-23-16,0 0-27 0,0 0-28 15,0-1-42-15,2-3-61 0,-2-3-68 16,1 0-270-16,-1 1-644 0,0 0-1055 0,-3 37 991 16</inkml:trace>
  <inkml:trace contextRef="#ctx0" brushRef="#br0" timeOffset="83482.22">17902 11641 2292 0,'0'0'552'0,"0"0"-126"16,0 0-105-16,0 0 36 0,0 0 34 16,0 0-85-16,0 0-118 0,0 0-93 15,0 0-46-15,0 0-28 0,0 0 13 16,12 5 36-16,-1-5 0 0,2 1 31 0,4-1 14 16,0 0-27-16,2 0-54 0,2 0-22 15,1-1 0-15,-2-4-12 16,2 0-16-16,-4 0-21 0,-1-1-106 0,0 1-109 15,-4-1-91-15,0 0-224 0,0 1-616 16,-3-1-950-16</inkml:trace>
  <inkml:trace contextRef="#ctx0" brushRef="#br0" timeOffset="85369.24">18907 11633 1911 0,'0'0'544'0,"0"0"-237"15,0 0-153-15,0 0 16 0,0 0 89 16,0 0-49-16,0 0-90 0,0 0-38 0,0 0 3 16,0 0 9-16,0 0 19 15,-8-39 38-15,2 38 23 0,-1-3-25 0,0 4-54 16,-2-2-8-16,-2 2 5 0,-1 0 0 16,-4 2-16-16,5 2-11 0,-8 4-62 15,3 3-1-15,0 1 10 0,2 4-11 16,3 2 14-16,2 0 1 0,3 2-15 0,3 2 0 31,3-3 17-31,0 1-18 0,4-4 0 0,8-2-22 0,-4-4 20 16,4 1 2-16,-1-4-12 0,1-2-3 0,0-3 15 15,-1-2-1-15,-1 0-36 0,0 0-15 16,2-4 22-16,-1-3-7 16,2-1-6-16,-1-5-12 0,-1-1-1 0,1 0 10 15,-4-4-3-15,1 0-19 0,-1 4 9 16,-5-2 22-16,2 6 16 0,-4 2 21 15,-1 2 17-15,0 6 27 0,0-1 2 16,0 1 0-16,0 0 3 0,0 0 16 0,0 1 12 16,2-1 0-16,-2 4-22 0,0 3-3 15,0-4-52-15,1 6-21 0,-1 1 21 0,2 3 0 16,-1 2 16-16,1-1-1 16,-1 1 9-16,1-4-5 0,0 1-17 15,1-3-2-15,2 0-1 0,0-3-2 0,0 0-16 16,-1-3-8-16,2-1 5 0,0-2-2 15,-1 0-43-15,5-2-19 0,-2-5 55 16,0-1 3-16,4-3 4 0,-4-5-13 16,3 2-3-16,-2-5-10 0,2-2-27 15,-4 0 3-15,-1 3 18 0,1-3 10 16,-1 2-10-16,-2 0-1 0,0 3 8 16,-1 1 17-16,2 4 29 0,-4 0 3 0,1 5 13 15,-2 3 21-15,0 3 35 0,0-3 18 16,0 3 12-16,1 0 28 0,-1 3-19 15,0 0-47-15,1 6-30 0,2 4-30 16,0 1 1-16,0 7 1 0,3 1 15 16,-1 1 7-16,1-1 15 0,3-4-19 0,-1-4-17 15,0-2 7-15,0-4-11 0,2-2-16 16,2-3-2-16,-2-2 18 0,3-1 0 16,-1-1-22-16,0-6-3 0,1-3 10 15,2-4-16-15,-2-2-21 0,0-4-13 16,1-1 9-16,-2-1-11 0,1-6 2 15,-3 3-13-15,-3-3-18 0,-1 2 34 16,-2 1 21-16,-1 0 23 0,-2 6 18 16,-1 4 22-16,0 9 41 0,0 2 51 0,0 4 26 15,0 0 14-15,0 4-18 0,0 4-23 16,0 5-73-16,-4 7-25 0,0 4 4 16,3 3 23-16,-2 6 38 0,3 0 23 15,0 0 37-15,0-2 3 0,0 0-31 16,5-5-42-16,4-2-43 0,0-4-27 15,-1-6-3-15,5-2-42 0,-3-5-58 16,6-5-85-16,-3-2-87 0,2-4-71 0,-3-1-356 16,3-14-842-16</inkml:trace>
  <inkml:trace contextRef="#ctx0" brushRef="#br0" timeOffset="85787.54">20132 11473 3339 0,'0'0'661'0,"0"0"-391"16,0 0-221-16,0 0-21 0,0 0 71 16,0 0 3-16,0 0-24 0,39 83 5 15,-27-63-13-15,-1 4-27 0,1-4 3 16,-2 1 46-16,0-2 70 0,-1-1-40 0,-2-5-82 16,-1-1-40-16,1-6-1 0,-3-1-2 15,2-4-10-15,-3-1 1 0,0 0 0 16,0-1 0-16,0-6 10 0,4-5 2 15,-2-5 0-15,1-3 9 0,2-5-9 16,-4-3-27-16,4-2 2 16,0 2 7-16,-4 1-3 0,2 3-7 0,-2 1-11 15,5 7-50-15,-7 2-37 0,1 4-52 16,-1 3-69 0,-1 2-168-16,1 3-261 0,-2 1-631 0,1 1-650 0</inkml:trace>
  <inkml:trace contextRef="#ctx0" brushRef="#br0" timeOffset="86150.67">20442 11655 3118 0,'0'0'268'0,"0"0"-204"0,0 0-17 0,0 0 58 16,0 0 6-16,0 0-42 0,78-30-31 15,-62 17-38-15,-1-1-22 0,-3-2-38 16,-2 3 19-16,-2-2 41 0,-2 4 25 15,-2 0-6-15,-4 0 13 0,0 1 15 16,0 0-6-16,-4 3 3 0,-1 0-13 16,-1 1-3-16,-2 3 1 0,0-2 11 15,-1 3-20-15,-2 0 8 0,1 2 22 16,0 0 16-16,1 4 21 0,1 4 108 16,-2 4-96-16,1 3-34 0,0 2 18 0,2 2 18 15,0 1 31-15,3-1 3 0,4 1-32 16,0-1-26-16,0-4-17 0,6 1-20 15,5-4-22-15,4-1-18 0,2-3-16 16,-1-1-18-16,5-3-32 0,1-4-53 0,0 0-34 16,3-4-40-16,0-4-16 0,1-3-73 15,-2-2-134-15,2 0 91 0,-4-2-268 16,-2-1-516-16,-5 4 46 0</inkml:trace>
  <inkml:trace contextRef="#ctx0" brushRef="#br0" timeOffset="86383.61">20836 11515 114 0,'0'0'1816'0,"0"0"-1339"16,0 0-113-16,0 0-17 0,0 0-15 16,-7 72-41-16,7-59-46 0,0-1-40 15,0-2-44-15,0-1-37 0,0-4-34 16,0 0-1-16,0-3-9 0,0-2-12 16,0 0-7-16,0 0-9 0,1 0 3 0,1-3-21 15,-2-1 9-15,0-3-16 0,4 0-26 16,0-3-1-16,2-6-11 0,4-1-19 15,1-4-35-15,4 2-39 0,0 1-28 0,2 0-16 16,0 2-28-16,0 0-48 0,3-1-80 16,-1 2-78-16,0 2-139 0,-2 1-169 15,-5 5-459-15,-4-3 54 0</inkml:trace>
  <inkml:trace contextRef="#ctx0" brushRef="#br0" timeOffset="86900.46">21190 11297 2902 0,'0'0'617'0,"0"0"-393"0,0 0-120 15,0 0 28-15,0 0 85 0,0 0-9 16,0 79-44-16,-1-49-28 0,-2-1-10 16,0 2-41-16,2-1-11 0,-2-1 2 15,0-1-24-15,1-2-12 0,0-4-20 16,0-1-20-16,2-6-15 0,0-2 0 15,0-4-49-15,0-1-74 0,0-3-40 0,0-5-34 16,0 0-39-16,0 0-116 0,0 0-148 16,2-8-54-16,-2-3 27 0,0 1 182 15,2-4 142-15,-2 0 78 0,2-1-25 16,1-2-5-16,0 3 79 0,1 1 52 0,2 1 32 16,1 2 7-16,1 4 101 15,-2-1 144-15,2 2 41 0,-3 3-26 0,1-3 5 16,4 2 4-16,-1 0 18 0,1-1 5 15,1 2-59-15,4 1-71 0,1-3-39 16,-3 4-25-16,1-2-22 0,-1 1-10 16,-3 1 3-16,2 0 6 0,-4 0 1 15,1 1 12-15,-3 5 27 0,1-3 6 16,-1 4-7-16,-2-2-21 0,0 0-16 16,-1 2-3-16,0 2 5 0,0-1 10 15,-3 3-6-15,4 2-37 0,-2-1-13 16,-2 2-18-16,1 1-2 0,0-1-1 0,2 0-10 15,-1 0-1-15,1-1 0 0,-2-1-1 16,4-1-15-16,-1-3-16 0,0-2-36 0,2-2-46 16,0-2-65-16,1-2-100 0,2 0-67 15,2-2-102-15,1-4-170 0,-4 1-502 16,7-7-431-16</inkml:trace>
  <inkml:trace contextRef="#ctx0" brushRef="#br0" timeOffset="87169.9">21750 11484 2782 0,'0'0'605'0,"0"0"-386"16,0 0-17-16,0 0 82 0,0 0 11 0,0 0-152 15,0 0-78-15,0 0 24 16,0 0-3-16,-67 78-12 0,55-61 42 0,0 2 95 15,3 0-53-15,3-2-79 0,2 0-39 0,2-3-19 16,2-3-21-16,3-1-27 0,6-1-1 16,1-4-32-16,3-2-86 0,2-3-34 15,2 0-23-15,0-3 7 0,2-4-49 16,-1-3-221-16,0-1-259 0,-4 3-552 16,4-5-467-16</inkml:trace>
  <inkml:trace contextRef="#ctx0" brushRef="#br0" timeOffset="87550.61">21963 11566 1634 0,'0'0'1846'0,"0"0"-1649"0,0 0-197 16,0 0 0-16,0 0 19 0,0 0 110 15,0 0-22-15,0 0-29 0,0 0-53 16,80-15-25-16,-69 11 0 0,-1-1 0 0,1-2 20 15,-2 0-19-15,0 0 1 16,-1 0 14-16,-2-1-15 0,0-1 1 0,-2 2 20 16,-1-2 0-16,-2 1-22 0,1 1-1 15,-2-2 1-15,0 1 0 0,-2 2 25 16,-3 0 0-16,-3 2 9 0,-1-1 0 16,-5 3 13-16,0 2 49 0,-2 0 31 15,-2 5-34-15,1 3 15 0,0 3 24 16,6 3 24-16,-3 0 0 15,3 5-41-15,4-1-20 0,1 2-13 0,5 1-15 16,1-2-28-16,0-1-21 0,7 1-15 0,5-6-3 16,2-1-10-16,3-2-5 0,3-4-12 15,3-6-61-15,3 0-49 0,1-3-49 16,1-6 21-16,2-4-16 0,-1-3-127 16,3-3-220-16,-2 1-233 0,-7 2-569 15,12-8-319-15</inkml:trace>
  <inkml:trace contextRef="#ctx0" brushRef="#br0" timeOffset="87831.19">22487 11281 2538 0,'0'0'809'16,"0"0"-511"-16,0 0-36 0,-76 33 77 16,53-18-29-16,1 2-46 0,5 1-95 0,1 1-16 15,7-2-47-15,5 1-62 16,4-5-44-16,0 1-2 0,6 0-1 15,6-1 0-15,3-1 3 0,7 0 10 16,0-2 32-16,3 0-17 0,1 0-25 0,-3-2 0 16,-1 2 0-16,-2-3 0 0,-4 4-1 15,-6-4-1-15,-3-1-10 0,-5 2-7 16,-2-2-20-16,-5 1-19 0,-8-2-43 16,-5 2-103-16,-7-3-60 0,0-2-64 0,-7-2-126 15,6 0-553-15,-16-8-805 0</inkml:trace>
  <inkml:trace contextRef="#ctx0" brushRef="#br0" timeOffset="88009.34">21575 11114 2989 0,'0'0'1397'0,"0"0"-1042"16,0 0-30-16,0 0 71 0,0 0-123 15,0 0-122-15,0 0-127 0,0 0-24 16,0 0-64-16,0 0-75 0,-17-3-21 16,14-1-25-16,-3 4-77 0,2 0-281 0,-18-3-1309 15</inkml:trace>
  <inkml:trace contextRef="#ctx0" brushRef="#br0" timeOffset="89035.09">11514 13043 3022 0,'0'0'583'0,"0"0"-343"16,0 0-155-16,0 0 57 15,0 0 79-15,0 0-44 0,0 0-69 0,0 0 0 16,0 0 49-16,0 0-74 0,0 0-34 16,11 50-22-16,-9-32-25 0,0-1-2 15,1 2-14-15,2-4-96 0,0-2-127 16,0-5-110-16,3-1-274 0,-1-3-687 16,3 0-693-16</inkml:trace>
  <inkml:trace contextRef="#ctx0" brushRef="#br0" timeOffset="90016.09">13180 13939 1137 0,'0'0'767'0,"0"0"-274"0,0 0-160 16,0 0-124-16,0 0-97 0,0 0-48 15,0 0 9-15,0 0 17 0,0 0 31 16,0 0 47-16,0 0 19 0,8 1-11 16,-5-4-31-16,2-1-29 0,1 4-29 15,1-5-25-15,-1 3-25 0,3-2-15 16,0 0-21-16,2 0-1 0,-1-1-1 15,0-1-12-15,-1 2-2 0,-1 2-13 16,-2 1 0-16,0 1 3 0,-4 0 19 16,0 0 6-16,-1 6 81 0,-1 1 6 15,0 0-38-15,0 4-27 0,-3 1-7 0,1-1-13 16,-5 3-2-16,1-2 1 0,1 1-1 16,1-2 16-16,0 0 52 0,2-3-35 0,1-1 20 31,1-3 5-31,0-1-6 0,0-2-9 0,0-1-15 0,0 0-4 0,0 0-8 15,3 0-15-15,3-1 23 16,-1-2-24-16,4 0-15 0,1-2-25 0,-1-1-49 16,1 1-92-16,4-2-135 15,-1-3-223-15,-1 2-537 0,11-2-469 0</inkml:trace>
  <inkml:trace contextRef="#ctx0" brushRef="#br0" timeOffset="90836.05">15462 12525 1922 0,'0'0'1127'0,"0"0"-789"16,0 0-160-16,0 0-58 0,0 0-44 15,0 0-38-15,0 0-13 0,0 0 7 16,0 0-1-16,0 0-12 0,0 0-3 0,56 0 27 15,-44-1 17-15,-1-2 13 0,-1 3-11 16,-1 0-15-16,-3 0-9 0,0 0 2 16,-3 0 10-16,0 0 9 0,-1 4 18 0,-2-1 56 15,0 5 21-15,0-1-47 0,0 3-64 16,-5 3-18-16,0-1-9 0,-2 1-16 16,1-1-3-16,0-3 2 0,3 1-2 15,2-4-31-15,-2-1 1 16,3 1 33-16,0-5-13 0,0 0-2 0,0 3-7 15,6-3 1-15,-1-1 18 0,6 0-22 16,1 0 8-16,3 0 17 0,4 0 11 16,1 0-11-16,-1 0 0 0,1 0 19 15,-1 1 14-15,-2 4-11 0,-6 1 9 0,-2 1 24 16,-3 4 36-16,-5 0-8 0,-1 2-1 16,-1 3 16-16,-12 1-22 0,0 0-49 15,-2 1-26-15,-2-2-1 0,0-3-143 16,4-4-162-16,0-3-129 0,3-3-304 15,1-2-1006-15</inkml:trace>
  <inkml:trace contextRef="#ctx0" brushRef="#br0" timeOffset="91631.81">16625 14768 1436 0,'0'0'1263'0,"0"0"-823"16,0 0-127-16,0 0-3 0,0 0-27 15,0 0-36-15,0 0-61 0,0 0-108 16,0 0-1-16,0 0-9 0,-16 73 21 16,9-55 39-16,-1 0 35 0,1-2-54 15,2 0-45-15,2-3-27 0,1 1-24 16,2-5-13-16,2-2-15 0,5-1 0 0,4-2 15 16,4 0 12-16,3-4-12 0,5 0 0 15,2 0-12-15,1-4 10 0,1-1-14 16,1-2 4-16,1 0-3 0,-5 1-10 15,0-1-38-15,-5-1-44 0,-2 1-46 16,-3 1-56-16,-5 1-110 0,0-2-197 0,-4 3-189 16,-1 1-550-16,-4 0-470 0</inkml:trace>
  <inkml:trace contextRef="#ctx0" brushRef="#br0" timeOffset="91799.39">16822 14810 2413 0,'0'0'1469'0,"0"0"-1062"16,0 0-153-16,0 0 33 15,0 0-98-15,0 0-51 0,-4 83-56 0,1-57-33 16,1 0-49-16,0-2-67 0,2 0-217 16,-3-2-45-16,3-3-164 0,-2-4-647 15,-2 7-983-15</inkml:trace>
  <inkml:trace contextRef="#ctx0" brushRef="#br0" timeOffset="92715.48">15351 17079 196 0,'0'0'2600'0,"0"0"-2020"0,0 0-358 16,0 0-42-16,0 0-13 0,0 0 12 0,0 0-48 16,0 0-38-16,0 0-40 0,0 0-34 15,7 0 18-15,0 0 28 0,2 0-1 16,4-5-5-16,-2-1-34 0,4-1-25 16,1 0-19-16,1-4-15 0,-4 4-43 15,0 0-47-15,-2 2-12 0,-4-1-7 16,-2 6-56-16,-2-3-62 0,-3 1-21 15,0 2 68-15,0 0 128 0,-9 0-14 16,-1 2-250-16,-7 1-129 0,1 4 54 16,-1-1 64-16,-4 3 94 0,2 0 107 15,1 2 160-15,2 1 62 0,-1-4 274 0,4 4 8 16,1-3-68-16,4 0 49 0,2 0 46 16,0-2-7-16,3-3 6 0,2 2-9 15,1-2-103-15,0 1-129 0,0 0-45 16,1-1 0-16,5 1 25 0,0 1 14 15,1-1-30-15,-1 2-28 0,4-3-4 0,0 2-6 16,2 0-24-16,2 0-9 0,-3 0-10 16,5 1-12-16,-3-1-18 0,-1 2 6 15,1 0 12-15,-6-2 23 0,2 2-23 16,-2-1-13-16,-3 3 13 0,-1-2-1 16,0 3-26-16,-3 0-16 0,0 0-9 15,-3 3-56-15,-4-3-133 0,-5 1-115 16,1-4-266-16,-2-3-684 15,-6 0-806-15</inkml:trace>
  <inkml:trace contextRef="#ctx0" brushRef="#br0" timeOffset="93654.77">11239 16375 1797 0,'0'0'1001'0,"0"0"-670"15,0 0-130-15,0 0 50 0,0 0 42 16,0 0-22-16,0 0-69 0,0 0-28 16,0 0-29-16,0 0-25 0,0 0-47 15,2 31-45-15,-2-15 5 0,-2 2 19 0,1 1 16 16,1 3 2-16,0 1 6 0,0 0 3 16,4 1-24-16,5-1-25 0,1 1-30 15,3-4-19-15,-2-3-11 0,5-1-10 16,-1-4 4-16,2-2-37 0,0-4-16 0,-1-2-39 15,1-3 11 1,-2-1 37-16,-1 0 22 0,-1-3 36 0,-1-1 1 16,-4 0 18-16,1-1-13 0,-3 2-2 0,-2-3-1 15,0 1-2-15,-2 0 8 0,-1 0 13 16,2 0 25-16,-3-1-22 0,0 0 34 16,0 2 13-16,-4 0 5 0,-2 1-6 15,2-1-3-15,-2 3-6 0,-3-1 0 16,1 2 0-16,-4 0-22 0,-1 0-8 15,-3 3-10-15,2 2-18 0,-4 1 16 16,4 1-1-16,1-1 3 0,4 0-2 0,4-1-26 16,-2-1 16-16,4-1-13 0,1-1-24 15,1 0-80-15,1-1-84 0,0 1-178 16,0-1-311-16,0-1-684 0,3 1-514 0</inkml:trace>
  <inkml:trace contextRef="#ctx0" brushRef="#br0" timeOffset="94599.3">23247 11539 3156 0,'0'0'607'0,"0"0"-374"0,0 0-144 16,0 0 17-16,0 0 46 0,0 0 9 15,0 0 18-15,0 0-22 0,0 0-62 16,96 12-34-16,-70-12-18 0,4 0 0 16,2 0-7-16,1 0-5 0,2 0-31 15,-2-1-1-15,-1-3 0 0,-5 1-42 16,-1-1-89-16,-4-2-70 0,-5 1-63 15,-1 2-126-15,-5-1-275 0,-5 1-606 16,-6 3-372-16</inkml:trace>
  <inkml:trace contextRef="#ctx0" brushRef="#br0" timeOffset="94780.84">23390 11740 3056 0,'0'0'779'0,"0"0"-378"16,0 0-137-16,0 0-42 0,0 0 45 15,0 0-47-15,0 0-74 0,0 0-64 16,88 21-82-16,-61-21 0 0,0-5-37 16,5-5-36-16,0 1-94 0,2-3-90 15,2 1-112-15,6-3-277 0,-12 5-416 16,18 1-686-16</inkml:trace>
  <inkml:trace contextRef="#ctx0" brushRef="#br0" timeOffset="95649.73">24545 11275 2047 0,'0'0'686'0,"0"0"-381"15,0 0-107-15,0 0 54 0,0 0-5 0,0 0-115 16,0 0-63-16,0 0-3 0,0 0 4 16,0 0 24-16,6-10 30 0,-6 10 50 15,0 0-17-15,0 0 0 0,0 0 36 16,0 2 12-16,0-1-50 0,-3 1-39 15,-4 2-34-15,-7 1-80 0,-2 3-1 0,-6-1-1 16,2 6 2-16,-5 1 16 0,4-1 3 16,-2 3 19-16,4-1-7 0,0 1 0 15,5-2 0-15,1 0 1 16,1 0-16-16,5-2-3 0,0-4-12 0,4-1-3 16,3 0-14-16,0 0-13 0,2-2 6 15,3 4 17-15,2-3 2 0,4 2 0 16,0-3 0-16,3 1 2 0,3-1 0 15,0-2 3-15,4 1-3 0,1-3-1 16,4 1 0-16,0 0-2 0,1-2 0 16,0 0-15-16,-1 0 0 0,-7 0-9 0,-2 1 9 15,-5 0 15-15,-5 2-19 0,-3-2 19 16,-2 1 3-16,-2 0 26 0,0 1 28 0,0 3 19 16,-9 1-13-16,-1 5-24 0,-7 0-20 15,-2 5-1-15,-4-3 0 0,-1 5-3 16,-2 1 6-16,-2-1 0 15,1 1 9-15,1 2 19 0,3-2 5 16,3-4 18-16,4 1-15 0,4-4-26 16,4-2-28-16,3 1-11 0,4-2-11 0,1 1 8 15,0 1 14-15,1 0 2 0,5 0 13 16,3 2 4-16,1-1-4 0,0-2-14 16,4 1 2-16,-1 1 0 0,2-2 9 15,-2 2-12-15,-3-1 0 0,1-2 3 16,-5 0 14-16,0 0-17 0,-2 1-3 15,-1-2 3-15,0-2 15 0,1 2-15 0,1-5-15 16,-5 2-3-16,1-3-37 0,0-2-47 16,-1-1-46-16,3 0-36 0,2 0-52 15,4-5-126-15,5-2-101 0,3-4-199 0,0 3-479 16,12-4-629-16</inkml:trace>
  <inkml:trace contextRef="#ctx0" brushRef="#br0" timeOffset="95998.51">25141 11489 2662 0,'0'0'778'15,"0"0"-329"-15,0 0 11 0,0 0-46 16,0 0-80-16,0 0-84 0,0 0-59 16,0 0-55-16,0 0-48 0,1 81-22 15,-1-51 7-15,0-1-16 0,0 2-27 16,0-1-29-16,0-5-1 0,0 0-30 15,2-4-66-15,1-4-113 0,0-1-70 16,-1-2-68-16,1-1-197 0,-2-6-516 16,5 4-503-16</inkml:trace>
  <inkml:trace contextRef="#ctx0" brushRef="#br0" timeOffset="96264.82">25390 11780 2771 0,'0'0'695'0,"0"0"-464"0,0 0 14 16,0 0 97-16,0 0-17 0,0 0-54 15,11 84-79-15,-11-66-103 0,0 0-65 16,-3-3-9-16,0 1-15 0,-1-1-30 16,4-2-65-16,0 0-67 0,0-2-34 0,0-3-54 15,7-3-359-15,-4-4-484 16,5-1-572-16</inkml:trace>
  <inkml:trace contextRef="#ctx0" brushRef="#br0" timeOffset="96648.8">25812 11579 1706 0,'0'0'536'16,"0"0"-213"-16,0 0 60 0,0 0-66 15,0 0-88-15,0 0-45 0,85-17 5 0,-72 17-13 16,-2 0-38-16,-5 3-1 0,0 3 37 16,-1 2-11-16,-3 2-18 0,1 1-41 15,-3 1-18-15,0 1-25 0,0 5-18 16,-4 3-4-16,-5 1 7 0,-3 4 6 16,-2-1-3-16,1 0-1 0,-2 0 25 0,3-4 33 15,-1-1 7-15,7-2-38 0,2-6-47 16,2-1-27-16,2-4-1 15,0-1-16-15,0-1-5 0,3-3 0 0,3-1-9 16,1 0-10-16,3-1-14 0,1 0-16 16,1 0-3-16,1 0-30 0,3-1-74 15,2-4-120-15,0 1-312 0,-2-2-614 0,7-4-611 16</inkml:trace>
  <inkml:trace contextRef="#ctx0" brushRef="#br0" timeOffset="96831.86">26210 11866 924 0,'0'0'2527'0,"0"0"-2116"0,0 0-286 15,0 0 89-15,0 0 133 0,0 0-8 16,0 0-79-16,7 80-123 0,-13-62-89 0,0-1-48 16,-1-1-3-16,0 1-67 0,0-5-67 15,3 1-68-15,-1-3-77 0,2-6-199 16,2 0-257-16,1-4-863 0</inkml:trace>
  <inkml:trace contextRef="#ctx0" brushRef="#br0" timeOffset="97088.29">26645 11579 440 0,'0'0'2417'0,"0"0"-2039"16,0 0-301-16,0 0 60 0,0 0-33 15,0 0-12-15,0 0 44 16,0 0 2-16,0 0-47 0,0 0-33 0,79-8 11 16,-64 7 30-16,0 0 19 15,0-2-25-15,2 1-49 0,-4 0-26 0,3 2 4 16,-3-3-4-16</inkml:trace>
  <inkml:trace contextRef="#ctx0" brushRef="#br0" timeOffset="102031.52">26990 11612 267 0,'0'0'415'0,"0"0"-171"16,0 0-71-16,0 0-40 0,0 0 40 0,0 0 25 15,0 0-81-15,0 0-68 0,0 0-33 16,0 0 40-16,-19 3 70 0,17-3 92 15,2 2 66-15,-3-1-74 0,-1 3-43 16,0-4 13-16,-2 3-17 0,3 1-13 0,-3-1-22 16,5-1-14-16,-1-2-25 15,2 2-39-15,0-2-15 0,0 0-4 0,0 0 4 16,-1 0 3-16,1 1 47 0,-2 1 82 16,2-1-68-16,-1-1-39 0,1 1-23 15,-3-1-3-15,1 2 9 0,-3-2-9 16,2 3 1-16,-3-1 5 0,2 1-6 15,-3-1-6-15,0 1-10 0,1 0-2 16,-1 0-13-16,1 2-1 0,0 0 1 16,-2-1 0-16,2-1 28 0,0 1 9 15,2 0-16-15,1-1 10 0,1-2-3 0,-1 1 21 16,2 0 22-16,-3 0-16 0,-2 4-27 16,0-1-16-16,-1 1-13 0,-3-1 16 15,0 2 4-15,1 0 11 16,2-1-5-16,-2 0-10 0,4 2-15 0,0 0 15 0,-1-2-16 15,2 0 14-15,0 1 4 16,1 0-20-16,3-5-2 0,0 1 2 0,0-3 9 16,4 0 31-16,0 1-19 15,2-1-19-15,0 1-1 0,1-1 0 0,3 0 0 16,2 0 17-16,1 0 4 16,1 0-11-16,2 0-11 0,0 0 0 0,0 0 2 15,3 0-2-15,-1 0 0 0,-2 1-1 16,1 1-2-16,-2-2 0 0,-1 2-12 15,-2 0 14-15,-2 0-3 0,-2 1 1 16,-2-1 1-16,-3 1 2 0,0 1 0 16,-1-3 2-16,-2 5 1 0,0 0 22 0,0 0 5 15,-5 3-5-15,-1 1-7 0,-3 1-15 16,0-1 9-16,-1 0-1 0,-2 0-10 16,5-3 1-16,-3 4-1 0,1-2 20 0,-4 2-20 15,3-2 12-15,-3 3 2 0,0 0 3 16,3-3 9-16,-3 1-8 0,3-1 2 15,-2 1-18-15,-2-5-3 0,4 1 0 16,-3-1-1-16,3-2 0 0,1 0-24 16,2-3-56-16,0 0-44 0,3 0-33 15,1-4-35-15,1 1-77 0,2-1-235 16,-3 4-258-16,3-5-778 0,0 4-331 0</inkml:trace>
  <inkml:trace contextRef="#ctx0" brushRef="#br0" timeOffset="102580.25">27244 11811 1547 0,'0'0'1066'0,"0"0"-535"0,0 0-139 16,0 0-26-16,0 0-15 0,0 0-63 16,0 0-60-16,0 0-19 0,0 0-63 15,12 76-51-15,-12-57-7 0,0 0-21 16,0-1-37-16,0 1-30 0,0-3-2 16,0-3-10-16,0-1-18 0,0-6-110 15,0-1-160-15,0-5-81 0,0 0-309 16,3 0-689-16,6-11-141 0</inkml:trace>
  <inkml:trace contextRef="#ctx0" brushRef="#br0" timeOffset="102947.49">27589 11571 1939 0,'0'0'615'0,"0"0"-267"15,0 0 4-15,0 0 33 16,0 0-36-16,0 0-35 0,0 0-85 0,0 0-87 16,-3 84-65-16,-3-63-22 0,-1-2-15 15,0 0-19-15,1 0 4 0,2-2-10 16,-1 0 4-16,4-4-1 0,-2-1-18 15,3-5-2-15,0 0 0 0,7-4 2 16,2 0 18-16,1 0 7 0,6-3-13 0,0 0-9 16,4-3-3-16,0-1-2 0,1-3-13 15,0 3 2-15,2-3-5 16,-3 1 0-16,2 0-4 0,-4 1 1 0,-1 1-16 0,-2 2-15 16,-5-1-28-16,-1 0-31 15,1-1-53-15,-3 3-41 0,-1-4-105 0,0 3-221 16,-2-1-473-16,0 1-262 0</inkml:trace>
  <inkml:trace contextRef="#ctx0" brushRef="#br0" timeOffset="103179.8">27778 11659 1854 0,'0'0'1220'0,"0"0"-748"0,0 0-156 0,0 0-11 15,0 0-32-15,0 0-50 16,0 0-36-16,-5 66 9 0,1-44-19 0,-3 4-37 16,0 1-34-16,-2 1-27 0,0 2-40 15,-2 1-29-15,2-2-10 0,3-4-1 0,3-3-26 16,3-4-88-16,0-10-141 0,8 2-58 16,-1-4-124-16,4-5-622 0,-2-1-470 15,6-1-306-15</inkml:trace>
  <inkml:trace contextRef="#ctx0" brushRef="#br0" timeOffset="103430.88">28109 11804 2124 0,'0'0'550'0,"0"0"-152"15,0 0 26-15,0 0 3 0,0 0-24 16,19 74-84-16,-16-55-104 0,-3 0-71 16,0-1-46-16,0-1-13 0,0-2-39 15,0-3-31-15,-3-4-15 0,0-3-49 0,3-1-115 16,-3-4-118-16,3 0-98 0,-1-5-351 16,1-1-804-16,0-6-572 0</inkml:trace>
  <inkml:trace contextRef="#ctx0" brushRef="#br0" timeOffset="104044.33">28553 11496 635 0,'0'0'1000'0,"0"0"-568"0,0 0-66 16,0 0 14-16,0 0-59 0,0 0-110 16,0 0-84-16,0 0-35 0,0 0-29 15,0 0-28-15,69-28-16 0,-56 24-18 16,-1-1-1-16,-1 0 0 0,1 0 1 16,-5 2-1-16,-1 1 0 0,-2 1 13 15,-1 1 6-15,-3 0 44 0,0 0 31 16,0 0 66-16,0 0 47 0,0 0-64 0,-4 0-40 15,-2 0-45-15,-4 3-58 0,-2 1 0 16,-2 2-2-16,-2-1 1 0,-3 2 1 16,-1 0 0-16,1 2 37 0,-1-1-12 15,0-1-4 1,4 2 10-16,-1 1 22 0,4-2-4 0,0 1 18 0,3 0 16 16,1 0 9-16,2 0-3 0,0-1-16 15,3 0-18-15,2 0-16 0,-1-1-24 16,3 1-13-16,0-1-1 0,0 0-1 15,0 0-12-15,3-1 0 0,3-1 0 0,2 2 0 16,1-4 10-16,4 2-10 0,0 0 11 16,0 0 1-16,1-1-1 0,2-1-1 0,0 4-1 15,-3-3 1-15,4-1 0 0,-1 1-1 16,0 0-12-16,-1-1 13 0,-1 1 0 16,-4-2-13-16,-1 2 0 0,-1-1 13 15,-5 2 2-15,1-1 2 0,-2 2 28 16,-2 1 1-16,0 1-1 15,0 3-3-15,-5 1 4 0,-3 0 33 0,2 0-34 16,-4-2-27-16,1-1 15 0,-2-2-18 16,1-1 0-16,1-2-30 0,-1-4-64 15,3 0-83-15,1 0-86 0,0 0-36 16,-1-5-32-16,2 2-216 0,-1-1-167 16,3 3-513-16,-5-1-301 0</inkml:trace>
  <inkml:trace contextRef="#ctx0" brushRef="#br0" timeOffset="104267.92">28836 11737 1747 0,'0'0'756'0,"0"0"-283"16,0 0 0-16,0 0-18 0,0 0-113 15,0 0-106-15,-9 79-54 0,0-61-78 16,3-1-61-16,-1-2-43 0,3 0-3 16,3-5-31-16,-1-1-9 0,2-3-108 15,0 0-146-15,0-6-170 0,0 0-519 16,0 0-405-16</inkml:trace>
  <inkml:trace contextRef="#ctx0" brushRef="#br0" timeOffset="104733.98">29187 11444 1281 0,'0'0'793'0,"0"0"-330"0,0 0-70 15,0 0 20-15,0 0 14 0,0 0-83 16,0 0-108-16,0 0-25 0,0 0-39 0,-8 78-24 16,-1-56-23-16,2 2 3 0,-2 1 3 15,2-1-24-15,3-1-22 16,2-1-64-16,2-1-9 0,0-3-12 0,8-1-21 16,1-4 3-16,3-1 3 0,1-5 13 15,0 0-17-15,0-2 1 0,1-1 0 16,2-4-31-16,3 0-8 0,-2 0-10 0,-1-7 12 15,3 2 0-15,-5-3 24 16,2-1 16-16,-6 3-13 0,-3-3-36 0,-1 2 15 16,-3 1 20-16,-3 0 29 0,0-1 30 15,-4 2 7-15,-4 0-3 0,-3 2-1 16,-5-2 4-16,-1 3-26 0,-5 2-11 16,-1 0 0-16,4 0 8 0,-2 5-8 15,4-3-24-15,3 2-10 0,4-1-9 16,5 1-73-16,0-3-56 0,4-1-22 0,1 0-36 15,0 0-93-15,0 0-100 0,0 0-107 16,8-5-114-16,1 1-5 16,7-8-93-16</inkml:trace>
  <inkml:trace contextRef="#ctx0" brushRef="#br0" timeOffset="105327.35">29608 11376 2119 0,'0'0'778'0,"0"0"-346"0,0 0-89 15,0 0-113-15,0 0-146 0,0 0-68 16,0 0-14-16,0 0 36 0,0 0-3 16,0 0-22-16,0 0-10 0,81 6 19 15,-68-4-20-15,1 3 1 0,-2-3 0 16,-1 2 0-16,-5 0 0 0,-2 0 16 0,-1 0 18 16,-3 3 32-16,0-2 68 0,0 2 94 15,-7 4-83-15,-2-1-74 0,-2 4-34 16,-1-2-19-16,-3 5-2 0,0-1-4 15,-2-1-12-15,2 3 9 16,0-4 0-16,3 2-9 0,3-3 12 0,2-2-15 16,4-3-13-16,2-1-8 0,1 0 6 0,0 0-1 15,0-1 13-15,4-1-15 0,6-1 3 16,0 2 2-16,2-3 10 0,2 1 0 16,2-1-9-16,1 3 10 0,-1-3-16 15,0 2-1-15,-3 0 17 0,1 1 0 16,-5 0-1-16,-3 1 1 0,-3-1 2 15,-3 4 28-15,0 0 8 0,-2-1-5 16,-5 5-3-16,-2 2-1 0,-5-1-5 16,4 1-7-16,-3 3 22 0,0-2-1 15,4 3-14-15,-1-1-22 0,0 0 0 16,4-4 0-16,2 1-2 0,1 0-23 0,0-3 10 16,3 2 14-16,0 0-1 0,-1-3-23 15,-1-4-97-15,1-1-173 0,-2-2-196 16,-3 0-746-16,-4 1-1055 0</inkml:trace>
  <inkml:trace contextRef="#ctx0" brushRef="#br0" timeOffset="108728.15">17459 12653 1672 0,'0'0'496'0,"0"0"-143"0,0 0-176 16,0 0 7-16,0 0 101 16,0 0 15-16,0 0-56 0,0 0-43 15,0 0-9-15,0 0-26 0,0 0-27 0,0 0 7 16,0 2-5-16,0 0-36 0,2-1-38 15,-1-1-8-15,2 2-10 0,4 2 3 16,4 1-7-16,6 1-20 0,1-3-25 16,7 2-15-16,-1-5-19 0,7 0-6 0,3-6 22 15,2-3-22-15,-1-2-3 0,1-3-3 16,-3 2 6-16,-1-3-21 0,-5 4-53 16,-6 3-22-16,-6 2 16 0,-5 1 14 15,-1 3-15-15,-8 1-34 0,0 1 8 16,-1 0 55-16,0 0-18 0,-5 0-121 15,-4 0-197-15,-1 0-178 0,1 0-163 16,-11 0-462-16</inkml:trace>
  <inkml:trace contextRef="#ctx0" brushRef="#br0" timeOffset="109446.82">17482 12681 1482 0,'0'0'604'0,"0"0"-241"15,0 0-221-15,0 0 32 0,0 0 105 16,0 0-13-16,0 0-56 0,0 0 17 16,0 0 15-16,0 0-6 0,0 0 6 15,3 15 17-15,-2-7 11 0,1 2-47 16,1 1-83-16,0 0-52 0,1 2-31 15,-1 3-23-15,1-3-10 0,0 5-21 0,-1 0-2 16,3 1 0-16,-2 4-1 0,1 2-3 16,-1 0-9-16,2 3 10 15,-2-1-19-15,-1 2 9 0,-2-1-7 16,1-2 7-16,-1 1-3 0,-1-2 0 0,2-5 12 16,-1 3-18-16,1-1-13 0,1-3 4 15,-3-1 12-15,3 0 15 0,0-4-13 16,-1-1 13-16,0-1-12 0,1-3 13 15,1-2-1-15,-3-1 0 0,1-4-9 0,-2 2 9 16,1-4-19-16,1 1 10 0,-2-1 12 16,0 2 12-16,0-1-9 0,0 1 9 15,0-2 9-15,0 2-3 0,0 1-15 16,0-2 19-16,0 2-10 0,0 1-10 16,0-4-2-16,0 1 1 0,0 3-1 15,0-4 0-15,0 0-12 0,0 0 2 16,0 0 10-16,0 0 22 0,0 0-7 0,0 0-3 15,0 0 6-15,0 0 4 16,0 0-4-16,0 0-15 0,0 0 15 0,0 0-6 16,0 0-12-16,0 0 0 0,0 0 2 15,0 0 19-15,0 0-21 0,0 0 1 16,0 0 18-16,0 0 11 0,0 0-6 16,0 0 0-16,0 0 10 0,0 0-4 15,0 0-15-15,1 0-3 0,1 0 0 0,2 1-12 16,2-1 1-16,5 4-1 0,-1-2 0 15,6-1-1-15,1 3-1 0,3-2-16 16,-1-1 15-16,3-1-9 0,-2 0-3 16,-1 0-18-16,1 0-1 0,-2-1 1 15,-1-2-25-15,-3-1-27 0,2-1 0 16,-4-1-12-16,-1 5-31 0,-5-4-34 0,-2 3-50 16,-2-2-66-16,-2 4-89 0,0-2-26 15,-3 0-65-15,-3-1-281 16,-5 2-488-16</inkml:trace>
  <inkml:trace contextRef="#ctx0" brushRef="#br0" timeOffset="109729.3">17507 13120 2752 0,'0'0'685'15,"0"0"-365"-15,0 0-207 0,0 0-25 16,0 0 54-16,0 0 73 0,0 0-41 16,0 0-72-16,88-27-35 0,-62 18-23 15,-1-2-29-15,3 4-6 0,-2-2-9 16,-3 2-43-16,-1 4-6 0,-5 0-50 15,-3 2-127-15,0 1-100 0,0 0-204 0,-6 0-523 16,7 0-562-16</inkml:trace>
  <inkml:trace contextRef="#ctx0" brushRef="#br0" timeOffset="110064.76">18272 13057 1967 0,'0'0'1893'0,"0"0"-1464"0,0 0-252 16,0 0-20-16,0 0 13 0,0 0 32 15,0 0-83-15,85 7-64 0,-58-9-43 16,4-2-12-16,-1-2-39 0,-1-1-16 16,-1 1-40-16,-2 0-114 0,2 0-117 15,-4 2-256-15,-4 0-600 0,3 1-796 0</inkml:trace>
  <inkml:trace contextRef="#ctx0" brushRef="#br0" timeOffset="112763.33">19119 12946 1661 0,'0'0'707'0,"0"0"-326"16,0 0-182-16,0 0-26 0,0 0 70 15,0 0-43-15,0 0-115 0,0 0-37 16,0 0-13-16,0 0-1 0,0 0 23 16,0 0 62-16,0 0 64 0,0 0 44 15,-6 2-56-15,-3 3-14 0,-2 1 21 16,0 0-43-16,-2 5-59 0,0 0 28 0,2 4-28 15,-1-1 37-15,3 3 29 0,1 0-75 16,3 1-42-16,2 0-25 0,3 0-21 16,0-1 3-16,0-4-9 0,3-1-10 15,4-2-5-15,1-4 8 0,-1 0 7 16,2-4 6-16,0-1-3 0,2-1-10 0,-4 0 7 16,6-2 11-16,-3-9-8 0,2 0 6 15,0-3-7-15,0-3-23 0,-2-2-25 16,0 0 2-16,-4 2 4 0,0 0-3 15,-2 3 14-15,-2 0 26 16,0 6 17-16,-2 2-2 0,2 3 15 0,-2 1 28 16,0 2 24-16,2 0 0 0,-2 0 0 15,0 0 3-15,0 5-6 0,0 1-9 0,0 2 18 16,2 4-19-16,-1 4-8 0,1 2-1 16,1 0-6-16,1-1 4 0,1 0-10 15,2-4-18-15,0-1-18 0,0-4-3 16,0-2-10-16,1-1 10 0,1-1-13 15,-1-4-8-15,0 0 2 0,1 0 19 16,1-4-13-16,-1-4-9 0,0-3-12 16,-4 0 0-16,2-1-3 0,1 0 9 15,-4-1 3-15,2-2-7 0,-3 0-24 0,1-3-34 16,0 0 18-16,-2-1 56 0,-2-3 9 16,0 2 25-16,0-5 3 0,0 0 31 15,0 0-15-15,-2 4-16 0,1 0 3 0,-3 5 28 16,2 1 0-1,2 7 3-15,0 2 6 0,0 3-6 0,0 3 15 0,0 0 25 16,0 2 6-16,0 5-12 0,0 1-10 16,2 9-34-16,5 3 4 0,-3 5-1 15,2 2-11-15,3 0 2 0,-1 0 16 16,-1-2 6-16,3-1-39 16,-1-1 1-16,4-5-2 0,-1-1 0 0,-1-5-19 15,1-3-5-15,-4-2-10 0,4-4 0 16,-2-3-8-16,-1 0 8 0,2-4 0 15,-1-5-21-15,-1-4-37 0,2-4 36 16,-4-1 19-16,-1-3 34 0,-1 1-21 0,-2-3-10 16,-3 4 21-16,0 0-5 0,0 1 18 15,-3 2 0-15,-2 5 40 0,1 3 12 16,2 2 10-16,1 5 24 0,1 1-3 0,0 0-31 16,0 0-12-16,0 0-6 0,0 1-1 15,0 5-21-15,0 2-12 0,0 1-10 16,4 5 10-16,1 2 3 0,4 2-1 15,-1-3 11-15,1 1-1 0,-1-3-12 16,3-1-9-16,-2-2-25 16,5-4 0-16,-2-3-39 0,6-3-65 0,2 0-130 15,4-7-351-15,-5 0-69 0,12-10-857 16</inkml:trace>
  <inkml:trace contextRef="#ctx0" brushRef="#br0" timeOffset="113264.78">20197 12946 143 0,'0'0'2741'16,"0"0"-2510"-16,0 0-180 0,0 0-51 15,0 0 144-15,0 0-27 0,0 0-53 16,0 0-29-16,0 0 0 0,77-36-35 16,-67 29 1-16,-3-3-1 0,-3 3 51 0,1-2-20 15,-2 1-5-15,0 0 8 16,-3 2 17-16,0-1 2 0,0 0 13 15,-3 3 25-15,-5-1-22 0,2 0-8 0,-1-1-24 16,-3 4-5-16,2-1 17 0,0 2 4 16,-3 1 3-16,2 0 9 0,0 4 22 0,-2 4 34 15,4-1-35-15,-2 5-21 0,2 1 14 16,0 3-23-16,3 0-4 0,-1 3 15 16,5-1 0-16,0 0-9 0,0 0-12 15,5-3 6-15,3 1-13 0,2-2-36 16,2-2-3-16,5-2-2 0,0-4-10 15,5 0-9-15,2-5-10 0,2-1-84 16,0 0-26-16,0-4-28 0,0-3 12 16,0 0-47-16,0-1-91 0,-4-1-222 15,-2 0-121-15,-1-1-334 0,-8 3-137 16</inkml:trace>
  <inkml:trace contextRef="#ctx0" brushRef="#br0" timeOffset="113665.93">20575 12840 1600 0,'0'0'429'16,"0"0"-235"-16,0 0 26 0,0 0 80 0,0 0-49 16,0 0-75-16,0 0-32 0,0 0 21 15,0 0 7-15,-39 70 4 0,36-53 13 16,3-3 2-16,0 3-35 0,0-3-48 16,0-3-28-16,4 1-21 0,2-4-59 15,2-3-12-15,1-3 12 0,0 0-2 16,0-2-11-16,2 0-2 0,-2-6 0 15,3-4 2-15,-4 0 10 0,5-4-19 16,-3-2-11-16,2-1-20 0,-4-6-6 16,3-2-12-16,-6 0-35 47,2-2 25-47,-5-4 8 0,-2 0 4 0,0-3 18 0,-3 3 38 0,-4 2 13 0,0 4 19 0,1 7 21 0,1 6 39 0,4 6 53 0,-1 3 24 0,1 3-4 15,0 0-4-15,-1 6-1 16,-3 5-51-16,0 6-81 0,4 5-14 15,1 3 14-15,0 6 13 0,0 3 15 0,4-2-7 16,5-1 4-16,-1-1-25 0,3-4-15 16,-2-4-18-16,4-4-10 0,-1-1-17 15,5-5-102-15,-1-5-53 0,3-2-63 16,-1-5-128-16,0 0-267 0,-4-1-423 16,2-10-304-16</inkml:trace>
  <inkml:trace contextRef="#ctx0" brushRef="#br0" timeOffset="114349.37">20934 12797 2459 0,'0'0'544'0,"0"0"-298"15,0 0 69-15,0 0-18 0,0 0-67 16,0 0-90-16,-81 64-34 0,69-44 15 16,4-1-10-16,2-1-40 0,3-3-9 15,3-3-56-15,0-4-6 0,6-3-65 16,5-5-12-16,4 0 31 0,1-2-7 0,0-7 19 15,2-2 3-15,-2-3 3 0,1-2 0 16,0 1 0-16,-5 3 10 0,1 1 5 16,-1 1 12-16,-2 4-21 0,-3 2-3 15,3 0 23-15,-3 3 0 0,1 1 2 0,-1 0 10 16,0 3 39-16,3 6 20 0,-1 2-4 16,0 6-3-16,-3 3 9 15,2 5-16-15,1 3-30 0,1 5-22 0,4-1 12 16,1 1 62-16,0 2-55 0,0-3-22 15,-2-2 0-15,-5-1 12 0,0-1-10 16,-5-2 10-16,-3-1 4 0,0-1 2 16,-11-4 1-16,3-1 2 0,-5-4 1 0,3-5-22 15,-2-5-74-15,-1-5-18 16,4-5-35-16,-1-9-5 0,-1-7-61 16,4-7 72-16,-2-3 26 0,4 0-9 0,5 0-34 15,0 2-10-15,2 6 37 16,5 0-26-16,5 4 10 0,1 0 31 0,0 3 39 15,4-1 34-15,0 2 21 0,3-1 2 16,2-2 2-16,1 0 30 0,3 1-6 16,2 1 12-16,-3-2-6 0,0 1-3 15,-2 0-4-15,-3 5-9 0,-1-1 4 0,-6 3-19 16,-4 3 0-16,-2 2 0 0,-5 0 50 16,-2 3 89-16,0 0 56 0,0-2-23 15,0-1-63-15,-2-1-50 0,-7 0-35 16,5 2 22-16,-2 0 3 0,-3-1 31 15,-1 4 19-15,0 1 20 0,0 0-5 0,-3 1-26 16,2 5-37-16,-3 5 1 16,0 2-14-16,3 4 23 0,-1 2-1 15,4 3 28-15,0-1 30 0,5 3-19 16,3-4-42-16,0 0-58 0,8-6-3 0,0-2-21 16,7-2-7-16,2-7-20 0,3-2-68 15,5-1-10-15,-2-8-6 0,4-5-37 16,5-5-41-16,1-4-151 0,3-1-84 15,-2-3 108-15,-6 6-670 0,9-11-283 16</inkml:trace>
  <inkml:trace contextRef="#ctx0" brushRef="#br0" timeOffset="114595.78">21784 12614 2410 0,'0'0'730'0,"0"0"-287"15,0 0-65-15,0 0-33 0,-69 70-82 16,60-50-72-16,3-2-68 0,6 0-53 0,0 0-39 15,8 2-13-15,0-2 3 0,7 0 4 16,-1 0 2-16,3-2 1 0,2 0 5 16,0 1 4-16,-2-2-10 0,0-1 13 15,1 1-19-15,-8 0-20 0,-1-2-1 16,-5 0 16-16,-1-1 2 0,-3 1-15 16,0-1 9-16,-2-1-12 0,-6 1-19 15,-4-2-100-15,-5-1-116 0,-1-1-66 0,-3-3-142 47,4-2-523-47,-7-2-606 0</inkml:trace>
  <inkml:trace contextRef="#ctx0" brushRef="#br0" timeOffset="115244.7">23349 12958 2711 0,'0'0'746'0,"0"0"-398"16,0 0-93-16,0 0-30 0,0 0-17 16,0 0-45-16,0 0-61 0,0 0-35 15,0 0-30-15,84 16-34 0,-60-18-3 16,1-1-1-16,1-2-42 0,-2-3-55 0,1 4-44 15,-2-3-49-15,-3 2-80 0,0 2-164 16,-5 2-272-16,-3 1 88 0,-4 0-735 0</inkml:trace>
  <inkml:trace contextRef="#ctx0" brushRef="#br0" timeOffset="115417.56">23428 13087 1284 0,'0'0'1615'0,"0"0"-1123"15,0 0-235-15,0 0 14 0,0 0 43 16,0 0-4-16,0 0-60 0,0 0-45 16,0 0-43-16,0 0-77 0,95 13-48 15,-72-16-37-15,-1-1-36 0,1-4-110 16,2 1-93-16,0-5-115 0,4 3-305 16,-8 1-486-16,10-4-879 0</inkml:trace>
  <inkml:trace contextRef="#ctx0" brushRef="#br0" timeOffset="116366.61">24466 12609 2100 0,'0'0'817'0,"0"0"-452"16,0 0-129-16,0 0 48 0,0 0-58 16,0 0-84-16,0 0-58 0,0 0 9 15,0 0 16-15,0 0 2 0,0 0 0 16,4-1 6-16,-4 2-7 0,0 1-6 15,-4 2-9-15,-2 3-43 0,-4 0-22 16,-4 5-12-16,1 0-16 0,-2 0 16 16,1 1 3-16,-1 2-6 0,1-2-12 15,2-1 10-15,1 1-11 0,2 0 1 16,1-1-2-16,2-2-1 0,0 2 1 0,5-5 0 16,0-1-1-16,1 0-22 0,0-1 1 15,1 1 18-15,4-5-18 0,1 4 21 16,4-3 13-16,3 2 14 0,0-2-25 0,3 3-2 15,2-4-1-15,0-1 0 0,1 0-23 16,1 0 6-16,0 0 2 0,-4 3 4 16,0-2 0-16,-6-1 0 0,0 1 10 15,-1 0 1-15,-4 0-2 0,-2 1 0 16,0-2 2-16,-1 0-1 0,-2 2 2 16,0-2 1-16,0 0 26 0,0 4 19 15,0 1 15-15,-6 3-19 0,-4 1-11 16,0 3-28-16,-3 0 18 0,-3 2-6 15,2-1-13-15,-5 3 16 0,0 0-16 16,2 1 11-16,-2 1-12 0,3-1 2 16,1-1 15-16,3-1-16 0,3-3 1 0,2-3-1 15,3-3-2-15,2-2-1 0,2 0-14 16,0-4-10-16,0 5-8 0,0-3 12 16,3 3 21-16,4-2 1 0,0 1 17 15,2 0-18-15,2-2-3 0,1 1 0 16,1 0 1-16,2-1-19 0,-4 1 5 0,1-1 14 15,-4 2 2-15,-2 2 0 0,0 0 2 16,-3 2 29 0,-3 3 20-16,0 2-2 0,0 4-16 0,-2 1-5 0,-2 1-16 15,-3 4 3-15,-2 1 6 0,1 0 0 16,-1 1 1-16,0-1-7 0,2-1-12 16,1 0 27-16,2-4-12 0,1-1-7 15,3-4-11-15,0-3-18 0,6-5-6 16,5 0-18-16,5-6-46 0,4 0 0 15,2-5 33-15,6-1-21 0,-1-2-27 16,0-1-53-16,-1 2-172 0,0 0-267 0,-9 2-582 16,3 1-721-16</inkml:trace>
  <inkml:trace contextRef="#ctx0" brushRef="#br0" timeOffset="119630.53">25045 12683 2711 0,'0'0'638'0,"0"0"-267"0,0 0-79 16,0 0-10-16,0 0-3 0,0 0-39 16,0 0-16-16,0 0-35 0,0 0-64 15,-75 75-49-15,63-55 21 0,1 4 54 16,1 2 34-16,-3 4-46 0,3 1-28 16,1-1-23-16,0 3-22 0,3-2-15 15,3-5-6-15,3 1-3 0,0-4-42 16,1-2-18-16,8-4-33 0,4 1-48 0,0-5-37 15,3-1-36-15,1-1-21 0,0-1 5 16,3-3-49-16,-2-1-135 0,0-2-93 16,0-2-110-16,0 1-396 15,-4-3-264-15,7 0-339 0</inkml:trace>
  <inkml:trace contextRef="#ctx0" brushRef="#br0" timeOffset="119931.12">25354 13055 293 0,'0'0'2626'16,"0"0"-2124"-16,0 0-280 0,0 0 56 15,0 0 7-15,0 0-83 0,0 0-26 16,0 0-9-16,4 70-20 0,-4-55-58 16,0 3-34-16,0-4-6 0,-1 3-4 15,-2-5-26-15,0-1-19 0,1-1-28 16,0-2-42-16,0-1-98 0,-1-1-66 16,2 1-53-16,-1-2-182 0,1-1-277 0,-1-2-640 15,2-2-381-15</inkml:trace>
  <inkml:trace contextRef="#ctx0" brushRef="#br0" timeOffset="120708.46">25185 12814 2360 0,'0'0'504'0,"0"0"-267"0,0 0-13 16,0 0-40-16,0 0-29 0,0 0-44 15,0 0-36-15,0 0 35 0,0 0 70 16,0 0 44-16,0 11 23 0,0-2-35 0,0 4-31 16,0 4-50-16,4 1-39 15,-1 3-31-15,0 0-25 0,3 1-36 0,-3 1 0 16,4-2-3-16,-4-1-33 0,1 0-50 16,-1-3-42-16,3-2-18 0,-3-1-35 0,1-3-44 15,-1-1-61-15,0 1-125 16,-2-5-163-16,2-2-591 0,-1 0-541 15</inkml:trace>
  <inkml:trace contextRef="#ctx0" brushRef="#br0" timeOffset="121382.22">25597 12891 1464 0,'0'0'394'0,"0"0"-89"0,0 0 73 16,0 0-78-16,0 0-21 0,0 0-17 16,0 0-34-16,0 0-32 0,0 0-48 15,0 0-12-15,0 0-12 0,84-33-5 0,-78 33-42 16,0 0-33-16,-1 0 5 0,1 0-9 16,-3 1 3-16,0 5 10 0,0 1 36 15,-2 3 22-15,-1 1-25 0,0 4-31 0,0-1-13 16,-3 4 1-16,-3-3-24 0,-4 2-4 15,3 1 6-15,-2-1 7 16,1-3-7-16,-1 0-6 0,3-2 0 0,2-2 7 16,0-1-20-16,2 0-2 0,-1-3 0 15,3 0-2-15,0 0-13 0,0-2-1 16,0-2 13-16,0 1 0 0,3-2 3 16,2 1 18-16,0 1 4 0,1-3-7 15,0 0-13-15,5 1-2 0,0-1-11 16,0 0-7-16,-1 0-16 0,2-1-24 15,-2 1-15-15,-2-4-25 0,1 2-28 16,1-3-27-16,0 1-57 0,0-3-82 0,1-1-136 16,-2 1-221-16,-3 0-412 0,0-4-405 0</inkml:trace>
  <inkml:trace contextRef="#ctx0" brushRef="#br0" timeOffset="121676.43">25871 12704 2914 0,'0'0'721'0,"0"0"-447"16,0 0-91-16,0 0 4 0,0 0 85 15,0 0-74-15,0 0-36 0,65 85 10 16,-46-60-32-16,-2 0-40 0,0 4-33 16,-2-4-24-16,-1 1-18 0,-4 1-25 15,2-1-15-15,-5 2-31 0,-3-2-18 0,-1 1-73 16,-3-2-107-16,-7 2-78 0,-9 1-345 16,2-9-693-16,-18 12-1011 0</inkml:trace>
  <inkml:trace contextRef="#ctx0" brushRef="#br0" timeOffset="122030.6">26309 13114 1577 0,'0'0'1804'0,"0"0"-1307"0,0 0-130 16,0 0 23-16,0 0-7 0,0 0-38 16,29 75-109-16,-29-52-81 0,0 4-122 0,-6-1-33 15,-2 0-188-15,-5 1-82 16,-5-2-154-16,4-7-667 0,-15 5-1152 0</inkml:trace>
  <inkml:trace contextRef="#ctx0" brushRef="#br0" timeOffset="124313.24">26597 12658 2020 0,'0'0'976'0,"0"0"-649"15,0 0-254-15,0 0 44 0,0 0 124 16,0 0 45-16,0 0-82 0,0 0-31 16,0 0 4-16,0 0-11 0,0 0-16 15,6 25 49-15,-6-9-7 0,0 6-71 0,0 4-63 16,0 5-24-16,-1 5 2 0,-4 0-12 15,4 1-24-15,-1 0-15 0,2 0 13 16,0-2-16-16,5-4-25 0,2-3-26 16,2-3-13-16,2-3-13 0,1-3-33 15,-1-6-15-15,5-1-1 0,0-6-22 16,4-5-44-16,0-1-89 0,2-2-62 16,3-9-102-16,-2-1-242 0,-7 0-518 15,2-1-173-15</inkml:trace>
  <inkml:trace contextRef="#ctx0" brushRef="#br0" timeOffset="124821.91">26890 12721 1979 0,'0'0'567'0,"0"0"-374"15,0 0-38-15,0 0 34 0,0 0 108 16,0 0-72-16,0 0-48 0,0 0-13 16,0 0-16-16,92-13-48 0,-73 13-1 15,-2 0-6-15,2 0-43 0,-3 0-25 16,0 0-8-16,-5 4-16 0,-1 2 0 0,-3 1 27 16,-1 4 37-16,-3 6 12 0,-3 1-15 15,0 5-22-15,0-1-19 0,-6 3-5 16,-1 0-14-16,-1-2 10 15,-1-3 3-15,3-2-12 0,2-4 10 0,-1-2-13 0,1 0 1 16,4-1 26-16,-1-4 1 0,1 4 6 16,0-5 8-16,0 2-5 0,1-2-22 15,2-2-15-15,1 1-3 0,1-2-9 16,2-2-15-16,0 2-4 0,3-2 3 16,2-1-27-16,-2 0-71 0,4 0-83 15,-1-3-67-15,2 0-135 0,-4-3-313 16,-1 3-637-16,0 1-394 0</inkml:trace>
  <inkml:trace contextRef="#ctx0" brushRef="#br0" timeOffset="125011.4">27334 13031 1755 0,'0'0'997'15,"0"0"-689"-15,0 0 72 0,0 0 9 0,0 0-24 16,0 0-111-16,10 66-124 0,-10-52-74 15,0 0-56-15,0-3 0 0,0 0-68 16,0-2-74-16,0-3-82 0,0 0-103 16,0-4-185-16,1-1-294 0,2-1-641 0</inkml:trace>
  <inkml:trace contextRef="#ctx0" brushRef="#br0" timeOffset="125511.17">27634 12712 1573 0,'0'0'471'0,"0"0"-137"0,0 0 88 15,0 0-129-15,0 0-51 0,0 0-92 16,95-6-49-16,-75 6-34 0,0 0-33 15,-2 0-21-15,-4 0-11 0,-6 5 49 16,-2-2 34-16,-4 5 59 0,-2 1 23 16,0 3-36-16,-3 4-35 0,-6 2-37 15,-4-1-25-15,-3 3-21 0,1-2-1 16,-3 1 3-16,1 0-12 0,2 0 34 0,0-3-3 16,3 1 10-16,0-5-23 15,3-1-18-15,3-3 10 0,1-3-12 0,4-3-1 16,-1 2-19-16,2-4 1 0,0 0-13 15,0 0 3-15,3 0 28 0,3 0 25 16,3 0 2-16,2 0-23 0,4 0 8 16,-1 0-9-16,-1 0-3 0,1 0-11 15,1 0 9-15,-2 1 0 0,4 5-2 16,-4-5-14-16,0 5 6 0,-1-1 12 16,-5 2 12-16,-3-1 16 0,-1 4 36 0,-3-2 16 15,0 4 49-15,-7 1 15 0,0 1-59 16,-5-1-30-16,1-1-18 0,1-1-34 0,1-3-3 15,2-1-18-15,1-3-53 0,3-4-75 16,2 0-50-16,-1 0-26 0,2-11-147 16,0 3-172-16,0-5-70 0,3 3-188 15,0-2-780-15</inkml:trace>
  <inkml:trace contextRef="#ctx0" brushRef="#br0" timeOffset="125756.79">27970 12615 2338 0,'0'0'545'0,"0"0"-343"0,0 0 228 0,0 0-66 16,0 0 6-16,83 31-79 0,-60-13-78 15,-1 5-51-15,2 2-36 0,-1 6-13 0,-1 4-7 16,-5 6-39-16,-4 1-36 0,-6 5-7 15,-7-2-24-15,0 1-33 0,-12-4-147 16,-3-3-107-16,-5-3-70 0,-2-1-264 16,5-11-689-16,-10 6-780 0</inkml:trace>
  <inkml:trace contextRef="#ctx0" brushRef="#br0" timeOffset="126093.1">28351 13121 108 0,'0'0'1178'0,"0"0"-453"15,0 0-77-15,0 0-61 0,0 0-76 16,0 0-43-16,12 66-78 0,-12-45-34 16,0 0-87-16,-3 3-93 0,-3 1-75 15,-1-1-68-15,0 0-33 0,-2-5-128 16,-1 0-103-16,-1-3-71 0,-3-2-219 15,3-3-803-15,-12 0-1409 0</inkml:trace>
  <inkml:trace contextRef="#ctx0" brushRef="#br0" timeOffset="128746.47">28665 12603 1929 0,'0'0'1011'0,"0"0"-730"16,0 0-178-16,0 0 122 0,0 0 191 16,0 0-15-16,0 0-253 0,0 0-61 15,-18 66-1-15,9-39 9 0,2 4-9 16,-3 3 18-16,4 1-3 0,3 1-37 16,0 0-44-16,3-1-20 0,0-1-12 15,6 0-10-15,7-6-36 0,0-4-55 0,4-3-56 16,1-3-12-16,0-5-1 0,4-3-105 15,-2-5-43-15,2-4-66 0,-2-1-157 16,0-4-158 0,-4 0-450-16</inkml:trace>
  <inkml:trace contextRef="#ctx0" brushRef="#br0" timeOffset="129114.19">29007 12749 1436 0,'0'0'563'0,"0"0"-213"0,0 0-11 0,0 0-124 15,0 0-45-15,80-33-74 0,-62 31-10 16,-1 0 10-16,-2 2 15 0,-5 0 4 15,0 6 62-15,-6 4 80 0,-1 3-12 0,-3 5-77 16,0 1-45-16,-1 4-39 0,-7-1-32 16,0 3-37-16,-1-1-11 0,2 0-3 15,1-2-1-15,-1 0-1 0,4-4-2 16,2-4-9-16,1 0 2 0,0-4 10 16,0 1 15-16,3-4-2 0,1-2-13 15,0-1 0-15,2-2-1 0,1-2-2 16,2 0-10-16,2 0 10 0,1-6-37 15,-1 1-28-15,-1-2-86 0,1 0-79 16,0 2-122-16,-4-1-296 0,8 0-727 0</inkml:trace>
  <inkml:trace contextRef="#ctx0" brushRef="#br0" timeOffset="129284.08">29415 12971 673 0,'0'0'1967'0,"0"0"-1465"0,0 0-206 0,0 0-17 16,0 0-31-16,-15 65-31 0,14-48-105 16,1-2-77-16,-2 2-35 0,0 1 24 15,2-5-24-15,0 3-124 0,0-7-161 16,0 1-75-16,0-3-239 0,0-3-836 0</inkml:trace>
  <inkml:trace contextRef="#ctx0" brushRef="#br0" timeOffset="129576.47">29699 12714 2448 0,'0'0'618'15,"0"0"-363"-15,0 0-7 0,0 0 24 16,0 0-20-16,-6 75-50 0,3-53-46 0,0 1-48 15,2 1-13-15,-2 2 53 0,1-2 20 16,2-4-54-16,0-7-76 0,2 1-38 16,5-5-27-16,2-2-16 0,4-4 0 15,1 0-12-15,2-3 21 0,3 0 1 16,1-1 18-16,1-3 2 0,0-2-14 16,2 1 8-16,0-1 7 15,-2-1-13-15,1 0-76 0,1-1-44 0,0-1-53 16,-4 1-156-16,0 2-246 0,-6 1-412 0,0-2-380 0</inkml:trace>
  <inkml:trace contextRef="#ctx0" brushRef="#br0" timeOffset="129810.24">29977 12777 2861 0,'0'0'766'0,"0"0"-435"0,0 0-27 15,0 0 6-15,0 0-104 0,0 0-46 16,-22 92 5-16,12-56-1 0,0 0-24 0,0 4-43 16,0-3-24-16,1-2-30 0,4-7-43 15,3-1-73-15,2-8-85 0,0-6-55 16,6-2-10-16,4-8-118 0,4-3-196 16,1-2-165-16,-4-4-533 0,8-15-379 0</inkml:trace>
  <inkml:trace contextRef="#ctx0" brushRef="#br0" timeOffset="130045.25">30203 12610 1494 0,'0'0'805'0,"0"0"-356"0,0 0 38 15,0 0-29-15,0 0-71 0,0 0-82 0,77 29-45 16,-56-11-23-16,2 4-57 0,-2 10-30 16,-3 4 20-16,-3 3 3 0,-4 7-55 15,-8-1-85-15,-3 0-18 0,0-3-15 16,-6-6-61-16,-1-1-130 0,-2-8-89 16,2-5-114-16,0-9-579 0,-3-2-812 0</inkml:trace>
  <inkml:trace contextRef="#ctx0" brushRef="#br0" timeOffset="130358.96">30676 13037 2466 0,'0'0'1044'15,"0"0"-715"-15,0 0 41 0,0 0-7 16,3 66-111-16,-3-42-108 0,-6-1-125 15,-1-2-19-15,-3-1-227 0,1-1-187 0,2-7-604 16,-9 2-1170-16</inkml:trace>
  <inkml:trace contextRef="#ctx0" brushRef="#br0" timeOffset="132690.85">31097 12450 855 0,'0'0'2089'0,"0"0"-1565"15,0 0-261-15,0 0 38 0,0 0-44 16,0 0-77-16,0 0-78 0,-58 75-16 15,44-47-18-15,-2 3-10 0,0 3-5 16,3 1 36-16,1 5 36 0,3-2-15 16,1 2-43-16,5 0-34 0,0-1-30 0,3-3 43 15,0-4-46-15,2-4-22 0,2-3-15 16,5-7-36-16,-1-4-86 0,4-5-58 16,1-3-131-16,6-5-77 0,-1-1-232 15,-3-1-392-15,8-8-519 0</inkml:trace>
  <inkml:trace contextRef="#ctx0" brushRef="#br0" timeOffset="133061.68">31320 12655 2385 0,'0'0'516'0,"0"0"-442"0,0 0 48 0,0 0 66 16,0 0 54-16,0 0-52 0,0 0-45 16,82-14-42-16,-69 14-11 0,3 0 2 15,-6 0 21-15,2 0 0 0,-4 6 6 16,-2 0-7-16,0 5 6 0,-6-3 9 16,0 6-28-16,0 0-46 0,-3 5-15 15,-6 1-12-15,-2 2-17 0,-1 1-11 16,-2 1 0-16,2-4 21 0,2 2-20 0,-1-3 0 15,2-2 39-15,3-2 24 0,2-4-3 16,4-3-10-16,-2-1-34 0,2-3-17 16,0-1-28-16,2-1 4 0,4 1-3 15,1-2-10-15,5-1-27 0,2 0-30 16,-1-6 2-16,1 0-43 0,-2-3-95 16,1 1-120-16,-3 0-193 0,0 1-234 15,-4 2-453-15,5 0-478 0</inkml:trace>
  <inkml:trace contextRef="#ctx0" brushRef="#br0" timeOffset="133224.96">31643 12889 772 0,'0'0'1954'0,"0"0"-1383"16,0 0-225-16,0 0-9 0,0 0-27 16,0 0-56-16,-4 75-87 0,1-61-94 15,0 3-71-15,3-2-2 0,0 0-40 16,0-5-65-16,0-4-136 0,-2-2-102 0,2-2-352 15,0 0-537-15,0-2-374 0</inkml:trace>
  <inkml:trace contextRef="#ctx0" brushRef="#br0" timeOffset="133810.16">32065 12544 1539 0,'0'0'653'0,"0"0"-216"16,0 0-26-16,0 0-88 0,0 0-91 15,0 0-68-15,0 0-44 0,0 0-45 16,0 0-41-16,78-23-30 0,-77 22-1 15,1 1 15-15,-2 0-2 0,0 0-16 16,0 0 0-16,0 0 2 0,0 0 49 0,0 0 18 16,0 0 0-16,0 0 2 0,0 0 25 15,-3 0 75-15,-5 5-42 0,-1 1-129 16,-3 2-15-16,1 1-4 0,-2 1 7 16,-3 1 0-16,3-1-1 0,-2 2 13 15,-2 0 0-15,0 0 13 0,1 2 14 16,-1 0 10-16,1 1-6 0,0-1 27 15,6-3 25-15,1 1-6 0,5-3-19 16,0-1-27-16,1-2-4 0,3-1-27 16,0-1 0-16,1 0 0 0,6 1 0 15,-1 0 1-15,3 1-1 0,1-3-3 16,0 1 2-16,-1 0-1 0,1-1-19 0,-2 1 8 16,2-3 13-16,-1 4 0 0,4-3-3 15,-3 2-15-15,3-3 18 0,2 1-1 16,-1 1-17-16,2-2-13 0,-3-1 16 15,1 1-1-15,-5 0-8 0,-5 2 7 0,-1-2 17 16,-3 5 30-16,0 0 19 0,0 4 12 16,-7 1-6-16,-5 5-18 0,1-4-28 15,-2 1-9-15,-3 0-24 0,3-3-62 16,1 0-64-16,1-4-74 0,2-4-17 16,5-2-109-16,1 0-183 0,3-7-552 15,0-7-835-15</inkml:trace>
  <inkml:trace contextRef="#ctx0" brushRef="#br0" timeOffset="134028.12">32375 12444 2274 0,'0'0'636'0,"0"0"-300"0,0 0 118 0,0 0-63 16,0 0-37-16,0 0-70 0,91 89-87 15,-74-57-11-15,-4 4 18 0,3 4-28 16,-7 2-79-16,-4 2-48 0,-3 0-38 16,-2-3-11-16,0-3-24 0,-3-6-98 15,-6-2-105-15,-5-1-75 0,-2-5-237 16,2-6-700-16,-18 6-1199 0</inkml:trace>
  <inkml:trace contextRef="#ctx0" brushRef="#br0" timeOffset="138671.29">25107 13754 1747 0,'0'0'643'15,"0"0"-379"-15,0 0-93 0,0 0 63 16,0 0 35-16,0 0-66 0,0 0-60 16,0 0-45-16,0 0-39 0,0 0-2 15,0 0 56-15,26-14 23 0,-15 9-12 16,1 1-34-16,1 0-31 0,2-1-9 0,-1 2-10 15,0 0-12-15,-2 3-13 0,1 0-12 16,0 0 16-16,-3 6-16 0,1 0 9 16,-5 5 22-16,0 2 13 0,-3 5 2 0,-3 2 6 15,0 4 13-15,-7 3-13 16,-5 1-6-16,-2 0-25 0,-2-1 7 16,0-1-10-16,-1-2-5 0,5-3-14 15,2-2 22-15,2-5 25 0,3-1 3 0,2-1 3 16,2-4 18-16,1-3-3 0,0 2-31 15,0-2-18-15,3 1-8 16,3-1 5-16,2 0 0 0,4-2-18 0,1 1-3 16,1-2 3-16,2-1 0 0,3 1-17 15,-4-2-23-15,0 0-27 0,-2 0-54 16,0 0-72-16,0-4-70 0,0-1-111 16,-3 2-217-16,-1-2-463 0,1-1-353 0</inkml:trace>
  <inkml:trace contextRef="#ctx0" brushRef="#br0" timeOffset="138843.82">25430 14053 2070 0,'0'0'788'15,"0"0"-403"-15,0 0-124 0,0 0 33 16,0 0 39-16,0 0-56 0,0 0-64 16,0 0-53-16,0 0-67 0,27 67-62 15,-27-54-31-15,0-2-24 0,0 0-25 16,0-5-65-16,0-1-130 0,0-2-113 15,2-3-192-15,-2 0-539 0,0 0-519 0</inkml:trace>
  <inkml:trace contextRef="#ctx0" brushRef="#br0" timeOffset="139277.79">25750 13727 904 0,'0'0'1378'16,"0"0"-1075"-16,0 0-32 0,0 0 24 15,0 0-27-15,0 0-11 0,0 0-30 16,0 0 15-16,0 0-37 0,0 0-10 16,0 0-19-16,20 31 8 0,-20-12-22 15,0 5-43-15,0 0-40 0,-3 4-24 16,0-1-27-16,3 2-13 0,0-1-13 15,0-1-2-15,0-4-11 0,6 1 5 16,1-7-7-16,2-1 1 0,1-5-39 16,0-2 5-16,-1-7 3 0,4 0 1 15,0-2 2-15,1-2 19 0,2-6 17 0,1-3-11 16,1-1-22-16,-4-1 13 0,-1 0 9 16,-3 1 12-16,-3 2 0 0,-1 1 1 15,-3 2-17-15,-3 0 1 0,0-2 3 16,0 0 13-16,-4 2 2 0,-6-2 24 0,-2 1-4 15,-3 2-20-15,-2 2-3 0,-3 2-9 16,0 2 3-16,-2 0-31 0,2 0-30 16,4 2-44-16,-1 1-22 0,6 1-21 15,2-1-58-15,2-1-102 0,4 1-131 16,3-2-202-16,0 0-132 0,0 0-544 0</inkml:trace>
  <inkml:trace contextRef="#ctx0" brushRef="#br0" timeOffset="139509.18">26060 13652 2951 0,'0'0'585'0,"0"0"-487"15,0 0 116-15,0 0 35 0,79 12 81 0,-50 2-136 16,1 5-70-16,3 7-48 0,-1 9 50 15,0 1-1-15,-8 3-58 0,-5 2-27 16,-6-1-40-16,-9-1-21 0,-4 1-101 16,-1-5-90-16,-13-2-65 0,-4-3-189 15,1-7-562-15,-18 6-873 0</inkml:trace>
  <inkml:trace contextRef="#ctx0" brushRef="#br0" timeOffset="140608.37">24896 13686 2123 0,'0'0'1005'0,"0"0"-814"0,0 0-159 16,0 0 95-16,0 0 190 0,0 0 32 16,0 0-32-16,0 0-15 0,0 0 4 15,0 0-38-15,0 0-37 0,-11 26-116 0,-6 3-51 16,0 12-10-16,-3 4-36 0,2 8-6 16,1 6-6-16,5 2 3 0,5 0-9 15,3-3-57-15,4-8 12 0,10-4-64 16,6-9-55-16,7-5-43 0,4-5-55 15,8-10-11-15,1-4-200 0,-6-7-257 16,18-6-680-16</inkml:trace>
  <inkml:trace contextRef="#ctx0" brushRef="#br0" timeOffset="141127.29">26769 13968 2674 0,'0'0'632'0,"0"0"-305"0,0 0 85 15,0 0-59-15,0 0-44 0,24 76-88 16,-18-61-96-16,-3-1-52 15,3 2-39-15,-3-1-24 0,-3 0-10 16,0-1-58-16,-3 1-110 0,-4-1-124 0,-6 2-250 16,1-3-693-16,-19 7-1011 0</inkml:trace>
  <inkml:trace contextRef="#ctx0" brushRef="#br0" timeOffset="144509.95">27263 13529 1486 0,'0'0'653'0,"0"0"-248"0,0 0-51 16,0 0 21-16,0 0 12 0,0 0 7 15,0 0-39-15,0 0-25 0,0 0 23 16,-8 15-40-16,-4 2-167 0,-5 6-85 0,-3 7 5 16,-1 3-8-16,1 6-25 0,0 1-6 15,6 3 0-15,2-1-27 0,2 0 0 16,7 1-36-16,2-2 21 0,1-4-18 15,4 0-22-15,7-7-39 0,3-1 6 0,4-9-18 16,1-4-67-16,6-7-19 0,2-5-50 16,0-4-141-16,2-1-130 0,3-9-200 15,-9 3-567-15,10-5-404 0</inkml:trace>
  <inkml:trace contextRef="#ctx0" brushRef="#br0" timeOffset="144977.79">27699 13707 1592 0,'0'0'1176'0,"0"0"-804"0,0 0-126 16,0 0 14-16,0 0 40 0,0 0 1 16,0 0-38-16,0 0-32 0,0 0-16 15,0 0-47-15,0 0-31 0,20 86-12 16,-19-57-28-16,2 0-54 0,-3 0-43 0,0 0 0 16,0-4-11-16,0-1-35 0,2-5-42 15,-1-2-73-15,3-4-50 0,3-2-62 16,-1-5-162-16,4-2-253 0,-4-1-441 15,7-3-448-15</inkml:trace>
  <inkml:trace contextRef="#ctx0" brushRef="#br0" timeOffset="145227.63">27995 14027 2842 0,'0'0'573'0,"0"0"-335"16,0 0 83-16,0 0 36 0,0 0-54 16,12 67-82-16,-12-49-95 0,0-3-99 15,0 1-27-15,0-1-43 0,0-2 7 16,0-2-75-16,0-2-86 0,0-6-56 15,0-1-207-15,0-2-285 0,0-3-722 16,0-8-34-16</inkml:trace>
  <inkml:trace contextRef="#ctx0" brushRef="#br0" timeOffset="145709.35">28449 13597 2391 0,'0'0'756'16,"0"0"-396"-16,0 0-25 0,0 0-52 16,0 0-53-16,0 0-81 0,0 0-62 15,0 0-38-15,-37 88 28 0,27-58-10 16,0 2-5-16,-1 8 33 0,0 0 76 16,4-1-19-16,-2-2-76 0,6-3-30 0,3-6-28 15,0-4-18-15,3-6-34 16,4-6-27-16,2-1 12 0,4-6-15 15,-1-3-27-15,2-2 8 0,3-3 25 0,0-9-9 16,-1-3 3-16,2-1-19 0,-5-2 27 16,-3-2 35-16,0 4 2 15,-6 0-15-15,-2 0 13 0,-2 4 21 0,-2 3 0 16,-7 3 49-16,-3 3 13 0,-2 3-62 0,-1 0-22 16,-1 4-58-16,-3 6-13 0,2-2-37 15,-3 4-56-15,1 0-59 16,0-4-95-16,2 2-138 0,5-4-191 0,4-3-543 15</inkml:trace>
  <inkml:trace contextRef="#ctx0" brushRef="#br0" timeOffset="145975.07">28697 13571 189 0,'0'0'2552'0,"0"0"-2077"0,0 0-414 16,0 0 181-16,0 0 155 0,0 0-58 15,0 0-106-15,98 79-27 0,-75-53-31 0,3 5-34 16,-3 2 15-16,-1 4-4 0,-5 1-24 16,-5 2-10-16,-8 1-79 0,-4-3-39 15,-4 1-15-15,-12-1-106 0,-3-2-95 16,-5 0-71-16,-4-3-220 0,4-10-687 15,-12 7-1026-15</inkml:trace>
  <inkml:trace contextRef="#ctx0" brushRef="#br0" timeOffset="151590.73">29253 13402 3123 0,'0'0'548'0,"0"0"-249"0,0 0-30 0,0 0-76 15,0 0 23-15,0 0-7 0,0 0-71 16,0 0-59-16,0 0-60 0,-24 33-19 15,30-24 12-15,5-1 6 0,-1 2 16 16,2-1 2-16,4 0-5 0,-2 0-16 0,3 0 0 16,1-1-3-16,2 1 1 0,0 0-13 15,1-3-2-15,0 3-14 0,0-2 13 16,-3-1-9-16,1 0-9 0,-8-2 18 16,-1 0 3-16,-3-1 2 0,-4 0 1 15,-3-3 36-15,0 2 16 0,0 3-3 16,-1 2 15-16,-6 3 6 0,-5 4-22 15,-1 2-21-15,-3 2-2 0,-1 0-7 16,-2 0 21-16,2 1-12 0,-3 0-5 16,1 0 11-16,2 2-3 0,0-2-9 15,2-3 7-15,2-1 8 0,6 1-30 0,1-3-9 16,3-2-36-16,3-3-4 0,0-2-5 16,9 1-12-16,5-1 5 0,2-2 34 15,4 1 17-15,3-3-35 0,1-1 34 16,1 2 1-16,1-2 0 0,0-1 0 15,-1 5 0-15,-5-2 1 0,-6 3 12 0,-2-1-10 16,-8 1 34-16,-1 2 43 0,-3 1 5 16,0 4-26-16,0 5-7 0,-4 4 31 15,-5 3 14-15,3 4-30 0,-4 1-14 16,3-1-1-16,-2-1-36 0,2 1-15 16,-1-2-15-16,0-1 15 0,1-7-30 15,4-2-58-15,0-7-50 0,2-4-28 0,1-3-43 16,0-3-97-16,4 0-250 0,3-6-594 15,11-6-279-15</inkml:trace>
  <inkml:trace contextRef="#ctx0" brushRef="#br0" timeOffset="154797.44">26925 11662 16 0,'0'0'46'0,"0"0"-23"15,0 0 29-15,0 0 111 0,0 0 183 16,0 0 19-16,0 0-196 0,0 0-110 16,0 0 29-16,0 0 61 0,-12 16 40 0,9-13 13 15,3-1-37-15,0-2-25 0,-1 1 5 16,1 1 1-16,0-1-4 0,0 1-16 15,0-2-27-15,0 0-28 0,0 0-13 16,0 1 19-16,-2-1 35 0,2 0 38 16,0 0 16-16,0 0-43 0,0 0-31 15,0 0-7-15,0 0 7 0,0 0-26 16,0 0-35-16,0 0-3 0,0 0 7 0,0 0-10 16,0 0-25-16,0 0-32 15,0 0 14-15,0 0 5 0,2 0 13 0,-1-1 0 16,2-2 3-16,1 0 0 0,-1-1 0 15,0 1 13-15,0-1 9 0,0-1-6 16,3 2 1-16,-4-2-20 0,1 1-1 0,0 0 0 16,0-1-16-16,0 0 1 15,-1 0 13-15,1-2-9 0,-2 2-20 16,0 0 12-16,1 1 20 0,-2 1 22 0,0 1 3 16,0 0 42-16,0 2 58 0,-3 0 21 15,0-2-43-15,-1 2-23 0,-1 0-24 16,4-1-53-16,-2 1-3 0,0-2-31 15,0 0-12-15,-1 1-13 0,0-2-25 16,1-1-30-16,0-2 36 0,1 2 40 16,1 0 4-16,-2 0 3 0,3 3 18 0,-1-3 8 15,-1 3-9-15,2 0-24 0,-3-2-6 16,0 3-53-16,-2 0-76 0,-2 0-102 16,-4 0-291-16,3 3-581 0,-10 4-555 0</inkml:trace>
  <inkml:trace contextRef="#ctx0" brushRef="#br0" timeOffset="169572.91">18590 15130 1937 0,'0'0'457'16,"0"0"-154"-16,0 0-122 0,0 0-2 15,0 0 26-15,0 0-24 0,0 0-51 16,0 0-69-16,0 0-39 0,0 0 13 0,-1 13 21 15,1-2 36-15,0 0-20 0,0 7-6 16,1 1-28-16,4 5-13 0,-2-1-25 16,-2-1 2-16,2 0 11 0,-2-3-13 15,1-2-10-15,-1-3 10 0,2-5 0 16,-3-3-16-16,3-1-31 0,-1-3-3 16,-2-2-19-16,4 0-35 0,-4-2-7 15,2-7 111-15,1-2 7 0,0-3 59 16,-1-4-41-16,-1-2 4 0,1-3-29 15,-1 1-1-15,1-1-18 0,-1-1-10 16,2 2 29-16,0 1-34 0,1 2 34 16,3 3 11-16,-1 3-11 0,0-1-28 15,0 5-3-15,0 1 31 0,-1 3 0 0,-1 4 0 16,1 1 0-16,-1 2 63 0,1 7 48 16,0 3 40-16,2 5-41 0,1 2-57 0,-1 5-21 15,0-3-1-15,2 2-30 0,-2-3 2 16,0-1-2-16,0-1-1 0,2-4-22 15,-2-2 20-15,-1-3-20 0,1-2-34 16,1-5-23-16,-2-2 22 0,0 0 20 16,3-6 12-16,-2-4 25 0,5-5 0 15,-4-1 11 1,3-3-11-16,-2-5 0 0,2 1 13 0,-4-2-13 0,0 3-2 16,2 1 2-16,-6 7 15 0,-1 0-15 15,3 6 3-15,-4 1 1 0,4 3 9 16,-2 3-13-16,2 1 0 0,-1 0 9 15,2 7 35-15,2 6 83 0,-3 5-31 16,4 4-43-16,-2 3-9 0,-1 3-4 16,1 0-3-16,-2-1-3 0,0 0 3 0,-2-1-21 15,0-5-16-15,-2 1-35 0,4-7 13 16,-2-3 3-16,-2-3-46 0,2-4-34 0,0-3-44 16,1-2-78-16,3 0-117 0,-1-11-88 15,1 0-50-15,1-3 62 0,-3 3-375 16,2-7-351-16</inkml:trace>
  <inkml:trace contextRef="#ctx0" brushRef="#br0" timeOffset="169770.92">19174 15226 2005 0,'0'0'602'15,"0"0"-328"-15,0 0-72 16,0 0 127-16,0 0-44 0,0 0-83 0,4 78-96 15,1-66-75-15,-4-1-31 0,2-2-37 16,0 1-4-16,1-5-50 0,2-2-32 16,1-3-19-16,-1 0-122 0,0 0-126 15,3-3-158-15,-5-2-211 0,4-7-347 0</inkml:trace>
  <inkml:trace contextRef="#ctx0" brushRef="#br0" timeOffset="170107.02">19361 15188 706 0,'0'0'1167'0,"0"0"-632"0,0 0-241 0,0 0-53 16,0 0 69-16,3 64-64 15,0-45-15-15,-1-2-68 0,-1 2-56 16,2-3-43-16,0-4-17 0,0-1-23 16,1-5-24-16,3 0-14 0,-1-6-17 0,0 0-11 15,1 0 7-15,0-4 35 0,2-4 29 16,-1-3 0-16,1-1-13 0,3-6-16 15,-4 0 0-15,3 0-4 0,0-1-11 16,0 0-24-16,0 0 39 0,1 3-1 16,0 2-28-16,1 3 16 0,-1 2-15 0,-4 6 28 15,5 3 0-15,-3 0 2 16,2 3 45-16,-1 7 1 0,-2 4-1 0,0 2 0 16,1 0 3-16,-3 2 15 0,-3 1 7 0,4-1-23 15,-6 2-5-15,1-2-26 0,-1-2 13 16,-2-3-31-16,0-4-9 0,0-4-40 15,2-1-97-15,1-4-149 16,2 0-238-16,0-10-207 0,0 2-558 16</inkml:trace>
  <inkml:trace contextRef="#ctx0" brushRef="#br0" timeOffset="172824.32">21738 15033 1482 0,'0'0'614'15,"0"0"-197"-15,0 0-104 0,0 0 8 16,0 0-15-16,0 0-43 0,0 0-46 16,0 0 3-16,0 0-14 0,0 0-11 15,-3 3-1-15,3 0-7 0,0 2-16 16,1 2-22-16,4 0-30 0,2 6-28 15,2 3-45-15,5 3-46 0,-1 2 1 0,7 4-2 16,0 0 0-16,1-4-33 0,5 3-2 16,-2-3-4-16,2-2-11 0,0-1 2 15,-1-1-27-15,-3-2-31 0,-1 0 15 16,-7-2-11-16,0 1-14 0,-3-5-31 16,-4 1-24-16,-3-1-36 0,3-5-40 15,-4 0-88-15,-2 0-96 0,1 0-88 16,-2-3-120-16,0 2-475 0</inkml:trace>
  <inkml:trace contextRef="#ctx0" brushRef="#br0" timeOffset="173106.17">22013 15106 1618 0,'0'0'595'0,"0"0"-153"16,0 0-65-16,0 0 34 0,0 0 23 16,0 0-77-16,0 0-44 0,0 0-14 15,0 0-103-15,0 0-41 0,-36 59-27 16,25-34-52-16,0 3-12 0,1 0-12 16,-1 2-28-16,1-1-12 0,2 0-12 15,2-4-1-15,0 0-60 0,4-3-15 0,2-3-39 16,0-3-74-16,0-3-129 0,3-2-105 15,6-4-188-15,-1-4-73 0,0 1-408 16,7-4-469-16</inkml:trace>
  <inkml:trace contextRef="#ctx0" brushRef="#br0" timeOffset="173570.24">22271 15346 101 0,'0'0'2036'16,"0"0"-1293"-16,0 0-251 0,0 0-61 16,0 0-29-16,0 0-67 0,0 0-76 15,0 0-63-15,0 0-117 0,0 0-79 16,9 72-15-16,-9-54 0 0,0-5-4 0,0 0-29 16,0-2-69-16,0-4-110 0,0 0-213 15,0-4-279-15,1-2-681 0,6-1-362 0</inkml:trace>
  <inkml:trace contextRef="#ctx0" brushRef="#br0" timeOffset="173888.73">22790 15054 2388 0,'0'0'725'16,"0"0"-362"-16,0 0-18 0,0 0 44 16,0 0-4-16,0 0-63 0,0 0-111 15,0 0-125-15,4 73-59 0,-4-51 7 0,0 1-13 16,0 1-19-16,0-1 1 0,-3-4-3 15,2-2-46-15,1-3-18 0,0-3-21 16,0-5-40-16,0-1-59 0,0 1-44 16,0-4-97-16,0 1-238 0,0-1-541 15,0-1-332-15</inkml:trace>
  <inkml:trace contextRef="#ctx0" brushRef="#br0" timeOffset="174103.22">22647 15254 2134 0,'0'0'710'0,"0"0"-440"15,0 0-78-15,0 0 24 0,0 0-14 16,0 0 44-16,0 0-11 0,0 0-86 16,0 0-49-16,100-40-51 0,-79 31-49 0,1 2-3 15,-2 0-40-15,-2 2-4 0,-1-1 4 16,-1 5-41-16,1-4-116 0,0 3-102 15,2-4-193-15,-3 3-594 0,10-1-646 0</inkml:trace>
  <inkml:trace contextRef="#ctx0" brushRef="#br0" timeOffset="179638.98">23152 15085 688 0,'0'0'424'15,"0"0"-170"-15,0 0 61 0,0 0 7 16,0 0 21-16,0 0-39 0,0 0-46 0,0 0 1 15,0 0 6-15,0 0-24 16,-5-26-14-16,5 25 12 0,0 1-9 0,0 0-51 16,0 0-46-16,0 0-28 0,0 0-35 15,2 7-39-15,2 3-28 0,2 4 12 16,3 5 22-16,3 3-37 0,4 4 1 0,3 1-2 16,0 0 1-16,4 1-2 0,0 0 1 15,0-1-2-15,-1-4-22 0,-1 1 4 16,2-6-50-16,0-3 7 0,-4-3-47 15,0-4-22-15,-3-2 9 0,-4-4-28 16,-3-1-13-16,-3-1-84 0,-1 0-105 16,-5-6-87-16,0-1-148 0,0-2-59 15,-5 2-23-15,-5-5-108 0</inkml:trace>
  <inkml:trace contextRef="#ctx0" brushRef="#br0" timeOffset="179871.47">23390 15149 1083 0,'0'0'1017'0,"0"0"-590"0,0 0-114 16,0 0-11-16,0 0-9 15,0 0-112-15,0 0 43 0,0 0 18 0,0 0-101 16,0 0-76-16,8-28-3 0,-9 41-18 16,-6 4-20-16,1 4-21 0,-3 5 12 15,0 0-2-15,-2 4-13 0,2 1-10 16,0-1 8-16,2-2-21 0,2-1-29 15,0-3-29-15,4-3-47 0,1-4-64 16,0-3-170-16,1-6-215 16,7-4-171-16,-1-2-344 0,3-2 61 0</inkml:trace>
  <inkml:trace contextRef="#ctx0" brushRef="#br0" timeOffset="180205.72">23525 15387 1319 0,'0'0'312'0,"0"0"-81"0,0 0 142 15,0 0-17-15,0 0-8 0,0 0-67 16,0 0-51-16,78-4-34 0,-67 4-60 16,-2 0-13-16,-3 2-35 0,0 3-28 15,-1 1 0-15,-2 2 33 0,-2 3 1 16,-1 1-54-16,0 4 6 0,0 1-15 0,0 0 13 15,-1-1-7-15,-3 1-3 0,-2-1 18 16,3-1-5-16,0-2-20 0,2-2-23 16,-1 0 20-16,2-1-8 0,0-3-16 15,0 0-44-15,6-2-11 0,0 1 18 16,2-1 6 0,1-5-6-16,1 2 3 0,2-2-3 0,-1 0-22 0,0-2-34 15,1-3-79-15,0-6-83 0,1 1-150 16,-3 1-292-1,2-4-669-15</inkml:trace>
  <inkml:trace contextRef="#ctx0" brushRef="#br0" timeOffset="180435.69">24035 15165 1774 0,'0'0'529'0,"0"0"-412"15,0 0 47-15,0 0 248 0,0 0 29 16,0 0-109-16,0 0-121 0,16 68-57 16,-13-40-7-16,-2-1-23 0,1 1-37 15,-1 3-25-15,2-1-22 0,-3-3-40 16,3-2-24-16,2-5-56 0,1-1-29 16,-1-4-37-16,-1-4-111 0,0-3-96 15,1-1-194-15,-4-5-204 0,-1 1-477 0</inkml:trace>
  <inkml:trace contextRef="#ctx0" brushRef="#br0" timeOffset="180620.93">23933 15401 737 0,'0'0'1759'0,"0"0"-1337"16,0 0-86-16,0 0 24 0,0 0-51 15,0 0-170-15,0 0-139 0,0 0 0 16,0 0 0-16,0 0 0 0,0 0-2 15,94-24 0-15,-72 13-77 0,4 3-25 16,0-4-113-16,-1-1-85 0,2 1-245 16,-5 3-419-16,5 1-345 0</inkml:trace>
  <inkml:trace contextRef="#ctx0" brushRef="#br0" timeOffset="181032.62">24610 15016 2093 0,'0'0'1038'0,"0"0"-735"16,0 0-81-16,0 0 86 0,0 0 28 15,0 0-169-15,0 0-80 0,23 68-10 16,-11-47-6-16,2 1-10 0,2-1-27 15,1 3-34-15,2-1 0 0,0 0-2 16,-1-1-44-16,0-1-4 0,-3-2 20 0,0-1-13 16,-2 0-78-16,-2-1-31 0,1-4-66 15,-1-1-118-15,-2-5-162 0,0-2-259 16,-3-2-490-16,-1-3-50 0</inkml:trace>
  <inkml:trace contextRef="#ctx0" brushRef="#br0" timeOffset="181286.26">24829 15093 2172 0,'0'0'694'0,"0"0"-406"16,0 0-23-16,0 0 96 15,0 0 4-15,0 0-95 0,0 0-121 0,0 0-60 16,0 0-30-16,-36 79-16 15,26-53 18-15,-3 0-15 0,0 2-9 0,0-1-12 16,2-2-25-16,0-2-43 0,3-3-22 16,2-2-21-16,3-4-18 0,3 0-29 15,0-5-97-15,0-2-155 0,2-1-214 16,1-3-464-16,5-3-273 0</inkml:trace>
  <inkml:trace contextRef="#ctx0" brushRef="#br0" timeOffset="181723.81">25028 15304 1482 0,'0'0'484'15,"0"0"-267"-15,0 0 55 0,0 0 3 16,0 0-34-16,0 0-97 0,0 0-58 15,0 0-41-15,0 0-42 0,0 0 10 16,78-4 0-16,-74 8 63 0,-1 1 45 16,1 2 6-16,-2 0-13 0,-2-3-4 0,0 4-22 15,0 0-35-15,-2 1-31 0,-3 2-20 16,-1 1-2-16,0 0-27 0,0 2-10 16,0-2 15-16,-2 2 3 0,2-4-10 15,3 1-2-15,-1-3 12 0,2-1 6 16,0-2 10-16,2-1-22 0,0-2-16 0,0 1-44 15,5-1 82-15,1-1 3 0,5 2 21 16,1-2 17-16,0-1-36 0,1 2 23 16,0-1 19-16,1-1 7 15,-1 3 8-15,0-2 11 0,0-1-20 0,-4 5-6 16,-2-3 4-16,1 2-5 16,-5 2 45-16,-1 1 92 0,-2 2-35 0,0 1-61 15,-2 2-44-15,-4 1-19 0,-3 1-21 16,0-1-28-16,-1-1-55 0,-2-2-59 15,2-2-116-15,0-1-75 0,-3-1-120 0,7-5-319 16,-4-1-755-16</inkml:trace>
  <inkml:trace contextRef="#ctx0" brushRef="#br0" timeOffset="182084.59">25638 15049 2519 0,'0'0'649'0,"0"0"-524"16,0 0 50-16,0 0 12 0,0 0 49 16,0 0-28-16,0 0 69 0,0 0-73 15,0 0-80-15,34 88-41 0,-31-60-13 16,-2 0 13-16,-1 1-28 0,0-1-30 0,0-2-25 16,0-3-49-16,0-4-30 0,2-3-35 15,-1-7-92-15,2-1-63 0,-1-5-186 16,-1 1-339-16,-1-3-780 0</inkml:trace>
  <inkml:trace contextRef="#ctx0" brushRef="#br0" timeOffset="182295.01">25465 15331 2304 0,'0'0'983'0,"0"0"-983"0,0 0 3 15,0 0 111-15,0 0 99 0,0 0 14 16,102-52-142-16,-73 39-21 0,-2 4-64 16,-1 0-19-16,-1 1-6 0,-4 2-35 15,1 3 44-15,-2-1-53 0,0 1-108 0,3 0-89 16,0-2-227-16,-7 3-568 16,9-1-558-16</inkml:trace>
  <inkml:trace contextRef="#ctx0" brushRef="#br0" timeOffset="182536.92">26106 15049 2538 0,'0'0'700'16,"0"0"-518"-16,0 0-83 0,0 0 40 15,0 0 9-15,0 0-41 0,0 0 60 16,0 0 8-16,0 0-32 0,0 0-63 15,0 0 4-15,69 76 15 0,-54-53-26 16,0 4-24-16,0 0-27 0,2 2-22 16,-2-2-6-16,2 0-49 0,-3-4-10 0,2-2-9 15,0-3-96-15,0-4-69 0,-3-4-91 16,1-2-256-16,-5-3-172 0,1-4-800 16</inkml:trace>
  <inkml:trace contextRef="#ctx0" brushRef="#br0" timeOffset="182752.97">26390 15112 3134 0,'0'0'648'16,"0"0"-444"-16,0 0-3 0,0 0 60 16,0 0 20-16,0 0-183 0,0 0-82 15,0 0 2-15,-50 92 10 0,35-59 21 16,-2 1-19-16,-1 2-2 0,-2-2-7 15,3 0-21-15,1-5-48 0,6-4-34 0,2-6-32 16,5-6-92-16,3-2-129 0,0-4-167 16,3-4-205-16,3-2-484 0,6-4-250 0</inkml:trace>
  <inkml:trace contextRef="#ctx0" brushRef="#br0" timeOffset="183041.16">26619 15221 1327 0,'0'0'1474'0,"0"0"-1111"0,0 0-124 16,0 0 21-16,0 0-8 0,0 0-78 15,0 0-62-15,0 0-34 0,-3 83-50 16,-3-64-25-16,-1 5 28 0,0-1-3 16,0-3 3-16,1-2-30 0,3-1 0 15,2-5-1-15,1-1-6 0,0-4-47 0,1-4-28 16,5 0 22-16,4-2 9 0,-3-1 40 15,5 0 10-15,-1 0 28 0,2-1-28 16,-1 0-16-16,2-4 16 0,-1 1 1 16,1 1 12-16,1-4-13 0,-1 3-2 15,1-3-20-15,-1 4-28 0,-1-1-83 16,-4 1-27-16,2 1-17 0,-5 2-102 16,3 0-121-16,-5 0-222 0,1 0-702 0</inkml:trace>
  <inkml:trace contextRef="#ctx0" brushRef="#br0" timeOffset="183234.85">26756 15319 3142 0,'0'0'654'0,"0"0"-475"16,0 0 53-16,0 0 4 0,0 0-7 15,-17 89-69-15,12-60-56 0,0 6-31 16,-1-3-73-16,-3 0-18 0,2-4-31 15,1-4-95-15,2-3-136 0,1-6-200 16,0-4-628-16,2-5-783 0</inkml:trace>
  <inkml:trace contextRef="#ctx0" brushRef="#br0" timeOffset="183837.19">27272 15008 2115 0,'0'0'592'0,"0"0"-316"16,0 0 35-16,0 0 209 0,0 0-62 15,0 0-254-15,1 67-89 0,-5-38 5 16,4 1-13-16,-1 1-51 0,1 2-38 16,0-2-3-16,0-2-15 0,0-2-35 0,0-7-24 15,0-2-48-15,0-6-88 0,1-4-93 16,3-4-171-16,-2-3-253 0,-1-1-577 15,-1 0-365-15</inkml:trace>
  <inkml:trace contextRef="#ctx0" brushRef="#br0" timeOffset="184020.43">27141 15279 3041 0,'0'0'653'0,"0"0"-549"0,0 0-104 0,0 0 22 15,0 0 154-15,0 0-25 0,78-24-92 16,-50 15-59-16,0-1-15 0,0 0-26 16,0-1-3-16,1 0-47 0,1 0-29 0,3 0-88 15,3 0-166-15,-11 0-361 16,11-1-894-16</inkml:trace>
  <inkml:trace contextRef="#ctx0" brushRef="#br0" timeOffset="184282.75">27756 15016 2398 0,'0'0'715'0,"0"0"-575"15,0 0-101-15,0 0 120 0,0 0 167 0,0 0-97 16,0 0-87-16,0 0-42 0,87 52-32 15,-67-33-37-15,-1 2 34 0,2 3-31 16,-1-1-21-16,-1 1-13 0,1-1-12 0,-4-4-19 16,1 0 29-16,-5-4-53 0,-2-2-23 15,-4-1-81-15,-2-4-149 0,-1-1-110 16,-1-3-332-16,-1-3-815 0</inkml:trace>
  <inkml:trace contextRef="#ctx0" brushRef="#br0" timeOffset="184481.23">27995 15029 3186 0,'0'0'695'0,"0"0"-363"0,0 0 59 16,0 0-99-16,0 0-96 0,0 0-102 16,-51 93-30-16,37-60-6 0,0 3-34 15,-2 2-24-15,2-2 0 0,-1-2-27 16,4-3-34-16,1-7-61 0,6-5-86 15,2-8-74-15,2-5-215 0,2-3-504 0,6-3-451 0</inkml:trace>
  <inkml:trace contextRef="#ctx0" brushRef="#br0" timeOffset="184926.64">28259 15204 2681 0,'0'0'578'16,"0"0"-578"-16,0 0-166 0,0 0 166 15,0 0 44-15,0 0 30 0,0 0-42 16,0 0 11-16,79-14-43 0,-64 7-2 16,-4 3 2-16,-3 0 43 0,-4 1 24 15,-1 2-13-15,-1-2 19 0,-2 3 57 0,0-2 30 16,0 2-31-16,0-1-57 15,0 1-24-15,0-2-19 0,0 2-7 0,-2 0 15 16,-2 0 47-16,-4 0-56 0,-2 0-28 16,-3 3 0-16,-3 3 0 0,-1 4 1 15,1-1 40-15,-4 4 24 0,5 1 28 0,0-1 27 16,3 1-21-16,1 0-44 16,2 0-18-16,6-1-37 0,0-1-3 0,3-1-18 15,0-2-13-15,3 0 6 0,4 0-9 16,3-2 37-16,2 1 6 0,-2-4 25 15,4 3-9-15,-1-3-1 0,0 5 4 16,-1-2-7-16,-2-2-2 0,-4 2 8 16,2 3 28-16,-5-2 3 0,-3 3-6 0,0-2-21 15,0 0 12-15,0 1-25 0,-6-1-15 16,-2 1-76-16,-2-1-87 0,-2-4-65 16,2-3-91-16,0-2-202 15,3-2-642-15,-3-8-851 0</inkml:trace>
  <inkml:trace contextRef="#ctx0" brushRef="#br0" timeOffset="185219.86">28964 14966 2511 0,'0'0'1002'0,"0"0"-783"0,0 0 54 15,0 0 25-15,0 0-57 0,0 64-16 16,0-35-38-16,0 5-46 0,0 2-25 16,-3 0-40-16,0 3-18 0,-3-2-16 15,-1-2-42-15,1-4-6 0,-1-5-76 16,3-7-64-16,0-5-59 0,2-3-71 15,-1-4-183-15,3-4-488 0,-4-3-821 0</inkml:trace>
  <inkml:trace contextRef="#ctx0" brushRef="#br0" timeOffset="185405.36">28789 15277 2696 0,'0'0'1864'0,"0"0"-1827"0,0 0-37 16,0 0 0-16,0 0 108 0,0 0-7 0,104-34-74 16,-75 24-27-16,-3-2-62 0,0 1-166 15,-3 3-51-15,-3 1-44 0,0-1-214 16,-4 3-245-16,10-5-1044 0</inkml:trace>
  <inkml:trace contextRef="#ctx0" brushRef="#br0" timeOffset="185667.21">29473 15027 2999 0,'0'0'527'0,"0"0"-483"0,0 0-3 16,0 0 193-16,0 0 93 0,0 0-63 0,0 0-82 15,70 81-52-15,-54-62-41 0,-3 1-22 16,1-1-6-16,-2 1-21 0,0 1-27 0,-1-2-13 16,-1-2-15-16,3 1-19 0,-3-3-70 15,3-1-105-15,0-2-103 16,2-3-107-16,0-4-186 0,-6 2-801 16,3-6-319-16</inkml:trace>
  <inkml:trace contextRef="#ctx0" brushRef="#br0" timeOffset="185906.19">29808 15075 3317 0,'0'0'623'0,"0"0"-331"16,0 0 24-16,0 0-45 0,0 0 8 15,0 0 25-15,0 0-76 0,0 0-122 16,-62 77-64-16,38-42-12 0,-5 5 31 15,0 4-4-15,1 0-3 0,2-5-20 0,4 0-34 16,3-7-9-16,3-3-64 0,3-4-81 16,5-6-46-16,0-3-3 0,4-4-77 15,4-5-112-15,0-4-182 0,0-3-453 16,1 0-193-16,5 0-216 0</inkml:trace>
  <inkml:trace contextRef="#ctx0" brushRef="#br0" timeOffset="186431.02">29862 15319 2684 0,'0'0'591'0,"0"0"-318"16,0 0 71-16,0 0-151 0,0 0-87 16,0 0-47-16,0 0 28 0,-26 68 9 15,21-54-3-15,0 1-28 0,-1 2 36 16,0-1 22-16,0 1-34 0,2-1-40 16,1-2-36-16,3-5-13 0,0 0-33 15,0-2-38-15,3-5-5 0,3 2-4 16,0-2 21-16,1-1-21 0,1 2-10 0,1-3 38 15,1 0 27-15,2 0 3 0,-1-3 4 16,-1-1 15-16,3-1 2 0,-1-4-17 16,-2 2-13-16,1 0 12 0,-2-1 19 15,-2 0-18-15,0 0 1 16,-1 2 17-16,-3 3 25 0,0-1 3 0,-3 3 12 16,0-1 35-16,0 2 45 0,0 0 10 15,-6 0-1-15,0 0-77 0,-2 0 6 0,1 0-21 16,-1 0-36-16,0 0-1 0,-1 0 0 15,2 0-12-15,3 0 0 0,-1 0-4 16,-1 0 16-16,4 0-1 0,-3 0-20 0,1 0 8 16,1 0 13-16,0 0 21 15,0 0-18-15,2 0-1 0,-2 0-2 0,0 0-46 16,0 0-58-16,2 0-38 0,-3 0-9 16,1 0-82-16,1 0-229 15,-1 0-494-15,0 0-584 0</inkml:trace>
  <inkml:trace contextRef="#ctx0" brushRef="#br0" timeOffset="186886.38">29788 15269 1895 0,'0'0'965'0,"0"0"-555"16,0 0-19-16,0 0-48 0,0 0-61 0,0 0-77 16,0 0-66-16,0 0-53 0,0 0-49 15,0 0 0-15,0 0 6 0,3 61-3 16,0-50-28-16,0 2-11 0,-2-2 2 0,2-1-3 15,-2-1-29-15,1-2-11 0,2 0 7 16,-1-1-20-16,0-4-110 0,2 0-88 16,-1-1-43-16,3 1-147 0,-3-2-322 15,-1 0-838-15</inkml:trace>
  <inkml:trace contextRef="#ctx0" brushRef="#br0" timeOffset="189618.93">29468 15072 196 0,'0'0'629'16,"0"0"-414"-16,0 0-117 16,0 0 52-16,0 0 12 0,0 0-162 15,0 0-32-15,0 0-85 0,0 0 117 0,0 0 175 16,-14 1 105-16,14 1 93 0,0-2 38 16,0 0-24-16,0 0-67 0,0 0-75 15,0 0-77-15,0 0-54 0,0 2-61 16,0-2-53-16,0 0-3 0,0 0-41 15,0 0 44-15,1 0 16 0,1 0 66 16,-2 3 34-16,4 0 69 0,-1 1 76 16,1 3-29-16,2 4-79 0,3 2-85 0,2-1-50 15,-1 2-5-15,1 2-12 0,1 1-1 16,0 1-13 0,2-2 1-16,-1 2 11 0,0 1-20 15,3-1-4-15,-1 2 23 0,2-2 1 0,0 1-11 0,-3-6 10 16,2 3-14-16,0-5-2 0,-4 1 3 15,2-4-10-15,-2-1 24 0,-1 0-2 16,1 0-9-16,-2 1-1 0,1-2-2 16,-2 1-19-16,-2-2 3 0,-1 1 22 0,-2-5 9 15,-1-1 12-15,-3 0-12 0,0 0 13 16,0 0 21-16,0 0 9 0,0 0 0 16,0 0-7-16,0 0 4 0,0 0-3 15,0 0-19-15,-3 0-18 0,-1 0 3 0,1 0 10 16,-1-4-13-16,-2 0-40 0,-3-2 25 15,-2-2-16-15,-1-1 3 0,-5-3-2 16,1 0 1-16,-4-4 27 0,1 2-9 16,-1-1 11-16,3 1 2 0,4 0-2 15,1 3-13-15,2-2-11 0,3-1-10 16,1 1 9-16,-1-2 1 16,-1 1 24-16,0-1 0 0,-1 0 21 0,1 2-8 15,-2-1-11-15,1 1 22 0,0 1 7 16,-2 2-29-16,4 2 20 0,-2-1 2 0,3 2 1 15,-1 2-13-15,3 2-12 0,-1-1 18 16,3 1 10-16,0 1-9 0,1 0 5 16,-1 1-24-16,2 1-13 0,0 0-24 15,0 0 6-15,0 0 19 0,0 0 12 16,0 0 3-16,0 1 25 0,0 1 18 0,0 0 15 16,3-1-15-16,0 5-10 0,4 0 1 15,3 3-3-15,2 4-31 0,5 1-2 16,-1 4 2-16,4 0-3 0,-1 1-11 15,1 0 8-15,3-2-16 0,-1 2-5 16,2 0 21-16,1 2 1 0,-1-2-1 16,1 4 1-16,-5-1 1 0,0 0-24 15,-4 1 25-15,-2-4 10 0,-3-1-10 16,0-1-2-16,-5-4-1 0,-2-4-15 0,2-4-7 16,-5-1-11-16,1-4-10 15,-1 0 3-15,-1 0-3 0,0 0-28 0,0-1 0 16,0-6 74-16,0-1 40 0,0-1 3 15,0-1-21-15,-1 0-20 0,-1 0-2 16,-2-2-1-16,1-1 1 0,-3-1 21 16,0 0 1-16,-5-3-1 0,1-1 16 15,-6 1-6-15,0-2-7 0,-4 0 28 0,-1-1-49 16,0 2 10-16,-2-3-26 16,0 2 16-16,4 0-3 0,1 2 22 0,3-1-22 15,1 3-34-15,2-1 32 0,0 4-8 16,1 0 10-16,1 4 31 0,2 1-1 15,2 3 19-15,3 4 15 0,0 0-27 16,3 0-7-16,0 0-30 0,0 0-47 16,0 0-36-16,0 0 13 0,0 0 40 0,6 3 30 15,1 4 46-15,6 1 3 0,0 3-3 16,4 2-10-16,-1-1-34 0,4 6 11 16,0-2-10-16,2 4 18 15,0-1-3-15,-1 4-18 0,0-1 3 16,0 2-3-16,-2-3-6 0,-2 1 6 0,0-1 2 15,-2-3-2-15,-1-1-15 0,-1-3 13 16,0-2-16-16,0 0 3 0,1 1-1 16,-2 0 4-16,0-1 12 0,-1-2 0 0,-4 1-12 15,1-3 0-15,-4-2 9 0,0-1-10 16,0-1-14-16,-1-4-13 0,-3 0 0 16,0 0-9-16,2 0 0 0,-2 0 0 15,0 0 22-15,0 0 27 0,0 0 0 16,0 0 1-16,0 0-1 0,0-3-24 15,-3 0-96-15,0-3-143 0,-4-1-127 0,1-2-188 16,3 1-475-16,-3 0-730 0,34 52 1200 16</inkml:trace>
  <inkml:trace contextRef="#ctx0" brushRef="#br0" timeOffset="190419.8">30259 15226 661 0,'0'0'1094'16,"0"0"-679"-16,0 0-75 0,0 0 31 16,0 0-51-16,0 0-36 0,0 0-47 15,0 0-38-15,0 0-32 0,0 0-43 16,-43 17 1-16,36-11 17 0,1 0 0 16,-1 1-18-16,0 2-23 0,3 0-6 15,-1-1-6-15,1 4 2 0,-1 0 7 0,1 3-7 16,-1 1-21-16,0 2-15 0,2 0-13 15,0 2-18-15,2-1-2 0,1 0-4 16,0 2-18 0,0 0 0-16,0-2-20 0,1-2 20 0,2 1 1 0,3-3 0 15,-3 1-1-15,4 0 2 0,-3-3-2 0,2-2-3 16,-1-3-22-16,2 1-5 16,1-3-13-16,1-2 4 0,1 0 3 15,1-2 5-15,1-2 1 0,0 0-7 0,2 0 7 16,-4 0 29-16,3-3-30 0,-4-2-17 15,-2-1 20-15,-1-1 28 0,2 2 0 16,-3-4 10-16,-1 2-10 0,2-1-3 16,-5 2-12-16,2-1 0 0,-1 1 15 0,-2 0 25 15,0 2 24-15,0 0-6 0,0-2-7 16,-3 1 4-16,0 0-7 0,-3 0-18 16,3 1 4-16,-3-1 11 0,1 2 19 15,-1 1-28-15,0-1 0 0,-1 2 3 16,-3 0-5-16,1 1 2 0,-1 0 0 15,-3 0-3-15,2 0-18 0,-1 0-18 0,-1 0-18 16,3 0 35-16,1 0-1 16,2 0 1-16,1 0-42 0,2 1 16 0,1 0-10 15,0 4-48-15,0-2-70 16,2 2-53-16,-2-1-74 0,3 1-211 16,0-2-510-16,0 1-584 0</inkml:trace>
  <inkml:trace contextRef="#ctx0" brushRef="#br0" timeOffset="205983.75">20144 7365 3198 0,'0'0'388'0,"0"0"-255"15,0 0-38-15,0 0 8 0,0 0 68 16,0 0 53-16,0 0-41 0,0 0-53 16,52 78-47-16,-38-58-43 0,3 0 6 15,1 2 27-15,4 4 1 0,-1 0-13 16,1 5-12-16,1-1-15 0,0 1 5 16,-2-1-17-16,1-1-22 0,-2-1-23 15,0-3 8-15,-2-1-40 0,-1-4 0 0,-1-1-61 16,0-2-26-16,-2-3-21 15,0 0-35-15,0-2-16 16,-2-3 3-16,-1-2-199 0,-3-4-200 0,-2-1-210 0,1-2-425 16</inkml:trace>
  <inkml:trace contextRef="#ctx0" brushRef="#br0" timeOffset="206286.73">20447 7397 2774 0,'0'0'448'16,"0"0"-186"-16,0 0-9 0,0 0 68 15,0 0 3-15,0 0-123 0,0 0-83 16,-19 66-48-16,13-34 4 0,-1 4 3 15,-3 4 17-15,-2 0-2 0,-1 3-10 16,-2 0-12-16,1-2-36 0,0-1-34 16,4-4-40-16,1-3-12 0,-1 0-12 15,5-6-55-15,0-4-92 0,4-4-51 16,1-7-201-16,0-1-330 0,6-3-763 0</inkml:trace>
  <inkml:trace contextRef="#ctx0" brushRef="#br0" timeOffset="206651.35">20813 7861 2523 0,'0'0'582'0,"0"0"-205"15,0 0-8-15,0 0-57 0,0 0-67 16,11 74-56-16,-8-55-94 0,2-1-82 16,-1-1-13-16,-2-2-59 0,1 1-74 15,-1-4-96-15,-1 2-59 0,2-5-274 16,-3-1-691-16,2-4-569 0</inkml:trace>
  <inkml:trace contextRef="#ctx0" brushRef="#br0" timeOffset="209251">21179 7607 2704 0,'0'0'647'0,"0"0"-314"16,0 0 4-16,0 0-24 0,0 0-66 15,0 0 3-15,0 0-106 0,0 0-65 16,0 0-21-16,0 0-18 0,0 0-40 15,43 56-16-15,-22-61-115 0,-2 0-114 0,2 1 48 16,-1-3 64-16,-1-1-97 0,1-1-226 16,-9 2-594-16,9-4-540 0</inkml:trace>
  <inkml:trace contextRef="#ctx0" brushRef="#br0" timeOffset="210364.8">21896 7276 1891 0,'0'0'687'0,"0"0"-362"0,0 0-164 16,0 0-17-16,0 0 18 0,0 0-19 16,0 0-64-16,0 0-18 0,0 0-39 0,0 0-22 15,0 0 16-15,0-1 66 0,0 1 56 16,0 0 48-16,0 0-11 0,0 0-17 16,0 1-28-16,0 2-35 0,-4-1-33 15,1 3-25-15,-3 0-19 0,1-2-18 16,-1 2 0-16,0 0 0 0,0 1 0 15,0 0 0-15,-2 0-3 0,2 0 1 16,0 1 0-16,1 0 2 0,-3 0 1 16,1 2 0-16,2-1 1 0,-3-2 1 15,4 2-1-15,-1 0 14 0,0-2-1 16,1 1-3-16,1 0-10 0,0-2 14 16,0 2-1-16,0 0-3 0,2-2 4 15,1 1-1-15,-2 0 6 0,1 0 1 0,-1 1-4 16,2 2 10-16,0-3-7 0,0 1-3 15,-1 0-15-15,1-1 0 0,0-1-3 16,0 1 0-16,0 0-16 0,0-1 1 0,1 2 3 16,5 0 10-16,0 1 0 0,1 0 1 15,1-2 1-15,1 1 0 0,-1-3-1 16,0 1-1-16,1 0 1 0,-2-2 1 16,0-1-4-16,-1 2 1 0,0-2 3 15,-1 1 1-15,-2 0 15 0,0-1-14 16,0 2 16-16,2-3-3 0,-4 3 1 15,0-1-14-15,1 1 16 0,-1 0 7 16,-1 0 8-16,0 1 4 0,0 2 8 16,0 1 50-16,-1 1 8 0,-3 1-39 15,-4 2-12-15,-1 0-22 0,-2 0-15 16,0 2 0-16,-2-2-14 0,-2 4 2 0,3-4 0 16,-2 1 0-16,3 0 9 0,1-3-10 15,3-3-2-15,-1 0 0 0,5-1-3 16,2-5-9-16,1 2 0 0,0-3-9 15,0 1-3-15,0-1 5 0,0 0-2 16,0 0-3-16,0 1 3 0,0-1 19 0,3 2 2 16,1 2 12-16,1-1-11 0,0 0 1 15,2 2 9-15,2-3-11 0,-2 2-3 16,5-3-12-16,-2 3-4 0,0-2 16 16,1 1 2-16,1 0-2 0,-5 1 1 15,5 0 2-15,-8 1 1 0,2 2 21 16,-5 1 8-16,2 4-3 0,-3 2 13 15,0 2 2-15,0 3-5 0,-3 3-10 16,-4 0-3-16,0 1-3 0,-2 2-3 0,3-3 7 16,1 3 14-16,-1-3 30 0,2 0 13 15,2-3-31-15,2-2-20 0,0 0-19 16,0-5-11-16,0 0-1 0,4-3-3 16,1-1-16-16,1-1-5 0,-1-2-6 15,1 2-9-15,3-3-13 0,-2 1 1 0,2-2-12 16,1 1-16-16,3-2 30 0,-5-1 4 15,3 1-85-15,0-2-126 0,-4 0-53 16,-1 0-150-16,-2 0-227 0,-1 0-523 16,-3 0-497-16</inkml:trace>
  <inkml:trace contextRef="#ctx0" brushRef="#br0" timeOffset="211102.02">22440 7193 2546 0,'0'0'725'0,"0"0"-324"0,0 0-96 15,0 0 33-15,0 0-16 16,0 0-24-16,0 0-60 0,0 0-31 0,0 0-52 16,0 0-70-16,4 81-40 0,-3-58-6 15,1-1-22-15,-2 3-17 0,1-3-22 16,-1 1-32-16,2-1-79 0,-1-1-47 15,-1 1-45-15,3-2-29 0,0-2-205 0,-1-6-307 16,1 3-898-16</inkml:trace>
  <inkml:trace contextRef="#ctx0" brushRef="#br0" timeOffset="211949.15">22471 7883 1433 0,'0'0'653'16,"0"0"-242"-16,0 0-75 0,0 0-64 15,0 0-45-15,0 0-39 0,0 0-14 16,0 0-1-16,0 0-13 0,-26 70-15 16,25-55 1-16,1-3-22 0,0 4-9 15,0-2-44-15,3-2-34 0,3-2-13 0,3 2-10 16,-1-5-14-16,4 0-4 0,-1-2 2 16,5-1 1-16,0-3 0 0,2-1 1 15,3 0 12-15,-2-1 0 0,1-5-12 16,0-2-1-16,0-1-1 0,0-1 2 15,-4 0 12-15,1-1 19 0,-5 1-7 0,-4 0-20 16,-2 1 20-16,-3-1 10 0,-3-3 6 16,0 4 9-16,0-5 6 0,-9 2 18 15,-1-1 13-15,0 3-13 0,-1 1-15 16,-5 0-16-16,1 2-41 0,-2 1-1 16,3 2-21-16,-2 0-83 0,0 3-54 15,0-1-54-15,-1 2-74 0,2 0-228 16,4 0-500-16,-5 5-751 0</inkml:trace>
  <inkml:trace contextRef="#ctx0" brushRef="#br0" timeOffset="212677.6">23156 7275 1937 0,'0'0'977'0,"0"0"-698"16,0 0-126-16,0 0-10 0,0 0-7 15,0 0-9-15,0 0-33 0,0 0 16 16,0 0 23-16,0 0-37 0,78-3-33 16,-51 0-29-16,1 1-24 0,0-2-10 0,-2-1-3 15,0 0-25-15,0-1-31 0,-4 1-148 16,1-2-105-16,-3 0-222 0,-7 1-565 16,1-2-473-16</inkml:trace>
  <inkml:trace contextRef="#ctx0" brushRef="#br0" timeOffset="212988.21">23431 7085 1246 0,'0'0'823'0,"0"0"-364"16,0 0-156-16,0 0 9 0,0 0 60 15,0 0 14-15,0 0-107 0,0 0-117 16,0 0-41-16,0 0-25 0,0 0-28 16,15 28-13-16,-7-17-36 0,4 1-19 0,0 2-2 15,0-3 2-15,4 2 2 0,0-1 1 16,1 2 9-16,-1-1 6 0,0 0 7 16,0-3-13-16,-6 1 0 0,1-1-11 0,-5-3 24 15,-3 3 30-15,-3-3 19 0,0 3 21 16,0-2-19-16,0-1-39 0,-6 2-37 15,-1-2-65 1,0-2-113-16,-2-2-74 0,2 1-113 0,-3-2-304 0,3 1-652 16,-8 0-734-16</inkml:trace>
  <inkml:trace contextRef="#ctx0" brushRef="#br0" timeOffset="213548.64">24237 7203 2812 0,'0'0'634'0,"0"0"-476"15,0 0-25-15,0 0 15 0,0 0 38 0,6 65-36 16,-2-50-82-16,0 1-40 0,0-2-12 16,-1-2-16-16,-1-2 21 0,-1-1 26 15,-1-4-13-15,2 0-6 0,-2-2-27 16,0-3 18-16,0 0 14 0,0 0-33 15,0-3-74-15,0-4-6 0,-3-5 21 16,-2 1 9-16,0-7 12 0,1-2 1 16,1-3 12-16,0-2 13 0,3-3-4 0,0 4 16 15,0 1-2-15,0 3 0 0,1 4 2 16,2 2 0-16,4 4-10 0,0 1-15 16,2 3 9-16,1 0 16 0,5 1 1 15,-4 0 24-15,3 3 9 0,-2 2 1 16,0 0-4-16,-2 2-19 0,-3 3 1 15,-3 2 27-15,-2 2 41 0,-2 4-13 0,0 1-31 16,-3 2-9-16,-6 3-6 16,-5 0 3-16,-4-1-25 0,0 1-37 0,-4-2-38 15,3 0-36-15,2-4-39 16,4-4-51-16,3-4-54 0,7-2-66 0,2-3-174 16,1 0-193-16,0-3-667 0</inkml:trace>
  <inkml:trace contextRef="#ctx0" brushRef="#br0" timeOffset="213756.1">24459 7235 1383 0,'0'0'970'0,"0"0"-634"0,0 0 4 16,0 0-7-16,0 0-32 0,0 0-58 0,0 0-60 15,0 0-59-15,3 71-49 0,-2-62-47 16,2-2-28-16,1 1-1 0,1-2-11 15,-1 2-10-15,2 1-12 0,0-5-107 16,1 2-174-16,1-3-125 0,-2-2-323 16,1-1-608-16</inkml:trace>
  <inkml:trace contextRef="#ctx0" brushRef="#br0" timeOffset="214331.29">24695 7245 2013 0,'0'0'727'0,"0"0"-361"15,0 0-78-15,0 0-60 0,0 0-76 0,0 0-70 0,0 0-38 0,0 0 12 16,-35 70-6-16,31-55 4 0,4-3 43 16,0 0 3-16,0-1-94 0,0-4-6 15,4-1-34-15,5-4 6 0,0 0-16 16,4-2-24-16,1-4-30 15,2-4 3-15,2-5-5 0,2-2-36 0,0-2-19 16,0-2-20-16,3-2-39 0,-2-3-10 16,-2 1-44-16,1-2-129 0,-5-2-48 15,-1 2 126-15,-2-1 183 0,-2-2 136 16,-3 3 42-16,-3 2 222 0,1 2 125 16,-4 7-58-16,-1 3-21 0,2 7-5 0,-2 4 51 15,0 0-23-15,0 1-21 16,0 5-74-16,0 3-89 0,-5 4-145 0,1 5 20 15,-2 4 7-15,0 3 0 0,-1 3 0 16,0 0 16-16,1 1 21 0,3-1 30 16,-1-4 34-16,2-3-46 0,2-1-46 0,0-6-28 15,0-2-12-15,6-3-24 0,-1-3-1 16,2-4-5-16,0-2-22 0,2 0-34 16,1-2-1-16,3-5 16 0,0-4 0 15,1-1 10-15,-1 0 23 16,-1 0 4-16,-3 2 13 0,-1 1-1 0,-4 4 3 15,-1 1 7-15,0 2 12 0,-3 2 10 16,2 0 24-16,-1 0 13 0,-1 0 9 16,3 3-25-16,0 1-19 0,1 3 22 15,5 2 86-15,-1 4-18 0,1-1-16 16,2 1 9-16,-2-2-19 0,3-2-33 0,-1 0-25 16,1-3-18-16,0-4-20 0,3 1-60 15,0-3-57-15,3-4-82 0,2-3-131 16,-1-5-300-16,-3 2-682 0,0-4-860 0</inkml:trace>
  <inkml:trace contextRef="#ctx0" brushRef="#br0" timeOffset="-214744.6">25658 7174 2304 0,'0'0'1125'16,"0"0"-796"-16,0 0-87 15,0 0 24-15,0 0-24 0,0 0-66 0,0 0-16 16,0 0 8-16,0 0-49 0,30 68-39 16,-24-49-23-16,1 1-17 0,-3-2-7 15,1 0-2-15,-1-4-4 0,0-3-25 16,-1 0-2-16,-1-7-1 0,-1-1-23 16,-1-3 9-16,0 0 0 0,2 0-1 15,-2 0 1-15,1-6-27 0,2-1-29 0,4-5 37 16,0-4 32-16,5-1-14 0,2-4-12 15,-2 1-33-15,-2-1-9 0,3 5-13 16,-6 1-21-16,0 6-25 16,-1 1-38-16,-3 4-143 0,1 2-218 0,-2 1-286 15,2 0-748-15</inkml:trace>
  <inkml:trace contextRef="#ctx0" brushRef="#br0" timeOffset="-214221.99">25943 7335 2088 0,'0'0'379'16,"0"0"-114"-16,0 0 85 0,0 0-91 16,0 0 4-16,0 0-86 0,0 0-73 0,0 0-44 15,85-53-39-15,-79 45-17 0,1-3 8 16,-4 5 7-16,-2-2 0 0,-1-1-16 16,0 2 13-16,0 2 3 0,0-1 13 15,-1 3 8-15,-6 0 26 0,1 3-1 16,0 0 10-16,-2 0 30 0,-2 2 31 15,0 5-12-15,1 1-35 0,-1 1-43 16,1 2 9-16,2-1-9 0,4 2 15 16,0-1-9-16,3 0-31 0,0-1-20 15,4-1-1-15,2 0-3 0,6-2-21 16,-1 0-4-16,2-4-21 0,3 1-33 0,0-4-35 16,4 0-6-16,2-4-16 0,-2-3-9 15,0 0-45-15,2-4-78 0,-5 2-41 16,3 0-95-16,-4-2-104 0,3-1-113 15,-2 3-10-15,-4-2 61 0,4 0 247 0,-5 4 65 16,-2 1 39-16,0 5 222 0,-6 1 10 16,-2 1 476-16,-1 5 582 0,-1 3-519 15,0 0-109-15,0-1-118 0,0 3-37 16,0-3-52-16,2 1-62 0,-1-2-31 16,-1 0-21-16,0-2 19 0,2 0 35 15,-2-3 14-15,0-1-63 0,0 2-53 16,0-3-15-16,1 0-28 0,-1 0-13 15,0-4-15-15,0 1-27 0,3-1-35 16,0-4-5-16,3-1 51 0,4-3-18 0,1-2-109 16,3-1-66-16,1-2-93 15,5-2-174-15,-1-1-207 0,-2 5-490 16,6-7-93-16</inkml:trace>
  <inkml:trace contextRef="#ctx0" brushRef="#br0" timeOffset="-214047.46">26586 7041 1261 0,'0'0'1058'0,"0"0"-596"15,0 0-67-15,0 0-105 0,0 0-100 16,0 0-4-16,-6 65-45 0,6-42-2 16,0 3 4-16,0 1 19 0,0 0-11 15,0 0-34-15,2-2-78 0,2 0-39 16,0-3-24-16,0-2-72 0,1-4-89 16,-1-3-58-16,-1-5-71 0,0-4-93 15,-3-3-159-15,0-1-186 0,0-1-277 16,0-5 306-16,0-4 328 0</inkml:trace>
  <inkml:trace contextRef="#ctx0" brushRef="#br0" timeOffset="-213699.46">26610 7272 222 0,'0'0'632'0,"0"0"-124"0,0 0-29 0,0 0-61 15,0 0-69-15,0 0 2 0,0 0-57 16,0 0-96-16,0 0-68 0,0 0-41 16,0 0-17-16,91 9-21 0,-74-9-23 0,1 0-28 15,0 0 0-15,-1-1-13 16,0-4 12-16,-3-2 0 0,3 0-15 0,-2 0-40 15,-1-2-23-15,-1-1 9 0,3-1 7 16,-6-3-90-16,0 3 3 0,-3-2 70 16,-2 1 80-16,-4-1 4 0,-1 2 50 15,0 0 39-15,0 4 21 0,0 3 54 16,-6 3 35-16,1 1 20 0,-4 2-3 16,0 5-77-16,-5 4-35 0,4 3 6 15,-2 3-70-15,1 2 42 0,2 1 27 0,3 1 35 16,3-1-32-16,2 0-49 0,1-4-22 15,0-2-44-15,6 0-1 0,1-6-15 16,6-3 0-16,-3 1-40 0,5-5-46 16,2-1-36-16,0 0-23 0,3-7-10 15,2 0-56-15,1-4-118 0,-1-2-278 47,-4 3-705-47,1-8-671 0</inkml:trace>
  <inkml:trace contextRef="#ctx0" brushRef="#br0" timeOffset="-213530.9">27167 7174 2285 0,'0'0'1188'16,"0"0"-928"-16,0 0-34 0,0 0 10 15,0 0 18-15,0 0-10 0,0 0-78 16,56 70-59-16,-41-58-61 0,3-4-37 0,2 4-9 16,1-3-15-16,2 0-19 0,1-4-94 15,2 0-44-15,-4-3-63 0,1-2-70 16,-3 0-151-16,-6-2-498 0,-1-5-423 0</inkml:trace>
  <inkml:trace contextRef="#ctx0" brushRef="#br0" timeOffset="-213363.78">27442 7166 2538 0,'0'0'777'0,"0"0"-320"0,0 0-43 15,0 0-23-15,0 0-80 0,0 0-192 16,0 0-21-16,-46 72 3 0,29-47 2 15,-2 4-9-15,0-3-18 0,0 2-61 16,5-5-15-16,1-3-88 0,4-4-109 0,5-5-60 16,1-2-93-16,3-3-314 0,0-5-694 15,3-1-743-15</inkml:trace>
  <inkml:trace contextRef="#ctx0" brushRef="#br0" timeOffset="-213181.27">27861 7129 3550 0,'0'0'727'0,"0"0"-522"15,0 0-20-15,-46 93 60 0,33-58 12 0,2-4-38 16,5 0-110-16,6-3-109 0,0-6-73 16,2-6-200-16,3-1-107 0,2-7-186 15,-4-3-676-15,-3-1-1143 0</inkml:trace>
  <inkml:trace contextRef="#ctx0" brushRef="#br0" timeOffset="-212549.15">23467 8086 2149 0,'0'0'781'0,"0"0"-477"16,0 0-167-16,0 0 101 0,0 0 56 0,0 0-37 15,75-25-113-15,-50 19-45 0,2 0-34 16,0-1-40-16,2 1-24 0,0 1-1 16,0-1-28-16,0 1-12 0,-2-2-153 15,-5 2-187-15,-5 1-353 0,-5 1-836 0</inkml:trace>
  <inkml:trace contextRef="#ctx0" brushRef="#br0" timeOffset="-212263.52">23747 7907 2711 0,'0'0'648'0,"0"0"-309"16,0 0-31-16,0 0-48 0,0 0-64 15,0 0-107-15,0 0-70 0,0 0-7 16,0 0 41-16,0 0 24 0,30 28 15 16,-14-18 12-16,1 3-15 0,2 1-52 0,-2-1-25 15,3 1-12-15,2 0 0 0,-3 2 0 16,1-1-2-16,-1-1-13 0,-6 0-7 16,-3-1 22-16,-6-4 1 0,-2 3 30 15,-2 0 5-15,-8 2-11 0,-5 1 2 0,-7-2-27 16,1 3-25-1,-5-2-73-15,-1-4-52 0,0-1-37 16,0-2-92-16,3-4-215 0,5 2-467 0,-3-4-383 0</inkml:trace>
  <inkml:trace contextRef="#ctx0" brushRef="#br0" timeOffset="-211760.85">24395 8032 2500 0,'0'0'676'0,"0"0"-260"0,0 0 7 16,0 0-98-16,-78 50-40 15,61-32-89-15,4 0-49 0,2 0-43 0,2 0-37 16,6-1-36-16,3-5-21 15,0 0-9-15,9-1-2 0,5-6-1 0,2 2-41 16,4-7-30-16,-1 0 3 0,4-7 18 16,0-4 6-16,-3-4-18 0,2-3-7 15,0-2-18-15,1-3-7 0,-6-4-9 16,3 2-16-16,-4-1 12 0,-2 0 7 16,-5 2 42-16,-4 0 60 0,-5-1 6 0,0 0 29 15,0 2 18-15,-5 0 12 0,-1 4 7 16,2 3 5-16,-1 4-5 0,1 4-7 15,0 3-25-15,3 0 12 0,-1 5 19 16,2 0 3-16,0 0 24 0,0 2 22 16,0 2-1-16,0 1-31 0,-3 2 7 15,-1 5 2-15,-2 4-55 0,-1 5-17 0,2 4-10 16,0 2 9-16,2 0 7 0,3 0-16 16,0-4-15-16,0 1-3 0,3-4-22 15,4-1-17-15,0-3-61 0,2-1-50 16,1-5-27-16,1-2-28 15,1-3-47-15,2-5-143 0,1 0-127 0,2 0-122 16,-2-8-153-16,-3-1-388 0,4-5 187 16</inkml:trace>
  <inkml:trace contextRef="#ctx0" brushRef="#br0" timeOffset="-211443.27">24734 7997 108 0,'0'0'1573'0,"0"0"-901"0,0 0-159 16,0 0-132-16,0 0-79 0,0 0-74 15,0 71-87-15,7-63-43 0,3 2-22 16,0 1 42-16,2-3 109 0,1-3-119 16,-3-2-71-16,3-3-15 0,-3 0-19 15,0 0 12-15,-2-6 7 0,0 0 3 0,-2-2 5 16,0 0-8-16,-2-3-7 0,-1 0-13 16,-3-1 14-16,0 2-4 0,-2 0-12 0,-5 1-20 15,-3 0 4-15,-3-1-2 0,3 4-1 16,-2 2-8-16,2 2-7 0,0 0-31 15,3 2-18-15,-3 0-1 0,4 0 3 16,2 0 25-16,1 0 25 0,2 0-37 16,1 0-26-16,0 0-58 0,4 0-24 15,3 0 62-15,7-4-3 0,-2-1-67 16,5 1-139-16,-2 0-34 0,0 0-80 16,0-3-108-16,-5 6-191 0,6-2 39 0</inkml:trace>
  <inkml:trace contextRef="#ctx0" brushRef="#br0" timeOffset="-211142.21">24946 7965 380 0,'0'0'496'0,"0"0"-203"0,0 0-42 16,0 0 84-16,0 0 35 0,0 0-27 0,0 0-27 16,0 0-11-16,0 0-52 0,50 73-53 15,-44-62-29-15,-2-4-36 0,2 0-53 16,-3-1-44-16,3 0-17 0,-2-5-19 0,0 2-2 16,-1-1 1-16,0-2-1 0,3 0-3 15,0 0-47-15,2-6-25 0,1 0-10 16,1-5-3-16,4 2 2 0,-2-5 7 15,1 1-16-15,1-1 28 16,-3 2 54-16,-2 0 13 0,-1 2 48 0,-2 4 3 16,-1-1 12-16,0 6 1 0,-2-1-4 15,-2 2 25-15,-1 0 73 0,4 0 18 16,-1 3-60-16,0 6 36 0,1-1 13 16,1 2 23-16,-1 1-10 0,2 1-58 15,-1-1-53-15,1-1-56 0,-1 1-11 16,2-3-3-16,0-3-34 0,2-1-61 15,1-1-77-15,2-3-77 0,3-2-112 0,1-8-295 16,-3 5-684-16,3-13-518 0</inkml:trace>
  <inkml:trace contextRef="#ctx0" brushRef="#br0" timeOffset="-210929.63">25555 7819 1239 0,'0'0'1735'0,"0"0"-1358"16,0 0-192-16,0 0 23 0,0 0 47 15,0 0-10-15,0 0-96 0,0 0-63 16,0 0-49-16,0 0-33 0,0 0-4 0,32 55-52 16,-30-51-103-16,-1-1-164 0,2-1-192 15,-2-2-575-15,-1 0-648 0,-39-64 1071 16</inkml:trace>
  <inkml:trace contextRef="#ctx0" brushRef="#br0" timeOffset="-210746.93">25730 7775 2591 0,'0'0'795'0,"0"0"-449"0,0 0-82 0,0 0-4 15,-10 82 44-15,10-51-49 0,0 0-92 16,0 4-35-16,0 0-82 15,1-2-13-15,2 1-23 0,2-5-10 0,0-4-24 16,-2-6-13-16,0-1-88 0,-2-6-77 16,-1-4-66-16,0-1-211 0,0-5-501 15,-7-2-605-15</inkml:trace>
  <inkml:trace contextRef="#ctx0" brushRef="#br0" timeOffset="-210580.37">25587 8086 1672 0,'0'0'1890'16,"0"0"-1568"-16,0 0-5 0,0 0 58 0,89-35-150 16,-57 22-118-16,3 0-86 0,-2-2-21 15,0 2-59-15,-3 0-149 0,-5 3-102 16,-5 1-175-16,-7 2-552 0,-1 1-1190 0</inkml:trace>
  <inkml:trace contextRef="#ctx0" brushRef="#br0" timeOffset="-195756.75">7541 16636 1888 0,'0'0'648'0,"0"0"-188"0,0 0-156 16,0 0-59-16,0 0-8 0,0 0-30 15,0 0-68-15,0 0-45 0,0 0-38 16,6 15-10-16,0-10-11 0,0 5-17 15,5 1 10-15,-2 5 31 0,2 3 6 16,2 5-28-16,-1 0-35 0,2 2 26 0,-2-2-3 16,-2 0-25-16,0-3-18 0,-3-2 17 15,-1-3-2-15,-2-5-34 0,1-3-13 16,-3-1-24-16,-2-5-10 0,1-1-12 16,-1-1-60-16,0 0 36 0,0 0 29 15,0-2-57-15,-1-4-48 0,-4-5-33 16,-3-2 156-16,-1-4 60 0,-3-4-16 0,0-2 4 15,-1-4-4-15,-1 1-38 0,2-1-1 16,-1-1 17-16,2 3 16 0,2 0 22 16,-2 3 13-16,2 0 19 0,2 4-17 15,-1 2 27-15,0 2-28 0,2 0 54 16,0 3-33-16,2 3 20 0,-1-2-16 0,3 4-10 16,-2 1 12-16,2 1 33 0,1 3 9 15,-1-1 10-15,1 2 50 0,1 0 57 16,-3 4 21-16,-3 4-73 0,0 3-116 15,-1 5-16-15,-3 3 45 16,3 1-29-16,-2 2-19 0,1 2 0 0,0-1-2 16,1 0 17-16,0 0-16 0,-3-1 1 15,6 0 0-15,-2-3-2 16,3-7 2-16,0 0 33 0,1-9-33 0,2 0-46 16,0-3-53-16,0 0-4 0,2-5-10 15,4-3 113-15,1-6 32 0,1-1-13 16,1-5-19-16,0-1 0 0,0-4-12 15,-1-1-20-15,1-1 32 0,-2 2 1 0,3 0-1 16,-3 3 1-16,0 4-2 0,1 4-14 16,-2 2-25-16,2 5 24 0,-4 0 16 0,1 3 19 15,-1 2 12-15,-1 2 4 0,3 0 37 16,1 2 50-16,0 6 45 0,2 2 79 16,0 2-92-16,2 2-49 0,1 3 24 15,-1 2 15-15,2 0-89 0,-1 0-55 16,2 0-2-16,-1-4-22 0,0 0-28 15,0-4-43-15,1-2-34 0,1-4-99 16,-4 1-183-16,2-4-214 0,-4-2-469 16,-3 5-595-16</inkml:trace>
  <inkml:trace contextRef="#ctx0" brushRef="#br0" timeOffset="-195214.67">7145 17676 2579 0,'0'0'607'0,"0"0"-476"15,0 0-80-15,0 0 86 0,0 0 43 0,45 78-19 16,-36-63-101-16,2-3-26 0,-3 0 4 16,1 0-25-16,0-3 5 0,-5-1 1 15,-1-4 13-15,0 0-15 0,-3-4-17 16,0 0-1-16,0-6-34 0,0-1-56 16,-5-4 15-16,0-2 4 0,-3-4 72 15,-2-4 0-15,2-3 0 0,-3-1 19 16,2 3-7-16,3 0 1 0,3 3 34 0,0 2-47 15,3 3-34-15,0 1 34 16,0 0-1-16,6 3-19 0,4-2 4 0,-2 2 16 16,3 3-1-16,0-2-13 0,1 2-17 15,-1 3-13-15,2-3-70 0,3-1-61 16,0 2-92-16,0 0-196 0,-5 1-352 16,4 2-674-16</inkml:trace>
  <inkml:trace contextRef="#ctx0" brushRef="#br0" timeOffset="-194864.31">7488 17723 1182 0,'0'0'501'0,"0"0"-176"0,0 0-36 15,0 0-34-15,0 0-123 0,36-67-93 0,-29 48 48 16,0 2-55-16,-1 1-18 0,-3-1-12 15,0 3 7-15,0 0-9 0,-3 2-13 16,0 0 13-16,-8-1 58 0,0 3 77 16,-7 2-17-16,1 3 77 0,0 1 55 0,-2 2-88 15,0 2-33-15,0 3-4 16,2 5-36-16,2 0-30 0,5 6 22 0,0-1 28 16,4 4-13-16,3 1 12 15,0 1 80-15,3 1-84 16,7 0 0-16,1-4 13 0,2-2-23 0,2 2-52 0,-1-3-42 15,3 1-58-15,2-3-25 0,0-1-73 16,2-7-68-16,-1-2-85 0,-1-1-8 16,1-4-14-16,-1-8-177 0,-3 1-147 15,-4-2-329-15,2-5-198 0</inkml:trace>
  <inkml:trace contextRef="#ctx0" brushRef="#br0" timeOffset="-194501.02">7740 17606 672 0,'0'0'456'15,"0"0"-108"-15,0 0 43 0,0 0-80 0,65 73 16 16,-49-51-92-16,0-1 35 16,-2-1-49-16,-2-1-71 0,-3-1-32 0,-1-2-1 15,-5-2 6-15,0-4-25 0,-2 0-7 16,-1-6-3-16,0-3 7 0,0-1-14 16,-3 0 9-16,-4-4-90 0,-3-6-31 15,-3-5-100-15,-6-9 39 0,-3-5 73 16,-2-6 7-16,-3-7-16 47,-2-2-10-47,4 2 25 0,5 1 13 0,6 4-18 0,8 5-1 0,4 3 0 0,2 3-47 0,8 4 6 0,6 4 19 0,1 2 3 0,2 6-22 15,-1 3 12-15,1 4 7 0,-4 3 41 16,0 0 0-16,-3 8 48 0,-1 3 12 16,-2 6 9-16,1 0-37 0,-3 2-32 15,-5 3-34-15,0 0-35 0,0 0-1 16,-6 1-6-16,-5-1 28 0,-1 1-41 15,-2-6-45-15,1-3-90 0,-2-4-169 16,4-4-63-16,-1-5 144 0,1-1-153 0,5-1-43 16,2-11-310-16</inkml:trace>
  <inkml:trace contextRef="#ctx0" brushRef="#br0" timeOffset="-194133.22">7975 17473 1158 0,'0'0'332'0,"0"0"10"16,0 0-95-16,0 0-115 0,0 0-70 16,36-71-17-16,-30 58 7 0,-2 0 6 0,2 2-32 15,-6 1-13-15,1 0 19 0,-1 2 33 16,0 2 70-16,-1 0 97 0,-6-1 37 15,-1 4-36-15,1-1-2 0,-2 2-4 16,0 2-35-16,-3 0-70 0,2 7-44 16,-6 2-22-16,3 3-38 0,2 3 45 15,-1 1-32-15,3 3-10 0,1 0 32 0,5 4 21 16,3-2 0-16,0-2 6 16,0 0-80-16,8-3-16 0,4-3-57 15,1-4-8-15,6-4-14 0,1-5-79 16,2 0 46-16,0-2-35 0,1-10-57 0,-1-1-58 15,-2-4-88-15,0-1-152 0,-2-1 59 16,-4 0-177-16,1-6-428 0</inkml:trace>
  <inkml:trace contextRef="#ctx0" brushRef="#br0" timeOffset="-193833.43">8151 17273 871 0,'0'0'1075'0,"0"0"-690"0,0 0-110 15,0 0 12-15,0 0 46 0,0 0-161 16,-16 71-96-16,16-59 26 0,6-1 2 15,-2 1-12-15,3-7-11 16,-1 2 1-16,-2-2-10 0,1-3-21 0,-1-2-38 16,-1 0 21-16,1 0-18 0,-1 0-16 15,0 0-44-15,0-6-29 0,0 0 7 0,1-1 35 16,-1-2-1-16,0 1 7 16,-3 2 10-16,1 5 15 0,1-2-26 0,-1 3-2 15,1 0 28-15,2 0 2 0,-3 0 11 16,5 0-1-16,0 3 102 0,3-2-11 15,2 4-5-15,-1-1-11 0,2-1-9 16,2 2-53-16,-1-4-25 0,3 0-25 16,0-1 22-16,-1 0-62 15,0-7-121-15,1-3-59 0,-2-4 65 0,-1-4-284 0,-3-2-128 16,-4 3-376-16,-2-11-500 0</inkml:trace>
  <inkml:trace contextRef="#ctx0" brushRef="#br0" timeOffset="-193566.04">8350 16963 1053 0,'0'0'1440'0,"0"0"-1005"16,0 0-166-16,0 0 14 0,0 0 15 16,0 0-226-16,0 0-18 0,39 81 24 15,-22-50 8-15,3 3 11 0,-1 0 27 16,1 0 56-16,-1-3-56 0,-2-4-106 16,-1-4-18-16,-3-5-99 0,-2-4-52 15,-1-3-36-15,-4-4-39 0,-2-3-175 16,-2-4-164-16,-2-3-50 0,0-5 73 15,0-4 459-15,-3-4 83 0,-1 1 2 16,-2-5 118-16,0 1 0 0,2 1 52 16,4 1 123-16,0 3-40 15,0 6-4-15,0-2-33 0,1 3-27 0,5-1-67 0,1 0-83 16,0 1-41-16,1-1-19 0,-1 3-25 16,3 1-103-16,-4 1-185 0,1 2-190 0,4 1-580 15</inkml:trace>
  <inkml:trace contextRef="#ctx0" brushRef="#br0" timeOffset="-192949.12">9098 16692 2504 0,'0'0'627'0,"0"0"-429"16,0 0-61-16</inkml:trace>
  <inkml:trace contextRef="#ctx0" brushRef="#br0" timeOffset="-191034.92">9093 16668 541 0,'0'0'564'16,"0"0"-131"-16,0 0-95 0,0 0-33 15,0 0-20-15,0 0-24 0,0 0 13 16,0 0 13-16,0 0-16 0,0 0-50 16,0 0-64-16,-8-2-37 0,5 2-7 15,1 0 5-15,-2 1-37 0,-3 3-22 0,3 1 21 16,-2 3-6-16,0 1-9 0,-1 4-3 15,1 4 94-15,0 2-88 0,2 4-38 16,4 4-2-16,0 2-1 0,0 0-8 16,7 1-17-16,6-4-2 15,2-1-16-15,2-2 4 0,3-4 9 16,2-5-34-16,1-2-2 0,-2-2 11 0,-2-1 7 16,0-3-31-16,-6-1-1 0,-2-4 26 15,-4 0-4-15,-2-1-24 0,-2 0-26 16,-3 0-20-16,0 0-36 0,0 0-65 15,0-1 35-15,0-2 67 0,-6 0-23 16,-3-3 15-16,-2-4 70 0,-4 1 38 0,-2 0-1 16,2 2 2-16,0 1 31 0,5 4 63 15,2 0-7-15,4 2-34 16,-2 0-39-16,5 0 14 0,-1 0-29 0,2 0-29 0,0-2-40 16,0 2 3-16,0-1 3 0,2-3 31 15,5-1 32-15,2-2 54 0,1-2 12 16,3 0-19-16,0-1-22 0,2 0 4 15,0-1-16-15,-2 4-13 0,1-1-15 16,-2 1 12-16,1 4-1 0,-3-1-18 16,-1 1 22-16,-1 0 0 0,1 2 4 15,-3-1-4-15,-1 2 0 0,1-2 17 16,0 2 9-16,-3 0-14 0,3 0 10 16,-2 2 31-16,3 1 4 0,2 3-25 15,-2-1 9-15,2 2 2 0,1 0-30 16,0-2-13-16,-2-1-34 0,3 0 15 0,-2-3 3 15,2-1-6-15,-3 0-6 0,2-4 26 16,-1-2 1-16,0-1-9 0,-3-4 10 16,2 3 41-16,-5-3 22 0,3-1 5 15,-5 0-5-15,1 0 8 0,-2-2-9 0,0 3-6 16,-3-2-16-16,-5 2 13 0,-1-1 15 16,-3 3-19-16,-1 4 25 0,-3 2 9 15,-2 3-22-15,0 1-43 0,-2 9-18 16,1 2-83-16,-1 0-55 0,1 0-56 15,5-1 5-15,0 0-39 0,5-4-96 16,3-2-159-16,5-3-110 0,1 0-145 16,1-2-295-16,8 0 730 0,5-2 46 15,1-5 74-15,2 1 92 0,-1-3 79 16,1 1 12-16,-1 2 42 0,2-3 95 16,-1 3 69-16,0 1 25 0,0 2 40 0,-1 2 71 15,1 1-59-15,-1 0-39 0,1 2-7 16,-1 2 41-16,3 2 26 0,-5-2-114 15,1 0-39-15,-4 0-26 0,-3-4-7 16,-2 1-6-16,-3 1 22 0,-1-2 59 0,-2 0 72 16,0 0 11-16,0 0-18 0,0-3-104 15,-2-1-55-15,-1-3-53 0,1-4-28 16,-5-6 13-16,1-5-3 0,0-4-16 16,2-1-11-16,-1 2-1 0,4 2-10 15,1 1-33-15,0 4-53 0,0 4-76 16,1 1-117-16,4 1-191 0,-1 7-332 15,2 2-825-15</inkml:trace>
  <inkml:trace contextRef="#ctx0" brushRef="#br0" timeOffset="-190147.02">8460 18026 2451 0,'0'0'592'0,"0"0"-441"16,0 0-94-16,0 0 45 0,0 0 83 15,0 0-2-15,0 0-10 0,0 0-41 16,0 0 0-16,0 0-44 0,64-65-48 16,-55 48-37-16,-1 0 13 0,1-1-16 15,-3 1-10-15,-4-2-30 0,0 0 6 0,-2 3 3 16,0 4 7-16,-4 0 24 0,-2 4 59 15,-4 2 19-15,0 2-1 0,-1 1 29 16,-1 3-32-16,2 0 21 0,-3 6-48 0,1 3 5 16,0 2 18-16,1 6-45 0,4 1-25 15,0 2 6-15,4 3-6 16,3 0 0-16,0-1 35 16,7 0 17-16,5 0 3 0,5-4-31 15,3-5-12-15,2-1-12 0,2-4-1 16,2-4-15-16,0-3-5 0,-3-1-4 0,-1-1-66 0,1-7 5 15,-3-2 12-15,-1-3-6 0,-1-4-28 16,-3-2-19-16,-1-3-34 0,-5-4 17 16,-3 2 8-16,-3-2-27 0,-3 1-30 0,0 4 9 15,-6-1 92-15,-3 3 60 0,-1 6 32 16,1 2 3-16,4 5 83 0,2 5 86 16,3 1 5-16,0 1-51 0,0 5-16 15,1 5-110-15,5-3-7 0,4 7-84 16,1-2 91-16,8 2 44 0,0 0 38 15,5-1-32-15,1-1 11 0,-3-1 23 16,-2-3-13-16,-3-2-39 0,-1-2-17 0,-3-5-3 16,-3 0 29-16,-3 0 27 0,0-7-37 15,0-1-12-15,-1-3-4 16,-1-4 10-16,-2-4 6 0,-3-4 12 0,0-3-9 16,0 0-10-16,-5-5-12 0,-2 0-11 15,0 0-1-15,0 1 0 0,1 6-28 16,0 5-31-16,3 4-55 0,2 6-56 15,1 5-39-15,0 2-81 0,0 2-227 16,0 0-602-16,0 0-513 0</inkml:trace>
  <inkml:trace contextRef="#ctx0" brushRef="#br0" timeOffset="-189336.12">9167 17734 1520 0,'0'0'714'0,"0"0"-303"0,0 0-112 0,0 0-65 16,8-67-84-16,-6 51-83 0,-2 2-45 16,0 0-22-16,0-1 0 0,-3 4 10 15,0-1 16-15,-3 3 9 16,1 4 32-16,-1 0 53 0,1 3 31 0,0 2 38 16,-1 0 52-16,0 3-111 0,-2 3-24 0,0 1-41 15,4 2-22-15,-1 1-6 16,4 0-9-16,1 2-28 0,0 1-27 0,6 2 26 15,3 0-10-15,2 1-2 0,4 2 13 16,2-7 0-16,-1-2-28 16,1 0-30-16,-1-7 21 0,2-2-53 0,-1 0-65 15,0-4 17-15,0-4-16 0,0-5 19 16,-2-4 12-16,1-2-80 0,-5-1-151 16,-1-2 21-16,-1 2 23 0,-6 1-10 15,0 3 73-15,-3-1 143 0,0 1 104 0,-2 5 10 16,-1 1 23-16,2 5 38 0,-2 2 59 15,3 2-4-15,0 1-51 0,0 0 109 16,3 3 42-16,0 0-68 0,4 2-14 0,3 3 13 16,1 0-106-16,3-1-35 15,-2 0 0-15,2-1 23 16,-3 1 12-16,-1-3-16 0,0-1 0 0,-1-1-35 16,-2-2-13-16,-1 0 13 0,0 0 23 15,-4-5-19-15,3-2-4 0,0-1 1 16,0-4 15-16,-2-1 22 0,1-5-6 0,0-2-29 15,1-1 0-15,-2-1-2 0,4 1 1 16,-3 3-2-16,-1 6 0 0,3 4 0 16,-3 2 19-16,0 5 0 0,1 1 25 15,-1 0 61-15,2 0 5 0,3 0 35 16,0 0-42-16,4 5-42 0,2-2-33 0,1 1-13 16,3-1-15-16,1 1-13 0,0-3 10 15,4 1-9-15,-2-1 12 0,0 1-1 16,2 0-3-16,-2 3-7 0,0 1 11 0,-1 2 11 15,1 1-11-15,-3 3-34 0,2 0-1 16,-3 0-34-16,-1 1 0 16,3 0 12-16,-5 2-6 0,2-2-92 0,-3 0 13 15,-1 4 62-15,-3-7 29 16,-1 3 26-16,-2-3-17 16,-3-2 41-16,-3-2 1 0,0-5 29 0,0-1 70 0,-3 0 56 15,-3 0-41-15,-4-7-85 0,-2-2-29 16,1-4-67-16,-4-6 67 0,4-5 73 15,-2-6 6-15,3-2 25 0,1-3-23 16,5 0-2-16,4-1-19 0,0 4-50 16,0 3-10-16,3 4-12 0,4 3-4 15,1 4-18-15,-1 5-11 0,1 2-90 16,-2 7-92-16,-2 2-224 0,-2 2-523 0,-2 3-787 16</inkml:trace>
  <inkml:trace contextRef="#ctx0" brushRef="#br0" timeOffset="-188781.62">9615 18255 1516 0,'0'0'459'0,"0"0"-145"0,0 0 0 16,0 0-98-16,0 0-75 15,0 0-64-15,0 0-63 0,69-74-14 0,-60 60-1 16,-4 1 0-16,0 1-1 0,-4 1 2 16,-1 0 11-16,0 3 25 0,-1 4 8 0,-6-3 84 15,-2 4 76-15,-5-2-30 0,0 4-25 16,-1 1 2-16,0 0 9 0,0 4-10 15,3 5 14-15,-2 1-27 0,5 4-39 16,-1 2-24-16,1 1 6 0,5 2-77 16,2 4 28-16,2-1 15 0,2-1 0 15,8-2-13-15,-2-2-8 0,6-2-25 16,3-4-21-16,-1 0-18 0,4-5-1 0,0-2 3 16,0-4-55-16,0 0-13 0,2-4-15 15,-2-5-60-15,2-3-53 0,1-6-82 16,-4 2-192-16,-2 1-241 0,1-2-653 15</inkml:trace>
  <inkml:trace contextRef="#ctx0" brushRef="#br0" timeOffset="-188435.02">9856 18059 1573 0,'0'0'753'0,"0"0"-369"15,0 0-78-15,0 0-41 0,0 0-93 16,0 0-39-16,0 0-51 0,17 67 7 15,-10-57-23-15,0-4 3 0,-1 0-9 16,0-5-23-16,1 0 14 0,-1-1-19 16,0-2 6-16,1-5-36 0,1-5-2 15,-1 0-29-15,1-5 17 0,-2-4-11 16,0-4-12-16,-1-3-18 0,-2-1-35 0,-3-2-28 16,0 0-20-16,-3 2 31 15,-7 3 105-15,-2 2 26 0,0 4 85 0,-1 3 27 0,-2 4 32 16,5 6 3-16,3 1 39 0,2 6 97 15,3 0-29-15,-1 8-63 0,-4 6-153 16,2 4-37-16,1 4-25 0,3 4-2 16,1-1 3-16,1 4-2 15,6-2-1-15,5-2-21 0,-2-4-10 16,4-3-11-16,1-3-41 16,0-5-128-16,1-2-87 0,3-3-118 15,-2-4-189-15,-2-1-424 0,6-3-324 0</inkml:trace>
  <inkml:trace contextRef="#ctx0" brushRef="#br0" timeOffset="-187811.6">10184 17791 851 0,'0'0'1747'0,"0"0"-1203"16,0 0-229-16,0 0-46 0,0 0-55 16,-21 68-123-16,21-53-58 0,0 3 7 15,0-5-5-15,4-1-35 0,2-2-13 0,1-2-12 16,0-3-6-16,2-3-8 0,1-2 8 15,4 0 31-15,1-5 35 0,2-3 1 16,3-1-36-16,-3-2 2 0,3 4 11 16,1 2-13-16,0 3-16 0,4 2 16 15,-2 7 6-15,0 7 7 0,-1 3-13 16,-2 2-35-16,-4 3 35 0,-5 1 22 16,-2 2-21-16,-3-4 2 0,-3 3 41 15,-3-4-3-15,0-1-20 0,0-1 7 16,-6-5 13-16,0-2-35 0,1-5-6 15,0-5-56-15,-1-1 9 0,2-1-126 16,-4-10-47-16,3-1 59 0,-1-7 107 0,-1 0 42 16,5-4-4-16,1 1-13 0,1 3 27 15,0-4-1-15,6 4-35 0,1-1-4 16,0-3 23-16,2-1 3 0,2-1-12 16,-1-1-30-16,1-1-15 0,0 2-4 0,-2-3-6 15,-2 4 35-15,-1 1 32 16,1 3 16-16,-6 2 0 0,-1 3 29 0,0 5 19 15,0 1 38-15,0 2 32 0,-1 2 7 16,-3 2-1-16,1-3-7 0,0 2-29 16,0 2-12-16,0-2-7 0,-1 2 3 15,-1 0-3-15,1 1-24 0,0 0-4 16,1 1 62-16,-1 0 43 0,1 0 21 16,-2 1-55-16,1 2-42 0,1 3-27 15,0-1 0-15,0 1 10 0,2-2 8 16,1 0-12-16,0 1-9 0,0-2 6 15,0 1 6-15,0 1-1 0,0-1 4 0,0 4-9 16,2-1 3-16,6 4 5 0,2 2 10 16,3-1 12-16,1 0 0 0,3-2-12 15,0-2-28-15,3-2-36 0,-4-2-3 16,1-2-52-16,-1-2-51 0,-1 0-76 16,5-7-68-16,4-3-99 0,6-4-221 0,-5-1-226 15,14-10-1498-15</inkml:trace>
  <inkml:trace contextRef="#ctx0" brushRef="#br0" timeOffset="-161235.78">18788 16231 2146 0,'0'0'356'0,"0"0"5"0,0 0-188 0,0 0-64 16,0 0 114-16,0 0 15 0,0 0-92 15,0 0-74-15,0 0-15 0,-46-21-13 16,39 20-4-16,2 1-2 0,-1 0 26 16,-1 0 36-16,0 3 43 0,-4 3-31 15,2 5-50-15,-1 2-4 0,-2 1 7 16,4 3-19-16,2 3-33 0,-1-1-13 15,5-1-21-15,2-1-4 0,0-2-2 16,9-3-17-16,1 0-11 0,6-4 30 16,3 2 7-16,1-3-7 15,0 0 9-15,2 4 13 0,-2-4 1 0,-1-1-1 16,-2 1 3-16,-4 2 14 0,0-2 21 16,-5 2 14-16,0 0 4 0,-5 3 5 0,0 1 1 15,-3 1-16-15,0 0-16 0,0-1-8 16,-6-1 18-16,0 0-24 0,-2-4-13 15,3-2 0-15,-1 0-9 0,-1-1 9 0,1-3-71 16,-1-2 19-16,1 0-71 0,-2 0-23 16,3 0-78-16,2-3-140 0,2-2-146 15,1-1-306-15,0-4-476 0</inkml:trace>
  <inkml:trace contextRef="#ctx0" brushRef="#br0" timeOffset="-161052.24">19092 16490 2970 0,'0'0'421'0,"0"0"-252"0,0 0-71 0,0 0-29 16,0 0-40-16,0 0-29 0,0 0-136 16,0 0-112-16,0 0-52 0,0 0-114 15,0 0-88-15,23-9-268 0,-11-7-462 0</inkml:trace>
  <inkml:trace contextRef="#ctx0" brushRef="#br0" timeOffset="-160835.29">19357 16148 1083 0,'0'0'1588'16,"0"0"-1110"-16,0 0-264 0,0 0 21 15,0 0 171-15,0 0-62 0,0 0-170 0,0 0-122 16,0 0-30-16,9 88-22 0,-2-57 0 15,0 6-3-15,5 1 3 0,-5 3 0 16,2 0 0-16,-1 2-31 0,1-1 12 16,-3-2 18-16,-1-4-48 0,0-4-26 15,-1-5-95-15,2-6-81 0,-2-6-108 16,0-8-173-16,-1-5-289 0,5-4-473 0</inkml:trace>
  <inkml:trace contextRef="#ctx0" brushRef="#br0" timeOffset="-160670.73">19392 16476 2496 0,'0'0'541'0,"0"0"-148"15,0 0-168-15,0 0-27 0,0 0-47 0,0 0-97 16,0 0-4-16,0 0-37 16,73-21-13-16,-48 14-59 0,-6-1 7 0,2-1-42 15,1 3-161-15,-5-1-104 0,-1 2-292 16,4 2-625-16</inkml:trace>
  <inkml:trace contextRef="#ctx0" brushRef="#br0" timeOffset="-158638.11">21210 16693 1273 0,'0'0'501'0,"0"0"-179"15,0 0-2-15,0 0-3 0,0 0-31 0,0 0 14 16,0 0-80-16,0 0-46 0,0 0-17 15,0 0 22-15,-63 63 12 0,50-42 2 16,0 0-66-16,-1 5-38 0,-1 1 28 16,2 7 9-16,2 2-31 0,2 1-40 15,2 3 9-15,1-1-31 0,5 3-13 16,1-1-20-16,0-1-2 0,4-1 2 16,6-2-28-16,0-3 7 0,3-6-22 15,-1-3 31-15,2-6-22 0,0-5-21 0,3-3-12 16,0-4-7-16,1-2-39 0,1-5-78 15,1 0-61-15,-1-11-83 16,1-1-164-16,-4 4-293 0,1-11-559 0</inkml:trace>
  <inkml:trace contextRef="#ctx0" brushRef="#br0" timeOffset="-158271.25">21542 16855 1258 0,'0'0'732'0,"0"0"-262"0,0 0-206 15,0 0 54-15,0 0 81 0,0 0-57 0,0 0-27 16,0 0 77-16,0 0-112 0,11 68-185 16,-9-39-76-16,-1 2-18 0,-1 1 0 15,3 1-1-15,-3-2-16 0,3-2 13 16,-1-4-61-16,-2 0-34 0,3-3-60 15,-2-3-55-15,2-2-119 0,1-4-201 16,-1-4-470-16,4-2-255 0</inkml:trace>
  <inkml:trace contextRef="#ctx0" brushRef="#br0" timeOffset="-158029.89">21811 17199 1623 0,'0'0'1133'15,"0"0"-738"-15,0 0-92 0,0 0 36 16,0 0-6-16,0 0-99 0,19 80-89 16,-17-58-34-16,-2 1-49 0,0 1-34 0,0-4-28 15,-3 3 0-15,0-8-19 0,0-1-27 16,-1-5-105-16,2-7-132 0,1-2-119 15,-1 0-322-15,1-11-820 0</inkml:trace>
  <inkml:trace contextRef="#ctx0" brushRef="#br0" timeOffset="-157633.45">22062 16897 992 0,'0'0'437'0,"0"0"-5"0,0 0-62 15,0 0-24-15,0 0 11 0,0 0-72 16,78-42-68-16,-65 39-20 0,0 1-49 16,-2 1-35-16,2 1 22 0,-3 0 60 15,-1 1-3-15,1 4-52 0,-1 1-42 16,-2 1-18-16,-1 4-34 0,-2 2-24 15,-1 0-10-15,-3 5 16 0,0 2-1 16,0 4-5-16,-4 2-22 0,-3 1-1 16,-1 1 1-16,1 3 0 0,-3-5 17 0,4 0-15 15,3-2 14-15,2-3-16 0,1-5 0 16,0-3-2-16,4-1 1 16,5-5 2-16,2 0 0 0,0-3 2 0,0-2-3 15,2-2-15-15,0 0-9 0,0-1-10 16,-1-4-12-16,-1 0-3 0,0-2-13 15,1 0-24-15,-1-1-96 0,3-4-120 16,-3 1-148-16,6-2-306 0,-5 1-433 16,4-4-407-16</inkml:trace>
  <inkml:trace contextRef="#ctx0" brushRef="#br0" timeOffset="-157355.11">22523 16612 1228 0,'0'0'1588'16,"0"0"-1066"-16,0 0-179 0,0 0 19 0,0 0-34 15,0 0-62-15,60 81-63 16,-40-51-10-16,-3 2-26 0,3 5-24 0,0 2-39 15,-4 7-53-15,-2 0-17 0,-5-2-34 16,-2 1-15-16,-4-3-19 0,-3-4-96 16,0-3-111-16,-3-2-99 0,-4-1-332 15,0-7-622-15,-12 10-565 0</inkml:trace>
  <inkml:trace contextRef="#ctx0" brushRef="#br0" timeOffset="-156954.39">23115 16923 2689 0,'0'0'803'0,"0"0"-480"0,0 0-154 0,0 0 11 15,0 0 12-15,0 0-6 0,0 0-93 16,0 0-44-16,0 0-49 0,83 13-9 16,-65-13-7-16,1 0-11 0,1 0-16 0,0 0-7 15,0 0-86-15,0-1-100 0,-2 1-110 16,1 0-260-16,1 4-408 0,-4 0-136 16,6 3 508-16</inkml:trace>
  <inkml:trace contextRef="#ctx0" brushRef="#br0" timeOffset="-156568.8">23433 16730 2315 0,'0'0'504'0,"0"0"-238"0,0 0 63 16,0 0 25-16,0 0-67 0,0 0-93 0,0 0-30 15,0 0 6-15,0 0-62 0,0 0-46 16,0 0-4-16,54 54 7 0,-38-43-26 16,1-2-20-16,2 2 8 0,2 0-2 15,0 1-25-15,-1 0 0 0,2 0-19 16,-1 2 4-16,0-3-22 0,-3 1 10 15,1-2 8-15,-3 0-20 0,-2 0 14 0,-3 0 13 16,-4 0 12-16,-6 2 10 0,-1 2-10 16,0 1 0-16,-7 1-9 15,-6 4 6-15,-3 2-7 0,-2-3-26 0,0-2-23 16,-2 0-55-16,1-4-47 0,0-1-59 16,5-4-139-16,-2 0-227 0,6-4-655 15,-3 0-552-15</inkml:trace>
  <inkml:trace contextRef="#ctx0" brushRef="#br0" timeOffset="-152896.78">25384 16644 2312 0,'0'0'574'15,"0"0"-215"-15,0 0-136 0,0 0-17 16,0 0 46-16,0 0-32 0,0 0-21 0,0 0-72 16,0 0-62-16,49 65 6 0,-32-40-12 15,6 2 8-15,0 3-5 0,3 0 54 16,0-1-48-16,-1 1-42 0,1-2-26 0,-2-2-3 16,-1-4-28-16,-1-1 1 15,1-4-34-15,-3-3-71 0,3-2-26 0,-4-3-9 16,-2-2-54-16,-1-6-99 0,-2 4-161 15,-3-5-80-15,-4 0-150 16,-4 0-454-16</inkml:trace>
  <inkml:trace contextRef="#ctx0" brushRef="#br0" timeOffset="-152623.06">25662 16651 1901 0,'0'0'548'16,"0"0"-255"-16,0 0 58 0,0 0 15 15,0 0-43-15,0 0-49 0,0 0 32 16,0 0 3-16,0 0-18 0,0 0-138 16,-7 41-95-16,0-15-34 0,-1 8-5 0,-1 2-16 15,0 3-3-15,0 1-27 0,-2-1 15 16,2 0-12-16,-3-3-37 0,3-5-77 15,1-1-52-15,1-5-13 16,1-6-70-16,5-4-115 0,1-6-223 0,0-5-505 16,8-4-227-16</inkml:trace>
  <inkml:trace contextRef="#ctx0" brushRef="#br0" timeOffset="-152119.45">26061 16952 114 0,'0'0'1896'0,"0"0"-1342"16,0 0-293-16,0 0 2 0,0 0 9 15,0 0 70-15,0 0-175 0,0 0-79 0,0 0-32 16,0 0-21-16,16 79 13 0,-16-61-48 15,0 1-22-15,0 3-10 0,0-7-18 16,0-1-114-16,0-4-92 0,3-5-279 16,1-2-679-16,4-3-77 0</inkml:trace>
  <inkml:trace contextRef="#ctx0" brushRef="#br0" timeOffset="-151489.4">26730 16612 1854 0,'0'0'541'0,"0"0"-399"15,0 0-52-15,0 0 194 0,0 0 1 16,0 0-65-16,0 0-36 0,0 0 27 16,0 0 19-16,0 0 30 0,0 0-13 15,56 59-80-15,-50-26-87 0,-5 4-25 0,-1 5-52 16,0 1 21-16,0-1-24 0,-2-5-16 15,0-3-14-15,-1-8-53 0,3-4-105 0,0-5-35 16,0-5-128-16,0-4-214 0,0-3-423 16,3-5-308-16</inkml:trace>
  <inkml:trace contextRef="#ctx0" brushRef="#br0" timeOffset="-151271.42">26645 16777 2496 0,'0'0'608'0,"0"0"-286"15,0 0-62-15,0 0-23 0,0 0-27 0,0 0 36 16,0 0-140-16,0 0-54 0,0 0-40 16,89 21-12-16,-66-21-1 0,-1 0-23 15,0-6 24-15,2 2-1 0,-1-3-17 16,3 0-16-16,-1-2-62 0,2-2-97 15,1-2-130-15,-1 1-283 0,-6 1-548 0,11 1-377 16</inkml:trace>
  <inkml:trace contextRef="#ctx0" brushRef="#br0" timeOffset="-150986.85">27312 16531 2917 0,'0'0'626'0,"0"0"-399"15,0 0-53-15,0 0 5 0,0 0 54 16,0 0 9-16,0 0-101 0,0 0-48 16,0 0-44-16,74 73-10 0,-57-48 44 15,2 0 18-15,-2 4-28 0,2-1-39 0,-2 0 2 16,0 1-36-16,-1-1-6 0,1-2-31 15,-2-2 35-15,-1-3-37 0,-2-3-34 16,2-3-105-16,-4-3 13 0,1-5-94 16,-3-2-200-16,-1-2-128 0,-1-3-162 15,0 0-405-15,-3-3 14 0</inkml:trace>
  <inkml:trace contextRef="#ctx0" brushRef="#br0" timeOffset="-150721.7">27596 16554 2274 0,'0'0'1369'16,"0"0"-1051"-16,0 0-246 0,0 0 76 16,0 0 110-16,0 0 17 0,0 0-45 15,0 0-117-15,0 0-58 0,-16 75-28 0,9-46 1 16,-3 5 30-16,0 3 0 0,-6 5-22 15,3-1-33-15,-3-1 18 0,3 1-21 0,-1-7-15 16,5-5-12-16,3-6-40 0,2-5-31 16,3-4-103-16,1-7-57 0,0-4-85 15,1-3-222-15,8-1-195 0,1-8-249 16,-2 2-89-16</inkml:trace>
  <inkml:trace contextRef="#ctx0" brushRef="#br0" timeOffset="-150327.73">27753 16900 2141 0,'0'0'582'15,"0"0"-466"-15,0 0-32 0,0 0 89 16,0 0 82-16,0 0-29 0,0 0-65 15,0 0-38-15,0 0-26 0,0 0-15 0,49 21-9 16,-46-16 11-16,0 0 9 0,-2 3 13 16,-1 2-7-16,0 2-40 0,0 2-38 15,0 0-18-15,-4 3 0 0,1-3-1 16,0 2 11-16,2-4-13 0,-1 1-43 16,2-2 9-16,0 0 30 0,0-3 4 15,2 0 0-15,-1 1 31 0,4-3 28 0,-1 0-7 16,2 0-24-16,0-3-25 15,1-1-3-15,0-2 0 0,0 2-31 16,-1-2 10-16,0 1 21 0,-1 1 2 0,-2-1-2 16,0 0 1-16,0 1 0 15,0-1-1-15,0-1-46 0,-2 0-134 0,2 0-124 16,0 0-302-16,0 0-718 0,-1 0-521 16</inkml:trace>
  <inkml:trace contextRef="#ctx0" brushRef="#br0" timeOffset="-149632.14">28337 16558 2126 0,'0'0'653'0,"0"0"-364"16,0 0 14-16,0 0 52 0,0 0-59 15,0 0-64-15,0 0-24 16,0 0-1-16,0 0-26 0,0 0-83 0,0 0-28 16,39 46-2-16,-22-33-10 0,3 0-19 0,1-3-21 15,0 1-18-15,2-1 0 16,-1-3-1-16,1 2-17 0,-2-1 6 0,1 0 9 16,-5 0 1-16,1-3 2 0,-5 2 2 15,-3 0 0-15,-2-2 10 0,-3-1-10 16,-1-2 0-16,-3 1 0 0,1-3 17 15,-2 0 2-15,0 0-9 0,0 0 6 16,0 2 19-16,0-1 11 0,-4 3-5 16,-4 3-43-16,-3 0-3 0,-4 6 0 15,-3 2-9-15,-1 3 12 0,-6 4 2 0,1 1 27 16,-2 1-29-16,-1 4 0 0,2 0 0 16,-1 0 27-16,5-3-27 0,3-5-27 15,7-1 26-15,2-8-2 0,6-4-39 0,0-6-22 16,3 1-61-16,0-2-101 15,6-2-78-15,4-1 66 0,2-2 26 16,1 0-108-16,0-1-222 0,0 0-209 0,-5 3-300 16,9-2 223-16</inkml:trace>
  <inkml:trace contextRef="#ctx0" brushRef="#br0" timeOffset="-149405.75">28795 16846 1626 0,'0'0'808'0,"0"0"-216"0,0 0-15 16,0 0-174-16,0 0-136 0,0 0-32 15,-36 66-59-15,22-47-96 0,-2 4-15 16,-1-2-19-16,-1 1-19 0,1-1-27 16,4 0-2-16,0-4-19 0,3-5-16 0,4-1-55 15,3-9-84-15,3-2-72 0,0 0-112 16,3-2-202-16,7-7-81 0,-1 1-134 15,8-6-635-15</inkml:trace>
  <inkml:trace contextRef="#ctx0" brushRef="#br0" timeOffset="-148930.95">29314 16526 2183 0,'0'0'759'0,"0"0"-449"15,0 0-90-15,0 0 150 0,0 0-21 16,0 0-98-16,0 0 33 0,0 0 62 16,0 0 20-16,0 0-57 0,46 85-113 15,-39-42-87-15,-1 8-49 0,-5 3-39 0,1-2-21 16,-2-1-14-16,0-4 2 0,0-7-39 16,0-4-103-16,1-5-58 0,1-5-70 15,-1-5-163-15,1-5-516 0,-1-2-591 0</inkml:trace>
  <inkml:trace contextRef="#ctx0" brushRef="#br0" timeOffset="-138155.62">12287 13127 1163 0,'0'0'582'0,"0"0"-218"15,0 0-82-15,0 0 44 16,0 0 24-16,0 0-40 0,0 0-41 0,0 0-13 15,0 0-17-15,0 0-43 0,10 6-20 16,-9 1-12-16,-1 4 39 0,0 0-35 16,0 2-28-16,0 3-39 0,0 3-16 0,0 1-9 15,-1 6-25-15,0 2-30 0,-2 6-20 16,-3 3 0-16,3 5 2 0,-3 1-2 16,2 6-1-16,-3-2-12 15,4 0-1-15,-2-5-11 0,4-6-24 0,0-10-104 16,1-4-31-1,0-8-148-15,0-4-220 0,0-8-230 0,0-2-575 0,0-1-634 0</inkml:trace>
  <inkml:trace contextRef="#ctx0" brushRef="#br0" timeOffset="-137783.95">12133 13572 1702 0,'0'0'558'0,"0"0"-299"16,0 0-133-16,0 0 115 0,0 0 64 15,0 0-35-15,0 0-16 0,0 0-28 16,0 0-34-16,0 0-42 0,53 49-13 16,-40-33-8-16,0 2-17 0,0 1-23 15,0 4-16-15,3-4-2 0,-2 4-1 16,2-3-2-16,-3 3 11 0,1-4-15 15,-2-1-30-15,1-3-7 0,-3-1-6 16,-1-4-21-16,-4-3-1 0,4-4-44 0,-3-3-1 16,-1 0 9-16,3-6 13 0,2-5 6 15,0-4 18-15,-1-6 18 0,2-1 3 16,-2-2-21-16,1-4-1 0,3 1-11 16,0-2 10-16,0-1-22 15,2 1-7-15,2 0-18 0,-3 4-79 0,-4 3-44 16,-4 6-23-16,-2 6-59 0,-4 6-138 15,-7 4-73-15,0 0-853 0,-18 17-741 0</inkml:trace>
  <inkml:trace contextRef="#ctx0" brushRef="#br0" timeOffset="-117010.83">21147 17806 163 0,'0'0'796'0,"0"0"-412"0,0 0-156 15,0 0-49-15,0 0-30 0,0 0-16 16,0 0-36-16,0 0-3 0,0 0 49 16,0 0 60-16,-2 6 74 15,2-1 9-15,2 0 17 0,-1-1-24 0,1 1-40 16,-1-3-41-16,-1 1-51 0,0-2-45 15,2-1-37-15,-2 0-50 0,1 0-15 16,1 0-37-16,2-3-28 0,3 0 34 16,8-5 31-16,1-1 31 0,7 0-9 0,1-1-19 15,2 2-3-15,3 2 0 16,-6 1-2-16,0 2-23 0,-3 3 25 0,-2 0-10 16,-3 6 10-16,-3 6 31 0,-1 2 0 15,-5 4 6-15,-3 4-12 0,-3 2-10 16,0 2-2-16,-7 2-13 0,-6 1-3 15,1 0 3-15,-2 0 13 0,-1 0-13 16,0-1 2-16,2-2 32 0,-1-4-31 0,0-1 9 16,7-3-11-16,1-7-1 0,2-2 19 15,1-3-19 1,3-3-1-16,0-1 1 0,0-2 0 0,10 1 40 0,0 0 43 16,2-1-43-16,4 0-12 0,-2 0-7 15,2 0-6-15,-3 0 4 0,0 0-16 16,-2 0-3-16,1 0-2 0,-2 0-29 15,-1 0-21-15,2 0-130 0,-1-4-134 0,2 0-243 16,1-6-125-16,-5 3-550 16,5-5-225-16</inkml:trace>
  <inkml:trace contextRef="#ctx0" brushRef="#br0" timeOffset="-116809.86">21703 18076 1307 0,'0'0'1186'0,"0"0"-838"16,0 0-130-16,0 0 86 0,0 0 57 0,0 0-90 16,7 70-120-16,-7-54-79 0,0 1-19 15,0-4-22-15,0 0-31 0,0-2-50 16,0-4-19-16,0 0-15 0,0-4-49 16,2-1-137-16,-1-2-133 0,1 0-187 15,1-2-229-15,3-5-294 0</inkml:trace>
  <inkml:trace contextRef="#ctx0" brushRef="#br0" timeOffset="-116359.72">21980 17793 798 0,'0'0'365'0,"0"0"-108"16,0 0-7-16,0 0-51 0,0 0-14 0,0 0-20 15,0 0 16-15,0 0-13 0,82-63-19 16,-68 60-8-16,0 0-3 0,1 1-3 16,-2-3-68-16,0 5 26 0,0-2 5 0,-4 2-37 15,-2 0-26-15,-3 0 35 16,-1 7 47-16,-3 1 15 0,0 5-22 0,0 4-31 16,-1 4-16-16,-5 0-31 0,-4 3-4 15,1 0 3-15,-1-1-30 16,0-1 0-16,0-3 17 0,4 0 7 0,0-7-23 15,1-1-1-15,2-5-1 0,2-2-2 16,-1-3-33-16,2 0-36 0,0-1-24 16,5 0 48-16,1 2 47 0,5-2 3 15,2 0 37-15,2 0 20 0,2-2 4 16,-2 1-39-16,0-3-23 0,0 3 13 16,-3 1-13-16,-2 0 0 0,-1 2 26 0,-2 5 16 15,-1 1 74-15,-2 2 49 0,-2 2-37 16,0-1-44-16,-2 2-30 0,0-1-17 15,-5 0-20-15,0 0-19 0,0-3-51 16,-3 0-23-16,2-7-68 0,0 0-50 0,0-2-66 16,1-2-132-16,-1-6-300 0,4-1-475 15,2-9-43-15</inkml:trace>
  <inkml:trace contextRef="#ctx0" brushRef="#br0" timeOffset="-116124.35">22420 17704 1896 0,'0'0'376'0,"0"0"-185"16,0 0 41-16,0 0 125 0,76 25 13 16,-46-12-113-16,2 5-77 0,4 6 93 0,-2 6 1 15,-2 2-113-15,-3 3-69 0,-7 0-21 16,-5 0-37-16,-8 0-32 0,-6-4-2 0,-3 4 0 15,-8 0-123-15,-8 2-96 16,-7 0-95-16,-5 0-140 0,-6-2-238 0,8-7-477 16,-18 5-206-16</inkml:trace>
  <inkml:trace contextRef="#ctx0" brushRef="#br0" timeOffset="-115654.6">20999 17733 2421 0,'0'0'605'16,"0"0"-158"-16,0 0-231 0,0 0 42 16,0 0 133-16,0 0-33 0,0 0-60 15,0 0-206-15,-22 68-62 0,13-35 1 16,0 7 26-16,1 4-11 0,5 2-6 16,3 3-13-16,3 0-26 0,10-1-1 15,4-3-49-15,6-2-30 0,3-5-24 0,6-4-127 16,3-5-81-16,-1-3-173 0,-5-9-512 15,20 3-449-15</inkml:trace>
  <inkml:trace contextRef="#ctx0" brushRef="#br0" timeOffset="-115195.45">23326 17663 1535 0,'0'0'1450'16,"0"0"-1064"-16,0 0-217 0,0 0-106 15,0 0 23-15,0 0 93 0,0 0 39 16,0 0-56-16,0 0-44 0,85 31-38 16,-62-30-46-16,3-1-34 0,0 3-3 0,-3-3-15 15,0 0 18-15,0 0-62 16,-4 0-159-16,1 0-49 0,-3-3-115 0,-1 0-248 16,-2-2-655-16,-2-3-312 0</inkml:trace>
  <inkml:trace contextRef="#ctx0" brushRef="#br0" timeOffset="-114861.68">23656 17483 2451 0,'0'0'541'16,"0"0"-480"-16,0 0-39 0,0 0 52 15,0 0 95-15,0 0-45 0,0 0-38 16,0 0 50-16,0 0 69 0,0 0-16 15,0 0-23-15,17 21-33 0,-9-13-36 16,0 4 2-16,0 1-10 0,1 0-30 0,0 1-26 16,3-2-8-16,-1 1-25 0,4 0-30 15,2-1-13-15,3 3 28 0,2-2 2 16,1 0-20-16,0-1 17 0,-3 1 16 16,-3-1 22-16,-4 0-7 0,-1-1 10 15,-6 3 18-15,-2-4-3 0,-4 3-3 0,0 0 9 16,-3 1 9-16,-6-2-6 0,-1 2-43 15,-3 0-6-15,-2 0-12 0,-3 1-19 16,-2-2-73-16,-3-1-109 0,-2 0-65 16,2-2-63-16,5-1-273 0,-4-2-791 0</inkml:trace>
  <inkml:trace contextRef="#ctx0" brushRef="#br0" timeOffset="-114177.97">25619 17392 2398 0,'0'0'583'0,"0"0"-170"16,0 0-37-16,0 0-60 0,0 0-98 15,0 0-104-15,0 0-8 0,0 0 66 16,0 0-3-16,42 80-77 0,-21-56-6 0,2 2-25 16,2 2-46-16,2-2-15 0,-1 2-12 15,2-3-3-15,-2 2-19 0,-1-2-15 16,0 3-52-16,-2-3-64 0,0 0-51 0,-1-3-26 16,-5-3-65-16,0-4-166 15,-1-1-157-15,-6-7-403 0,-1-1-320 0</inkml:trace>
  <inkml:trace contextRef="#ctx0" brushRef="#br0" timeOffset="-113919.73">25921 17402 2247 0,'0'0'678'0,"0"0"-432"0,0 0-38 16,0 0 125-16,0 0-6 0,0 0-161 16,0 0-54-16,0 0 15 0,-44 77-43 0,35-42-35 15,0 5 1-15,-2 4-7 16,2 3-6-16,-1 0-37 0,0 0-31 0,0-5-40 16,4-6-6-16,2-7-41 0,0-6-96 15,1-6-179-15,2-4-149 0,1-6-152 16,0-1-438-16,1-6-161 0</inkml:trace>
  <inkml:trace contextRef="#ctx0" brushRef="#br0" timeOffset="-113343.02">26133 17758 1137 0,'0'0'276'0,"0"0"-106"0,0 0 47 15,0 0 121-15,0 0-111 0,0 0-72 16,0 0-36-16,0 0 46 0,0 0 43 15,0 0-57-15,0 0-39 0,78 1-17 16,-69 2-38-16,1 2-6 0,-3 0-32 0,-1 2-19 16,1-2 35-16,-4 2 22 15,1 2 7-15,-4 1 18 0,0 2-7 0,0-1 4 16,-4 1-13-16,-2 2-19 0,-1-4 26 16,1 2 11-16,2-1 10 0,-1-4-26 15,0 0-6-15,2 0-6 0,0 0-6 16,3-4-16-16,-1 3 6 0,1-2-3 15,0-2-6-15,0 0-4 0,0 0-3 16,1-1-24-16,5-1-28 0,1 0 13 16,0 0-7-16,3 0 1 0,3-1-32 0,-1-4-49 15,2-3-140-15,5-1-145 0,-6 1-286 16,13-3-816-16</inkml:trace>
  <inkml:trace contextRef="#ctx0" brushRef="#br0" timeOffset="-113011.33">26959 17522 65 0,'0'0'2384'0,"0"0"-1773"0,0 0-416 16,0 0 108-16,0 0 138 0,0 0-85 15,0 0-225-15,0 0-45 0,0 0-15 16,6 73 0-16,-5-52-4 0,2 2-14 0,0 1-20 16,-1 4-20-16,-1-1-1 15,2 3-12-15,-2-2-17 0,1 0-26 16,-1-5-3-16,1-2-81 0,-2-7-98 0,1-2-139 15,-1-5-207-15,2-2-459 16,-2-5-395-16</inkml:trace>
  <inkml:trace contextRef="#ctx0" brushRef="#br0" timeOffset="-112818.84">26793 17704 1929 0,'0'0'709'15,"0"0"-377"-15,0 0-108 0,0 0 101 16,0 0-19-16,0 0-108 0,0 0-50 16,0 0-67-16,0 0-31 0,91 0-50 0,-68-3-2 15,1 0 1-15,0 0-31 16,2 1-27-16,1 0-129 0,2-2-60 16,1 1-129-16,2-1-280 0,-8 0-466 0,11 1-242 15</inkml:trace>
  <inkml:trace contextRef="#ctx0" brushRef="#br0" timeOffset="-112524.64">27452 17542 1038 0,'0'0'1240'0,"0"0"-787"16,0 0-212-16,0 0 117 0,0 0 13 16,0 0-122-16,0 0-95 0,0 0-26 0,0 0-16 15,0 0-28-15,52 75-16 16,-38-55 3-16,-1 1 6 0,2 2-6 0,-1 0-25 16,-1 0-12-16,0-4-34 0,0 0-16 0,-3-3-20 15,0-2-23-15,2-3-83 16,-5-2-99-16,3-1-76 0,-3-4-124 15,1 0-198-15,-4-4-406 0,1 0-274 0</inkml:trace>
  <inkml:trace contextRef="#ctx0" brushRef="#br0" timeOffset="-112276.29">27652 17548 2696 0,'0'0'740'0,"0"0"-458"16,0 0-147-16,0 0 92 0,0 0 13 16,0 0-88-16,0 0-68 0,0 0 14 15,-54 73 28-15,39-45-6 0,-5 6-13 0,1 3-15 16,2 1-31-16,-2-4-22 16,3-2-39-16,4-4-42 15,3-3-19-15,3-7-37 0,3-4-55 0,3-3-72 0,0-7-87 16,3-1-161-16,7-3-303 0,-2 0-373 15,10-10-94-15</inkml:trace>
  <inkml:trace contextRef="#ctx0" brushRef="#br0" timeOffset="-111810.83">27876 17754 957 0,'0'0'1660'0,"0"0"-1380"0,0 0-264 16,0 0 80-16,0 0 16 0,0 0-29 0,0 0 83 15,0 0 6-15,0 0-55 0,0 0-35 16,0 0-16-16,68 1-25 0,-60 2 6 16,-2-1-9-16,-2 2-7 0,-1 1-2 15,2 0 5-15,-4 2 2 0,0-1 17 16,1 3-35-16,-2 0 4 0,0 3-19 15,0-2 14-15,-3 0-17 0,0 1-12 16,0-1 12-16,2-1 1 0,-1 0 0 16,-1-1 1-16,3 0-2 0,0-2-10 15,0 0-58-15,0 1-5 0,0-4 13 16,3 3 1-16,2-3 14 16,-1 0 14-16,2 0 29 0,-1-1 1 0,-2 1 1 0,3-1 16 15,0 1 28-15,-2 0-10 0,2 0-2 16,1 1 2-16,0 3 0 0,1-4-6 15,-1 4-28-15,1-2-16 0,-2 1 7 0,-2 3 9 16,1-2 38-16,-5 4 31 16,0-2 9-16,0 4 0 0,-2 0-32 0,-3 2 10 15,-1-2 43-15,-1-1 13 16,1 0-49-16,0-1-63 0,0-1-37 0,-1-4-43 16,-1-2-177-16,0-3-94 15,-2-1-215-15,4 0-582 0,-5-9-679 0</inkml:trace>
  <inkml:trace contextRef="#ctx0" brushRef="#br0" timeOffset="-111161.54">28775 17467 2050 0,'0'0'547'0,"0"0"-228"16,0 0-85-16,0 0 72 0,0 0 39 15,0 0-21-15,0 0-63 0,0 0-47 16,0 0-45-16,0 0-58 0,0 0-41 16,17 22-36-16,-5-11-22 0,2 0-12 15,2-2 0-15,3 1 0 0,2-3 0 16,0 3-15-16,0-3 13 0,1-2-1 0,-3 2 1 16,-1-2-20-16,-3 0-2 0,1-1 24 15,-5 1 2-15,-1-1 10 0,-4 0 0 16,-3 1 16-16,-2 1 18 0,-1-2-13 15,0 1 1-15,0 2-7 0,-4 0 4 16,-6 3-28-16,1-2 15 0,-2 3 6 16,-5 3 7-16,1 3-31 15,-5 5 0-15,-1 2 0 0,-3 2 13 16,0 2-13-16,-2 4-2 0,3-1 2 0,3-2 0 16,3-6-20-16,5-5 1 0,8-9-60 15,1-5-116-15,3-3-100 0,7-1-99 0,5 0-48 16,5-5-78-16,0-4-245 0,-1 2-572 15</inkml:trace>
  <inkml:trace contextRef="#ctx0" brushRef="#br0" timeOffset="-110961.2">29197 17698 466 0,'0'0'2327'0,"0"0"-1885"0,0 0-257 16,0 0 157-16,0 0 20 0,0 0-70 15,-69 86-94-15,53-61-62 0,3-1-63 16,-1-1-40-16,4 0-33 0,1-4-37 16,5-6-46-16,2-4-68 0,2-5-118 15,0-4-173-15,5 0-310 0,2 0-278 16,6-10-231-16</inkml:trace>
  <inkml:trace contextRef="#ctx0" brushRef="#br0" timeOffset="-110684.92">29556 17433 2636 0,'0'0'814'0,"0"0"-507"16,0 0-68-16,0 0 139 16,0 0-66-16,0 0-109 0,13 78-38 0,-7-50 6 15,-2 7-40-15,3 2-68 0,-4 0-29 16,2 2-34-16,-1-3-30 0,-1-4-106 16,0-3-145-16,1-1-127 0,-1-7-278 15,1-4-744-15,-4 3-874 0</inkml:trace>
  <inkml:trace contextRef="#ctx0" brushRef="#br0" timeOffset="-105625.81">2425 11586 3827 0,'0'0'390'0,"0"0"-390"16,0 0-160-16,0 0 134 0,0 0 26 16,0 0 86-16,0 0-9 0,-29 72-77 15,31-46-19-15,8 8 0 0,7 5-6 16,5 7 13-16,5 4-1 0,5 5 13 16,5 2 24-16,3 0 7 0,2-1-15 0,4-1 9 15,1-1 6-15,0-4 2 16,-1-3-33-16,0-4-31 0,-2-6-44 0,-1-5-98 15,-4-6-56-15,-3-7-75 0,-3-6-159 16,-3-2-230-16,-8-5-388 0,1 1 27 16</inkml:trace>
  <inkml:trace contextRef="#ctx0" brushRef="#br0" timeOffset="-105258.02">2873 12470 2782 0,'0'0'726'0,"0"0"-564"0,0 0-162 15,0 0 0-15,31 81 12 0,-8-57 67 16,2 1 16-16,9 3 24 0,-1-3 13 16,4 1-66-16,1-1-41 0,-1-4 25 0,-5-1-48 15,-2-3-2-15,-4-1-27 0,-9-8 27 16,-1-3-28-16,-9-2-7 0,-2-3-30 16,-5-1 6-16,0-8 59 0,-8-4 130 15,-6-9 128-15,-5-8-45 0,-7-6-84 16,-4-13-129-1,0-3-28-15,1-3-45 0,8-1-35 0,6 6-44 0,4 5-140 16,8 8-124-16,1 7 22 0,2 5 87 0,0 10-460 16,0 1-695-16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03:35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14198 3896 2315 0,'0'0'301'0,"0"0"-185"0,0 0-74 15,0 0 57-15,0 0 75 0,0 0 37 0,1 80 15 16,5-58-49-16,1 0-66 0,2 0-36 15,-1 0 10-15,1 3 9 16,1-1-12-16,-3-3 59 0,1-2 2 0,-1-5-97 16,-3-2-46-16,2-3 0 0,-2-2 3 15,-1-2-3-15,-1-2 0 0,-2-3 15 16,0 0 25-16,0 0 0 0,0 0-9 16,0 0-6-16,0-5 12 0,-5-2 12 15,-1-2-6-15,-3-3-43 0,0-4-3 16,-3-3-52-16,1-3 54 0,-1 0-27 0,2-2 15 15,0-1 12-15,3 1-2 0,2 1 0 16,4 1 1-16,1 0-13 0,0 3-16 16,9 0-37-16,-1 1 3 0,5 1 12 15,-1 2 25-15,2 0 7 0,-2 2-1 16,-1 1-3-16,2 4-9 0,-4-1-10 0,0 4-6 16,0-2 16-1,-1 4 15-15,-1 0 4 0,-1 2 2 0,-1 1 10 0,0 0-9 16,-4 0 12-16,1 1 38 0,1 3 21 15,-2 5-9-15,1 1-3 0,-1 6 12 16,-1 2-16-16,0 2-21 16,0 1 0-16,-6 0 0 0,-1 1-10 0,-2-1 7 0,1-2-16 15,-1-2 15-15,2-2-2 16,0-4-13-16,1-2-3 0,2-4 0 16,4-3-2-16,0-2-14 0,0 0-39 0,0 0-54 15,0 0 34-15,0 0 35 0,0 0-4 16,5 0 29-16,3 0 15 0,3-2 2 15,2 2-2-15,3 0-1 0,-2 0 0 16,2 2 1-16,-1 5 21 0,2-2-2 16,-6 1 3-16,1 2-10 0,-2-1 7 0,-3-1 25 15,-2 0 30-15,-2 0 38 0,-2-3-23 16,0 3-21-16,-1-2-15 0,0 2-4 16,0 0-9-16,-2 3-3 0,-4-4 0 15,-2 5-4-15,0-3-5 0,-2 0-7 16,2-3 4-16,0-2-24 0,1 1-1 0,1-1-74 15,2-2-27-15,-2 1-16 0,3-1-22 16,-2 3-9-16,3-1-27 16,-1-2-60-16,-1 1-125 0,4-1-162 15,0 0-99-15,0 0-417 0,4-6-168 0</inkml:trace>
  <inkml:trace contextRef="#ctx0" brushRef="#br0" timeOffset="485.74">14555 3986 1600 0,'0'0'675'0,"0"0"-335"0,0 0-186 15,0 0-28-15,0 0 57 0,0 0-1 16,0 0-45-16,0 0-45 0,0 0-16 16,0 0-28-16,0 0-4 0,33 53-6 15,-27-43 6-15,0 0 13 0,0-2-4 0,0 1-6 16,-2-3-6-16,-2 1 13 0,0-4-7 15,-1 1-18-15,1-1-7 16,-2-3 0-16,0 0 6 0,0 0 6 0,0 0 0 16,0-1-31-16,0-5-3 0,0 1-46 15,0-4-4-15,-2-2-39 0,1-2 39 16,-1-2 6-16,2-3 13 0,0 4 15 16,0-2-3-16,2 3 0 0,4-1-3 15,0 4 0-15,1-1-16 0,4 3 22 16,-1 1-9-16,2 0-3 0,1 3 6 15,-1 2 9-15,-1 1 13 0,-2 1 0 16,-2 0 16-16,2 0 6 0,-4 0 10 0,1 1 2 16,0 3 32-16,-3 1 13 0,0 0 9 15,1 1-6-15,-1 0-22 0,4 1-29 16,-3 0-28-16,0 1 16 0,2 0-17 0,-1-1-2 16,1 0-3-16,0-1 0 0,0-1 1 15,0 1-10-15,1-1 9 0,1-2 0 16,2 1-13-16,-5-1-34 0,3 0-1 15,-1-2-8-15,-2-1-89 0,1 0-48 16,-1 0-6-16,1 0-28 0,-1 0-42 16,2-3 11-16,-1-3-240 0,-2 1-168 15,2-7-395-15</inkml:trace>
  <inkml:trace contextRef="#ctx0" brushRef="#br0" timeOffset="1014.52">14917 3726 16 0,'0'0'1168'16,"0"0"-686"-16,0 0-134 0,0 0-73 0,0 0-26 16,0 0-23-16,0 0-8 0,0 0-13 15,0 0-61-15,0 0-1 0,3 34-7 16,2-19 0-16,1 2-7 0,0 4-28 15,0-2-29-15,0 2-21 0,1-4-10 16,0 1-26-16,0-3-12 0,1-3-3 16,1 0-1-16,0-3-2 0,0-3-12 15,1-2 2-15,-4-2-49 0,1-2-49 16,-1 0-34-16,0 0-9 0,0-8-24 16,-1-3 57-16,-1-1 23 0,-1-4-33 15,-1-1-17-15,-2-4 7 0,0-3-17 0,0-1-39 16,-2-1-58-1,-2-2-8-15,-1 0 39 0,2 0 81 0,-1 2 110 0,2 2 33 16,-1 2 13-16,3 4 10 0,-2 2 58 16,1 2 49-16,1 3 49 0,0 3 22 0,0 5 42 15,0 1 54-15,0 2 1 0,0 0-39 16,0 2-68-16,0 1-70 0,0 5-26 16,0 3-7-16,6 3 32 0,2 5 2 15,2 2 4-15,2 5-32 0,1 1-17 16,0 2-8-16,1-4-4 0,-1 0-19 15,3-1-12-15,-5-3-15 0,3-2 2 16,0-3-21-16,-6-3-21 0,3-3 2 16,-4-2 16-16,0-5-68 0,-1 1-56 0,0-4-91 15,-2 0-113-15,0 0-52 0,-1-2-71 16,-2-5-126-16,1 2-150 0,-2-6-445 0</inkml:trace>
  <inkml:trace contextRef="#ctx0" brushRef="#br0" timeOffset="1252.88">15267 3727 795 0,'0'0'1529'16,"0"0"-1161"-16,0 0-220 0,0 0-23 16,0 0 61-16,0 0 60 0,0 0-2 15,0 0-42-15,0 0-54 0,0 0-47 16,0 0-39-16,38 61-15 0,-34-53-10 15,2 0-21-15,0 1-16 0,-1-4 0 0,-1 0-19 16,1-1-37-16,1-2-82 0,-3-1-79 16,1-1-39-16,1 0-49 0,0 0-166 15,1-2-211-15,-3-3-510 0</inkml:trace>
  <inkml:trace contextRef="#ctx0" brushRef="#br0" timeOffset="1918.36">15482 3627 1664 0,'0'0'584'0,"0"0"-344"0,0 0-98 0,0 0 86 15,0 0 45-15,0 0-56 0,0 0-64 0,0 0-55 16,0 0-41-16,0 0-10 0,0 0 4 16,-14 68 59-16,12-53 53 0,1 1-18 15,1-3-67-15,0-3-44 0,0 1-32 16,4-4-2-16,0-1-19 0,5-3 4 15,-3-2-10-15,-1-1-44 16,3 0-12-16,-1 0-20 0,-3-2 10 0,0-3-29 16,1-2 38-16,-1-4 28 0,-1-1-9 15,-1-2 3-15,-1-2-39 0,-1 0-38 16,0 0-64-16,0 2-24 0,0 2 6 16,0 3 74-16,0 4 35 0,0 1 19 15,0 1 14-15,0 3 9 0,0 0 19 0,0 0 49 16,0 0 26-16,0 1 136 0,0 3 29 15,3 1 51-15,4 0-7 0,-1 1-59 16,-1 2-35-16,6-1-39 0,-3 2-23 0,2-1-15 16,-1-2-33-16,1 0-18 15,-1 0-13-15,-2-2 0 0,0-1 1 0,-2-3-1 16,1 0-35-16,-1 0-47 0,1-2-26 16,-2-4-17-16,2-4 55 0,1-3-17 15,-1-1-25-15,-2-2-123 0,0 0-20 16,1 1-17-16,-2 5 48 0,-2 1 107 15,1 4 117-15,-2 3 108 0,1 0 86 16,1 2 4-16,-2 0-14 0,0 0-13 16,2 0-3-16,1 0-8 0,0 2-29 15,0 0-16-15,3 1-16 0,0-1 0 16,-1 1 3-16,2 0 8 0,1 0-24 16,-4 0-5-16,2 0 23 0,0 1 13 15,-1-2 2-15,-1 0-38 0,1 0-38 0,1-1-24 16,-3 1-16-16,1-1 0 15,0-1 16-15,2 1-19 0,-2 0 0 0,1 1 0 16,0 1 1-16,3 1 27 0,-1-1 12 0,0 1-6 16,2-1-6-16,-1 1-15 0,4-1-10 15,-4-3 12-15,3 0-3 0,-3 0-11 16,-1 0-1-16,-2-1-49 0,1-5-87 16,-4-2-29-16,1-4-62 0,0-3-56 15,1-3-162-15,-2 4-566 0,1-14-345 16</inkml:trace>
  <inkml:trace contextRef="#ctx0" brushRef="#br0" timeOffset="2117.96">15941 3298 863 0,'0'0'1848'0,"0"0"-1411"16,0 0-207-16,0 0-71 0,0 0-1 16,0 0-4-16,0 0-41 0,0 0 7 15,0 0 18-15,0 0-26 0,44 75-44 16,-27-52-9-16,-2-1-31 0,-1-1-10 0,-1 1-18 15,-1-4 0-15,-3-3-2 0,-1 1-19 16,-2-5-79-16,-4 0-105 0,1-4-78 16,-3 0-99-16,0-2-302 0,0-3-646 15,-5-2-168-15</inkml:trace>
  <inkml:trace contextRef="#ctx0" brushRef="#br0" timeOffset="2248.6">15972 3470 2077 0,'0'0'650'15,"0"0"-415"-15,0 0-184 0,0 0 7 16,0 0-3-16,0 0-4 0,0 0-23 0,69-68-28 16,-53 56-2-16,3-1-119 0,-1-2-274 15,-5 5-256-15,6-7-621 0</inkml:trace>
  <inkml:trace contextRef="#ctx0" brushRef="#br0" timeOffset="2481.13">16279 3144 1774 0,'0'0'997'0,"0"0"-618"0,0 0-60 16,0 0 16-16,0 0 2 0,0 0-76 15,0 0-48-15,0 0-56 0,0 0-92 16,0 0-44-16,-22 76-19 0,18-54 0 16,4 0-1-16,0 0 1 0,0-1 0 15,7-4-2-15,0 0-1 0,5-1-14 0,-4-4 3 16,1-2 9-16,-2 0-13 15,0-4-11-15,-2 0-41 0,-5-5-37 0,0 4-37 16,0-3-59-16,-5 2-144 0,-7 0-272 16,1 0-574-16,-13 0-629 0</inkml:trace>
  <inkml:trace contextRef="#ctx0" brushRef="#br0" timeOffset="2749.42">15253 3259 4204 0,'0'0'716'0,"0"0"-514"0,0 0-138 16,0 0 3-16,0 0-67 0,0 0-16 16,0 0-27-16,0 0-63 0,0 0-118 0,0 0-142 15,0 0-309-15,-16-6-969 0</inkml:trace>
  <inkml:trace contextRef="#ctx0" brushRef="#br0" timeOffset="2907">14722 3399 4266 0,'0'0'642'0,"0"0"-614"0,0 0-28 16,0 0-144-16,0 0-13 0,0 0-10 16,0 0-106-16,0 0-423 0,0 0-1068 0</inkml:trace>
  <inkml:trace contextRef="#ctx0" brushRef="#br0" timeOffset="5539.2">9295 4786 2214 0,'0'0'578'15,"0"0"-418"-15,0 0-41 0,0 0 86 16,0 0 33-16,0 0 88 0,0 0-109 15,0 0-61-15,0 0-9 0,0 0-36 0,0 0-58 16,23 67 12-16,-11-46 9 0,1 5-44 16,1 3-14-16,-1 3-13 0,1 4-3 15,-2-1 0-15,0 0-25 0,0-4-55 16,-1-3-96-16,0-4-217 0,-1-4-51 16,-1-4-108-16,-2-2-137 0,-2-7-319 15,-3-1-64-15</inkml:trace>
  <inkml:trace contextRef="#ctx0" brushRef="#br0" timeOffset="5901.29">9314 5176 1956 0,'0'0'483'16,"0"0"-328"-16,0 0-87 0,0 0 35 15,0 0 67-15,0 0 55 0,0 0-18 16,0 0-70-16,0 0-36 0,0 0-38 15,0 0 4-15,59 40 5 0,-43-33 13 16,1 4-38-16,3-2 3 0,2 2-24 16,-3-1-25-16,1 0-1 0,0 1-4 15,-1-2 3-15,-5-1 1 0,-1-1-15 16,-4-3-4-16,-1-1 16 0,-2 1 2 16,-2-3 0-16,-1 0 1 0,-1 0 0 15,1-1-3-15,-3 0 3 0,1 0 0 16,1-2 25-16,2-6 28 0,0-3 20 0,2-6-29 15,0-4-10-15,1-3-32 0,0-5 0 16,-1 2 1-16,-1-1 10 16,0 1-13-16,-4 7-16 0,1 2 16 0,-2 2 0 15,0 6 3-15,0 1-3 0,0 0-19 16,-6 0-99-16,0 0-128 0,-1 0-111 0,0 2-325 16,-9 0-843-16</inkml:trace>
  <inkml:trace contextRef="#ctx0" brushRef="#br0" timeOffset="6816.25">8540 4316 2196 0,'0'0'469'0,"0"0"-285"0,0 0 56 15,0 0 54-15,0 0 20 0,0 0-43 16,0 0-80-16,0 0-75 0,0 0-63 16,0 0-41-16,-58 55 10 0,51-36 27 15,3 2 16-15,1 2 9 0,0-1 4 16,3 1-14-16,0-2-11 0,3-1-17 15,3-2-22-15,1-1-14 0,3-3-13 16,0-2-2-16,2-5-25 0,2-2-12 16,-1-3-44-16,5-2-6 0,0-2-65 15,1-5-79-15,-1-5-41 16,-2-5-93-16,0-1-77 0,-4 1-127 0,-4-4-35 0,1 0 10 16,-6 2 74-16,0 0 125 0,-3 2 243 15,0 3 167-15,-2 1 258 0,-2 4 153 16,-2 2 84-16,2 3-23 0,-2 1-85 15,2 3-31-15,1 0-8 0,0 0-46 0,0 0-33 16,1 3-53-16,1 3-83 0,1 2-76 16,0 3-38-16,0 2 16 0,3 1 18 15,4-2 4-15,2 2-16 0,4-3-4 16,0-1 39-16,2-3-16 0,2-5-16 16,-2 1-13-16,0-3-12 0,-1 0 2 15,-4-3-17-15,-1-1-1 0,-2-1 9 16,-1-2-10-16,-2 1 11 0,-2-2 2 0,-2-2-12 15,0-1-3-15,0-1-2 16,-6 2-18-16,-6-1 20 0,1 1 0 16,-5 4-4-16,0 2-36 0,-1 0 38 15,1 4 2-15,0 0 3 0,3 0-3 0,2 0-12 16,2 0-25-16,5 0-38 0,1 2-67 16,3-2-69-16,0 0-99 0,3 0-244 15,7-4 9-15,7-5 39 0,1-1-54 16,2-3-23-16,1 1 65 0</inkml:trace>
  <inkml:trace contextRef="#ctx0" brushRef="#br0" timeOffset="7531.77">8829 4289 10 0,'0'0'261'0,"0"0"-23"0,0 0 52 16,0 0 81-16,0 0-19 0,0 0-69 15,0 0-30-15,0 0-16 0,80 25 15 0,-74-18-14 16,1 0-58-16,-2 0-23 0,0-1-13 16,-2-2 15-16,0-1-3 0,-2-2-17 15,-1 1-29-15,2-2-6 0,-2 0-4 16,0 0-5-16,0 0 24 0,0-2 67 15,0-2-22-15,0-2-112 0,0-1-52 16,0-5-33-16,0-4-19 0,0-2 2 0,0 1 13 16,0 1-9-16,4 1-7 15,1 3-40-15,3 1-3 32,-2 3-1-32,2-3 2 0,1 4-12 0,-1 2-28 0,0 0 27 0,-2 3 36 0,-4 1 34 0,0 1 23 15,2 0 15-15,-1 2 35 16,0 4 53-16,3-1-18 0,-2 2-23 0,2 0-25 15,4 0-20-15,-3 0 0 0,2 2-2 16,-2 0 0-16,3-2-1 0,-1 1 1 0,1-1 22 16,0 2 19-16,-3-4 16 0,-1 0-26 15,-2 0-15-15,-1-2-15 0,0-1 15 16,1-2-1-16,-3 3 4 0,-1-2-3 16,0-1-13-16,0 1 19 0,0-1 4 15,0 1 8-15,0-1 35 0,0 0-28 16,0 0-26-16,0 1-12 0,0-1 10 15,0 0 2-15,0 0 10 0,0 0-8 0,0 0-17 16,0-1-19-16,0 0 19 0,0-1 0 16,-1-1-2-16,-3 3-14 15,0-2 14-15,1-1 0 0,1 1-13 16,1 1 2-16,1 1 11 0,0 0-10 0,0 0-16 16,0-2-16-16,0-1-6 0,0 1-7 15,0-3 19-15,0-1 22 0,0 0 16 16,-2-3-1-16,1 0-18 0,1 0-38 0,0-1 4 15,0 2 2-15,0-3-2 0,0 1-7 16,3 1 12-16,1-1 14 0,2 1-1 16,1 0 9-16,-1 0 1 0,0 1 23 15,-1 2-11-15,1-1 10 0,3 2 3 16,-5 2 15-16,2 3 23 0,1 0 3 16,-1 0-3-16,1 0 6 0,0 3-3 15,0 4-3-15,1-1 6 0,2 2-3 0,0 0-9 16,-1 0-13-16,-1-1-4 15,1 0 10-15,-2 2-9 0,0-3 0 16,2 1 15-16,-5 0 26 0,2-2-31 16,-3 1-26-16,1-4-3 0,-1 0 0 0,0 0-12 15,0-1-18-15,-3-1-70 16,4 0-99-16,-4 0-73 0,1-1-185 0,1-3-62 16,-2 2-123-16,1-7-468 0</inkml:trace>
  <inkml:trace contextRef="#ctx0" brushRef="#br0" timeOffset="8017.32">9402 4066 1083 0,'0'0'446'16,"0"0"-182"-16,0 0 64 0,0 0 50 16,0 0-17-16,0 0-75 0,0 0-56 0,0 0-49 15,0 0-58-15,0 0-44 0,0 0-13 16,-3 16-28-16,3-7-22 0,0 1 21 15,0 2 17-15,0 0 8 0,3-2 11 16,3 1-13-16,2-3-26 0,1-1-15 16,-1-1-1-16,4-3 4 0,-2 0-6 15,0-3-16-15,0 0-41 0,2-3-40 16,-5-4-13-16,3-3 15 0,-3-2-56 0,-1-4-38 16,-2-2-59-16,-1-1 3 0,-3-2-72 15,0 0-41-15,-1-2 22 0,-5-2 35 16,-3-2 100-16,-2-3-4 0,1-1 130 15,-4 0 59-15,2 5 66 0,-1 3 142 16,0 7 55-16,3 5 125 0,2 4-1 16,3 3-37-16,1 4-83 0,1 0-77 15,0 0-19-15,3 0-36 0,0 0-38 0,0 0-30 16,0 4-30-16,0 3-21 0,0 3 21 16,3 0 29-16,4 8-1 0,0 1 3 15,3-1 19-15,3 4-4 0,0-1-21 16,3 1-19-16,1 1-12 15,2-3-19-15,-3-2-12 0,2-1-2 16,-3-3-13-16,1-4-31 0,-3-3-115 0,1-2-75 16,-1-3-21-16,1-2-57 0,-2-3-249 15,-2-7-239-15,-2 2-385 16,0-9 206-16</inkml:trace>
  <inkml:trace contextRef="#ctx0" brushRef="#br0" timeOffset="8315.52">9673 3905 62 0,'0'0'1786'16,"0"0"-1222"-16,0 0-186 0,0 0-89 15,0 0-98-15,0 0-66 0,0 0-43 16,0 0 10-16,0 0-16 0,0 0-6 16,0 0 9-16,14 62 9 0,-5-51 9 15,1-5-18-15,0-2-19 0,3-1-13 0,-3-2-16 16,1-1-9-16,-2 0-22 0,0 0-16 16,0-3-21-16,0-4 15 0,-1-1 9 15,-3 0-2-15,0-3 2 0,-2-1 12 0,-3 3-53 16,0-2-6-16,-3 2 54 15,-7-1 6-15,-2 1 28 0,-5 0-6 0,1 1-19 16,-3 0 17-16,2 3 12 0,2 1 8 31,4 3 4-31,0 0-41 0,5 1-3 0,0-2-41 0,3 2-27 16,1 0-12-16,1 0-1 0,1 0-33 0,0-3-50 16,0 2-42-16,1-2-43 0,4-1-68 15,4-1 17-15,-1-1-26 0,4 1-28 16,1-2-170-16,1 4-98 0,-2-1 100 15</inkml:trace>
  <inkml:trace contextRef="#ctx0" brushRef="#br0" timeOffset="8537.46">9824 3806 251 0,'0'0'365'16,"0"0"98"-16,0 0-72 0,0 0-105 15,0 0-59-15,80 26 17 0,-65-20 14 16,1 2-16-16,-3-1-42 0,-4 0-37 16,0-1 4-16,-1-1-18 0,-5 0-31 0,0-3-1 15,-1-2 16-15,-2 0 27 0,0 0 10 16,0 0-26-16,0 0-42 0,0 0-12 15,0 0 37-15,0-2 55 16,0-5-81-16,0-1-86 0,-2-3-15 0,-4-4-61 16,0-4 9-16,-2-3-7 0,3-1-30 15,1 1 15-15,1 1-3 16,0 2-38-16,3 5-31 0,0 1-34 0,0 2-33 16,3 2-75-16,0-1-113 0,3 4-159 0,-2 1-114 15,3 0-419-15</inkml:trace>
  <inkml:trace contextRef="#ctx0" brushRef="#br0" timeOffset="8891.53">8968 3881 2839 0,'0'0'1551'0,"0"0"-1187"0,0 0-244 16,0 0-53-16,0 0-67 0,0 0-12 15,0 0-114-15,0 0-62 0,0 0-68 0,0 0-283 16,0-3-781-16,4 1-606 0</inkml:trace>
  <inkml:trace contextRef="#ctx0" brushRef="#br0" timeOffset="15800.01">14274 4898 881 0,'0'0'352'0,"0"0"-261"0,0 0-88 16,0 0 49-16,0 0 6 0,0 0-15 15,0 0-4-15,0 0 16 0,0 0 39 16,0 0 53-16,3-12 70 0,-2 12 46 0,-1 0-21 15,0 0-48-15,0 0-53 0,0 0-32 16,0 0-25-16,0 0-23 0,0 0-20 16,0 0-9-16,0 0 3 0,0 0-3 15,-5 0-29-15,1 0-2 0,-5 0-1 16,0 0-11-16,-2 0-5 0,0 2 16 16,1 3 15-16,-1 0 39 0,1 1 10 15,0-1-17-15,0 2-21 0,2 0-7 16,1 1 19-16,1 0 22 0,-1 1-12 0,3 0-7 15,3 0 0-15,-1 1 28 16,2-1 19-16,0-2-58 0,3 2-30 0,4-4-3 16,2 0-41-16,-1-3 14 0,5-1 30 15,2 2 13-15,-1 0-11 0,5-2 10 0,0 1-12 16,-2 1-14-16,0 0-5 0,-1-1-6 16,0-1 12-16,-2 3 11 0,2 0-14 15,-6 0-6-15,-1 0 3 0,-2 0 19 16,-4 1 63-16,-2-1 32 0,1 1-1 15,-2 2-6-15,0-1-15 0,0 1 5 16,-6 3-22-16,-4 1-19 0,-1 1-12 16,-3-2-9-16,0 2-14 15,0-2 10-15,-1-1-12 0,1-2-1 0,1 2-18 16,1-4-15-16,2 0-28 0,0-2-29 16,2 0-22-16,2 0-35 0,3-3-22 15,-3 0-42-15,5 0-145 0,1-6-173 0,-2 3-196 16,2-5-474-16</inkml:trace>
  <inkml:trace contextRef="#ctx0" brushRef="#br0" timeOffset="16776.54">14488 4898 1079 0,'0'0'544'16,"0"0"-249"-16,0 0-113 0,0 0 26 15,0 0 31-15,0 0 25 0,0 0-36 0,0 0-138 16,0 0-46-16,0 0-2 0,0 0 31 16,-42 50 29-16,36-39 32 0,0 2-4 15,2 1-23-15,0 1-9 0,1-2-10 16,3 2-16-16,0-2-24 0,0-3-17 15,0-1-30-15,3-2-1 0,1-2-11 16,0-3-31-16,2 1-30 0,0-3-7 0,-2 0 4 16,0 0-7-16,5 0 0 15,-5-2 6-15,2-1 6 0,-2-2-22 0,1-2-10 16,1 0 10-16,-2-2 2 0,0-1-6 16,-1 1 9-16,1-3 7 0,1 4 19 15,-2-1 3-15,1 0-16 0,0-1-23 16,2 2-6-16,-3-2 16 0,1 4 15 15,-1 0 48-15,0 3 24 0,-2-1 25 16,1 2-5-16,-1-1 15 0,1 3 24 0,-2 0 31 16,0 0 13-16,0 0 23 0,0 0-16 15,0 0-17-15,0 0-32 16,0 0-36-16,0 0-25 0,0 0-16 16,0 0 6-16,0 0 10 0,0 0 28 0,0 0 8 15,0 0 5-15,0 0 20 0,0 0 0 16,0 0-4-16,0 0-12 0,0 0-17 15,0 0-12-15,0 0 0 0,0 0 0 16,0 0 6-16,0 0 1 0,0 0 2 0,0 0 4 16,0 0 2-16,0 0-5 0,0 0 2 15,0 0 13-15,0 0 10 0,0 0 15 16,0 0 19-16,0 0 13 0,0 0 5 16,0 0-11-16,0 0-27 0,0 0-24 15,0 3-7-15,0-3 3 0,0 0-3 16,0 1-3-16,0 0-3 0,0 0 6 15,0 0 7-15,0 1-24 0,0 1-17 0,0 2-2 16,-2 1-13-16,2 1-4 0,0-1 0 16,0 0 17-16,0 2-10 0,2-2 9 15,1-1 0-15,0 0 1 0,1-1-1 32,-3-1-13-32,2-1 14 0,0 0-1 0,0-1-13 0,0-1 13 0,-3 0 0 15,1 0 0-15,-1 0 0 0,0 0-9 0,0 2 12 16,0-2 0-16,0 0 1 0,0 0-1 15,0 0 0-15,0 1-1 0,0-1 0 16,0 0-1-16,0 0 0 0,0 0 2 16,0 0 2-16,0 1 1 0,0-1 12 15,0 0 1-15,0 0-4 0,0 0-10 16,0 0 0-16,0 0-2 0,0 0-2 16,0 0-1-16,0 0 0 0,0 0-10 15,0 0 1-15,0 0 0 0,0 0-1 0,0 0 10 16,0 0-15-16,0 0 5 0,0 0 10 15,0 0-12-15,0 0 14 0,0 0-1 16,0 0 2-16,0 0 0 0,0 0-3 0,0 0-25 16,0 0-59-16,0 0 0 15,0 0-11-15,0 0-15 0,0 0-23 16,0 0-35-16,0 0-76 0,-3 0-173 16,0 0-602-16,-3 0-277 0,18 0 714 0</inkml:trace>
  <inkml:trace contextRef="#ctx0" brushRef="#br0" timeOffset="18705.68">14266 5061 1596 0,'0'0'762'0,"0"0"-413"0,0 0-156 16,0 0-4-16,0 0 13 0,0 0-5 0,0 0-45 16,0 0-63-16,0 0-42 0,0 0 25 15,30-19 29-15,-12 8 13 0,5-4-14 16,4-2-29-16,0-4-21 0,3 0-16 15,1 0-6-15,-1-1-9 0,-3 3-16 16,-1 2 0-16,-3 3-3 0,-7 5 0 0,-2 0-12 16,-7 6-1-16,-4 1 11 0,-1 2 2 15,-2 0 28-15,0 0 12 0,-5 5 44 16,-5 4-59-16,-5 5-25 0,-8 3-31 16,-5 3 6-16,1 5 9 0,-8 1 15 15,1 1-11 1,-2-2 12-16,0 2 0 15,1-2 31-15,5-2-3 0,5-3 9 0,7-2 15 16,4-6 4-16,7-5-31 0,4-5-25 0,3-2-13 0,0 0 12 16,5-1-23-16,5-6 11 0,8-2 13 15,8-6 53-15,5-4-10 0,2-5-19 0,3 0 10 16,-2-3 12-16,3 0-6 0,-4 1 9 16,-1 3 0-16,-7 5-39 0,-5 4-10 15,-6 5-18-15,-7 4 0 0,-3 2 2 0,-3 2 1 16,-1 1-31-16,0 0-89 15,0 0-109-15,0 1-173 0,0 2-301 0,-7 0-768 0</inkml:trace>
  <inkml:trace contextRef="#ctx0" brushRef="#br0" timeOffset="19207.24">15006 4576 1805 0,'0'0'590'16,"0"0"-319"-16,0 0-74 0,0 0 62 0,0 0 41 15,0 0-46-15,0 0-84 0,0 0-44 16,0 0 0-16,0 0 33 0,0 0 71 15,-5-10-54-15,-4 14-57 0,-5 2-20 16,-1 3-84-16,-2-1-3 0,1 4 13 16,2 0 5-16,0 0-27 0,6 0-1 15,-1 0-2-15,5-5-15 0,4 0-9 16,0-2-7-16,0 1-6 0,4-2 22 16,8-2-7-16,-1 2 4 0,5-2 16 15,0 0 0-15,4 0 2 0,1-1 0 16,0 1 0-16,0-2-1 15,1 2-1-15,-4 0-1 0,-3-1-19 0,-5 3 1 16,-4-1-4-16,-3-1 25 0,-1 4 28 16,-2 0 12-16,-2 3 21 0,-7 3-3 0,-1 3-15 15,-5-1-15-15,-3 5-10 0,-2-1-17 16,1-2-1-16,0-3 0 0,4-2-40 0,2-4-15 16,-2-1-31-16,7-5-55 0,2-1-56 15,0 0-24-15,2-5-23 0,4-3-93 16,0-2-280-16,4-3-98 0,2 1-316 15,7-6-72-15</inkml:trace>
  <inkml:trace contextRef="#ctx0" brushRef="#br0" timeOffset="19465.3">15321 4510 1740 0,'0'0'1050'0,"0"0"-761"15,0 0-91-15,0 0 9 0,0 0 18 0,0 0 29 16,0 0-18-16,0 0-34 0,0 0-128 16,0 0-3-16,0 0 25 0,-67 51 33 15,59-36 15-15,-1 1-18 0,0 1-35 16,5-2-30-16,3 0-12 0,1-2-22 0,0-2-27 16,0-3-30-16,8-1-22 0,-1-1-30 15,2-2 2-15,3-2 16 0,0-2-12 16,3 0-10-16,4-5-19 0,1-5-46 15,-1-4-87-15,2 0-144 16,-1-4-121-16,-2 2-169 0,-4 3-345 0,8-6-168 16</inkml:trace>
  <inkml:trace contextRef="#ctx0" brushRef="#br0" timeOffset="19805">15544 4407 1041 0,'0'0'1651'0,"0"0"-1301"16,0 0-158-16,0 0-13 0,0 0-8 15,0 0 15-15,0 0-9 0,-59 70-23 16,56-59-38-16,3 1-42 0,0-5-15 16,0 1-6-16,0-3 3 0,4-1-16 15,0-2-28-15,4-1-12 0,-2-1-15 16,3 0-4-16,2 0 19 0,-1-5 0 0,3-2-18 16,-2-1-47-16,1-3-10 0,-2-1 4 15,-1 4-13-15,-4-2 15 0,1 5 28 16,-3 1 21-16,0 3 20 0,-3 1 15 15,1 0 30-15,-1 0 20 0,2 0-9 16,-2 0-34-16,1 3-6 0,2-2 3 0,1 0 52 16,2 2 3-16,3-1-2 0,-4-1-11 15,3 2-8-15,0-1-13 0,2-2-12 16,-1 0-13-16,3-2-15 31,-3-2-23-31,3-2-61 0,0-3-70 0,2-1-58 0,-2-5-26 0,0 0-204 0,-1-1-274 16,-5 5-508-16,-2-7-212 0</inkml:trace>
  <inkml:trace contextRef="#ctx0" brushRef="#br0" timeOffset="19980.33">15746 4207 2471 0,'0'0'528'0,"0"0"-374"16,0 0-128-16,0 0 79 0,0 0 108 15,0 0 66-15,0 0-75 0,43 74-65 16,-32-59-52-16,4-2-65 0,-4-1-22 15,1-1-37-15,2-3-79 0,-2-2-108 16,-2 0-98-16,3-4-217 0,-4 0-536 16,-4-2-399-16</inkml:trace>
  <inkml:trace contextRef="#ctx0" brushRef="#br0" timeOffset="20295.3">15957 4290 1846 0,'0'0'473'15,"0"0"-272"-15,0 0 31 0,0 0-42 16,0 0-14-16,0 0-64 0,0 0-48 0,0 0-32 16,87-66-20-16,-75 53 1 0,-4 2-10 15,-2 0 64-15,-2 3 0 0,-1-2-7 16,-1 2-9-16,-2-2 25 0,0 2 3 0,0 0 6 16,-6 0 0-16,-2 2-20 0,0 1 27 15,1 4 18-15,-4 1 23 0,3 0-27 16,-5 0-50-16,3 6-4 0,-1-1-12 15,-1 4-21-15,3 0 49 0,2 6 5 16,-2 2 23-16,6 1 35 0,3 1-14 16,0 2-26-16,5-2-15 0,5-3-30 15,3-1-25-15,0-1-9 0,6-4-12 16,-2 0-24-16,2-7-28 0,-2 0-39 16,-1-3-53-16,2-3-39 0,-2-3-107 15,2-6-205-15,-5 2-260 0,-1-7-975 0</inkml:trace>
  <inkml:trace contextRef="#ctx0" brushRef="#br0" timeOffset="23679.01">14178 6329 1372 0,'0'0'507'0,"0"0"-159"16,0 0-135-16,0 0-42 0,0 0-26 0,0 0-26 15,0 0-16-15,0 0-13 0,0 0 6 16,0 0-7-16,0 0 7 0,0 12 25 16,0-11 22-16,0 1-14 0,0 1-22 15,0-1-6-15,3-1-7 0,-3 2-27 0,4 0-24 16,-1 0-37-16,-2-1-6 0,2-2-15 15,1 2-1-15,1-2-12 0,1 0 3 16,-2 0-7-16,3 0 10 0,-1-2-3 16,-2 0 6-16,0-3 3 0,1 0-12 15,-4 3 12-15,1-3 13 0,-2 1 3 16,0 0 15-16,0 0 19 0,0-1-12 16,-6-1 22-16,0 4-5 0,-1-1-2 15,-3 2 4-15,3 1-38 0,-2 0 10 16,2 0-1-16,0 5 13 0,1-1 6 15,1-1 19-15,3-2-38 0,-1 3-10 0,3-3 17 16,-2 3 6-16,1-1 0 0,1 1 3 16,0-2 21-16,0 3 7 0,0 0 18 15,1 1-6-15,4-5-16 0,-1 5-32 16,0-3-20-16,3-1-37 0,-1-2-31 16,0 0-46-16,0 0-75 0,1-5-112 0,0-1-169 15,-1 1-197-15,-3-4-671 0</inkml:trace>
  <inkml:trace contextRef="#ctx0" brushRef="#br0" timeOffset="24233.06">15074 5614 2274 0,'0'0'459'0,"0"0"-241"16,0 0-86-16,0 0 18 0,0 0-3 15,0 0 9-15,0 0-55 0,0 0-44 16,0 0-26-16,0 0-18 0,-28 54 28 15,28-49 38-15,0 1 18 0,0-3-12 16,3-3-31-16,2 0-20 0,2 0-12 0,0 0 6 16,5-2 3-16,-4-5-12 15,3-2-17-15,-2 2-2 0,-1-1-2 0,-4 0 2 16,-1 3 0-16,-2 0 12 0,-1 2 7 16,0 3 25-16,0 0 2 0,0 0 4 15,-1 0-19-15,-2 0-28 0,-1 0 19 0,-1 0-22 16,1 0-1-16,-1 0-2 0,0 0-35 15,1 4-14-15,-1-1-26 0,1 0-59 16,3-1-77-16,-2 0-95 0,0 1-162 16,-1-1-503-16,1 1-602 0,53-25 974 0</inkml:trace>
  <inkml:trace contextRef="#ctx0" brushRef="#br0" timeOffset="24848.75">14294 6259 2722 0,'0'0'475'0,"0"0"-277"16,0 0-84-16,0 0-16 0,0 0 16 0,0 0-13 16,0 0-48-16,0 0-53 0,0 0-18 15,0 0-17-15,0 0 35 0,19 4 19 16,-3-15 3-16,7-6-10 0,3-5-10 16,3-5-2-16,4-6-10 0,6-5-9 0,4 0 17 15,3-5 2-15,4 1-1 0,4 0-12 16,1 1-5-16,1-1-5 0,-3 6 8 15,-5 1-1-15,-7 4-9 0,-6 5-7 16,-9 5-34-16,-9 7 40 0,-2 2 26 16,-7 5 3-16,0 2 22 0,-5 1 19 15,-2 4 29-15,-1 0 31 0,2 0 12 16,-2 0-5-16,0 0 10 0,0 0 7 16,0 0-38-16,0 2-56 0,0-1-33 15,0 1-1-15,0-1-16 0,0-1-8 0,-3 3-17 16,1 0-5-16,-2 0-20 15,1 0-33-15,-2 0-30 0,1 0-38 0,0 3-88 16,-5-1-159-16,5 0-374 16,-3 1-983-16,52-49 1126 0</inkml:trace>
  <inkml:trace contextRef="#ctx0" brushRef="#br0" timeOffset="37148.18">12715 3163 225 0,'0'0'170'0,"0"0"-79"16,0 0-91-16,0 0-26 0,0 0-105 0,0 0-107 16</inkml:trace>
  <inkml:trace contextRef="#ctx0" brushRef="#br0" timeOffset="40277.58">11623 4960 78 0,'0'0'167'0,"0"0"12"0,0 0-10 15,0 0 1-15,0 0 9 0,0 0-52 0,0 0-42 16,0 0-23-16,0 0 19 0,0 0 30 16,-25 12 3-16,21-12 36 0,4 1 32 15,-2-1-36-15,1 0-43 0,1 0-12 16,-2 0 0-16,2 0-1 0,0 0 1 15,0 0-1-15,0 0 1 0,0 0-17 16,0 0 10-16,0 0 12 0,0 0-3 16,0 2 3-16,0 1 26 0,0-3 15 0,0 3-7 15,0 0-82-15,0-1-45 0,0 1 23 16,0-1-24-16,2 1 13 0,1-2-2 16,1 1-10-16,2-2 19 0,1 0 20 15,0 0 18-15,3 0-16 0,2-6-3 16,-2 0-10-16,3-1-12 0,0-4 10 0,0-2-7 15,0 1-4-15,1-2-14 0,0-3 14 16,0 1-16 0,0-3 14-16,0-2-14 0,1 0 17 0,1-3-18 0,-1 0-1 15,0-1 0-15,1 5 0 0,-3-4 16 16,-4 4-16-16,0 1 1 0,-3 5 1 16,-3 3 26-16,-1 2 11 0,-2 4-8 15,0 0 6-15,0 0 4 0,0 2-22 16,0 1 2-16,0 1 1 0,0 0-3 0,0 1-19 15,0 0-11-15,0-1-2 0,0 1-15 16,0 0-9-16,0 0-23 0,-3 0-25 16,3-2-31-16,-3 2 12 0,3-2-10 15,-2 2-28-15,1 0-55 0,1 0-119 16,-3 0-144-16,3 0-71 16,-2 0-100-16,1 0-112 0,16 4 76 0</inkml:trace>
  <inkml:trace contextRef="#ctx0" brushRef="#br0" timeOffset="40845.79">11667 4994 117 0,'0'0'326'15,"0"0"-172"-15,0 0-69 0,0 0 61 16,0 0 183-16,0 0 10 0,0 0-56 15,0 0-46-15,0 0 29 0,0 0 12 16,0 0-1-16,6 1-14 0,-6-1-24 16,1 0-54-16,1 0-39 0,-2 0-42 15,3 0-26-15,0 2 17 0,4 0-1 16,1 1-21-16,3-1-17 0,0 1-34 16,2-1-4-16,3 0-15 0,3 1 13 15,-1-1-4-15,0 0 4 0,-1 1-16 0,-1-1-1 16,-1 4 1-16,-1 0 19 0,0 1 15 15,-5-1 6-15,-1 3-3 0,1-1 7 0,-3 0 12 16,1 0 21-16,-1 2-3 16,-2-3-34-16,0 2-38 0,2-1-1 15,-2 0 2-15,-1 1 19 0,-1 0 2 0,1-2 4 16,-3 1-16-16,0-1 7 0,0-3-19 16,0 1-2-16,0-4-2 15,0 0-23-15,0 1-16 0,0-2-22 0,0 0-6 16,0 0-21-16,0 0-45 0,0 0-71 15,0-4-57-15,0-3-31 0,0 1-160 16,0-3-58-16,-2 0-515 0,-2-4-332 16</inkml:trace>
  <inkml:trace contextRef="#ctx0" brushRef="#br0" timeOffset="41212.51">11809 4836 1239 0,'0'0'589'15,"0"0"-184"-15,0 0-111 0,0 0-55 16,0 0-11-16,0 0-39 0,0 0-36 15,0 0-48-15,0 0-32 0,0 0 22 16,0 0 32-16,8 27 71 0,-4-23 22 16,1 2-58-16,-1-1-44 0,2 3-13 15,4-1-6-15,-2 1-16 0,1 2-15 0,1 1-22 16,-1-2-9-16,0 2-13 0,-2 1-3 16,3 1-5-16,-6-2-14 0,2 0 1 15,-3 1 9-15,0-2-9 0,0-1-2 0,-3 1-1 16,0 0-20-16,0 1-109 15,-3 1-93-15,-3 1-97 0,-4 2-145 0,0-5-344 16,-6 9-793-16</inkml:trace>
  <inkml:trace contextRef="#ctx0" brushRef="#br0" timeOffset="42644.59">12231 4636 1125 0,'0'0'423'0,"0"0"-215"0,0 0-81 16,0 0-10-16,0 0 6 0,0 0 10 16,0 0 25-16,0 0 10 0,0 0-13 15,0 0-26-15,3 0 6 0,-3 3 37 16,0 0 42-16,0 3 2 0,0 1-108 16,0 6-71-16,0 3 4 0,0 4-6 15,0 6-16-15,0 4-16 0,0 6 10 0,0 2-12 16,0 9 1-16,0 3-2 15,0 7-14-15,0 2 12 0,-3 1-27 0,3 0-31 16,-3-1 13-16,3-6-10 0,0-4-16 16,0-4-29-16,0-4-38 0,0-7-54 15,0-1-15-15,0-8-103 0,1-2 28 16,1-4-89-16,1-6-56 0,-2-3-56 16,1-6 16-16,-1-1 28 0</inkml:trace>
  <inkml:trace contextRef="#ctx0" brushRef="#br0" timeOffset="43027.51">12130 5371 630 0,'0'0'587'0,"0"0"-323"0,0 0-163 0,0 0 3 16,0 0 42-16,0 0 84 15,0 0 81-15,0 0 9 0,0 0-47 16,0 0-64-16,0 0-56 0,13 35-42 16,-6-24-16-16,-1 1-28 0,1 1-23 0,0 1-41 15,2 2 8-15,1-2-11 0,-2-2 0 16,3 1-2-16,-2 0-20 0,2-2 22 16,-2-1 12-16,2 0-11 0,-4-2-1 15,2 0-2-15,1-1-14 0,-5-3 14 0,4-1-23 16,-1-2 10-16,0-1 14 0,-2 0-10 15,2 0 10-15,0-1 1 0,3-9 2 16,1-1 17-16,-2-3-17 0,3-4 0 16,-3-1-1-16,0-3-1 0,0 0-16 15,-1 0 3-15,-3-2-18 0,-2 4 18 16,-1-1-73-16,1 2-76 0,-4 4-75 16,0-2-242-16,0 6-676 0,0-6-249 0</inkml:trace>
  <inkml:trace contextRef="#ctx0" brushRef="#br0" timeOffset="43639.56">11761 3870 1482 0,'0'0'338'0,"0"0"-211"0,0 0-11 16,0 0 147-16,0 0 8 15,0 0-48-15,0 0-50 0,0 0-54 0,0 0-30 16,0 0 1-16,0 0 21 0,26 1 45 16,-26-1 33-16,0 0 10 0,0 0 8 15,0 2 23-15,-10 2-22 0,-2 3-107 16,-8 5-101-16,-6 6-31 0,-8 6-10 15,-4 5 20-15,-5 5 2 0,0 3 16 16,-2 1-18-16,-1 3-7 0,4-4-9 16,3 1-3-16,4-4-60 0,4-5-24 15,2-3-35-15,6-5 1 0,4-7-129 0,8-9-168 16,6-5 3-16,4 0-374 0,1-8-686 0</inkml:trace>
  <inkml:trace contextRef="#ctx0" brushRef="#br0" timeOffset="43993.51">11268 4067 1800 0,'0'0'387'0,"0"0"-209"15,0 0-43-15,0 0 24 0,0 0 34 0,-30 67 12 16,25-53-3-16,1 4-37 0,-2 0-69 16,3-1-46-16,1-1-2 0,-1 1 25 15,3-5 18-15,-2-1 22 0,2-1-15 16,0-3-62-16,0 0-36 0,2-2 0 16,5 1 11-16,3 0 18 0,0-1 8 15,3 1-21-15,3-4-4 0,-2 1-9 16,3-1-1-16,4-2 0 0,0 0-1 15,4 0-2-15,2-3-32 0,2-5-62 16,3-2 23-16,1-4 16 0,0 0-89 0,2-3-115 16,-2-1-135-16,-7 3-339 0,0 1-780 15</inkml:trace>
  <inkml:trace contextRef="#ctx0" brushRef="#br0" timeOffset="66540.23">4398 17298 2636 0,'0'0'473'0,"0"0"-415"0,0 0-56 16,0 0 28-16,0 0 85 15,0 0 19-15,0 0-14 0,17 75-50 16,-10-61-16-16,1 4 56 0,-1 0 16 16,-1-1-38-16,2 1-3 0,-2-3-10 0,0-2-25 15,-3-1-35-15,1-5-15 0,-3 0-3 16,1-5 0-16,-2-2-31 0,0 0 9 15,0 0 0-15,0-2-15 0,0-5-65 16,0-2-17-16,0-6 119 0,1 1-10 16,-1-5-12-16,0 1-13 0,0 2 36 15,0 0 2-15,2 4-28 0,-2 1-7 16,3 3 22-16,1 1-24 0,-1 1-8 16,3 0 7-16,-2 0 26 0,2 1-7 0,1 3 0 15,3 0 0-15,-1 2 15 0,1 0 4 16,0 0 0-16,1 4 51 0,4 4 50 15,-4 3-22-15,1 0-22 16,2 3-38-16,-4 1 38 0,1-2-23 0,-3-2-18 16,-2 0-4-16,0-1-9 0,-2-3-3 15,-1-3-47-15,-2-1-44 0,1-3-32 0,-1 0-41 16,1-4-62-16,2-4-7 0,-1-2 100 16,1-3 133-16,-1 2 3 0,-2-2 16 15,2 1 1-15,0 2-9 0,0 3-11 16,0 1-38-16,0 1-7 15,2 4 23-15,0 0-1 0,1-1 23 0,1 2 43 16,4 0 37-16,1 0-19 0,0 4 3 16,-1 2 22-16,1 5 29 0,-2-3-26 0,0 5-31 15,-3 2 2-15,2-2-22 0,-4-1-38 16,1 0 0-16,-2-4-165 0,-1-3-71 16,0-3-94-16,0-2-274 0,0 0-439 15,0-6 257-15</inkml:trace>
  <inkml:trace contextRef="#ctx0" brushRef="#br0" timeOffset="66718.78">4945 17330 52 0,'0'0'2539'0,"0"0"-2291"0,0 0-197 15,0 0 49-15,6 69 38 0,-3-51-20 16,2-2-46-16,-1-1-72 0,2-4-60 0,4-5-97 15,-3-2-161-15,3-4-98 0,3 0-191 16,-4-4-161-16,4-9-37 0</inkml:trace>
  <inkml:trace contextRef="#ctx0" brushRef="#br0" timeOffset="67042.92">5224 17270 378 0,'0'0'1228'0,"0"0"-1032"0,0 0 37 0,0 0 101 0,0 0 15 16,0 0-41-16,33 73-58 16,-26-60-59-16,-1 1-39 0,0-3-51 0,-3-1-44 15,2-5-57-15,-2-3-79 0,-2-2-25 16,1 0-11-16,1-5 33 0,3-4 79 16,0-5 3-16,-2-2 22 0,3-5-6 15,-1 1 9-15,-2 1-25 0,-1 2-1 0,3 5-21 16,-2 1-10-16,2 4-16 0,-2 2 7 15,0 3 41-15,1 2 0 0,1 0 48 16,1 0 53-16,3 5 14 0,1 4 8 16,4-1-13-16,-2 3-28 0,0 1-32 15,1 2-28-15,-2-1-11 0,-1-2-11 0,1-4-57 16,-5-3-150-16,0-1-72 0,0-3-85 16,-2-3-180-16,-5-7-91 0,0-2 69 15,0 1-40-15</inkml:trace>
  <inkml:trace contextRef="#ctx0" brushRef="#br0" timeOffset="67211.37">5026 17133 2035 0,'0'0'1939'0,"0"0"-1744"15,0 0-170-15,0 0-10 0,0 0 41 16,0 0-56-16,0 0-165 0,0 0-99 15,0 0-40-15,0 0 69 0,22-19-246 16,-9 9-500-16,7-1-459 0</inkml:trace>
  <inkml:trace contextRef="#ctx0" brushRef="#br0" timeOffset="67790.78">6088 17162 424 0,'0'0'2444'16,"0"0"-2239"-16,0 0-205 0,0 0 0 16,0 0 0-16,41 83 87 0,-28-63-14 15,1-1-12-15,1-1 12 0,-3-2 7 16,-1-4-17-16,-1 0-9 0,-3-6 3 15,-1-2-3-15,-3-1-45 0,-2-3-9 16,2 0-44-16,-2-10 44 0,2-1 13 0,0-5 53 16,-1-5-25-16,2-3 0 0,-4-6-6 15,0 3-34-15,0-2-1 0,0 1-16 16,0 2 0-16,0 2-15 0,3 5-10 0,-2 1-64 16,0 2-75-16,1 8-85 0,1-3-239 15,-3 8-521-15,0 3-389 0</inkml:trace>
  <inkml:trace contextRef="#ctx0" brushRef="#br0" timeOffset="68329.78">6419 17294 2516 0,'0'0'267'15,"0"0"-267"-15,0 0-3 16,0 0 3-16,0 0 61 0,0 0-51 0,15-75-10 15,-13 58-3-15,1 1-20 0,-3 2 23 16,0 1-1-16,0 2-45 0,-5 4 46 16,1 2 96-16,1 2-3 0,0 1 29 15,-2 2 38-15,0 0 22 0,1 3 8 0,-2 4-45 16,0 3-47-16,2 3-4 0,-2 2-31 16,5 1-60-16,1 1-2 0,0 2 12 15,0 2-10-15,7-2 38 16,-1-3 3-16,2 1 0 0,1-6-44 0,2-2-1 15,1-6-34-15,2 0-24 0,2-3-42 16,3-1 26-16,0-8 24 0,4-3-31 16,-3-4 38-16,-1-3-13 0,1-5-158 15,-2-2 52-15,-3 1-89 0,-3-3-324 16,-1 4 236-16,-5 4-745 0,0 3 690 0,-3 4 131 16,-2 4-85-16,1 5 323 0,1 1 26 15,-1 3 564-15,-1 0 104 0,1 7-124 16,1 4-220-16,0 0-123 0,0 3-23 15,0 0-17-15,2 0-16 0,3 3-22 16,-1-4 8-16,0 4 26 0,2-4 76 16,-2-1-24-16,0-4-70 0,-4-2-76 0,0-1 12 15,-3-5-18-15,0 0-26 0,0 0-31 16,0 0-12-16,0-6-64 0,0-4 7 16,0-4 69-16,0-5 54 0,-3-4-54 15,3-1-44-15,0 0-57 0,0 1-51 16,0 3-22-16,0 3-34 0,4 3-83 0,1 2-131 15,-1 0-83-15,0 4-243 16,6-2-37-16</inkml:trace>
  <inkml:trace contextRef="#ctx0" brushRef="#br0" timeOffset="68748.78">6884 16898 443 0,'0'0'1209'0,"0"0"-615"0,0 0-87 16,0 0-131-16,0 0-80 0,0 0-105 15,0 0-190-15,0 0-1 0,0 0 57 16,22 77-26-16,-15-55-9 0,3 2 4 0,0 3 18 16,-1-1 3-16,2-1-34 0,-2-1-11 15,0-4-2-15,-3-1 0 0,-1-7-13 16,-1 0-40-16,-1-6-14 0,0-2 1 0,-3-2-70 16,0-2-141-16,1-5-130 0,1-4 39 15,-2-2 191-15,1-4-21 0,1 0-32 16,-2-1-14-16,1 0 107 0,2 3 30 15,3-1 42-15,1 3 12 0,0 1 53 16,1 3 147 0,-3 2-75-16,2 2-69 0,-1-2 36 15,0 2 146-15,1 0 160 0,2 3-200 0,-2-1-80 0,-1 1-32 16,3 0 25-16,-1 0 155 0,1 3 48 16,1 6 76-16,-1-3-200 0,2 3-32 15,-1 2 0-15,0 2-7 0,2 1 57 16,-4-1-92-16,1 0-31 0,1 0-7 0,-3-2 6 15,1 0-31-15,-1 0-19 0,0-3-56 16,-1-3-64-16,1-4-32 0,0-1-23 16,2-4-206-16,-2-6-116 0,0-5-113 15,2-5-90-15,-2 4 109 0,3-10 324 0</inkml:trace>
  <inkml:trace contextRef="#ctx0" brushRef="#br0" timeOffset="69643.32">7378 16923 264 0,'0'0'479'15,"0"0"-322"-15,0 0-85 0,0 0 45 16,0 0 59-16,0 0 61 0,0 0 24 16,0 0 8-16,0 0 0 0,0 0-23 15,0 0-21-15,0 0-6 0,0 0-33 16,0 0-52-16,0 0-45 0,0 0-19 0,0 0-26 15,0 0-21-15,0 0-11 0,0 0 4 16,0 0 0-16,0 0 3 0,0 0 9 16,0 0-2-16,0 0-7 0,0 0-7 0,0 0 1 15,0 0 6-15,0 0 0 0,0 0 3 16,0 0-20-16,0 0 14 0,0 0-13 16,0 0-1-16,0 0-2 0,0 0-3 15,0 0-10-15,0 0 1 0,0 0-1 16,0 0 10-16,0 0 1 0,0 0 2 15,0 0 12-15,0 0-12 0,0 0-11 16,0 0-11-16,0 0-3 0,0 0-7 16,0 0-16-16,0 0 1 0,0 0-1 15,0 0 13-15,0 0 20 0,0 0 15 16,0 0 1-16,0 0 14 0,0 0 5 0,0 0 2 16,0 0 0-16,0 0 0 15,0 0-3-15,0 0-6 0,0 0-13 0,0 0-38 16,0 0 12-16,-1 0 11 0,1 0-4 15,-4-2-7-15,4 2 4 0,-3 0 20 16,0 0 1-16,0 0-34 0,0 5 35 0,0 0 9 16,0 1 55-16,0 2-17 0,0 1 10 15,-2 3-25-15,2 3-32 0,0 1-38 16,2 5 25-16,1 0 13 0,0 1 42 16,0 0-17-16,4-4-25 0,4-2-26 15,0-4-16-15,0-4-2 0,4-4-19 16,-2-2-33-16,0-2 4 0,3-5 5 15,0-6 40-15,-1-4 31 0,-1-4-20 16,1-2-66-16,0-3-33 0,0 0-13 16,3-1 16-16,2 1 106 0,0-2 26 15,0 1 27-15,2 1-27 0,-4 0-188 16,-4 3-181-16,-1 3 171 0,-6 5 65 0,-2 4 16 16,-2 5 117-16,0 2 81 0,-6 2 224 15,0 0 45-15,-2 3-43 0,-1 4-91 16,2 1-1-16,1 1-16 0,-1 0-40 0,3 1-60 15,1 2-30-15,0 1-28 0,1 0-37 16,2 3 21-16,0-1-25 0,0 4 13 16,3-1 53-16,2-2 10 0,3 0-1 15,-2-5-21-15,1-3-26 0,2-2-28 16,1-3-26-16,0-3-25 0,2 0-12 16,2-1-31-16,-4-7 15 0,3-2 9 15,0-3-34-15,-4 0-24 0,2-2-70 0,-2 1-10 16,-2-2 153-16,-1 3-209 15,1 1 45-15,-6 4 63 0,1 2 98 0,-2-1 6 16,0 3-26-16,0 3-32 0,0-2 19 16,1 0 39-16,1 2 7 0,-2 1-20 15,1-1-33-15,2-1-26 0,3 1-19 16,-2 0 6-16,2 0 111 0,2-1-189 16,-2 1-375-16</inkml:trace>
  <inkml:trace contextRef="#ctx0" brushRef="#br0" timeOffset="69972.41">7878 16646 1479 0,'0'0'1255'0,"0"0"-1075"0,0 0-65 15,0 0 68-15,0 0 56 0,-30 72-24 16,27-53-82-16,2 0-32 0,1 4-32 16,0-4-4-16,0 0-26 0,0-3-23 15,4-1-1-15,2-4 10 0,3-2-3 16,5 0-22-16,-1-1 2 0,3-1-1 0,-3-1 37 16,2 0-35-16,-1-4-2 15,-3 4 21-15,0-1 9 0,-3 1-28 0,-1 1 16 16,-1 0 21-16,-2 4 6 0,-4 2-46 15,0 3-12-15,-4 2-156 0,-6 5-143 16,-2-5-259 0,-12 7-743-16</inkml:trace>
  <inkml:trace contextRef="#ctx0" brushRef="#br0" timeOffset="70798.91">6077 17704 2519 0,'0'0'521'0,"0"0"-409"15,0 0-58-15,0 0 141 16,0 0 191-16,0 0-55 0,0 0-85 16,0 0-76-16,0 0-77 0,43 73-26 0,-28-38-45 15,3 4-1-15,0 2 10 0,-3-4-30 0,0-2 0 16,-4-5-1-16,-2-2-31 0,0-9-82 15,-2-2-67-15,-3-7-34 0,-3-2-71 16,1-5-129-16,-2-3-128 0,0 0-103 16,-6-5-111-16,-2-4-35 0,-2-2 220 15,1-1 395-15,-1 0 176 0,3 2 56 16,4 1 45-16,0 3 16 0,0 2 89 0,3 1-14 16,0 2 33-16,0-1 71 15,0 2-42-15,3-1-29 0,3 0-21 0,-2 0-9 16,6-4-43-16,0 1-61 0,2 0 38 15,5 0 10-15,-3 0-68 0,4 0 25 16,-2 1-95-16,-1 1 35 0,0 1-7 16,-2 1-26-16,0 0-3 0,1 0 29 15,1 3 13 17,-1 3-10-32,2-1-16 0,-1 0-13 0,2 2-3 0,-2-2-1 0,0-3-50 0,2 1 48 0,-2-2-16 0,-1-1 6 15,-1 0-25-15,2 0 19 0,-1-5 19 16,-3-2 0-16,1-3-3 0,-4-3 3 15,0-1 23-15,-2-1 3 0,-3-3 12 16,-1 0 10-16,-2 0-16 0,0 0 32 16,-2 1 36-16,-4 2-1 0,-2 3 6 15,1 3-19-15,-3 4 21 0,0 2 36 16,0 3 18-16,-1 3-52 0,-4 5-109 0,2 7-34 16,-4 1-51-16,3 2 6 0,2 0-75 15,3-4-56-15,6-2-154 0,-1-4-244 16,4-1-726-16</inkml:trace>
  <inkml:trace contextRef="#ctx0" brushRef="#br0" timeOffset="71110.25">7096 17611 1918 0,'0'0'1655'16,"0"0"-1420"-16,0 0-233 0,0 0 28 15,0 0 17-15,0 0 19 0,29 68-13 16,-18-48-12-16,1 1-18 0,-2-2-23 0,3-2-1 15,-3-4-15-15,1-1-69 16,-1-7-136-16,1-4-54 0,-4-1-95 0,3-6-228 16,-3-1-187-16,-1-9-454 0</inkml:trace>
  <inkml:trace contextRef="#ctx0" brushRef="#br0" timeOffset="71442">7308 17577 52 0,'0'0'2301'0,"0"0"-1901"0,0 0-188 0,0 0 3 0,0 0 5 0,0 0-14 16,21 82-45-16,-15-62-13 0,0-1-16 15,1-2-25-15,-1-3-35 0,-3-4-20 16,-2-3-52-16,2-2-34 0,-3-5 12 16,0 0 0-16,0 0-53 0,1-3-39 0,1-8-17 15,-2-3 131-15,3-4-2 0,-2-4-27 16,1 0-62-16,-1-2 6 15,1 3 15-15,2 2-3 0,0 3 19 16,2 2 13-16,0 5-10 0,1 2-32 0,-1 4 39 16,1 3 44-16,0 0 28 15,2 1 138-15,2 5-1 0,-1 5-11 0,2 3-56 16,1-1-44-16,-3 5 58 0,2-2-67 16,-3 1-28-16,0 0-17 0,0-4-48 15,-1-4-52-15,1-1-238 0,-2-7-40 0,4-1-142 16,0-5-42-16,-5-3 0 0,4-10-844 15</inkml:trace>
  <inkml:trace contextRef="#ctx0" brushRef="#br0" timeOffset="71709.67">7688 17434 980 0,'0'0'1967'15,"0"0"-1701"-15,0 0-225 0,0 0 14 16,0 0 21-16,-8 78-12 15,11-57-20-15,5 0 32 0,1-1 29 0,-1-1-14 16,4 1-15-16,-2-4 18 0,0-3 6 16,0-4-27-16,-1-4-60 0,-1-3-13 15,2-2-63-15,-1-2-25 0,0-6 34 16,-3-3 26-16,2-5-3 0,-1-1-10 0,-1-3-92 16,-2-2-12-16,1-2 27 0,-2 3-64 15,0-4-86-15,2 1-128 16,-2 1-22-16,1 0 224 15,1 3-300-15,-2 1-102 0,-3 3 231 0,1 4-69 0</inkml:trace>
  <inkml:trace contextRef="#ctx0" brushRef="#br0" timeOffset="72140.64">7860 17318 8 0,'0'0'124'15,"0"0"94"-15,0 0 23 0,0 0 118 0,0 0 204 16,0 0 19-16,0 0-19 0,0 0-94 16,0 0-150-16,0 0-132 0,1 19-156 15,1-11 39-15,-1 3 15 0,2 1 9 16,1 4 0-16,0-2 11 0,1 2-9 0,1 1-27 15,-1 0-13-15,4 0 6 16,-3-1-10-16,1 2-21 0,0-6-9 16,0-1-20-16,2-2-2 0,-3-2-22 15,0-2-5-15,1 0-4 0,1-4-38 0,1 0-5 16,0-1-7-16,1-1-47 0,3-6 11 16,-2-2 16-16,2-4 27 0,0 1 73 15,0-3-131-15,-4 1 63 0,-2-1-163 16,-1 3 98-16,-3 3 121 0,0 2 26 15,-3 2 6-15,0 3 61 0,0 2 44 16,0 0-13-16,0 0-13 0,0 0 10 16,1 0 2-16,3 2-13 0,-2 1 8 0,2 1-27 15,-1 3-60-15,1-1-18 0,2 2 0 16,0 1 50-16,4-3-37 0,-4 1-12 16,1-2 30-16,-1-2 37 0,1 0-18 15,-2-2-50-15,0-1-25 0,1 0-15 0,0-1-4 16,-1-4 4-16,2-3 12 0,-1-3 12 15,-2-3-15-15,-1 0-13 16,-1 1 7-16,-2-2 11 0,0 2-9 0,-2 1-15 16,-3 0 22-16,-1-1 6 15,0 0-29-15,-2 1-65 0,2-2-77 0,0 0-61 16,0 3-131-16,2 2-215 0,0 3-484 16,1 0-114-16</inkml:trace>
  <inkml:trace contextRef="#ctx0" brushRef="#br0" timeOffset="72558.1">8347 17169 2206 0,'0'0'797'0,"0"0"-503"0,0 0-132 16,0 0-25-16,0 0 36 0,0 0-6 15,0 0-76-15,0 0-43 0,-20 80-23 16,20-58 16-16,0-1 5 0,3 0 14 15,2-3 27-15,1-4 12 0,0-3-45 16,0-5-54-16,1-1-47 0,3-5-24 16,-3 0 6-16,0-2 2 0,2-7 29 15,-2 1 34-15,0-6-12 0,-1-4-88 16,0-4-26-16,-1-2 9 0,0-4-15 0,-5-2-58 16,0 1-52-16,0 4 32 15,0 0 14-15,-7 1 57 0,-2 2 75 0,2 0 63 16,-2 2 1-16,-1 4 52 0,4 5-11 15,2 2 53-15,1 6 98 0,2 3 102 16,1 3 20-16,0 6-93 0,-2 4-41 16,2 4-90-16,0 3-52 0,0 4 2 15,6 2-13-15,1-1-26 0,3 1 1 0,0-3 20 16,1-3-22-16,0-5-28 0,2-4-40 16,3-4-77-16,0-4-81 0,4-3-2 15,-1-5-141-15,-2-1-279 0,3-8-731 0</inkml:trace>
  <inkml:trace contextRef="#ctx0" brushRef="#br0" timeOffset="72842.46">8680 17180 1193 0,'0'0'511'0,"0"0"-384"16,0 0 45-16,0 0 113 0,0 0-4 16,0 0-61-16,0 0-18 0,0 0 38 15,0 0-58-15,4-69-84 0,-4 60-60 16,-3-1-19-16,0-1-6 0,0 0-12 15,-1-1 0-15,0 2 15 0,1 1 12 16,0 1 7-16,0 6 25 0,2-1 35 0,1 3 137 16,0 0 81-16,-3 3-13 0,1 5-49 15,-1 3-150-15,-1 1-64 0,-1 1-34 16,2 4 12-16,0 1 4 0,0 3 2 16,3-2 22-1,0 1-7-15,0-2-11 0,0-3 5 0,0 0 1 16,6-5-1-16,-1-1-30 0,1-2-6 0,3-2-37 0,-2-3-27 15,4-2-67-15,1 0-25 16,0-2-59-16,2-8-116 0,-4 2-392 16,3-9-744-16</inkml:trace>
  <inkml:trace contextRef="#ctx0" brushRef="#br0" timeOffset="73723.83">7845 17939 2214 0,'0'0'500'0,"0"0"-380"16,0 0-95-16,0 0 27 0,0 0 2 0,0 0 33 15,0 0-42-15,0 0 3 0,0 0 19 16,35-70-54-16,-29 56-12 0,-5 4-1 16,0 2 1-16,-1 4 21 0,0 1 16 15,0 2 64-15,-1-1 149 0,0 1-24 16,-2 1-86-16,0 0-18 0,-3 0-1 15,-1 0 2-15,1 5-59 0,-1 2-62 16,-3 4-2-16,0 2 1 0,1-1 42 16,2 1-23-16,1 2 35 0,-1 0-4 15,3 1-21-15,4 0-6 16,0-1 3-16,0 1 24 0,3-1-31 0,5 1-18 0,4-2-3 16,1 0-1-16,2-4 0 0,0 1-2 15,2-4-30-15,-1-2-4 0,0-4-34 16,1 0 9-16,2-1 16 0,-1 0-32 15,0-1-86-15,2-5-80 0,0 0-33 16,1-4-195-16,0-4-215 0,-5 3-453 0,3-10-30 16</inkml:trace>
  <inkml:trace contextRef="#ctx0" brushRef="#br0" timeOffset="74106.78">8170 17868 1319 0,'0'0'634'0,"0"0"-242"0,0 0-65 16,0 0 20-16,0 0-59 0,0 0-69 15,0 0 12-15,0 0 11 0,0 0-69 0,0 0-160 16,0 45-11-16,2-29 46 0,4-1 33 16,-2 0-31-16,2 0 18 0,0-3 9 15,-2-5-43-15,1-2-34 0,2-4-65 16,0-1 7-16,-1 0-8 0,3-2 4 16,0-8 13-16,-1-2 30 0,-1-5 19 15,2-4 1-15,-2-3-1 0,-5-2-1 16,0 0-18-16,-2-2-24 0,0 1-35 15,0 0 8-15,-8 0-24 0,-1 2 50 16,-1 0 44-16,-5 4 1 0,4 4 55 0,-1 5 13 16,4 4 23-16,2 3-11 0,3 3 9 15,0 2-3-15,3 0-15 0,0 0-4 0,0 0 3 16,0 6 3-16,0 3 12 0,1 2-80 16,2 5-6-16,2 3-3 0,5 5-43 15,0-1 6-15,3 2 18 0,3-2-2 16,1 1 2-16,2-8-33 0,1-1-29 15,-1-7-87-15,4-2-51 0,0-6-93 16,0 0-142-16,0-10-159 16,-4 3-412-16,5-11-241 0</inkml:trace>
  <inkml:trace contextRef="#ctx0" brushRef="#br0" timeOffset="74705.16">8536 17666 2119 0,'0'0'511'0,"0"0"-312"0,0 0 39 15,0 0 135-15,0 0-110 16,-29 70-127-16,29-54-58 0,0 1-6 0,3-3-25 16,5 1-20-16,1-7-27 0,0-2-25 0,2-1-48 15,-1-5-21-15,2-3 3 0,-1-6 22 16,1-7 50-16,-2 1 19 0,1-1 12 16,-2-1-12-16,-3 5-3 0,1 5 1 15,1 2-20-15,1 3 19 0,3 2 3 16,5 0 18-16,4 8-3 0,3 5 17 15,2 5 6 1,3 4-7-16,1 3-6 0,-3 4 1 0,-1 2 8 0,-3 0 17 16,-6 1 2-16,-2 0 7 0,-8 1 0 15,-4-4 2-15,-3-1 19 0,0-2-3 0,-6-5-29 16,-2-5 20-16,-4-5-29 16,2-4-40-16,-4-7-72 0,-1-3-43 0,-2-9-122 15,1-9 73-15,-1-3 76 16,4-2 15-16,4-2-6 0,5 2-28 0,4 3-1 15,0 3 70-15,3 0 19 0,4 0-23 16,0 0-2-16,2-2 43 0,2-3-28 0,1 0-41 16,-2 1-7-16,3-2 7 0,-2 0 2 15,0 0-73-15,-2 2 12 0,-1 1-9 16,-5 3 37-16,-1 3 85 0,-2 3 16 16,0 4 126-16,0 0 45 0,-2 2-29 15,-4 1-14-15,0 3-3 0,-1-1 3 16,3 4 15-16,-4 1 50 0,2 0 12 15,-1 4-38-15,-1 2-69 0,-1 4 5 16,2 4-10-16,1-2-9 0,-1 4 0 16,6 2-4-16,-1-1-40 0,2 5-15 15,3-3-8-15,8-1-17 0,2-4-3 16,5-3-24-16,1-3-23 0,1-5-30 0,2-3-1 16,0-7-21-16,3-6 5 0,-2-8-35 15,3-4-28-15,-2-7 75 0,-2-4-183 16,1-5-352-16,0-1-497 0,-7 11 141 15,3-15 223-15</inkml:trace>
  <inkml:trace contextRef="#ctx0" brushRef="#br0" timeOffset="74902.59">9121 17337 2300 0,'0'0'629'0,"0"0"-395"0,0 0-84 16,-45 81 85-16,35-49 62 0,6-1-51 16,4 0-134-16,0-1-43 0,7-3-20 15,7-4-49-15,5-4-6 0,1-5-7 0,5-4 13 16,-1-5 0-16,-1-2-10 0,-1-3-27 15,-5 0 3-15,-5 0-13 0,-5-3-1 16,-6 3 48-16,-1 3 71 0,-4 8-71 16,-11 5-261-16,-8 6-260 0,-8 6-255 15,5-6-480-15,-29 15-127 32</inkml:trace>
  <inkml:trace contextRef="#ctx0" brushRef="#br0" timeOffset="75339.87">7975 17981 840 0,'0'0'508'0,"0"0"-62"0,0 0-73 16,0 0-78-16,33-75-56 0,-26 54-114 16,-2-2-51-16,-4 3-16 0,-1-2 3 15,-1 3-29-15,-7 2 54 0,-3 2-28 16,-2 1-13-16,-2 2-7 0,-3 3-38 15,0 4-23-15,0 3-88 0,-1 2-136 0,2 0-276 16,-6 10-948-16</inkml:trace>
  <inkml:trace contextRef="#ctx0" brushRef="#br0" timeOffset="87225.65">23509 7127 52 0,'0'0'20'0,"0"0"-1"0,0 0 47 16,0 0-37-16,0 0 0 0,0 0 23 16,0 0 4-16,0 0-20 0,0 0 3 0,-65-55 13 15,57 49-29-15,-1 3 26 16,-2 0 52-16,-1 0-23 0,0 0-13 0,1 2 40 15,2 1 18-15,3-2-12 0,2 2-3 16,0-1 28-16,2 1-18 0,1 0-44 16,1-1-31-16,0-1-24 0,0 2-19 0,0 0-19 15,0 0-14-15,0-1 14 0,0 1 19 16,0 0 2-16,0-2 11 16,0 2-13-16,0-2-12 0,0 2 10 0,0 0-11 15,0-1-4-15,0-1-5 0,1 1-24 16,1-2-25-16,2 2-30 0,-1-4-33 15,0 4-13-15,0-2 4 0,-2 2-33 16,1 1-59-16,-2 0 7 0,0 0 28 0</inkml:trace>
  <inkml:trace contextRef="#ctx0" brushRef="#br0" timeOffset="97744.2">2133 4574 1231 0,'0'0'508'0,"0"0"-200"0,0 0-16 0,0 0 47 15,0 0 31-15,0 0-54 0,0 0-56 16,0 0-36-16,0 0-16 0,0 0 8 16,0 0 13-16,1-2 2 0,-1 8-1 15,-4 4-10-15,-5 6-95 0,2 4-49 16,-5 8-15-16,2 4 6 0,3 5 51 16,-3 3-37-16,6 5-38 0,2 0-25 15,2 1-3-15,0-3 0 16,3-2-15-16,5-4-22 0,3-4 19 0,2-5-36 15,1-4-10-15,1-7-42 0,3-3 7 16,0-6-29-16,0-4-30 0,4-4-58 0,-3-5-115 16,2-7-122-16,2-6-143 0,-2-4-379 15,-6 5-231-15,7-15-361 0</inkml:trace>
  <inkml:trace contextRef="#ctx0" brushRef="#br0" timeOffset="98071.83">2372 4648 2812 0,'0'0'544'16,"0"0"-375"-16,0 0 15 15,0 0-5-15,0 0 13 0,0 0-36 0,0 0-25 16,0 0 8-16,0 0-52 0,30 69-66 16,-18-48-8-16,-1 0-13 0,1-1-16 15,-2-1-12-15,1 0-33 0,-2-2-97 16,1 2-98-16,0-5-175 0,-3 1-235 15,-1-5-321-15,-3 7-338 0</inkml:trace>
  <inkml:trace contextRef="#ctx0" brushRef="#br0" timeOffset="98338.62">2634 4867 2179 0,'0'0'466'0,"0"0"-376"16,0 0 61-16,0 0 70 0,0 0 25 16,0 0-36-16,28 72-64 0,-23-58-83 15,-2 0-63-15,0-3 0 0,0 1-32 16,-2-3-41-16,-1 1-88 0,0-3-97 15,0 0-184-15,-1-1-292 0,-5-4-515 0</inkml:trace>
  <inkml:trace contextRef="#ctx0" brushRef="#br0" timeOffset="98740.59">2769 4564 745 0,'0'0'319'16,"0"0"-23"-16,0 0 153 0,0 0-134 0,0 0-101 16,0 0-36-16,0 0-56 0,77-22-3 15,-64 19-16-15,0 3 3 0,1 0-6 16,-2 0 28-16,-1 2-10 0,2 3-26 15,-4 0 0-15,4 4-3 0,-6 0-7 16,2 1-9-16,-3 2-13 0,-2 2-13 16,3 2 16-16,-4-1-7 0,-3 3-2 15,0 0 0-15,0 0 2 0,0-1 4 0,0-1-14 16,0-1-2 0,0 0 12-16,0-3-4 0,0-4-17 15,0 0-33-15,0-3-2 0,0-2-16 0,0-1-18 16,0-1-6-16,3-1 3 0,0 0 9 0,1 0 12 15,0-3 13-15,4-2-31 16,0-4-63-16,1-3-101 0,0 0-67 0,2-4-68 16,-2-2-177-16,-2 5-272 0,-1-9-528 0</inkml:trace>
  <inkml:trace contextRef="#ctx0" brushRef="#br0" timeOffset="98989.14">3050 4298 2032 0,'0'0'647'0,"0"0"-434"0,0 0-124 16,0 0 68-16,0 0 121 0,0 0 23 16,0 0-59-16,87 23-34 0,-61-12-15 15,1 3 42-15,2 3-54 0,0 2-37 16,0 2-21-16,-3 1-47 0,0 2-39 15,-3 0-19-15,-6 1-15 0,-3 3 0 16,-5-1 0-16,-6 2-3 0,-3 0-63 0,-3 0-108 16,-10-1-133-16,0-7-248 15,-13 3-1062-15</inkml:trace>
  <inkml:trace contextRef="#ctx0" brushRef="#br0" timeOffset="100088.99">28812 8946 1315 0,'0'0'789'0,"0"0"-562"0,0 0-91 0,0 0 58 15,0 0 79 1,0 0 60-16,0 0-37 0,0 0-15 0,0 0-57 0,-34 55-40 16,21-40 5-16,-2 0 43 0,0 0 13 15,0 1-49-15,-2 3-53 0,0 1-42 16,1 3-41-16,-3 4-8 0,6 2-19 16,-1 1-15-16,5 0-18 0,2 0-3 15,4 0-25-15,3-5-23 0,0-1-40 16,4-4-28-16,5-3-40 0,4-4 6 0,0-2-40 15,4-3-103-15,2-4-170 0,4-2-214 16,-6-2-303-16,8-5-174 0</inkml:trace>
  <inkml:trace contextRef="#ctx0" brushRef="#br0" timeOffset="100433.24">29144 9018 2383 0,'0'0'1078'16,"0"0"-745"-16,0 0-135 0,0 0-4 15,0 0 55-15,0 0-94 0,0 0-26 16,-6 73-40-16,5-50-46 0,1 1-20 16,0 0-23-16,0 1-4 0,1-1 1 0,2-1 2 15,0-3-1-15,0-2 0 16,1-2-13-16,-1-3-19 0,-2-4-52 16,1-1-77-16,-1-2-88 0,-1-2-153 0,2 0-322 15,-2-2-652-15,1-2-427 0</inkml:trace>
  <inkml:trace contextRef="#ctx0" brushRef="#br0" timeOffset="100688.68">29341 9293 2076 0,'0'0'557'0,"0"0"-348"0,0 0 16 16,0 0 69-16,0 0 105 0,0 0-78 0,12 74-50 15,-12-56-91-15,0-2-91 0,-3 1-36 16,-1 0-25-16,-1 1-10 0,-1-2-17 16,-2 0-1-16,1-1-2 0,-2-2-66 15,-1-1-105-15,0-6-147 0,1 0-193 16,5-1-288-16,-3-5-685 0</inkml:trace>
  <inkml:trace contextRef="#ctx0" brushRef="#br0" timeOffset="101072.99">29713 9076 1782 0,'0'0'529'0,"0"0"-322"15,0 0 22-15,0 0-30 0,0 0-35 16,0 0-43-16,0 0-19 0,84 7-19 16,-71-3-23-16,-2 2-12 0,2-2 6 15,-4 2 28-15,-2-2 28 0,-1 3 16 16,-2 0 3-16,-2 0 16 0,-2 3 23 15,-2 2-13-15,-6 1-47 0,-4 0-34 16,-2 5-28-16,-4 0-15 0,-2 0-16 16,4 1-13-16,-1-2 17 0,2-1-4 0,4-1-15 15,7-4-1-15,1-1-27 0,1-4 4 16,2-4-4-16,0 3-3 0,2-4 7 16,4 1 2-16,2 0 7 0,4-2 14 15,1 0-15-15,4-4-12 0,-1 0-21 16,4-4-59-16,3-1-116 0,-1-1-118 0,0-2-241 15,-4 2-571-15,8-3-270 0</inkml:trace>
  <inkml:trace contextRef="#ctx0" brushRef="#br0" timeOffset="101336.83">30203 8868 2636 0,'0'0'737'0,"0"0"-524"0,0 0-121 15,0 0 72-15,36 67 157 16,-21-39-23-16,0 5-51 0,0 2-23 16,-1 2-68-16,-5-1-56 0,0 0-39 0,-4-1-18 15,-3-4-25-15,-2-2-18 0,0-4-2 16,-6-3-31-16,-5-3-62 0,-8-1-177 15,-6-3-249-15,2-3-797 0,-21 2-1168 0</inkml:trace>
  <inkml:trace contextRef="#ctx0" brushRef="#br0" timeOffset="104650.04">4995 5666 1353 0,'0'0'731'0,"0"0"-436"16,0 0-72-16,0 0-1 16,0 0 22-16,0 0 12 0,0 0-47 0,0 0-19 15,0 0-42-15,-65-2-44 0,52 4-15 16,-3 2 1-16,3 2 13 0,-4 0-7 16,4 4 4-16,-6 1 2 0,3 2-7 15,-4 1 4-15,0 5-19 0,-2 4-10 16,-3 1-9-16,0 3-6 0,-1 1-9 0,0 0 0 15,4 3-12-15,2-2-19 16,3-4-13-16,4-1-2 0,7-5-22 16,3-3-17-16,3-3-16 0,0 0-16 0,6-1-23 15,3-3-45-15,1-2-49 0,4-2-69 0,2-3-150 16,0-1-214-16,0-1-114 16,-5 0-363-16,4 0-27 0</inkml:trace>
  <inkml:trace contextRef="#ctx0" brushRef="#br0" timeOffset="105270.94">4914 5888 1340 0,'0'0'429'16,"0"0"-215"-16,0 0 72 0,0 0-34 15,0 0-36-15,0 0-23 0,0 0-36 16,0 0-26-16,0 0-38 0,0 0-23 16,82-9-16-16,-72 9 0 0,-4 2 6 15,0 3 26-15,-3 4 18 0,-2 0 6 0,-1 3-9 16,0 0-26-16,0 2-18 0,-3 3-19 15,-4-3-10-15,-3 1-6 0,3-1-10 16,-5 1 4-16,1-1-1 0,-1 1 4 0,-1-2 3 16,-1 0-3-16,0 0-4 0,2-1 7 31,2-2-7-31,1-1 13 0,4-1-3 0,0-3-9 0,4 0-15 0,1-3 11 16,-2 1-12-16,2 1-3 0,0-1-8 15,0 1 11-15,0-1 12 0,3 0 10 16,1 1-7-16,2 0-2 0,0-1-10 15,-2 2 12-15,5 0-2 0,-2 0-11 16,0-1-1-16,0 3-1 0,2 0-1 16,-2-1 1-16,-1 1-1 0,1-3-1 15,-1 2-14-15,-2 0-6 0,1-1-33 16,2 0-85-16,-3 0-155 0,-1-2-194 16,0 0-496-16,0 0-550 0</inkml:trace>
  <inkml:trace contextRef="#ctx0" brushRef="#br0" timeOffset="105616.06">5166 6299 385 0,'0'0'2041'16,"0"0"-1455"-16,0 0-202 0,0 0-39 16,0 0-100-16,0 0-12 0,0 0-28 15,0 0-45-15,0 0-42 0,-22 67-48 16,15-53-18-16,0 2-18 0,-4 2-12 0,-1-1-11 15,1-1-11-15,-1 0-22 0,0-2-67 16,1-3-163-16,1-2-152 0,2-2-278 16,4-5-767-16,-4-2-527 0</inkml:trace>
  <inkml:trace contextRef="#ctx0" brushRef="#br0" timeOffset="106227.01">5319 6184 615 0,'0'0'1281'0,"0"0"-908"0,0 0-189 16,0 0-22-16,0 0-43 0,0 0-36 15,0 0 1-15,0 0 19 0,0 0-7 16,0 0-29-16,36 6 0 0,-33-5 7 0,1 0 34 16,-1 0 28-16,-3 3 29 0,3-1 18 15,-3 1-7-15,0 1-42 0,0-1-50 16,0 0-18-16,0 2-11 0,0 0-8 16,-3 1-10-16,-1 2-9 15,1 0 3-15,-2 3 9 0,1-2-19 0,0 3 10 16,-3-2 12-16,1 0-6 0,0 1-12 15,0 0-22-15,2-3 10 0,0 0-13 16,1-2-15-16,3-1 3 0,0 0-1 16,0-1-8-16,0-2-4 0,0 2 4 15,0 2 5-15,3-2-9 0,2 1 1 16,3-2 5-16,-1 0 18 0,3 1-14 0,1 1 13 16,1-1-1-16,-1-1 2 0,0-1-1 15,-1 2-1-15,0-1 0 0,-3 1 3 16,-1 0 0-16,-2-1 3 0,-1 3 24 0,0-1 1 15,-3 1-3-15,0 2-1 0,0-2-2 16,0 3 3-16,-3-3-7 0,-3 0-6 16,-1 4 10-16,-3-3-1 0,0 1-5 15,-2 0-4-15,-2 1 6 16,1 1 10-16,-1-2 0 0,2-1 5 0,2 2 1 16,0-3 0-16,4-2-4 15,2 0-11-15,1-1-19 0,3-1-18 0,0 2-15 16,0-1-7-16,0 0 12 0,0 1 1 15,0 0-10-15,0 2-40 0,0-2-58 16,-2 2-137-16,-2 0-239 0,-1-2-631 16,-1-1-721-16</inkml:trace>
  <inkml:trace contextRef="#ctx0" brushRef="#br0" timeOffset="106553.48">5564 6336 1360 0,'0'0'706'0,"0"0"-253"16,0 0 30-16,0 0-36 0,0 0-131 15,0 0-61-15,0 0-11 0,0 0-20 16,27 86-21-16,-21-58 24 0,-3 3-19 0,1 4-34 16,-1 2-13-16,-1 2-31 0,-2 5-39 15,0 0-48-15,-6 3-19 0,-3-2 12 16,-5-1-18-16,-2-5-18 0,-4 0-20 16,-3-5-101-16,-3-2-119 0,-3-6-116 15,9-8-271-15,-25 5-963 0</inkml:trace>
  <inkml:trace contextRef="#ctx0" brushRef="#br0" timeOffset="107837.3">28879 9972 391 0,'0'0'401'0,"0"0"-192"0,0 0-14 15,0 0 76-15,0 0-5 0,0 0-61 16,0 0-72-16,0 0-32 0,0 0-8 0,37-43-28 16,-34 40-23-16,0 1-13 15,0-1-26-15,-2 2-3 0,1 1-3 16,-2-2 3-16,0 2 0 0,0 0 33 0,0 0-21 15,0 0-12-15,0 0 0 0,0 0 17 16,0 0 22-16,0 0-4 0,0 0-19 16,0 0-16-16,0 0-3 0,0 0 0 15,0 0-10-15,0 0-3 0,0 2-30 0,0-2-31 16,0 0-4-16,0 0 26 0,0 0-7 16,0 0 7-16,0 0 32 0,0 0 23 15,0 0 38-15,0 1 27 0,-2 0 3 16,0 3-68-16,-1-1-113 0,0 0-169 15,1 0-138-15,-1 0-202 0,18-21-231 0</inkml:trace>
  <inkml:trace contextRef="#ctx0" brushRef="#br0" timeOffset="108571.7">28938 9733 46 0,'0'0'593'16,"0"0"-84"-16,0 0-116 0,0 0-45 15,0 0-40-15,0 0-7 0,0 0-27 16,0 0-33-16,0 0-42 0,0 0-40 0,0 0-31 16,0 0 5-16,0-2 37 15,0 2 40-15,0 0 26 0,0 2-22 0,0 0-7 16,0-1-8-16,-2 4 6 0,-2 0-34 15,-3 3-98-15,-3 3-36 0,0 2-4 16,-3 4 0-16,1 2-5 0,-2 4 2 16,2 2-3-16,2 3 1 0,3 0 2 15,3 0-12-15,2 0-16 0,2-2-2 16,0-2 0-16,6-4-18 0,4 1-3 16,-3-3-3-16,4-1-10 0,1-3-23 0,-3-2-32 15,3-1-57-15,-1-5-67 0,-1 0-51 16,2-2-79-16,-2 0-154 0,0-4-160 15,-4 4-339-15,8-4-149 0</inkml:trace>
  <inkml:trace contextRef="#ctx0" brushRef="#br0" timeOffset="110328.56">28732 9844 1218 0,'0'0'322'16,"0"0"-153"-16,0 0 85 0,0 0-56 16,0 0-20-16,0 0-33 0,0 0-9 15,0 0 28-15,0 0 19 0,0 0 16 16,0 0 75-16,46-31 62 0,-50 37-21 15,-5 1-110-15,-4 4-136 0,-6 2-51 16,-4 5-2-16,-1-2 2 0,-1 3 4 0,-1-1 0 16,0 1 6-16,6-2 18 0,4-4 6 15,5-2-24-15,5-5-9 0,3-3-19 16,3 0-28-16,0-3-21 0,0 0-7 16,7 0 34-16,6 0 22 0,3 0 3 15,7-9 12-15,2 0-15 0,2-1-1 16,0 1-15-16,-2 0 1 0,1 1 14 0,-3 3-11 15,0 0-4-15,-4 2 4 0,-5 2-1 16,-2 1-5-16,-5 0 5 0,-3 0 13 16,-4 0 36-16,0 3 60 0,0 4 9 15,-7 5-34-15,-3 4-37 0,-5 3-19 16,-3 3-2-16,-2-1 2 0,-1 3-3 16,4-1-11-16,3-5-1 0,2-1 16 15,5-6-16-15,4-3-27 0,3-4-25 0,0-3 3 16,3-1 18-16,6 0 31 0,3-1 17 15,5-7 2-15,4-2 5 16,5-5-21-16,4 0 0 0,2-2-3 0,-2 1-3 16,2 1-21-16,-8 5 5 0,-2 4 7 15,-6 1 9-15,-9 4 3 0,-1 1 15 16,-3 0 62-16,-3 6 71 0,0 0 102 16,0 4-58-16,0 3-104 0,-6 4-42 15,0 2-22-15,0 1-12 0,-2-1-9 16,1-3-3-16,2-1-85 0,1-5-149 0,4-1-130 15,0-5-220-15,0-1-830 0,0-3-734 0</inkml:trace>
  <inkml:trace contextRef="#ctx0" brushRef="#br0" timeOffset="111004.04">28839 10559 2425 0,'0'0'791'0,"0"0"-340"16,0 0-56-16,0 0-50 0,0 0-8 15,0 0-89-15,0 0-108 0,0 0-21 16,0 0-9-16,-77 77 17 0,57-57 22 16,1 3 11-16,-1 1-21 0,0 2-45 15,5 2-34-15,1-4-18 0,8-2-33 16,2-1-9-16,4-3-30 0,0-2 0 15,9-3 3-15,5 0-30 0,3-1-52 16,6-7-45-16,2 1-67 0,2-6-29 0,3 0 25 16,-1 0-109-16,0-6-159 15,-2-1-454-15,-8 2-347 0,9-6-427 0</inkml:trace>
  <inkml:trace contextRef="#ctx0" brushRef="#br0" timeOffset="111352.89">29079 10643 1737 0,'0'0'587'16,"0"0"-380"-16,0 0 15 0,0 0 67 15,0 0 8-15,0 0-61 0,0 0-44 16,78-11-47-16,-62 11-23 0,1 0-14 0,-1 0 7 15,1 0 0-15,-2 4-25 0,-2-3-25 16,-5 3-25-16,-2 1 0 0,-3 2 37 16,-3 2 46-16,0 3 6 0,0 4-34 15,-6 1-25-15,-4 2-24 0,-4 0-19 16,-1 0 7-16,1-2-1 0,5-3-6 0,0-2 7 16,5-3-4-16,1-4-20 0,3-1-10 15,0-1-27-15,0-1 0 0,0 2-1 16,0-3 1-16,6 1 0 0,0-2 24 15,1 0-21-15,4 0-73 0,1 0-69 16,0-2-15-16,2-2-87 0,1-2-188 16,-3 2-562-16,4-3-496 0</inkml:trace>
  <inkml:trace contextRef="#ctx0" brushRef="#br0" timeOffset="111551.91">29431 10799 2699 0,'0'0'613'0,"0"0"-521"16,0 0 0-16,0 0 111 0,0 0 156 16,0 0-84-16,0 0-86 0,30 79-57 0,-30-60-39 15,0 4-44-15,-7 0-6 16,1 1-13-16,-1-4 19 0,-2-4-49 0,2-5-98 16,4-4-182-16,0-6-142 0,3-1-285 15,0 0-702-15,0-13-275 0</inkml:trace>
  <inkml:trace contextRef="#ctx0" brushRef="#br0" timeOffset="112088.61">29760 10619 650 0,'0'0'1983'0,"0"0"-1645"16,0 0-322-16,0 0 77 0,0 0 28 15,0 0 45-15,0 0-42 0,87-18-38 16,-64 18-1-16,0-1-6 0,-2 1-13 16,-3 0 16-16,-6 0 0 0,-1 1 28 15,-6 5 34-15,-4 0 73 0,-1 5 24 16,0-3-78-16,-3 6-83 0,-3 0-25 16,-5 0-25-16,-1 2-11 0,-2-1-16 0,-2 2 9 15,-1-1-9-15,-1-1 12 0,1 1-13 16,4-4 10-16,2-1-8 0,5-4-4 15,3-6-4-15,2 3-29 0,1-2-10 16,0-2-15-16,0 1 0 0,4 1 55 16,2 0-12-16,5-1 15 0,1-1 3 15,2 2 9-15,2 0-12 0,1 0-2 16,1 4-11-16,-1 0 13 0,-4-1 0 16,1 3-1-16,-8-1 1 0,-2 2 15 15,-2 0 28-15,-2 1-1 0,-3 1-20 0,-6 1-21 16,-5-1-1-16,-1-1-55 0,0 0-105 15,0-3-126-15,1-7-131 0,2 0-263 16,5 0-600-16,0-17-289 0</inkml:trace>
  <inkml:trace contextRef="#ctx0" brushRef="#br0" timeOffset="112318.59">30192 10534 1152 0,'0'0'1732'0,"0"0"-1293"15,0 0-154-15,77 54 166 16,-45-29-108-16,4 6-62 0,-1 4-63 0,-3 0-53 16,-5 0-122-16,-10-2-24 0,-7 1-19 15,-10-3-55-15,-3-2-70 0,-15-4-130 16,-9 0-184-16,3-7-761 0,-29 6-1020 0</inkml:trace>
  <inkml:trace contextRef="#ctx0" brushRef="#br0" timeOffset="113687.48">3610 8251 2824 0,'0'0'713'0,"0"0"-476"0,0 0-36 15,0 0-19-15,0 0-7 0,0 0-14 0,0 0-25 16,0 0-16-16,-81 71-31 0,68-49-25 16,0 4-15-16,-4 3 6 0,2 1 12 15,-2 4 10-15,2 0-4 0,0 1-34 16,3 1-26-16,1-5-13 0,4-1-25 0,2-3-14 16,5-5-68-16,0-1-92 0,3-7-56 15,7-1-104-15,6-2-225 0,1-4-418 16,-5-1-185-16,12-1-49 0</inkml:trace>
  <inkml:trace contextRef="#ctx0" brushRef="#br0" timeOffset="114049.52">3832 8438 2835 0,'0'0'703'0,"0"0"-451"15,0 0 0-15,0 0 5 0,0 0-41 16,0 0-18-16,-16 88-11 0,13-60-31 16,1 2-43-16,1 1-52 0,-1-2-28 15,1-2-5-15,1-2-28 0,-2-3-20 16,2-4-44-16,0-1-80 0,0-4-73 0,0-3-48 16,0-1-122-16,0-4-271 15,0-2-601-15,2-3-456 0</inkml:trace>
  <inkml:trace contextRef="#ctx0" brushRef="#br0" timeOffset="114368.99">4015 8743 3034 0,'0'0'700'0,"0"0"-471"16,0 0-2-16,0 0-1 0,-15 67-59 15,11-45-49-15,-2-1-45 0,2 0-45 0,1-2-28 16,0-1-74-16,-1-3-95 0,2 0-33 16,1-5-81-16,1-4-190 0,-2-2-505 15,2-4-445-15</inkml:trace>
  <inkml:trace contextRef="#ctx0" brushRef="#br0" timeOffset="114920.73">4336 8575 2511 0,'0'0'675'0,"0"0"-404"16,0 0-17-16,0 0-81 0,0 0-57 16,0 0-15-16,0 0-10 0,0 0-13 0,0 0-29 15,0 0-15-15,0 0 16 0,-52 54 31 16,43-34 45-16,2 1 50 0,-3 2-32 16,3 1-46-16,4-3-31 0,0 0-31 15,3-5-36-15,0-1 0 0,4-5-33 16,7-1-13-16,0-2 12 0,2-1 13 15,3-2-4-15,0 3 1 0,-1-2 3 16,0 0 8-16,-1-2 10 0,-2 5 2 16,-2-1 1-1,-1 0 2-15,-4 1 29 0,0 4-10 0,-2-1-8 0,-3 1 32 16,0-2-11-16,0-1-16 0,-2-2-18 16,-4-1-18-16,1 0-6 0,-4-2-4 0,2-3-15 15,0-1-15-15,-1 0 18 0,0 0 22 16,4-5-4-16,1-2 1 0,0-5-10 15,0 0 7-15,3-3 5 0,0-1 7 16,0-3-3-16,0 0 11 0,6-1-36 0,-2 0 22 16,6 1 2-16,-1-3-14 0,-2 0-10 15,5 0-10-15,-4-1-12 0,1 4-3 16,-3 3-12-16,-2 1-11 0,-3 5-30 16,-1 0-40-16,0 3-59 0,0 1-122 15,-1 1-180-15,-2 3-198 0,-1-1-524 16</inkml:trace>
  <inkml:trace contextRef="#ctx0" brushRef="#br0" timeOffset="115150.78">4552 8568 2553 0,'0'0'620'16,"0"0"-374"-16,0 0 36 0,0 0 14 15,0 0-20-15,0 0-31 0,91 63-20 0,-72-38-48 16,1 4-42-16,0 5 2 0,-1 2-48 16,-5 5-59-16,-2 1-15 0,-6 3 0 15,-6 3-15-15,0 0-29 0,-8-1-84 16,-3-4-116-16,-5-5-99 0,6-12-363 16,-15 5-1074-16</inkml:trace>
  <inkml:trace contextRef="#ctx0" brushRef="#br0" timeOffset="116321.27">29513 9697 434 0,'0'0'1917'0,"0"0"-1604"16,0 0-239-16,0 0 16 0,0 0 145 15,0 0 167-15,0 0 8 0,0 0-42 16,0 0-198-16,-20 36-111 0,4-16-16 16,1 2-2-16,-3 4 17 0,-1 3 13 0,3 0-19 15,2 2-24-15,2-1-28 0,5-1-1 16,1-3-39-16,6 3-6 0,0-4 6 16,0 1-9-16,6-2 8 0,1 0-17 15,2-3-48-15,2-7-83 0,1-2-84 16,5-5-112-16,4-3-139 0,1-4-139 0,-3 0-155 15,10-7 117-15</inkml:trace>
  <inkml:trace contextRef="#ctx0" brushRef="#br0" timeOffset="116683.8">29785 9851 1975 0,'0'0'650'16,"0"0"-482"-16,0 0-30 0,0 0 131 15,0 0 132-15,0 0-83 0,0 0-91 16,0 0 9-16,0 0 2 0,0 0 30 16,0 0-63-16,-4 36-120 0,0-14-39 15,-4 3-43-15,3 0-1 0,-1 2-2 16,3-6-12-16,3 1-25 0,0-2-15 0,0-1 0 16,0-4-36-16,2 1-93 15,2-3-78-15,0-4-157 0,2-2-227 0,-2-3-412 16,2-3-234-16</inkml:trace>
  <inkml:trace contextRef="#ctx0" brushRef="#br0" timeOffset="116934.52">29958 10069 752 0,'0'0'1223'0,"0"0"-828"16,0 0-172-16,0 0 77 0,0 0 55 0,0 0-53 15,0 0-90-15,0 0-70 16,0 0-23-16,9 69-49 0,-15-54-23 0,0 0-19 16,-2-3-28-16,1 0-1 0,-1-3-37 15,1-1-69-15,0-1-126 0,0-2-150 16,-2-4-225-16,2 1-646 0</inkml:trace>
  <inkml:trace contextRef="#ctx0" brushRef="#br0" timeOffset="117568.28">30419 9788 825 0,'0'0'999'0,"0"0"-788"0,0 0-120 16,0 0 71-16,0 0 32 0,0 0 0 0,0 0-24 15,0 0 7-15,0 0-58 0,0 0-1 16,-24 6 41-16,12 1-10 15,-2 3-92-15,1 0 7 0,0 0 24 16,3 2-57-16,1-4 3 0,6 3-34 0,-1-2-28 16,4-1-35-16,0 0-1 0,4 4 33 15,5-4 18-15,3 1 11 0,2 1 1 16,0-1-1-16,2 2-1 0,2-4 3 16,0 3-1-16,0-2-3 0,0 2-11 15,1-4-4-15,-6 0 6 0,0 1-6 16,-3 0 10-16,-4 1 9 0,-5 1 47 0,-1 3-9 15,0-1 6-15,-3 2 4 0,-4-1-4 16,-4 0 0-16,-4 1-3 0,-2 0-19 16,-2 2-10-16,-4-3 26 0,0 1-22 15,4-2-14-15,-1-4 42 0,5 0 0 16,4-3-18-16,4-3 11 0,3-1 16 0,2 0-53 16,2-5-40-16,0-2-68 0,2-2-20 15,5-1 68-15,2-7 44 16,3 0-3-16,0-1-6 0,4 0 22 15,-2-1 3-15,1-3 13 0,2 1 28 16,0-3 3-16,-2-4-6 0,-2 2 0 0,1-2-19 16,-2 2-4-16,-1 3-2 0,-2 1-13 15,-3 4 3-15,-2 3 0 0,0 3 0 16,-1 4 19-16,-2 0-21 0,1 4 1 0,-2 1 40 16,0 0 15-16,0 3-4 0,0 0-53 15,-7 0-72-15,1 0-45 0,0 3-43 16,-1 1-90-16,-3 2-46 0,6-1-66 15,-1-2-302-15,1 3-641 0</inkml:trace>
  <inkml:trace contextRef="#ctx0" brushRef="#br0" timeOffset="117893.42">30706 9713 1987 0,'0'0'1066'0,"0"0"-948"0,0 0-60 15,0 0 38-15,0 0 212 0,0 0 72 16,91 44-138-16,-68-19-56 0,-1 6-44 0,-2 7-71 16,-6 8-12-16,-5 6-22 0,-5 3-7 15,-4 1-30-15,-6-2-44 0,-8 0-187 16,-2-4-154-16,2-12-383 0,-22 18-808 0</inkml:trace>
  <inkml:trace contextRef="#ctx0" brushRef="#br0" timeOffset="120301.3">28053 17380 258 0,'0'0'450'0,"0"0"6"0,0 0-82 16,0 0-49-16,0 0-26 0,0 0 34 15,0 0-11-15,0 0-45 0,0 0-41 0,-30 68-7 16,27-58 23-16,0-1-16 0,0-2-32 16,3-2-12-16,0-3-6 0,0 0-14 15,0-2-43-15,0 0-59 0,4 0-39 16,8-2 5-16,7-2 86 0,5-4 37 15,2-1-41-15,6-1-45 0,0-2-31 16,3-2-30 15,2 0-9-31,0 0-3 0,-1-1-2 0,-1 1-19 0,-5 2-3 0,-3-1-25 0,-4 4-54 0,-7 1-9 0,-3 4-31 16,-3 1-25-16,-2 3-47 0,-3 0-69 16,-3 0-136-16,-2 0-145 0,0 6-90 15,-3-4-467-15,-10 5-186 0</inkml:trace>
  <inkml:trace contextRef="#ctx0" brushRef="#br0" timeOffset="120687.09">28102 17324 228 0,'0'0'662'15,"0"0"-137"-15,0 0-61 0,0 0-78 16,0 0-4-16,0 0-16 0,0 0-59 16,0 0-30-16,0 0-12 0,0 0-16 0,0 0-56 15,-19 18-35-15,13-11 2 16,-2 6 16-16,2 1-47 0,-4 2-41 0,1 2 4 16,-5 1-34-16,2 2 24 0,-2-1-42 15,4 1-10-15,0-1-28 0,3-2-2 16,1-2 0-16,3-2-17 0,3-2-1 0,0-2-1 15,0-1-2-15,6-2 9 0,2 0-3 16,1-5 15 0,1 3 9-16,6-3 52 0,-1 2 12 0,0 0-28 0,1 0-14 15,-2 1-16-15,1 2-12 0,-1-1-3 16,1 0-2-16,2 1-1 0,-1 0-12 16,3-2-19-16,-2 1-39 0,3-4-106 15,0 1-41-15,2-1-7 0,-2 0-82 16,0-2-239-16,-7 1-246 0,4 1-743 0</inkml:trace>
  <inkml:trace contextRef="#ctx0" brushRef="#br0" timeOffset="122489.13">29052 17054 1793 0,'0'0'1654'0,"0"0"-1407"0,0 0-245 16,0 0 48-16,0 0 64 0,-6 83-1 0,6-58-60 15,6 5-31-15,5 1-22 0,1 0 2 16,2 0 12-16,-1-1 29 0,2-2 1 16,-4-4-3-16,-2-4-13 0,-2-2-3 15,0-6-23-15,-4-5-2 0,0-2-11 16,-2-5 11-16,-1 0 22 0,0 0 9 15,0 0 6-15,-4-2-33 0,-4-5-4 16,-3-3-87-16,-3-4-51 0,-5-3 43 16,1-6 51-16,-3 0 32 0,1-6 10 15,0-2 1-15,1 0 1 0,2-2 0 0,5 1 25 16,1 3-3-16,5 1-21 0,3 4 1 16,3 3 0-16,3 4 1 0,7 2 16 15,3 2 48-15,0 3-14 0,6 1 28 0,1 4-19 16,0 1-9-16,2 3-13 15,-1 1 7-15,-2 0 12 0,0 3-16 16,-2 4 12-16,-4 5 7 0,-1 2 0 16,-1 4-7-16,-5 2-9 15,-3 6 3-15,-3 0-15 0,0 2-13 0,-9 1-5 16,-4-1-1-16,-1 2-14 0,-2-5 0 16,0-2-1-16,0-2-1 0,3-6-23 0,3-4 2 15,3-3 20-15,4-5 2 0,3-2-52 16,0-1-34-16,2 0-31 0,9-1 51 15,4-4 66-15,3 1 16 0,4 2 2 16,4 0-2-16,0 2 8 0,0 0-5 16,-2 2-7-16,-2 0-9 0,-2 3 16 0,-3 0-1 15,-7 2 16-15,-2-2 27 0,-4 1 22 16,-1 2-3-16,-3 1-4 0,0 0 22 16,-6 2 8-16,-4 2-51 0,-6-1-12 0,0 1-25 15,-7-1-6-15,0-1-12 16,3-2-33-16,0-2 5 0,2-2-2 15,4-3-61-15,5-2-25 0,2 0 6 0,2 0-50 16,3-1-40-16,1-5-72 0,1-1-245 16,1-5-82-16,7 0-159 0,-2 3-417 15</inkml:trace>
  <inkml:trace contextRef="#ctx0" brushRef="#br0" timeOffset="122700.17">29389 17265 1542 0,'0'0'796'0,"0"0"-431"16,0 0-147-16,0 0 13 0,0 0-17 0,0 0-74 15,0 0-23-15,17 70-6 0,-11-56-7 16,0 0 3-16,1 2-7 0,3-3-18 0,-3 0-29 16,-1-3-43-16,3-2-10 0,-1-2-53 15,-2-4-16-15,0-2-26 0,1 0-84 16,2-2-122-16,-2-7-216 0,-1 0-260 15,1-9-427-15</inkml:trace>
  <inkml:trace contextRef="#ctx0" brushRef="#br0" timeOffset="123083.14">29527 17242 1380 0,'0'0'591'0,"0"0"-389"0,0 0-47 0,0 0 87 16,0 0 52-16,0 0-38 0,48 81-29 15,-37-67-36-15,0 0 14 0,-3-2-29 16,-2-2-72-16,1-4-40 0,-3-1-43 16,-1-3-17-16,0-2-4 0,-3 0-13 0,2 0-12 15,-1-7 25-15,1-2 13 0,-1-5 8 16,2 0-21-16,0-4 0 0,-2-2-31 16,2-1-29-16,-3-3-9 15,1 3 37-15,-1 3 32 0,2 3 0 0,-1 2 1 16,1 4 1-16,1 5 17 0,0 1-16 15,1 1 16-15,0 2 9 0,2 0 55 16,4 2 54-16,0 3 6 0,2 4-6 16,1 0-48-16,0 1-33 0,1 4-16 15,-1-2-6-15,0 0 6 0,-3-1-16 0,-1 1-23 16,-2-5 2-16,0 1-1 16,-3-3-2-16,-1-1-2 0,0-1-19 0,-3-2-1 15,2 2-18-15,-2-2-40 0,1-1-59 16,1 2-34-16,1-2-100 0,1 0-165 15,4 0-238-15,-2 0-304 0,4-7-385 0</inkml:trace>
  <inkml:trace contextRef="#ctx0" brushRef="#br0" timeOffset="123508.78">30072 17087 1486 0,'0'0'1450'0,"0"0"-1123"0,0 0-98 15,0 0 153-15,0 0-21 0,0 0-75 16,0 0-132-16,0 0-80 0,0 0-34 16,-76 68-28-16,70-51 0 0,0 3 16 15,2-1 9-15,1 0-16 0,0-1-18 16,3-4-3-16,0-3-2 0,0-3-35 16,3-4-12-16,4-2 0 0,2-2 6 15,1 0 6-15,3-4 19 0,0-8 5 16,0-4-18-16,3-3-80 0,-3-1-37 15,-2-4 86-15,-1 2 12 0,-2 3 3 16,-3 2 7-16,-2 5 27 16,-3 4 13-16,0 3 75 0,0 2 18 0,0 2-9 0,0 1-22 15,0 0-22-15,0 0-16 0,1 0-24 0,1 0 0 16,-1 3 21-16,1 0 38 0,-1 0-59 16,4 2-21-16,-1 2 21 0,2-2 37 15,-2 5 9-15,3 0 0 0,-1 1-6 16,1-3-21-16,-2 2-19 15,3-4-24-15,-2 0 5 0,1-5-8 16,-1 1-4-16,3-2-9 0,1 0-3 16,-3-2-41-16,3-3-92 0,0-2-109 0,0-2-73 15,-1-1-161-15,2-4-149 0,-5 4-339 16,0-8-73-16</inkml:trace>
  <inkml:trace contextRef="#ctx0" brushRef="#br0" timeOffset="124187.8">30294 17020 323 0,'0'0'1087'15,"0"0"-713"-15,0 0-192 0,0 0-10 16,0 0 29-16,0 0 44 0,0 0 39 16,0 0-15-16,0 0-71 0,55 67-7 0,-45-56 34 15,-3-1-27-15,-1-1-56 0,-2-3-14 16,-1 0 8-16,0-4-15 0,-2 1-31 16,-1-1-28-16,0-2-10 0,0 0-6 15,0 0-9-15,0-2 9 0,0-3-24 16,-4-1-22-16,1-3-56 0,2-3-14 15,-2 0 20-15,3-3-5 0,0 1-13 16,0 1 12-16,7-4-3 0,2 4-9 16,1-1 0-16,0-1 2 0,4 2 10 15,-1 0 13-15,3 4 12 0,-3-2 15 16,4 4 3-16,-4 2-3 0,0 3 15 16,-1 2-2-16,-3 0 3 0,-1 0 17 0,-1 5 40 15,-2 0 24-15,0 3-4 0,1 1-27 16,-1 1-16-16,0 1 10 0,1 2-1 15,-2 3-15-15,2-4-6 0,-1 1-4 16,0-1 1-16,2-1-16 0,-4-3 25 16,3-2-13-16,-2 0-15 0,2-5-27 0,0-1-10 15,1 0 26-15,3-7 10 0,-1-6-20 16,2-5-56-16,1-1 55 0,0-4-9 16,-1 3-19-16,-1-1-6 0,-1 4 25 15,-1 4 30-15,0 5-2 0,-4 1 3 16,2 2 0-16,-2 5 2 0,3 0 1 15,2 0 41-15,1 0 31 0,4 0 5 16,2 8 1-16,7 6-16 0,0 5 12 16,6 6 3-16,1 4-43 0,2 5-22 15,0 5 10-15,-2-1-7 0,0 4 0 16,-5 2 1-16,-5 0 18 0,-6-1-4 0,-5-5-17 16,-9-1 2-16,0-4 10 0,-3-4-1 15,-4-7-24-15,-3-8 15 0,4-6 13 16,0-8 9-16,0-4-40 0,1-11-22 15,-1-8-45-15,2-12 65 0,-1-8-9 16,1-7 11-16,4-7 3 0,0 1 0 0,0 4-3 16,3 4 1-16,6 6-2 0,2 4 0 15,4 4-20-15,0 4-4 0,0 4 4 16,2 3-4-16,-2 5-12 0,0 4 4 16,-3 3-10-16,-2 4-16 0,0 2-27 15,-3 3-22-15,1 2-34 0,-3 0-85 16,0 0-141-16,-1 0-225 0,-3 0-192 15,-1 0-450-15</inkml:trace>
  <inkml:trace contextRef="#ctx0" brushRef="#br0" timeOffset="125932">17279 10750 2100 0,'0'0'1845'0,"0"0"-1426"16,0 0-178-16,0 0-118 0,0 0-3 0,19 81 18 16,-2-56-1-16,6 3-45 0,6 2-22 0,3-1-43 15,2 0-9-15,1-1-16 0,-2-2 1 16,0 1-3-16,-3-4 0 0,1-3-30 16,-7-2-80-16,-1-2-54 0,-5-2-88 15,-1-4-115-15,-6-3-98 0,1 0-85 16,-7-4-249-16,-3-3-472 0</inkml:trace>
  <inkml:trace contextRef="#ctx0" brushRef="#br0" timeOffset="126164.24">17559 10774 2868 0,'0'0'614'0,"0"0"-150"0,0 0-157 0,0 0-81 15,0 0-74-15,-15 72-54 16,11-36-21-16,0 3 9 0,-1 8-19 0,1 2-15 16,-2-1-9-16,-3 5-12 0,1-3-31 15,1-3-3-15,1-6-28 0,3-4-101 16,3-8-12-16,0-8-62 0,3-7-172 16,6-7-233-16,-2-7-204 0,6 0-577 0</inkml:trace>
  <inkml:trace contextRef="#ctx0" brushRef="#br0" timeOffset="128388.74">17916 11087 1061 0,'0'0'1331'0,"0"0"-1041"0,0 0-100 16,0 0 19-16,0 0 46 0,0 0 28 16,0 0-81-16,26 75-26 0,-19-59-41 15,2 2-35-15,0-5-25 0,2 0 5 16,-2-1 7-16,-1-3 9 0,1-2-34 16,-2-6-35-16,0-1-23 0,2 0 17 0,1-1 19 15,-1-9 3-15,1-2-9 0,1-4 3 16,-2-2 18-16,-5-1 24 0,1-2-8 15,-2 2-13-15,-3-2-28 0,0 2-14 16,-3 0-13-16,-5 0-3 0,2 5-18 16,-1 0-46-16,-1 7-73 0,1 2-20 15,-1 2-49-15,1 3-107 0,-1 0-237 0,0 4-671 16,1 7-520-16</inkml:trace>
  <inkml:trace contextRef="#ctx0" brushRef="#br0" timeOffset="129497.23">18252 10713 2508 0,'0'0'977'16,"0"0"-557"-16,0 0-125 0,0 0-81 15,0 0-37-15,0 0-70 0,0 0-57 16,0 0-4-16,0 0 40 0,0 0-7 15,0 0-21-15,55-23-27 0,-37 12-30 16,2 0-1-16,-2-2-31 0,-1 1-42 16,-1 0-209-16,1 0-199 0,-7 2-687 15,2 2-1025-15</inkml:trace>
  <inkml:trace contextRef="#ctx0" brushRef="#br0" timeOffset="130535.08">18781 9988 2624 0,'0'0'518'0,"0"0"-289"0,0 0-101 16,0 0 20-16,0 0 130 0,0 0-27 16,0 0-102-16,0 0-46 0,0 0-26 15,0 0-21-15,0 0-53 0,-20-26 34 0,12 27 12 16,2 4 16-16,1 1 24 15,-7 2-25-15,4 3-24 0,-3 0-12 0,1 2 2 16,0 2 1-16,1 2 0 0,-2 3 5 16,5 1 10-16,2-2 3 0,3 3 3 15,1-4-7-15,1 1-43 16,6-2 0-16,5-1-1 0,-1 1 1 0,4-1 17 0,2-1-7 16,2-1 0-16,0-1 3 0,2 4 0 15,2-4 4-15,-1 2-4 0,2 1 0 16,-1 2-12-16,2-1-1 0,-3-1-1 15,1-1 0-15,-3 1 0 16,-3-1 1-16,-3 2 0 0,-1 1 59 16,-3 3 15-16,-4 1-10 0,-4 3 16 15,-2 4 6-15,-5 2-16 0,-8 4-35 0,0-2-25 16,-4 1 3-16,0-1 6 0,-3-1-6 16,3-6-12-16,0-4 21 0,3-4-9 15,7-6-15-15,3-5 1 0,1-3 2 16,1-3 9-16,2-1-12 0,0 0 0 15,0 0 0-15,0 0-1 0,0 0-3 0,0 0-14 16,0 0 6-16,0 0-6 0,5 0 3 16,0 0 15-16,4 0 12 0,0 0 0 0,-1 0-9 15,3 0-1-15,-2 2 1 0,0 1-1 16,0 3 1-16,1 0 9 0,0 1-11 16,-1 0 0-16,0 2-1 0,0-2 1 15,-1-1-1-15,-4 1 2 0,0-3 0 16,0-2-1-16,-4 0 2 0,5 1 0 15,-4 0-3-15,1 1 0 0,2-4-12 16,-1 5 9-16,1-3-15 0,2 2 15 0,-2-3-12 16,3 4 15-16,1-4-3 15,-3 2-12-15,4-1-21 0,3-1-58 16,-1-1-112-16,5-1-36 0,1-8 35 16,2-5-87-16,-3 1-200 0,-2 0-549 0,-1-9-606 15</inkml:trace>
  <inkml:trace contextRef="#ctx0" brushRef="#br0" timeOffset="130916.55">18981 9738 2722 0,'0'0'774'0,"0"0"-297"16,0 0-229-16,0 0-12 0,14 76 87 16,-3-41-68-16,1 3-27 0,0 1-30 15,3-2-65-15,-3-1-60 0,3-6-40 16,-2-4-33-16,-2-3-50 0,2-5-86 16,0-5-123-16,-3-4-129 0,-4-2-605 15,1-7-982-15</inkml:trace>
  <inkml:trace contextRef="#ctx0" brushRef="#br0" timeOffset="131735.51">19745 9401 1694 0,'0'0'1145'0,"0"0"-732"16,0 0-73-16,0 0 14 0,0 0 55 15,0 0-44-15,0 0-95 0,0 0-93 16,0 0-13-16,0 0-100 0,-41 43-40 16,27-16-11-16,4 2 11 0,3 2-3 15,-1 3 9-15,6-3-8 0,2-5-1 0,0 1-8 16,0-7-13-16,10-4-30 0,1-5-16 15,5-3-5-15,3-6-7 16,5-2-48-16,2-2-47 0,3-13-64 0,1-5-93 16,1-5-257-16,-12 6-492 15,11-17-474-15</inkml:trace>
  <inkml:trace contextRef="#ctx0" brushRef="#br0" timeOffset="132101.06">19978 9363 2591 0,'0'0'537'0,"0"0"-228"0,0 0-27 16,0 0-15-16,-24 69 3 0,24-48-87 16,0 1-50-16,3-3-31 0,2-2-28 15,4-3-44-15,4-4-29 0,0-2-1 16,0-2-15-16,0-6-3 0,1 0 2 16,-2 0-5-16,0-9 8 0,-1-1-14 0,-2-2-20 15,-1-3-17-15,-1-1-10 0,-2-2 12 16,-1 2 18-16,-3-1 22 0,-1 3 22 15,0 1-2-15,0 1-10 0,0 5 12 16,0-1 15-16,-1 7 26 0,1 1 8 16,0 0-8-16,0 0 8 0,0 0 25 15,0 1 12-15,0 4-18 0,1 1-25 16,2 2-9-16,0 1 3 0,5 3 15 0,-3-2 0 16,4 2-10-16,0-3-26 0,-1 0-16 15,4-4 0-15,-2-1-12 0,2-3-19 16,0-1-18-16,0 0-70 0,1-5-94 15,-3-5-93-15,-1-2-117 16,-2-4-262-16,-2 5-591 0,-3-7-179 16</inkml:trace>
  <inkml:trace contextRef="#ctx0" brushRef="#br0" timeOffset="133334.04">20318 9260 2330 0,'0'0'545'16,"0"0"-294"-16,0 0-50 0,0 0 50 15,0 0 14-15,0 0-83 0,32 66-47 16,-28-56-19-16,-1-6-63 0,0 0-53 16,2 1-3-16,-5-4-13 0,0-1 16 15,0 0 3-15,0 0-3 0,1-4-25 16,1-4-43-16,-1-4 30 0,3-1-9 16,-1-7-76-16,0-2-46 0,3 0-74 0,-3-1-27 15,1 3 46-15,-1 6 125 0,0 2 96 16,-2 6 3-16,1 3 64 0,-1 1 77 15,2 2 28-15,-2 0 12 0,2 2-7 16,1 3-61-16,4 6 3 0,0-3-18 16,4 4-4-16,-1 0-13 0,-2 1-31 15,4-1-13-15,-6-2-12 0,2 1-3 0,-2-4-7 16,-3-1-15-16,2-4-24 0,-2 0-1 16,1-2-3-16,-1 0-16 0,1-6-21 15,1-4-44-15,2-5 17 0,-2-1-75 16,0-1-66-16,-1-1-28 15,2 3 15-15,-2 1 25 0,0 3 34 0,-2 2 58 16,0 3 81-16,2 1 35 0,0 1 13 16,-2 1 13-16,1 2 22 0,2 1 56 0,-1 0 38 15,2 0 28-15,0 1 55 0,2 4-37 16,-1 2-47-16,3-1-20 0,1 0-29 16,0 1-19-16,2-2-13 0,1 0-18 15,2-4-26-15,-2 0 0 0,0-1-2 0,-2 0 0 16,0 0 1-16,-3 0-1 15,0-2 0-15,0-3-1 0,1-2 3 0,-1-2-3 16,2-3 0-16,2-3-15 0,-3-1-20 16,3-1-41-16,-2-2-38 0,1-1-38 15,-4-2 2-15,-2 5 54 0,-3-2 35 16,-1 1 58-16,-3 1 3 0,0 0 42 16,-7 2-1-16,-2-1 20 0,-1 3 12 15,-3 5 51-15,2 1 51 0,-1 4-4 16,1 3-48-16,-3 5-4 0,3 1-12 0,1 7-13 15,1-1-29-15,2 5-9 16,3 1-9-16,2 0 43 0,2 3 43 0,0-1 21 16,5-3-44-16,3 0-24 0,4-3-22 15,1 0-15-15,1-7-21 0,5 0-28 16,-2-2-1-16,3-5-21 0,1 0-15 16,0-6-18-16,1-3-24 0,2-6-41 15,0-4-28-15,0-1 22 0,-1-5-82 16,0-2-61-16,-7 4-157 0,0-2-70 0,-9 4-71 15,-3 0-12-15,-1 5 133 0,-1 1 275 16,-2 5 171-16,0 4 172 0,0 3 141 16,0 2 76-16,0 1 2 0,1 0-111 15,-1 2-103-15,5 5-94 0,0 0-60 0,1 3 31 16,1 2 73-16,2 0 115 0,-1 1-8 16,1 0-49-16,-3-2-15 0,-2 0-8 15,1-5-23-15,-2 1-28 0,-3-5-24 16,1 0-29-16,-1-2-18 15,1 0-12-15,-1-2-4 0,4-5 10 0,-2-4 24 16,1-3-21-16,1-4-36 0,-1-1-1 16,0 0-49-16,1-4-34 0,1 3-37 15,3-2-28-15,1-1-25 0,3 2-1 16,3 2-5-16,1 1-35 0,3 1-95 16,1 0-132-16,0 4-15 0,3 1 19 0,0-1-1 15,-2 1 174-15,-3 2 180 0,-1 0 84 16,-6 4 71-16,-7 5 206 0,-3-1 64 15,-1 2 160-15,0 0-5 0,-1 2-94 16,-5 2-187-16,-1 3-86 0,-2 1-34 16,2 4-7-16,1 2 13 0,0 3 30 15,4 1 27-15,0 2 6 0,2-2-9 0,0-3-17 16,0 2-37-16,6-6-37 0,1-2-30 16,2-3-18-16,2-3-16 0,1-3-24 15,-2 0-1-15,4-7-5 0,-2-5-16 16,1-4-9-16,-2-3-10 0,1-4-15 15,2 3 10-15,-3-4 8 0,0 2-6 16,-4 2 0-16,-2 2-13 0,-4 2 48 16,0 3 33-16,-1 2 25 0,0 5 15 15,0 4 50-15,0 2 9 0,0 0-31 0,0 0 3 16,2 0 48-16,-1 1 13 0,4 6-4 16,1 4 3-16,3 1-12 0,0 1-37 15,3 0-31-15,1-1-37 0,-2-4-14 16,3-3-28-16,3-1-45 0,-2-4-63 15,4 0-130-15,1-5-244 0,-7 0-931 16,-1-5-901-16</inkml:trace>
  <inkml:trace contextRef="#ctx0" brushRef="#br0" timeOffset="134233.26">19447 10353 1345 0,'0'0'1005'0,"0"0"-599"0,0 0-84 16,0 0-16-16,0 0 43 16,0 0-28-16,0 0-19 0,0 0-20 0,0 0-67 15,0 0-68-15,0 0 3 0,-54 21 11 16,40-2-33-16,4 6-43 0,-1 2-22 15,5 4-2-15,3 2-7 0,3-2 4 16,0-1-10-16,8-4-2 0,7-4-22 16,2-8-24-16,2-2-15 0,4-5-1 0,4-5 13 15,0-2-9-15,3-10-3 16,-1-4 13-16,0-7-16 0,-6-3 6 16,-3-2-21-16,-8-1-16 0,-2 0 1 0,-9 2 12 15,-1 2-1-15,-5-1 13 0,-11 5 6 0,-3 1 6 16,-3 1-28-16,-3 4-5 0,-1 3-7 15,0 4 0-15,1 3-18 16,4 1-54-16,-1 2-57 0,6 0-82 16,5 0-199-16,6 0-312 0,2-1-743 0,3-3-391 15</inkml:trace>
  <inkml:trace contextRef="#ctx0" brushRef="#br0" timeOffset="134849.35">20182 10126 1110 0,'0'0'1537'0,"0"0"-1078"0,0 0-187 15,0 0-104-15,0 0-7 0,0 0 25 16,0 0 13-16,0 0-28 0,45 77-31 0,-36-65-63 15,-1-3-24-15,-2-1 15 0,-3-1 15 16,0-2-3-16,-1-3-28 0,-1-1-21 16,-1-1-13-16,0 0-18 0,0 0 0 15,0 0-3-15,5-5-12 0,-4 0 15 0,2-3 1 16,-2-1-1-16,1-3-1 0,-2-2-24 16,0-1 1-16,0-3 21 0,0-2 1 15,0 1-11-15,-2 1-2 16,2 1-10-16,0 2-5 0,0 3 2 0,0 3 13 15,2 1 13-15,-1 2 0 0,2 1 2 16,0 1 12-16,3-2 3 0,-1 1 4 16,1-2-1-16,6 1-6 0,-1-1-10 15,4 0 2-15,2 4 7 0,-1-2-11 16,1 5 0-16,-4 4 11 0,3 3 35 16,-3 7 43-16,-2 3 30 0,1 2 40 15,-2 2-55-15,2-2-50 0,-4 2-23 16,3-4-18-16,-2-1-13 0,0-4-15 0,0-4-3 15,-2-3-4-15,3-4-23 0,-3-1-71 16,4 0-89-16,-3-9-136 0,1-5-217 16,-4 4-655-16,0-13-585 0</inkml:trace>
  <inkml:trace contextRef="#ctx0" brushRef="#br0" timeOffset="135149.16">20614 9921 783 0,'0'0'2619'16,"0"0"-2214"-16,0 0-201 0,0 0 19 16,0 0-74-16,0 0-77 0,0 0-41 15,-3 76 18-15,13-58 10 0,2-1-41 16,-1-5-15-16,5-2 40 0,-2-4 4 16,4-4-20-16,-1-2-11 0,0-2-4 0,0-4 9 15,-2-5-5-15,-2-3-14 0,-2-3-1 16,0 2-1-16,-6-3-2 0,0 1 0 15,-3-2-11-15,-2 2-5 0,0 2-16 16,-4 3-21-16,-4-2 55 0,-7 5 3 16,-1 2 28-16,-1 4-29 0,-2-1-2 0,-2 4-32 15,0 0-51-15,1 0-106 0,0 2-28 16,9 2-32-16,0 0-142 0,6-2-337 16,5 0-716-16</inkml:trace>
  <inkml:trace contextRef="#ctx0" brushRef="#br0" timeOffset="135484.29">21225 9441 130 0,'0'0'1995'0,"0"0"-1442"0,0 0-145 15,0 0-38-15,0 0 13 16,0 0-63-16,0 0-105 0,0 0-45 0,-71 83-3 16,61-60-1-16,-3 1 5 0,6 2 30 15,1 1-9-15,3-1-59 0,3-2-48 16,0-5-46-16,5 0-24 0,3-7-15 16,5-3-15-16,5-2-21 0,0-6-3 0,1-1-19 15,1-3-9-15,5-7-18 0,-5-5-45 16,3-1-38-16,-2-3 6 0,0-2-7 15,-1-2-31-15,1 1-91 0,-2 0-107 16,1 0 70-16,-1-2-677 16,-9 9-32-16,6-10-115 0</inkml:trace>
  <inkml:trace contextRef="#ctx0" brushRef="#br0" timeOffset="135848.54">21468 9396 1714 0,'0'0'817'0,"0"0"-232"0,0 0-174 15,0 0-105-15,0 0-50 0,0 0-47 16,0 0-70-16,0 0-15 0,0 0 2 15,-60 68 0-15,53-49 21 0,2 4 37 16,1-4-5-16,0 0-57 0,2-2-49 16,2-3-37-16,0-2-20 0,9-3-16 0,1-4-18 15,0 1 0-15,4-5-10 0,1-1-5 16,-1 0-19-16,1-7-14 0,0-2-23 16,0-2-20-16,-2-2-10 0,-2-1 24 15,-2 2 25-15,1-4-10 0,-4 2-6 16,-5 2 9-16,1 0 15 0,-2 4 19 15,0-1 24 1,-6 1 19-16,2 0 0 0,-5 3 28 16,6 1 6-16,0 4 34 0,2 0-10 0,1 0-15 0,0 0 3 15,0 0 16-15,0 0 8 0,0 4 22 16,1 0 0-16,4 1-31 0,-1 1-40 0,5 1-21 16,-2-3-1-16,3 2-14 0,1-5 14 15,0-1-2-15,0 0-9 0,3-5-16 16,0-4-57-16,-3-1-127 0,1-3-62 15,-4-2-113-15,0-1-221 0,-2-2-386 16,-1 6 180-16,-1-10-325 0</inkml:trace>
  <inkml:trace contextRef="#ctx0" brushRef="#br0" timeOffset="136581.67">21767 9243 1630 0,'0'0'1041'0,"0"0"-710"0,0 0-5 16,0 0-25-16,0 0-11 0,10 68-16 15,-7-58-60-15,-2-2-47 0,2-1-56 0,-3-5-65 16,2-1-30-16,-1-1-4 16,-1 0 6-16,0 0 7 0,0-1-25 15,3-5-49-15,-3-1-56 0,2-5 56 0,3-1 3 16,-1-5-25-16,-1-2-66 0,3 0-12 16,-3-4 8-16,1 2 21 0,2 1 16 15,-2 2 16-15,1 1 3 16,-3 4 63-16,1 6 22 0,0 4 21 0,0 2 36 15,0 2 25-15,4 0-16 0,-1 0 37 16,3 6-4-16,2-1 7 0,2 0-10 0,-1 2-27 16,0 0-13-16,0-1 2 0,0-1 4 15,1 1-6-15,-3-4-13 0,-1 1-27 16,0-3-16-16,0 0-1 0,-2 0-2 16,2-5-9-16,0-1-9 0,-5-1-63 15,2-2-102-15,-2-2-35 0,1 1 32 16,-2 0 35-16,-1-1 8 0,1 1-155 15,-2 1-39-15,2 2 119 0,0-1 147 0,2 3 62 16,-4 2 12-16,2 1 19 16,-2 2 29-16,2 0 36 0,-1 0 58 0,3 1 43 15,0 4 77-15,2 2-49 16,3 0-65-16,1 0-38 0,0 3-16 0,0-3-12 16,3-1-25-16,1-1-1 0,2-2-21 15,1-3 2-15,2 0-18 0,1-3-17 0,-2-5-2 16,1-2-19-16,0-2-18 15,-1-5-60-15,0 3-79 0,-5-4-16 0,-1 1 11 16,-4 2-44-16,-3-2 30 0,-2 1 15 16,-1 2 42-16,-2-3 3 0,-1 0-7 15,0-1 94-15,0 0 48 0,0-1 19 16,-4 0 42-16,1-1 30 0,0-2-4 0,0 0-17 16,0 3 17-16,1 3 74 15,-1 8-11-15,-2 2 76 0,2 6 53 0,-2 0-15 16,-1 4-53-16,-1 5-40 0,-3 4-72 15,-2 4-19-15,4 3-6 0,-3 5-9 16,2 0 33-16,1 3 22 16,4-1 27-16,2-2-7 0,2-4-33 0,2-3-40 15,7-3-34-15,3-2-33 0,4-4-1 16,4-3-1-16,0-5-1 0,1-1-46 16,2-7-30-16,-2-5-70 0,0-4-34 15,-1-1-8-15,0-4-61 0,-1-3-106 0,-1 0-177 16,1-2 114-16,0 0-125 0,-3 1-578 15,-3 1-107-15</inkml:trace>
  <inkml:trace contextRef="#ctx0" brushRef="#br0" timeOffset="137100.72">22607 8712 300 0,'0'0'414'16,"0"0"68"-16,0 0 55 0,0 0-47 15,0 0-134-15,0 0-43 0,0 0-51 0,0 0-61 16,0 0-48-16,43 50-4 16,-28-38-20-16,-4 0 3 0,3-1 36 0,0-1 68 15,-2-1-78-15,-3-3-62 0,-2-2-43 16,-4-4-32-16,0 2-2 0,-3-2 30 15,0 0 40-15,0-2 67 0,0-3 25 0,0-4-63 16,0-3-69-16,0-3-48 0,-3-3-1 16,3 0-1-16,0-3-23 15,0 0-37-15,0 2-34 32,2 1-15-32,4 1-27 0,3 2-48 0,0 1-65 0,7 1-117 0,-2 1-188 0,6-2-142 15,2 0-91-15,4 0 144 0,2 0 433 0,-3-3 178 16,0 5-110-16,-5-2-167 0,-3 2 310 15,-5 0 98-15,-2 2 254 0,-7 0 35 0,-3 3 139 16,0 1-37-16,0 3-83 0,-5 0-89 16,-1 3-25-16,-2 0 21 0,1 6-40 15,-5 4-58-15,1 3-33 0,-1 3-27 16,1 3 17-16,2 2 8 0,5 1 0 16,2-2-43-16,2 0-64 0,3-5-22 15,5-2-29-15,3-3-22 0,1-3-3 16,2-4-16-16,-3-3 4 0,1 0 3 0,1-3-9 15,-1-6-28-15,-1-4-2 0,2-2-4 16,-1-3-6-16,2-3 3 0,-4 0-12 16,2 3-6-16,-2 3 30 15,-3 4 36-15,-4 1 10 0,0 4 21 0,-2 3 16 16,-1 1 57-16,2 2 13 0,-1 0 12 16,-1 0-16-16,3 1-21 0,1 3-22 15,0 2 4-15,2 1 9 0,6 3-22 0,4-2-39 16,0 1-12-16,7-5-3 15,4-4-12-15,3 0-27 0,2-9-98 0,3-4-181 16,-4-5-159-16,-5 1-903 0,4-13-1484 16</inkml:trace>
  <inkml:trace contextRef="#ctx0" brushRef="#br0" timeOffset="190174.94">16650 12932 2869 0,'0'0'340'0,"0"0"-190"15,0 0-90-15,0 0 58 0,0 0 93 16,0 0 28-16,0 0-56 0,0 0-90 16,0 0-64-16,0 0-28 0,-9 40-1 0,9-22 13 15,0 4 12-15,7 1-1 0,-2 3 14 16,3 3 8-16,-1 3 25 0,0 4 0 16,0 3 22-16,-2 0-19 0,-3 2-16 0,0-3-15 15,-1-3 3-15,-1-5-3 16,2-7-19-16,-2-5-21 0,0-9-1 15,0 0-1-15,0-9-1 0,0 0 1 0,0 0-2 16,0 0-16-16,0-8-29 0,0-2-3 16,0-7 49-16,0-6 34 0,0-6-32 15,0-5 11-15,0-5-13 0,0 1-12 16,0-1 11-16,0-1-21 0,0 0 19 16,0 3-12-16,1 1-3 0,4 5 2 15,-2 4 15-15,0 7-1 0,1 2 2 16,-2 6 0-16,3 4 1 0,-2 0 1 15,1 1 0-15,1 1-1 0,-1 3-1 16,0 0 1-16,5 3 39 0,-1 0 28 0,4 5 26 16,4 8-14-16,4 6-10 0,-3 7-30 15,6 5-16-15,-1 2-9 0,-3 2 0 16,-2 0 1-16,-1-3 8 0,0-2 3 16,-3-4-5-16,-1-2-10 0,-1-5 0 15,-4-3-9-15,0-4 15 0,0-3-18 16,-2-6-2-16,-3-1-16 0,1-2 18 0,5-5 55 15,-1-8-10-15,3-6-11 0,1-9-10 16,1-4 0-16,-4-8 0 0,0-8-24 16,-2 0 0-16,-2 0-12 0,-1 1-6 15,1 8 0-15,-1 5-6 0,-2 10-1 16,-1 8-11-16,0 8-40 0,0 2-12 16,0 5-13-16,0 1-42 0,0 0-81 15,0 0-87-15,0 0-181 0,0 0-216 16,0 0-438-16,0 7-141 0</inkml:trace>
  <inkml:trace contextRef="#ctx0" brushRef="#br0" timeOffset="190641.75">17196 12796 157 0,'0'0'2032'0,"0"0"-1544"16,0 0-292-16,0 0-58 0,0 0 115 16,0 0 135-16,0 0-36 0,0 0-92 15,37 72-83-15,-29-42-65 0,-2 6-29 16,3 2-9-16,-1 4-13 0,0-2 1 0,0 3-7 16,3-4-25-16,-2-1-26 0,2-7 93 15,-3-7 38-15,-1-7-109 0,-2-8-26 16,-2-5-24-16,-3-4-7 0,0 0-63 15,0-6-10-15,0-6 2 0,0-7 89 16,0-9 13-16,-8-5 22 0,0-10-22 16,1-7 0-16,-2-4-18 0,3-5-16 15,1 0-15-15,5 2 6 0,0 4 6 0,4 7 16 16,4 5 2-16,6 6 1 0,3 4-1 16,-3 3 7-16,6 5 1 15,-1 5 11-15,0 5 2 0,-2 5 10 0,-1 4 40 16,0 4 7-16,-6 0 15 0,-1 9 39 15,-5 5 10-15,-4 5-38 0,0 3-39 0,-9 8-24 16,-2-3-10-16,-5 4 0 16,-2 0-12-16,-2 0-9 0,3-4-52 15,-2-3-55-15,4-6-53 0,3-3-56 0,5-8-75 16,2-3-215-16,2-4-267 0,3 0-680 0</inkml:trace>
  <inkml:trace contextRef="#ctx0" brushRef="#br0" timeOffset="190860.31">17669 12872 349 0,'0'0'2837'0,"0"0"-2382"0,0 0-291 16,0 0-47-16,0 0 25 0,0 0 1 15,0 0-80-15,0 0-63 0,0 0-22 16,83-21-182-16,-68 10-136 0,0 3-95 16,-4-2-268-16,7 2-771 0</inkml:trace>
  <inkml:trace contextRef="#ctx0" brushRef="#br0" timeOffset="191243.28">18066 12521 1929 0,'0'0'561'16,"0"0"-252"-16,0 0-129 0,0 0 3 15,0 0 110-15,0 0 11 0,0 0-15 16,0 0 20-16,0 0-70 0,0 0 13 16,0 0-7-16,34 75-20 0,-21-42-46 15,0 7-6-15,-3 3-49 0,1 3-54 0,-4-2-31 16,0 0-36-16,-1-1-3 0,-3-4-16 15,-2-3-8-15,1-6-46 0,-2-8-69 16,0-5-73-16,0-7-44 16,0-6-55-16,0-4-124 0,0 0-159 0,0-8-386 0,-3 0-69 15,0-14-80-15</inkml:trace>
  <inkml:trace contextRef="#ctx0" brushRef="#br0" timeOffset="191408.12">18162 12837 1239 0,'0'0'1284'15,"0"0"-904"-15,0 0-223 0,0 0-64 16,0 0 35-16,0 0 47 0,0 0-48 16,0 0-64-16,77-18-63 0,-56 7-47 15,-1-4-194-15,-1 0-57 0,-2-2-29 16,-3-1-148-16,-2 1-200 0,-1-2 10 16,-6 1 134-16,0-2 144 0</inkml:trace>
  <inkml:trace contextRef="#ctx0" brushRef="#br0" timeOffset="191577.76">18367 12590 305 0,'0'0'538'0,"0"0"62"0,0 0-80 0,0 0-73 15,0 0-73-15,0 0-53 0,0 0 30 0,0 0 22 16,0 0-2-16,2-42-70 0,-1 56-131 16,2 7-78-16,0 5-3 0,-2 5-9 15,2 1 30-15,1 4 39 0,1 0-18 16,1 3-31-16,5-6-42 0,-1 2-44 16,5-4-14-16,-1-4-18 0,2-5-15 15,0-5-83-15,0-5-42 0,-1-4-65 16,0-5-146-16,1-3-65 0,-3-10-586 15,-4 2-313-15,6-16-116 0</inkml:trace>
  <inkml:trace contextRef="#ctx0" brushRef="#br0" timeOffset="191913.71">18644 12675 924 0,'0'0'1456'0,"0"0"-1005"16,0 0-28-16,0 0-10 0,0 0-18 0,0 0-171 15,0 0-122-15,-15 72-18 16,11-41 15-16,-1-1-13 0,3 2-9 0,-2-2 15 15,1-3 4-15,3-6-38 0,0-6-58 16,0-7-13-16,3-4-29 0,1-4-17 16,1 0-51-16,3-9-10 0,1-5 55 15,0-2 31-15,2-4-3 0,-1-5 25 16,0 1-10-16,-5-4-9 0,0 4 3 16,-1 1 26-16,-1 2 2 0,0 6 2 15,-2 3 11-15,1 9 27 0,-1 0 65 0,1 3-31 16,-1 0 21-16,-1 6 37 0,4 2 3 15,-2 5-101-15,1 2-19 0,1 3 6 16,0 0-5-16,1-1-13 16,1-5-3-16,1-2-2 0,-2-4-26 0,3-5-18 15,0-1-67-15,4 0-102 0,1-10-13 16,-1 0 20-16,2-5 99 0,-1-4-241 16,3-1-422-16,-5-2-477 0,0 4 589 0,3-7-5 15</inkml:trace>
  <inkml:trace contextRef="#ctx0" brushRef="#br0" timeOffset="192124.66">18933 12628 1221 0,'0'0'495'0,"0"0"-193"0,0 0 6 16,0 0-21-16,22 79 122 0,-13-56-67 15,-2-4-72-15,-1 0 38 0,0-3-106 0,0-4-56 16,-1-6-46-16,-1 0-73 0,-2-6-27 16,1 0-6-16,0-5 6 0,1-4 19 15,0-5-1-15,0-4-5 0,1-4-13 16,-1-4 0-16,-1-5-15 0,1 0-3 15,2-3-54-15,-1 0-43 0,1 2-34 32,2 1-72-32,2 6-41 0,6 2-106 0,-2 7-146 0,3 3-90 0,-2 5-186 15,8 2-538-15</inkml:trace>
  <inkml:trace contextRef="#ctx0" brushRef="#br0" timeOffset="192461.55">19284 12419 1800 0,'0'0'768'0,"0"0"-324"16,0 0-86-16,0 0-18 0,0 0-51 0,0 0-94 15,0 0-65-15,-31 70-18 16,26-45-19-16,-3 4-16 0,4 2 28 0,0-2 51 16,4-1-3-16,0-6-61 0,5-4-54 15,3-6-38-15,2-6-28 0,3-5-5 16,-2-1-53-16,2-6 3 0,3-6 28 16,-3-7 22-16,4-1-26 0,-2-10-8 15,1-1-7-15,-2-8-25 16,0-4 3-16,0-6 0 0,-2-5-13 15,-2-6 0-15,-4-5 36 0,-3 0 35 0,-3 2 21 16,0 5 17-16,-4 13 70 0,-1 11 55 0,3 15 55 16,0 13 24-16,-1 6 24 0,-1 12-14 15,-3 14-101-15,-2 10-55 0,0 13-24 16,2 9 5-16,0 8 16 0,7 2 27 16,0 2 0-16,6-9 33 0,2-6-12 15,6-8-36-15,3-11-46 0,2-8-21 16,1-9-30-16,3-6-28 0,-6-7-114 0,0-6-99 15,-2-3-49-15,-2-10-191 16,-6 1-446-16,-3-10-636 0</inkml:trace>
  <inkml:trace contextRef="#ctx0" brushRef="#br0" timeOffset="192939.7">17067 13976 3591 0,'0'0'524'0,"0"0"-340"0,0 0-169 0,0 0 25 16,0 0 94-16,87 0 88 0,-28-18-17 15,11-7-46-15,15-11-34 0,10-8-55 16,9-8-3-16,9-5-64 0,5-2-3 16,1-1-42-1,2-1-4-15,-8 5-73 0,-7 6-39 0,-13 4-26 16,-17 9 39-16,-14 6-84 0,-11 5-72 0,-15 5-128 0,-12 7-35 16,-9 3 35-16,-7 3 61 0,-8 3 28 15,-2 4 155-15,-12 1-111 0,-7 1-13 16,-4 8-92-16,4 0-26 0</inkml:trace>
  <inkml:trace contextRef="#ctx0" brushRef="#br0" timeOffset="193148.82">17584 13827 349 0,'0'0'3065'0,"0"0"-2563"16,-83 75-281-16,68-58-69 0,3-3 142 15,12-7-29-15,1-6-170 0,21-1-55 0,11-1 70 16,19-12 24-16,11-5 3 15,11-8 15-15,9-6-65 0,2-1-26 16,1-8-35-16,0 1-26 0,-1 0-18 0,-5-2-27 16,-5 3-74-16,-7 3-75 47,-10 6-34-47,-9 4-177 0,-10 7-226 0,-13 5-502 0,-5 8-264 0</inkml:trace>
  <inkml:trace contextRef="#ctx0" brushRef="#br0" timeOffset="-51725.44">24303 9116 1357 0,'0'0'319'15,"0"0"-131"-15,0 0-87 0,0 0-39 16,0 0 41-16,0 0 43 0,0 0 23 15,0 0-21-15,0 0-32 0,-10-12-19 16,10 12-4-16,0-1-16 0,0 1-3 16,-1-2-23-16,1 0-6 0,0 0-16 0,-3 0-10 15,1-2 9-15,-3 0 8 0,2 0-17 16,-2 0-6-16,-2-1 6 0,1-1 11 16,0 1-30-16,0-1 0 0,-2 3 3 15,4-1 13-15,-2 1 3 0,0-1 6 16,-1 4 10-16,1 0-3 0,-1 0-30 0,-2 0 27 15,0 0 56-15,0 0-12 16,-3 0-48-16,2 1-22 0,0 5 51 0,1-2 9 16,-2 1-28-1,2-1 6-15,1 1 12 0,-5 1-22 0,1 1-31 16,2-1 0-16,0 0 63 0,1 1 4 0,1-2-52 16,0 3-15-16,0-3 22 0,2 1 9 15,0 1-29-15,2 0 0 0,-1-2 23 16,2 1-25-16,0 2-7 0,0-1 7 15,0 5 7-15,0 0 30 0,-2 0-25 16,2 1-10-16,-1 2 42 0,-2-3 6 16,1 2-35-16,-1 0 4 0,0 0 37 0,2 0 27 15,-1 0-9-15,1 1-40 0,0-1 13 16,0 3-6-16,-1 1-41 0,2 1 0 16,0 0 6-16,-1 1 9 0,0-1-15 0,-1 1-23 15,1-3 23-15,1 2 13 0,2-2-13 16,-1-1 0-16,1-2 6 15,0 3 21-15,-1-1-27 0,2 1 0 16,-1 1 22-16,-1 0 6 0,-1 2-28 16,2-1 0-16,-1 1 0 0,-1-2 34 0,2 2-34 15,-1 2-3-15,0 0 3 0,-1 1 21 16,0-1-21-16,0 2-1 0,3 0 1 16,-1 1 20-16,-1-3-1 0,-1 3-18 0,2-2 0 15,-2 1 1-15,0-4 29 0,-3 3-28 16,1 0 12-16,-1 0 0 0,-1 2-13 15,1-1 17-15,-2-1-1 0,0 2-16 16,2-1 0-16,0 1 10 0,2-2-11 16,-2 2 2-16,2 0 0 0,1 0-3 15,0 2-1-15,2-4 0 0,-2 4 0 0,0-4-13 16,3 4 14-16,-3-1 0 0,3-1-12 16,-3 1 10-16,3 2 2 0,-1-1-16 15,-2 1 16-15,1 2 4 0,0 1-4 16,-4-2 1-16,3 0-1 0,-1 3 0 15,-1-3 0-15,0 2 3 0,0-2-3 16,-2 2-3-16,1 0 2 0,2-2-3 16,1 2 2-16,0 1 1 0,2 0-11 15,1 0 12-15,0-2 0 0,0 2-11 16,4 1 11-16,2-2-1 0,1 4-1 16,0-3-8-16,2 1 10 0,-2-1 0 0,3 1 2 15,-3 0-1-15,-1 0-1 0,0 1 12 16,1 1-2-16,-1 1-10 0,-2-1 0 15,1 0 1-15,-1 2 11 0,-1-1-12 16,0 0 0-16,0-1 0 0,-2 2-1 16,2-1 0-16,-3-3-2 0,2 3 1 0,0-3 1 15,-1 1-10-15,-1 0 8 0,0-2 3 16,2 2-2-16,-2-3-14 0,0-2 16 16,1 2 1-16,1 0-1 0,-1-1 0 15,1-1 0-15,-1-1 0 0,-1-2 9 16,0 4-9-16,0-4 0 0,0 2 0 15,0-3 13-15,0 3-13 0,-3-3 0 16,-3 4 9-16,-2-2-6 0,-2 3-3 16,-2 0 1-16,-2 1 10 0,1 2 7 15,-3-2-18-15,0-1-8 0,-1-1 8 16,1 2 32-16,-1-1-32 0,2-2 0 0,-2-1 15 16,4 2-3-16,-1-4-12 0,2 2-18 15,-2-1 18-15,2-1 0 0,-2-2-3 16,5-3 3-16,-1-1 11 0,3-3-11 15,-2-1-6-15,2-1 6 0,1-5 0 16,0 1 20-16,2-4-20 0,0-1 0 16,1-5 12-16,3 0-12 0,0 1-43 0,0-1 43 15,0 0 0-15,0 0 3 0,0 0-3 16,0 0-18-16,0 0 18 0,0 0 0 16,0 0-30-16,0 0-13 15,0-1 21-15,0 1 1 0,0 0-41 0,0 0 4 0,0-4 27 16,3 3 19-16,3-3 9 0,-1 2 3 15,1 1 3-15,0-2 0 16,1 1-3-16,0 1 0 0,-1 1 3 16,3-1 28-16,0-2-31 15,2 1-13-15,-1-1 13 0,3 0 15 0,-3 1-15 0,2-1-21 16,-1 2 21-16,-2 1 1 0,-2 0-1 16,0 0 0-16,0 0 6 0,-2 1 24 15,-2 2-17-15,0-1 5 0,-1 1 37 16,1 0-12-16,-1-2-43 0,1 1-1 15,-2 1 1-15,1-3 2 0,-1 3-2 16,2-2 1-16,0 2-1 0,-1-3 3 0,0 3 0 16,-1 1 13-16,2 0 8 0,-1 3 7 15,-1 0-7-15,1 3-8 0,-1-3-15 0,-1 4 1 16,0-3 1-16,0 3 0 0,0 0 12 16,0 2 3-16,0 2-7 0,-1-1-9 15,-1 0-2-15,-1 3 15 0,0-1-12 16,0 1 9-16,1 2-2 0,-4 1-8 15,3-1-1-15,-1 3 2 0,-1-3 10 16,3 1 2-16,-3 2-6 0,2-2-7 16,0-1-3-16,-1 4 1 0,3-4-10 15,-1 2 8-15,0 1 2 0,0-1 0 16,-1 3 0-16,-1-1 2 0,-1 1-1 16,-2-1 0-16,-1 4 17 0,-1-2-16 15,-1 3 1-15,-2-1 0 0,-1 2 15 16,2 2-5-16,-2-2 2 0,1 2-3 0,-1-2-3 15,2 1-9-15,1-2-2 0,-2 0-1 16,4 0 2-16,-3 2-14 0,-1 3 14 16,-2 1 1-16,0 2-2 0,-2 1 2 0,1 2-2 15,-3 2 2-15,-1-1 12 0,3 0 3 16,1 2 0-16,2-4-14 16,0 2-1-16,1-1 0 0,2 2-12 0,-1 1 11 15,0 2 1-15,-1 0-30 16,1 0 18-16,-2 2 12 0,1-3 0 0,0 0-1 15,-1 3-2-15,2-2 3 0,-3 1 0 16,0 2-16-16,1-2 16 0,0 3 18 16,0 1-2-16,3 0-16 0,-3-1-15 15,3 2 15-15,1 0 3 0,1-2-3 16,2 2 0-16,0 0 12 0,2-3 37 16,-1 1-49-16,0-1-12 0,4-3 12 0,-4-3 0 15,2 0-36-15,0-2 13 0,3 0 23 16,-1-2 12-16,-1 0-12 0,2-1-12 15,0-4 12-15,0 0 3 0,3-6-3 16,2 2-12-16,1-3 12 0,2 0 11 16,-1 0-11-16,5-1-34 0,-1-1 34 0,1 2 18 15,-2-1-15-15,0 1 19 0,-3-1-1 16,0 2-21-16,-1-1-6 0,1-1-18 16,-1 0 24-16,0-4 5 0,1-6-5 15,0-1-46-15,3-3 18 0,3-3-8 16,5-4-37-16,1 0 39 0,2-3 34 15,5 0 12-15,1 0-12 0,3-4 0 16,1 0 21-16,-1-1-21 0,0-2-10 16,0 2-17-16,-1-3 12 0,-4-2-31 15,0 0-40-15,-2-4-188 0,-3-1-95 0,-4-8 11 16,-4 7-123-16,-6-11-1073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1:50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12662 13009 1011 0,'0'0'322'15,"0"0"-146"-15,0 0-43 0,0 0 53 16,0 0 80-16,0 0 15 0,0 0-45 16,0 0-58-16,0 0-66 0,-6 0-16 15,6 0-6-15,0-1 9 0,0 0-3 16,0 1-7-16,0-1-6 0,0-3-19 0,0-1-23 16,0-1 6-16,6-2-15 0,-1-4-13 15,7 0 6-15,-1-1-3 0,4 0-6 16,-2 0-16-16,3 3 2 0,-2 3 23 15,1-2-3-15,-1 6-22 0,-3 3 32 16,1 0 18-16,-5 2 4 0,0 8 65 16,-1 2 51-16,-1 5-43 0,-2 4-65 0,-3 3-28 15,0 2-34-15,0 4 16 0,-2-2-14 16,-2-2 10-16,-2 2-10 0,0-3 11 16,-1 0-12-16,-2-1 24 0,2-2-13 15,0 0 34-15,1-2 4 16,-2-1-1-16,3-1 19 0,1-1 39 0,2-5-2 15,2-3-8-15,0 0-26 0,0-2-22 16,2-2-7-16,2 1-11 0,3 0-10 16,2-1-9-16,0-3 9 0,2 3-8 15,-1-3-13-15,2 1-3 0,-3-1-22 0,2 1-11 16,-3-1-22-16,4-2-40 0,-5 0-46 16,2 0-49-16,1 0-57 0,1-2-123 15,1-4-204-15,1 1-229 0,-3-1-492 16,5 1-90-16</inkml:trace>
  <inkml:trace contextRef="#ctx0" brushRef="#br0" timeOffset="208.49">13162 13229 2141 0,'0'0'527'0,"0"0"-192"15,0 0-6-15,0 0 45 0,0 0-44 16,0 0-113-16,29 73-71 0,-27-49-66 15,1-1-27-15,3 3-7 16,-5-2 7-16,1-1-41 0,1 1-12 0,-3-6-34 16,0 0-34-16,0-4-102 0,0-2-76 15,0-5-125-15,0-2-227 0,0-3-527 16,0-2-348-16</inkml:trace>
  <inkml:trace contextRef="#ctx0" brushRef="#br0" timeOffset="550.12">13531 13000 2093 0,'0'0'504'0,"0"0"-281"0,0 0-44 16,0 0 145-16,0 0 66 0,0 0-15 15,0 0-83-15,0 0-75 0,0 0-69 16,28 78-26-16,-28-59-76 0,2 2-24 16,-2 0-22-16,0 1 2 0,1-3 22 15,5-2-24-15,-3-4-18 0,3-4-3 16,1 0-25-16,2-3-13 0,3-3 25 16,0 1-2-16,2-4 14 0,1 0 10 15,2 0-7-15,2 0 7 0,1-1-13 16,1-7-21-16,1 0-16 0,3 0-18 0,-2 0-78 15,3-2-57-15,-4 3 1 0,-2-1-42 16,0 2-263-16,-4-1-95 0,-4 3-115 16,-3 0-530-16</inkml:trace>
  <inkml:trace contextRef="#ctx0" brushRef="#br0" timeOffset="766.54">13802 13049 1003 0,'0'0'2228'0,"0"0"-1808"16,0 0-181-16,0 0 22 0,0 0 10 15,0 0-37-15,0 0-111 0,0 0-37 16,0 76-24-16,5-48-20 0,2 5-5 16,-2-1-15-16,-1 1-19 0,-1-1-3 15,3-6-55-15,-2 1-99 0,2-2-64 0,2-6 23 16,0-2-57-16,-1-5-340 0,-1-5-605 15,2-2-530-15</inkml:trace>
  <inkml:trace contextRef="#ctx0" brushRef="#br0" timeOffset="1032.84">14297 13177 2538 0,'0'0'422'0,"0"0"-188"0,0 0 18 16,0 0 67-16,0 0-36 0,14 74-79 16,-14-56-99-16,0 2-74 0,0-4-31 15,-1 1-1-15,-3-2-82 0,-2-3-39 16,2-3-82-16,-1-1-92 0,1-6-110 15,0-2-210-15,-1 0-534 0,-3 0-360 0</inkml:trace>
  <inkml:trace contextRef="#ctx0" brushRef="#br0" timeOffset="1432.78">14564 12850 1744 0,'0'0'500'0,"0"0"-167"0,0 0 15 16,0 0 20-16,0 0-111 0,0 0-95 16,0 0-8-16,0 66 22 0,0-41-13 15,0 5-23-15,1-1 3 0,4 2-11 16,2-1-8-16,3-2-32 0,1-2-55 0,3-2-34 15,3-5-3-15,3-3-18 0,0-3-22 16,5-6 6-16,0-1-27 0,0-4-7 16,-3-2-3-16,1 0 13 0,-6-5 2 0,-3-3-12 15,-2 1-6-15,-5-1 18 16,-3-1 36-16,-2-2 20 0,-2 0 2 0,0 0 9 16,-3-1-11-16,-4 0-18 0,-3 4-10 15,-2 5 12-15,-2 2 14 16,-5 1-23-16,-3 6-37 0,1 4 5 15,-4 5 19-15,1-3-3 0,1 5 3 16,1-3-15-16,5 0-35 0,7-2-73 0,1-3-96 16,8-4-133-16,1-4-226 0,3-1-97 15,11 0-306-15</inkml:trace>
  <inkml:trace contextRef="#ctx0" brushRef="#br0" timeOffset="1933.33">15223 12752 1843 0,'0'0'1516'16,"0"0"-1278"-16,0 0-128 0,0 0 89 16,0 0 12-16,0 0-80 0,-81 68-81 15,71-49-23-15,5-2-14 0,4-1-13 16,1-1-44-16,3-4-2 0,10 0 15 15,0-4 27-15,4 2-8 0,0-1 12 16,3-1 1-16,-1-2 21 0,3-2-7 16,-1 2-15-16,-2 0-3 0,1 1 2 15,-3-1-14-15,-3 2-10 0,-6 0 22 16,-1 4 3-16,-5 2 25 0,-2 1-1 0,0 1-5 16,-10 3 0-16,0-1 3 15,-3-1-20-15,-2 0-2 0,1-3 0 0,-3-1-16 16,4-1 5-16,-3-6 11 0,4-3 31 0,1-2-31 15,4 0-41-15,-2-7-33 0,3-4 24 16,5-1 9-16,-2-4 13 0,3 0 12 16,0-4 2-16,5 1 14 0,3 0 0 15,-1 3-2-15,-1 2 2 0,1 2 2 16,-1 2-1-16,-3 0 1 0,2-1-2 16,0-1-1-16,1 0-12 0,-1-2-2 15,1-1 13-15,0-2-17 16,-2-1-41-16,1-1-25 0,-1 0-6 0,0 0-1 15,-1 2-18-15,-3 4 2 0,0 3 22 16,0 4 25-16,-2 3 17 0,-3 1-20 16,1 2-109-16,-4 0-216 0,1 0-207 15,1 0-425-15,-4 2 297 0</inkml:trace>
  <inkml:trace contextRef="#ctx0" brushRef="#br0" timeOffset="2258.94">15042 13222 2478 0,'0'0'742'15,"0"0"-423"-15,0 0-26 0,0 0 90 16,13 72-44-16,-8-50-81 0,-1 5-105 16,0-2-52-16,-2 0-101 0,1-2-36 15,-3 0-182-15,0 0-96 0,0-1-144 0,0-5-256 16,-6 2-1524-16</inkml:trace>
  <inkml:trace contextRef="#ctx0" brushRef="#br0" timeOffset="6378.09">13153 14543 828 0,'0'0'192'0,"0"0"-100"16,0 0 41-16,0 0 124 0,0 0 56 15,-4-71-34-15,1 57 22 0,0 0-59 16,0 3-4-16,-4 0-19 0,1 3-15 16,-1-1-23-16,-1 3 29 0,-1 1-12 15,0 1-41-15,-1 3 6 0,-2 1-17 0,1 0-31 16,-1 7-28-16,-1-1-41 0,2 6-18 15,-1 1-13-15,4 4 28 0,-1 7 129 16,6 6-62-16,3 6-91 0,0 7-19 16,9 3 0-16,6 2 9 0,1-1-9 0,4 0-13 15,2-2-21-15,0-1 10 16,-2-3 11-16,1-3-11 0,-2-3-1 0,-2-6-2 16,0-6-10-16,-5-6-15 0,-3-3 2 15,0-6-45-15,-6 1-25 16,1-5 45-16,-1-1 35 0,-3-3 24 0,0 0-8 15,0-5-70-15,-3-6-62 16,-6-1-33-16,1-4 139 0,-4-3 34 0,1-2 16 16,-1 1 1-16,1-1-1 0,5 2 0 15,0 3-21-15,5 3 18 0,1-1-44 16,1 3-7-16,8-1 19 0,3 1 35 16,5-2-9-16,3 4 9 0,1-1-32 15,1 3 32-15,-1 2-19 0,1 1 19 0,-6 3 19 16,0 1 29-16,-5 0 5 0,1 0-12 15,-5 3 10-15,-1 1 2 0,0 2 1 16,-1 0-14-16,1 2-8 0,0 0-14 16,1-2-16-16,-1 0-2 0,0 1-13 0,2 0 13 15,-2-1 16-15,0 2 2 0,0 0 12 16,1-1-8-16,0 0-20 0,-1-2 1 16,-3 0-1-1,1-2 10-15,2 1-8 0,-3-1-2 0,1 2 10 0,1 1 4 16,1-2-16-16,0 2 0 0,0-2-3 15,1 1 3-15,2 1 0 0,-3-2-1 16,1 2-18-16,-3-2 16 0,1-2-10 16,-1 0 12-16,-2 1 1 0,0-3 13 15,-2 1-1-15,0-1-12 0,0 0-2 16,0 0-17-16,1 0-41 0,4-4 38 0,-2-3 22 16,3 0 51-16,1-3-17 0,0-1-3 15,0 0-31-15,-1 0 0 0,-2-1 15 16,-1 1 13-16,-1 1-6 0,1 0 3 15,-3-2 6-15,0 2-3 0,0 2 3 16,0 0-28-16,0 3 19 0,0 2 3 0,0 2-13 16,0 1-11-16,0 0 21 0,0 0-12 15,0 0-10-15,-2 0-34 0,1 0-34 16,1 0-29-16,-3 0-2 0,0 0-49 16,0 0-44-16,-2 0-87 0,0 0-238 15,-1 3-208-15,0-1-425 0,-2 0 58 0,50-9 1079 16</inkml:trace>
  <inkml:trace contextRef="#ctx0" brushRef="#br0" timeOffset="6908.08">13019 14471 2410 0,'0'0'352'0,"0"0"-259"16,0 0-45-16,0 0 125 0,0 0 185 15,0 0 110-15,0 0-98 0,0 0-206 16,0 0-164-16,0 0-19 0,-59 101-8 16,46-54 11-16,4 2 16 0,0-1-13 15,2-3 11-15,-1-4-15 0,5-6 16 0,1-7-11 16,2-9-13-16,2-7-62 15,8-6-29-15,0-6 9 0,5-6 107 0,2-7 6 16,3-11 51-16,-1-8 12 0,4-8-19 16,1-4-49 15,-1-2 36-31,5-2-33 0,-1 6-2 0,0 4-2 0,4 8 28 0,-7 7 18 0,-2 10 10 0,-8 8-25 0,-4 5-28 16,-1 7 134-16,-3 12 26 0,1 9-58 15,-1 6-62-15,2 6-10 0,-4 2 1 16,1 4-31-16,1-2-1 0,-3-4 1 15,1-1-2-15,2-4-1 0,1-3-2 16,0-6-1-16,2-6-24 0,-3-6-13 16,2-5-6-16,-2-2 27 0,0-2 7 15,-3-4 0-15,1 0-4 0,0 0 16 0,5 1 1 16,-1-2-1-16,4 0-2 0,4-2-16 16,4-5 16-16,0-3-29 0,2-2 9 15,-2 0-18-15,-3 1-24 0,-2 2 26 16,-8 4-45-16,-1 2-32 0,-5 3-25 15,1 0-55-15,-2 0-154 0,0 2-205 16,0 1-614-16,-6 3-603 0</inkml:trace>
  <inkml:trace contextRef="#ctx0" brushRef="#br0" timeOffset="7364.22">14291 14432 1403 0,'0'0'1613'0,"0"0"-1230"0,0 0-142 16,0 0 18-16,0 0-20 0,0 0-18 16,0 0-54-16,0 0-53 0,0 0-28 0,-83 79-40 15,77-56-27-15,2 1 11 16,4 1 7-16,0-4 3 0,3-1-12 0,5-1 2 16,7-3-30-16,-2-6-9 0,5-3-6 15,1-4-1-15,3-3-2 0,1-5 7 16,1-5 11-16,-2-8 0 0,0-2 0 15,-2-4 0-15,-7 1-1 16,-2 2 2-16,-7-1 0 0,-4 4 17 0,-2 3 19 16,-11 3-22-16,-3 3 4 0,-4 2-19 0,-3 3 0 15,-1 3-23-15,-2 1-32 0,1 2-25 16,2 5-18-16,3-2-44 0,4 0-77 16,1-1-30-16,10-1-98 15,2-2-205-15,1-1-467 0,2-3-514 0</inkml:trace>
  <inkml:trace contextRef="#ctx0" brushRef="#br0" timeOffset="7748.16">14423 14199 39 0,'0'0'2607'16,"0"0"-2177"-16,0 0-241 16,0 0-68-16,0 0-22 0,-11 77 2 15,19-53-34-15,5 0-23 0,0 2 0 0,4 1-3 16,-1-1 9-16,1-2 82 0,-2 0 110 15,-1-5-108-15,-3-3-88 0,0-4-46 16,-3-5-15-16,-2-2-1 0,-3-4 1 16,0-1-10-16,-2 0-6 0,1-1 28 15,-1-8 3-15,1-5 53 0,0-5-35 16,0-2-18-16,1-5-1 0,2 2-14 16,0 0-7-16,-1 4 3 0,2 3 4 15,3 4-1-15,-2 4-12 0,3 3-3 16,1 3 12-16,5 3 18 0,0 0 1 15,3 6 7-15,-2 4 30 0,0 4 19 0,-2 4 3 16,-4 0-9-16,-3 2-4 16,-3 3 1-16,-3-4-20 0,-2 3 7 0,0-3 10 15,-7 1-7-15,-8 1-19 0,-2-4-17 16,-3-3 1-16,-2-2-2 0,0-6-42 16,1-5-60-16,3-1-71 0,3-5-80 0,3-6-55 15,5-1-12-15,0-3-162 0,5 1-209 16,2 2-522-16</inkml:trace>
  <inkml:trace contextRef="#ctx0" brushRef="#br0" timeOffset="8013.82">15124 14371 2647 0,'0'0'456'0,"0"0"-200"16,0 0-31-16,35 72 81 15,-25-45 27-15,-4 2-57 0,0 2-82 0,-6 3-71 16,0-3-15-16,-3 3-14 0,-9-2-5 16,1-2-4-16,-2-1-2 0,-2-5-23 15,1-4-23-15,0-7-22 0,-1-3-12 0,1-7-3 16,1-3-52-16,-2-3-63 0,2-12-56 16,2-3-19-16,-4-9-83 0,7-3-43 15,-3-3-212-15,5 5-489 16,-8-18-679-16</inkml:trace>
  <inkml:trace contextRef="#ctx0" brushRef="#br0" timeOffset="8158.08">14789 14127 3142 0,'0'0'515'0,"0"0"-247"16,0 0-104-16,0 0-58 0,0 0-106 15,0 0-31-15,0 0-69 0,0 0-8 16,0 0 42-16,0 0-57 0,0 0-180 15,53-2-340-15,-32 4-763 0</inkml:trace>
  <inkml:trace contextRef="#ctx0" brushRef="#br0" timeOffset="8466.96">15270 14307 2602 0,'0'0'453'16,"0"0"-379"-16,0 0-74 0,0 0 51 0,0 0 54 15,0 0 26-15,0 0-55 0,0 0-35 16,49-73-25-16,-41 54-16 0,0 1-22 16,-4 0 10-16,-2 3 12 0,-2 3 16 15,0 3 3-15,0 5 38 0,-5 0 29 16,-2 3-1-16,-3 1-22 0,0 1 12 16,0 5 16-16,-4 2-24 0,0 4-8 15,2-1-2-15,1 4 5 0,3 0 25 0,0-1 9 16,1 3-22-16,5 0-21 0,2-2-38 31,0 3-15-31,5-2-18 0,7-3 15 0,1-1-16 0,2-1-6 16,4-5-5-16,3-4 17 0,2-2-27 0,4 0-22 15,0-3-38-15,6-7-59 0,-3-1-70 16,3-3 8-16,-1-2-381 0,-7 3-457 16,4-6-167-16</inkml:trace>
  <inkml:trace contextRef="#ctx0" brushRef="#br0" timeOffset="9062.11">15649 14112 1501 0,'0'0'624'0,"0"0"-236"0,0 0-30 16,0 0 17-16,0 0-111 0,0 0-68 15,0 0-32-15,0 0-38 0,0 0-41 0,-46 79-28 16,46-64 8-16,0 1 16 16,4 2 21-16,2-5 1 0,3-1-63 0,1-1-38 15,1-6-2-15,1-3-2 16,4-2 1-16,0 0 1 0,1-9-3 0,3-4-25 15,0-3 3-15,2-7-21 16,-5-2-44-16,2-4-53 0,-1-2-58 16,-3-4-38-16,1-1-2 0,-8-2-65 0,-2 3-259 15,-6-1-59-15,0 1 211 0,-9 6 335 16,-3 5 78-16,-1 4 182 0,1 10 156 16,1 4 25-16,-1 6 47 0,5 0 16 0,-2 6-168 15,3 4-84-15,2 2-45 0,3 5-22 16,1 1-57-16,0 1-18 0,3 6-1 15,4-1 36-15,6 3-5 0,-2-2-3 16,3 0 1-16,1 0 11 0,1 0 41 16,-5-1-10-16,1-4-62 0,-2-3-25 15,-3-1 1-15,-2-4 2 0,-2-1-16 0,-3-5-2 16,1-1 0-16,-1-4-3 0,0-1-28 16,0 0-37-16,0-4-52 0,0-4-38 15,1-3 117-15,2-3 39 0,4-3-14 0,1 0-5 16,-1-3-17-16,3 4 4 15,3-2 6-15,0 5-7 16,3 1 0-16,-3 0 16 0,-1 6 17 0,-1-1 1 16,-3 5 1-16,0 0 1 0,2 2 33 15,-5 0 43-15,3 6 32 0,-2 1 0 0,2 5-10 16,1 1-13-16,-2 2-15 0,2-1 7 16,1 3-26-16,-2-1-6 0,3-1-15 15,1-5-13-15,-2 2-18 0,2-5-1 16,1-1-11-16,-1-3-1 0,0-3-14 15,0 0-22-15,1-5-38 0,-2-6-73 16,0-1-135-16,-3-2-67 0,2 0-78 0,-4-1-50 16,-2-1-65-16,-1 0-155 0,0 6-88 15,-1-8 35-15</inkml:trace>
  <inkml:trace contextRef="#ctx0" brushRef="#br0" timeOffset="9293.49">16290 13957 326 0,'0'0'509'0,"0"0"-40"0,0 0 116 15,0 0-53-15,0 0-123 0,0 0-72 16,0 0-69-16,0 0-125 0,0 0-23 15,0 0-10-15,42 73 10 16,-29-56 19-16,-1-3 57 0,-1-3 9 0,1 0-97 16,-5-4-74-16,-1-1-32 0,-3-5-2 15,0-1 2-15,-3 0 20 0,0 0 52 16,0-4 6-16,0-4 6 0,0-4 8 16,0-3-35-16,0-6-20 0,0-2-15 15,0-7-24-15,0 1-16 16,0-2 13-16,0 1-36 0,0 4-29 0,0 1-63 15,0 3-57-15,0 2-44 0,0 2-126 0,-2 4-321 16,1 3-499-16,-11 0-398 0</inkml:trace>
  <inkml:trace contextRef="#ctx0" brushRef="#br0" timeOffset="9437.11">16042 13878 2805 0,'0'0'779'0,"0"0"-501"15,0 0-278-15,0 0-41 16,0 0-19-16,0 0 47 0,0 0-5 0,0 0-20 16,96-54-133-16,-71 42-288 0,-3 6-513 15,3 1-269-15</inkml:trace>
  <inkml:trace contextRef="#ctx0" brushRef="#br0" timeOffset="9731.46">16596 13855 1608 0,'0'0'273'0,"0"0"-7"0,0 0 167 16,0 0-130-16,0 0-133 0,0 0-93 15,60-68 3-15,-51 51 9 0,-3-1-32 0,-3 0-37 16,-2 0 11-16,-1 2 68 0,0 2 31 16,-3 4 53-16,-2 2 46 0,-3 5 6 15,-1 3 4-15,-3 1-27 0,0 7-83 16,-2 5-89-16,1 3-25 0,2 2 19 15,3 2 18-15,2 5-3 0,5 2 0 16,1-1 3 0,0-1-7-16,4 0-17 0,7-3-25 0,3-2-2 0,3-4-1 15,3-3-21-15,5-6-13 0,6-2-24 16,5-5-55-16,6-7-15 0,1-5-134 0,3-10-212 16,-13 5-598-16,17-16-559 0</inkml:trace>
  <inkml:trace contextRef="#ctx0" brushRef="#br0" timeOffset="10034.66">17291 13452 3131 0,'0'0'436'16,"0"0"-322"-16,0 0-60 0,0 0 28 0,0 0 28 15,24 75 22-15,-10-52 3 0,1-1-14 16,1-3-40-16,-3 1 12 15,-3-4-19-15,0-2-16 0,-4-5 1 16,-2-2-10-16,-1-3-18 0,-2-3-29 0,-1-1-1 16,2 0 14-16,-2 0 7 0,1-7-19 15,1-4-3-15,3-7 52 0,-1-6-27 16,1-1-23-16,-4-6 0 0,1-1 16 16,-2 2-16-16,0 0-2 15,0 3 0-15,0 3 1 0,0 1-1 0,0 2-15 16,0 5-25-16,3 1-71 0,3 5-95 15,-1 1-57-15,5 2-92 0,-1 5-214 16,-2 0-516-16,5 2-292 0</inkml:trace>
  <inkml:trace contextRef="#ctx0" brushRef="#br0" timeOffset="10413.79">17697 13364 2282 0,'0'0'600'0,"0"0"-277"0,0 0-14 16,0 0-40-16,-36 69-65 0,27-49-43 15,3 4-24-15,4-1 0 0,-1-1-38 16,3-3-41-16,0 0-30 0,0-7-28 16,3-2 0-16,-1-3-25 0,3-5 10 15,1-2 12-15,-3 0-28 0,3 0-9 16,2-4 27-16,1-6-5 0,2-5-16 16,0-1-3-16,3-3-25 0,-2 0-13 15,-1 1 9-15,-3 3 7 0,1 2 38 16,-6 3 21-16,0 4 4 0,-2 3 8 15,-1 1 25-15,1 2 23 0,-1 0 8 0,0 0 4 16,2 0 11-16,-2 0 1 0,1 3-13 16,1 0-13-16,1 3 10 0,-2 0-10 0,5 4-11 15,-1-2-1-15,0-2-25 0,-1 0-21 16,1-2-3-16,-1-3-15 0,0 1 2 16,1-2-5-16,2 0-25 0,0 0-34 15,0-3-47 16,4-1-77-31,-2-8-76 0,2 1-117 0,-1-2-178 0,2-1-120 16,-3 2-507-16,5-8-22 0</inkml:trace>
  <inkml:trace contextRef="#ctx0" brushRef="#br0" timeOffset="10599.3">17997 13085 1015 0,'0'0'1501'15,"0"0"-1080"-15,0 0-100 0,0 0 47 0,0 0-128 16,0 0-99-16,0 0-43 0,-21 79-23 15,23-57-6-15,4-2-19 0,0 3-23 16,1-2-8-16,1 1 3 0,1-3-4 16,0 2-15-16,-1-6 10 0,2 1-13 0,-1-7-28 15,-2-3-19-15,2-2-111 0,-2-4-169 16,0 0-205-16,1-4-284 0,0-9-442 0</inkml:trace>
  <inkml:trace contextRef="#ctx0" brushRef="#br0" timeOffset="10830.47">18200 13189 179 0,'0'0'2217'0,"0"0"-1782"0,0 0-210 15,0 0 18-15,0 0 34 0,0 0-18 16,-2 70-62-16,5-55-33 0,5 1-43 0,-1-3-77 16,3 2-43-16,1-3 11 0,1-3 10 15,-1-3-20-15,0-1-2 0,0-1-2 16,-2-3 2-16,-1-1-16 0,0 0-5 15,0-6-10-15,-1-3-57 0,1-1-11 16,-3-4 4-16,2 0 4 0,-2 1-38 0,1-2-51 16,-2 0-51-16,0-1-56 0,1 2-79 15,2-1-83-15,-3-1-242 16,0 5-286-16,7-6 332 0</inkml:trace>
  <inkml:trace contextRef="#ctx0" brushRef="#br0" timeOffset="11764.55">18429 13093 1599 0,'0'0'672'0,"0"0"-230"15,0 0-114-15,0 0-59 0,0 0-56 16,0 0-45-16,0 0-39 0,0 0-25 16,0 0-1-16,0 0 42 0,0 0 51 0,2 0-17 15,-2 0-64-15,0 0-54 0,0 0-21 16,0 0-28-16,0 0-11 0,0 0 1 16,0 0 0-16,0 0-2 0,0 0 0 15,0 0 12-15,0 0 6 0,0 0-6 16,0 0-11-16,0 0 2 0,0 0 13 15,0 0-14-15,0 0 0 0,0 0 13 0,0 0 13 16,0 0-1-16,0 0-24 0,0 0 10 16,0 0-11-16,0 0-1 0,0 0-1 15,0 0 12-15,0 0 22 0,0 0 24 16,0 0 12-16,0 0 76 0,0 0-30 16,0 0-55-16,0 0-31 0,0 1-3 0,0-1-27 15,0 2 0-15,0-2-33 0,0 0-19 16,0 0-39-16,0 0-64 0,0 1-53 15,0-1-44-15,0 0-47 0,0 0-70 16,0 0-5-16,0 0 155 0,0 0 174 16,0 0 45-16,0 0 70 0,0 0 38 15,0 0 35-15,0 0-5 0,0 0-56 16,0 0-59-16,0 0-23 0,0 0-38 16,0 0-37-16,0 0-32 0,0 0 44 15,0 0 63-15,0 0 49 0,0 0 77 16,0 0 37-16,0 0 13 0,0 0-8 0,0 0-10 15,0 0-16-15,0 0-22 0,0 0-28 16,0 0-24-16,0 0-28 0,0 0-22 16,0 0-16-16,0 0-2 0,0 0 1 0,0 0-1 15,0 0 3-15,0 0 31 0,0 0 8 16,0 0-14-16,0 0-26 0,0 0 0 16,0 0-1-16,0 0-1 0,0 0-3 15,0 0-18-15,0 0-1 0,0 0-5 16,0 0-19-16,0 0-12 0,0 0-7 15,0 0-5-15,0 0-25 0,0 0 2 16,0 0 28-16,0 0 34 0,0 0 16 16,0 0 15-16,0 0 3 0,0 0 16 15,0 0-7-15,0 0 10 0,0 0 8 16,0 0 14-16,0 0-4 0,0 0-19 16,0 0-19-16,2 0-2 0,0 0 0 0,-2 0-2 15,2 0 2-15,3-1 0 0,2-2 40 16,1-1-3-16,1-1 0 0,3-1-6 15,-2 0-19-15,4-2-9 0,0-1 15 0,-2 1-15 16,1-2-2-16,-1 1-1 0,-1-1 2 16,0-1 10-16,-3 0-12 15,-1 1 0-15,-1 0-27 0,-4-1 27 0,-2 1 1 16,0 2 11-16,-2 1 22 0,-4 0 6 16,-2 2-9-16,-2 4-1 0,-1-2 7 15,-3 3 3-15,0 0-16 0,-2 3-6 16,0 4-3-16,0 0 7 15,2 5-4-15,-3 4 19 0,2-1 33 0,1 7 51 16,1-2-8-16,1 3-44 0,5 0-14 16,3 2-4-16,4-6-23 0,0 4-16 15,4-4 0-15,9-2 6 0,4-3-6 0,5-2-11 16,4-3 0-16,2-3-1 0,6-6-15 16,2 0-24-16,6-2-1 0,5-9-8 15,5-3-13-15,0-4-94 0,3-3-198 16,-4-4-190-16,-12 4-943 0,9-10-388 15</inkml:trace>
  <inkml:trace contextRef="#ctx0" brushRef="#br0" timeOffset="12882.7">19302 12735 2304 0,'0'0'809'0,"0"0"-275"0,0 0-259 16,0 0-86-16,0 0-27 0,0 0-66 15,0 0-65-15,0 0-29 0,0 0 57 16,0 0 34-16,50-17 42 0,-30 6 16 16,1-3-26-16,1-3-33 0,2 1-16 15,-1 1-9-15,0 1-27 0,-4-1-16 16,0 2-21-16,-3 1-3 0,0 2-14 0,-3 1-16 16,-1 1-1-16,-1 2-24 15,-3 1-61-15,1 2-104 0,-3-1-97 0,-2 2-164 16,-3 2-310-16,1 0-526 0,-2 9-408 0</inkml:trace>
  <inkml:trace contextRef="#ctx0" brushRef="#br0" timeOffset="13165.94">19442 12941 2368 0,'0'0'725'16,"0"0"-289"-16,0 0-139 0,0 0-35 16,0 0-22-16,0 0-8 0,0 0-41 15,0 0-50-15,0 0-62 0,87-27-27 0,-64 13-21 16,2-3-29-16,3-1-2 0,2-1-21 15,3 0-22-15,2-4-76 0,4 3-220 16,1-3-229-16,-9 5-684 0,13-4-866 16</inkml:trace>
  <inkml:trace contextRef="#ctx0" brushRef="#br0" timeOffset="14002.79">20073 12298 718 0,'0'0'821'0,"0"0"-259"0,0 0-122 15,0 0-21-15,0 0-80 0,0 0-47 16,0 0-42-16,0 0-23 0,0 0-31 15,0 0-6-15,-3-2 29 0,3 3 2 0,0 0-47 16,0 1-43-16,0 1-18 0,0 2-4 16,0 2 4-16,3 6-31 0,0 5-37 15,5 4-30-15,-3 3-15 0,5 1 0 16,-1 2-1-16,1 3 1 0,1-6 1 16,0 3 2-16,-4-7-3 0,0-1 1 0,2-5-1 15,-4-4-3-15,0-1-15 0,-4-4 3 16,2-5-3-16,2 0-4 0,0-1-20 15,5-2 15-15,2-9 25 0,5-1 2 16,2-7 1-16,4-1 2 0,1-1-3 16,2-2-3-16,4-1-15 0,2 1-10 15,1-1 7-15,4 3-3 0,-3 0 12 16,1 1-4-16,-2 2-8 0,-3 0-55 16,-2 3-49-16,-7 3-61 0,-6 3-47 15,-3 2-82-15,-6 2-131 0,-3 1-257 0,-3 1-349 16,-1 2-151-16</inkml:trace>
  <inkml:trace contextRef="#ctx0" brushRef="#br0" timeOffset="14203.03">20427 12262 3243 0,'0'0'699'0,"0"0"-320"15,0 0-85-15,0 0 53 0,0 0-93 16,-8 66-38-16,20-36-50 0,2 5-5 0,1 2-10 15,2-1-36-15,0 2-67 0,0-3-48 16,1-5-21-16,-5-2-61 16,1-3-69-16,2-2-88 0,-1-4-16 0,-4-4-40 15,-4-4-694-15,-1-2-1053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0:52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16524 11371 2214 0,'0'0'297'16,"0"0"-187"-16,0 0-107 0,0 0 81 16,0 0 93-16,0 0 22 0,0 0-52 15,0 0-67-15,0 0-48 0,-3-11 3 0,2 10 25 16,-2-1 23-16,-2 2 37 0,1 0 41 16,-3 0-16-16,-3 0-10 0,-2 0-44 15,-1 0-29-15,-4 7-34 0,1 0-3 16,-1 4-9-16,0 1 5 0,1 1-5 15,-2 2-15-15,5 2 21 0,-2 2 2 16,3 1 8-16,3-1-1 16,2 2 12-16,1 0-9 0,5-2-25 15,1-2-9 1,0-3-49-16,7 0-1 0,2-2-6 0,2-3-15 0,5-1-1 0,2-3 7 16,2-1 9-16,0-2 0 0,-1-2-71 15,4 0-65-15,-3-6-137 0,1 0-115 0,-1-3-159 16,2-1-104-16,-7-1-327 0,8-7 467 0</inkml:trace>
  <inkml:trace contextRef="#ctx0" brushRef="#br0" timeOffset="605.28">16687 11439 241 0,'0'0'1202'0,"0"0"-627"0,0 0-151 16,0 0-101-16,0 0-82 0,0 0-49 16,0 0-36-16,0 0-25 0,0 0-14 15,0 0-25-15,-38 69 15 0,37-57-3 16,1 1-38-16,0 0-26 0,7-1-29 15,2-2-11-15,1-3-16 0,4 0-6 16,2-3 22-16,3-4 10 0,-1 0-10 16,0-4-1-16,2-3 1 0,-3-3 11 15,-1-2-8-15,-3 2-3 0,-3-1 28 16,-4-1 5-16,-2 0 26 0,-4 1-6 0,0 4-3 16,-1 0 19-16,-7 0 2 0,-1 2-31 15,-5 0-15-15,0 3-9 0,-2-1 5 16,-2 3-18-16,2 0-3 0,0 0-31 15,6 1 16-15,-1 3-19 0,7-2-31 0,2-2-51 16,2 0-72-16,0 0-101 0,5 0-85 16,7-2 77-16,5-6-37 0,3-3-76 15,5-3-61-15,1-5 3 0,-1 0 12 16,4-4 228-16,-1 4 159 0,-4 0 37 16,-2 2 32-16,-2 3 59 0,-6 0 68 15,-5 4 84-15,0 2 34 0,-5 5 51 16,-3-1 39-16,-1 4 64 0,0 0 2 15,0 0-64-15,0 0-55 0,0 4-28 16,0-3-64-16,0 2-26 0,0 3 31 16,-1 2-58-16,-2 0-62 0,2 3-23 0,-2 1-21 15,3-1-12-15,0 1-3 16,0-2-5-16,6-1-11 0,2-1-19 0,3-1-9 16,3-2 10-16,2-1-1 15,1 0-6-15,1-2 24 0,1 2 1 0,-1-1 13 16,-2 2-12-16,-4 1 21 0,-1 1-10 15,-4-2 25-15,-1 2 19 0,-1 2 15 0,-3-1-9 16,-2 2 18-16,0-1 21 0,0 2-27 16,-6 1-37-16,-1 0-19 0,-2-1-18 15,-3 2-9-15,-2-1-37 0,0 1-15 16,-2-5 8-16,1 0-27 0,3-4-40 16,0-2-25-16,2-2-57 0,3-4-103 15,2-9-176-15,4 1-175 0,1-2-156 0,4-14-506 16</inkml:trace>
  <inkml:trace contextRef="#ctx0" brushRef="#br0" timeOffset="807.04">17208 11201 1425 0,'0'0'459'0,"0"0"-70"0,0 0-82 16,0 0-14-16,0 0-20 16,0 0-40-16,0 0-71 0,0 0-51 15,0 0-29-15,0 0 78 0,0 0-22 16,25 61-18-16,-18-34-39 0,0 2-34 0,1 1-22 15,0 3-25-15,1-5 0 0,-3-2-1 16,-1-5-36-16,3-4-47 0,-1-5-60 16,-3-3-54-16,-1-4-134 0,1-3-230 15,-2-2-478-15,-2 0-518 0</inkml:trace>
  <inkml:trace contextRef="#ctx0" brushRef="#br0" timeOffset="965.61">17247 11393 1003 0,'0'0'1523'15,"0"0"-1050"-15,0 0-347 16,0 0-24-16,0 0 105 0,0 0 43 0,0 0-89 16,78-40-60-16,-56 28-51 0,4-1-50 15,0-1-25-15,-2 0-54 0,-4 1-40 16,-2 2-153-16,-10 4-181 0,-2 0-546 16,-6 3-547-16</inkml:trace>
  <inkml:trace contextRef="#ctx0" brushRef="#br0" timeOffset="4963.91">22611 7338 39 0,'0'0'382'0,"0"0"-69"0,0 0-40 15,0 0-5-15,0 0-8 0,0 0-13 16,0 0-26-16,0 0-7 0,0 0 12 0,0 0 0 16,0 0-20-16,-16-21-23 0,15 21-26 15,-2-1-4-15,-3 0 0 0,4-1-4 16,-3 0-8-16,-1 2-8 0,-1 0-23 15,-3 0-32-15,0 0-50 0,-3 0-12 0,-1 5 0 16,-1 1-16-16,-2 0 12 0,1 1-9 16,-1 2 22-16,-2 1-6 0,5 2-16 15,-5 1 50-15,4 2-19 0,1 1 12 16,1 2-8-16,3 1-4 0,-1 1-9 16,3-1-10-16,5 2-13 0,2-2-2 15,1-1-17-15,1-5-18 0,5 1-5 16,5-3 6-16,-2-1-12 0,4-2 5 15,2 2 4-15,-4-6 36 0,5 0-12 16,-2 0-15-16,2-4-6 0,-3 0 15 16,2 0-7-16,1-3 26 0,-2-3 0 15,2 0-50-15,-3-2-67 0,1-1-71 0,-2 1-75 16,-2 0-58-16,-2 0-58 0,-2-1-108 16,-1 5-65-16,-1 0-212 0,-3 0-29 0</inkml:trace>
  <inkml:trace contextRef="#ctx0" brushRef="#br0" timeOffset="5213.91">22685 7528 985 0,'0'0'420'0,"0"0"-150"16,0 0 9-16,0 0 100 0,0 0-1 15,0 0-47-15,0 0-72 0,0 0-52 16,0 0-33-16,8 72-48 0,-8-54-41 16,2-2-53-16,-1-1-32 0,1 1-29 15,1-3-18-15,1-2-38 0,-1-3-9 16,1 1-81-16,3-5-115 0,-2-1-229 16,-1 0-284-16,2-1-565 0</inkml:trace>
  <inkml:trace contextRef="#ctx0" brushRef="#br0" timeOffset="5550.03">22930 7411 2134 0,'0'0'582'16,"0"0"-338"-16,0 0-151 0,0 0 9 0,0 0 58 15,0 0-10-15,0 0-30 16,0 0-25-16,44 81-22 0,-30-64-73 0,1 2-10 15,1-3 7-15,1 1 1 0,0 0-14 16,-2-1-34-16,-2 0 12 0,1-4-4 0,-3 1-62 16,-2-2-157-16,-3-4-66 0,-1 1-338 15,-1-4-424-15,-1-1 111 0</inkml:trace>
  <inkml:trace contextRef="#ctx0" brushRef="#br0" timeOffset="5789.12">23136 7386 2027 0,'0'0'466'0,"0"0"-202"16,0 0 16-16,0 0-2 0,0 0-5 16,0 0-74-16,0 0-92 0,0 0-50 15,-49 73-26-15,42-51-6 0,-1 2-4 16,1 4-21-16,0 0-19 0,0-1-9 0,1 3 9 15,0-6-28-15,5-3-38 0,-1-2-34 16,2-5-68-16,0-3-109 0,0-3-195 16,0-3-253-16,5-1-506 0</inkml:trace>
  <inkml:trace contextRef="#ctx0" brushRef="#br0" timeOffset="5997.56">23255 7610 1479 0,'0'0'627'16,"0"0"-242"-16,0 0-201 15,0 0 19-15,0 0 79 0,2 68-50 16,-2-49-69-16,0 2 11 0,1-1-79 0,-1-1-95 16,3-2-35-16,0-5 7 0,1 1-29 0,-1-3-50 15,3-2-58-15,-2-4-87 0,1-1-201 16,-1-3-359-16,3 0-696 0</inkml:trace>
  <inkml:trace contextRef="#ctx0" brushRef="#br0" timeOffset="6614.59">23807 7394 1056 0,'0'0'1301'16,"0"0"-910"-16,0 0-121 0,0 0-2 16,0 0 9-16,0 0-34 0,0 0-42 0,0 0 10 15,0 0-47-15,0 0-89 16,-25 80-35-16,20-54-37 0,1 2-2 0,1-3-1 16,3 0-27-16,0-4-32 0,0-2-43 15,0-2-38-15,0-3-108 0,1-5-188 16,2-1-223-16,-3-2-329 0,0-3-171 0</inkml:trace>
  <inkml:trace contextRef="#ctx0" brushRef="#br0" timeOffset="6813.6">23661 7571 2096 0,'0'0'714'0,"0"0"-361"16,0 0-213-16,0 0-92 0,0 0 38 15,0 0 3-15,0 0 22 0,0 0-110 16,102-30-1-16,-76 24-44 0,3-1 9 0,-1 1-6 16,0-2-42-16,-4 3-95 0,1 0-104 15,-2 0-211-15,-12 3-488 0,4 0-235 0</inkml:trace>
  <inkml:trace contextRef="#ctx0" brushRef="#br0" timeOffset="7515.02">24296 7545 3014 0,'0'0'638'0,"0"0"-462"15,0 0-176-15,0 0-31 0,0 0-39 16,0 0-88-16,0 0-77 0,0 0 149 15,0 0-61-15,0 0-490 0,45-19-864 0</inkml:trace>
  <inkml:trace contextRef="#ctx0" brushRef="#br0" timeOffset="7680.79">24495 7516 798 0,'0'0'2455'0,"0"0"-2038"0,0 0-342 0,0 0-62 15,0 0 28-15,0 0-41 16,0 0-88-16,0 0-67 0,0 0 59 16,0 0-31-16,0 0-298 0,49-12-344 0,-36 5-640 15</inkml:trace>
  <inkml:trace contextRef="#ctx0" brushRef="#br0" timeOffset="7834.89">24848 7467 3343 0,'0'0'771'0,"0"0"-516"16,0 0-181-16,0 0 10 0,0 0-22 15,0 0-62-15,0 0-28 0,0 0-25 0,0 0-49 16,0 0-91-16,63-11-152 0,-51 2-199 16,-1 3-515-16,-3-4-732 0</inkml:trace>
  <inkml:trace contextRef="#ctx0" brushRef="#br0" timeOffset="8476.41">25419 7288 2327 0,'0'0'677'15,"0"0"-351"-15,0 0-148 0,0 0 56 0,0 0 159 16,0 0 14-16,0 0-148 16,12 66-91-16,-7-45-57 0,-1 0-72 0,2 2-28 15,-3-1-11-15,1 0-15 0,0-2 0 16,-1-3-58-16,0-1-56 0,0-4-160 16,0-2-55-16,-3-3-22 0,0-2-207 15,0-2-387-15,-1 0-455 0</inkml:trace>
  <inkml:trace contextRef="#ctx0" brushRef="#br0" timeOffset="8665.81">25290 7479 2179 0,'0'0'1364'16,"0"0"-1001"-16,0 0-280 0,0 0-83 15,0 0 0-15,0 0 0 0,0 0 38 16,0 0 32-16,82-1-36 0,-50-5-34 15,1-3-21-15,-1 1-40 0,3-1-58 16,-1 1-95-16,0-1-132 0,0 2-237 16,-8 1-633-16,7 0-256 0</inkml:trace>
  <inkml:trace contextRef="#ctx0" brushRef="#br0" timeOffset="8999.29">26200 7281 1668 0,'0'0'724'16,"0"0"-321"-16,0 0-101 0,0 0 68 15,0 0 12-15,0 0-46 0,0 0-44 16,0 0-88-16,0 0-130 0,0 0-31 15,0 0-9-15,-81 41 21 0,58-21 18 16,-2 1-12-16,1 4 22 0,1 0 21 16,4-2 14-16,6 1-27 0,4-3-39 15,5 0-36-15,4-4-16 0,0-1-21 16,6-1-9-16,6-2-1 0,5-2-8 16,0-4-31-16,6-2-22 0,3-3-11 15,-2-2-19-15,1 0-41 0,-2-6-111 16,0 0-173-16,-1-1-232 0,-8 2-408 15,6-2-233-15</inkml:trace>
  <inkml:trace contextRef="#ctx0" brushRef="#br0" timeOffset="9347.43">26348 7524 450 0,'0'0'1251'0,"0"0"-865"15,0 0-214-15,0 0-98 16,0 0-19-16,0 0 4 0,0 0-17 0,0 0-10 16,0 0 26-16,0 0 52 0,0 7 80 15,0-7 53-15,0 0 9 0,0 0-17 16,0 0-23-16,0 0-27 0,0 0-3 15,0 0-10-15,0 0-33 0,0 2-34 16,0 1-34-16,0 2-31 0,-3 6-12 0,1 0-16 16,-1 4-10-16,0 1 12 0,0 1-14 15,1 2-3-15,-1 0 0 0,2-2-15 16,1 1-4-16,0-1-46 16,0-2-114-16,3 0-100 0,3-3-108 0,0-5-392 15,3-6-1397-15</inkml:trace>
  <inkml:trace contextRef="#ctx0" brushRef="#br0" timeOffset="10199.62">26468 7502 1053 0,'0'0'1097'0,"0"0"-719"16,0 0-158-16,0 0-79 15,0 0-12-15,0 0 2 0,0 0-32 0,0 0-35 16,0 0-20-16,0 0 4 0,0 0 22 16,0-27 82-16,0 26 53 0,-3 1-57 15,0 0-19-15,-3 0-38 0,2 0 18 0,-5 0-29 16,1 0-36-16,-1 4-19 0,-1-1-7 16,-1 2-5-16,0 0-10 0,-2 1-3 15,2 1 2-15,-1-1 0 0,2 1 1 16,2 0 25-16,3-3 3 0,1 0-31 15,4 2-10-15,0-3-27 0,0 3-6 16,1 0 15-16,5-2 13 0,1 3 14 16,5 0-2-16,-1 0 0 0,2 0 0 15,2 0 1-15,2 1 0 0,-3 2-16 16,2-2 17-16,-3 3-12 0,0-1 12 16,-1 0-2-16,-4-3-9 0,-2 0 12 0,-3 2 0 15,-1-2 18-15,-2 0 10 0,0 3 16 16,-5-2-4-16,-2 3 0 0,-5-1 3 15,0 1-6-15,-2-1-9 0,-1 0-16 16,2-3 10-16,1 2-7 0,-1-3-12 16,4-2 10-16,2 0-10 0,-1 0 12 0,3-3-3 15,1-1 4-15,1 0 11 0,3 0-2 16,0-1-25-16,0-7-34 0,0 0-33 16,3-6 2-16,3-3 15 0,4-1 26 15,0-1 5-15,-1-2 17 0,-1 4 0 16,2-2 1-16,-4 4 0 0,0 0-17 15,-2 3 5-15,-1 4 1 16,1-1-31-16,-1 1-32 0,0 2-9 0,0 1 3 16,-3 1 0-16,1 0 22 0,-1 1-11 15,0 0-52-15,0 2-48 16,0-2-68-16,2 0-84 0,2 0-131 0,1 1-35 16,-1-1-125-16,6 1-403 0</inkml:trace>
  <inkml:trace contextRef="#ctx0" brushRef="#br0" timeOffset="10681.96">26691 7335 1418 0,'0'0'1413'0,"0"0"-983"0,0 0-280 16,0 0-77-16,0 0 6 0,0 0-22 0,0 0 38 15,0 0 75-15,0 0 16 0,36 71-64 16,-23-50-29-16,3 1-28 15,-1-1 0-15,3 1-37 0,-2-3-28 16,1 1 0-16,-2-4-18 0,-1-2-4 0,-1 0-15 0,0-4-63 16,-3-1-105-16,0-3-126 15,0-3-194-15,-4 0-224 0,1-3-672 0</inkml:trace>
  <inkml:trace contextRef="#ctx0" brushRef="#br0" timeOffset="10897.5">26943 7367 1990 0,'0'0'1457'0,"0"0"-1081"15,0 0-166-15,0 0-12 0,0 0 72 16,0 0-54-16,0 0-106 0,0 0-63 16,0 0-17-16,-74 87 7 0,56-60 0 0,-2-1-10 15,1 0-7-15,3-2-20 0,3-5-24 16,2-1-25-16,5-5-73 0,5-2-66 15,1-1-97-15,0-7-121 0,7 1-287 16,1-3-563-16,7-1-230 0</inkml:trace>
  <inkml:trace contextRef="#ctx0" brushRef="#br0" timeOffset="11363.51">27181 7488 2478 0,'0'0'615'16,"0"0"-430"-16,0 0-36 0,0 0 42 16,0 0 8-16,0 0-80 0,0 0-53 15,0 0-28-15,0 0-19 0,-85 44 0 0,69-34 3 16,3 1 3-16,3-1 6 0,2-2-19 16,3-1-12-16,4-2-22 0,1 0-31 15,0 1 8-15,6-1 20 0,3-1 25 0,3 0 2 16,3 0 1-16,2 3 10 0,1-3-13 15,1 2-2-15,4-3-17 16,-1 4 6-16,0-1 10 16,-4-1 0-16,-1 0-13 0,-5 2 4 0,-6-3 9 15,0 1 1-15,-6-3 2 0,0 4 47 0,0-2 66 16,-5 3 15-16,-2 0-53 0,-3 0-32 16,-3 0-9-16,0-2-6 0,2 0-6 15,2-1 6-15,3-3-7 0,3-1 13 0,2 0-6 16,1 0-6-16,0-3-4 0,0-1-18 15,0-3-15-15,0-1-13 0,1-4-28 16,7-2 29-16,0-3-4 0,2-1 6 16,0 0 6-16,-1 1 18 0,2 0-24 15,-2 3 4-15,1 1 2 0,0 2-56 16,0 0-49-16,-2 3-6 0,-1 3-1 16,-4-1-5-16,1 5-3 0,-3-1-7 0,-1 0-54 15,0 2-133-15,-1 0-231 16,-9-3-1019-16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4:20.2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4969 9563 2707 0,'0'0'478'0,"0"0"-293"16,0 0-159-16,0 0 25 0,0 0 136 15,0 0 56-15,0 0-17 0,0 0-51 16,0 0-54-16,69-16-53 0,-55 25-12 0,5 3 21 15,0 5-31-15,2 6-18 0,5 6-7 16,3 3-19-16,0 5 41 0,1 3-6 16,-1 2-15-16,0 0-22 15,-3-4-11-15,0 0 10 0,-2-5-18 0,-1-2-5 16,-1-4-16-16,0 0-50 16,-4-5-18-16,0-1-19 0,-3-1-28 0,-2 0-96 15,2-2-7-15,-5-3-18 0,0 1-113 16,0-4-149-16,-4-5-204 0,0-1-458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2:45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3470 6266 1737 0,'0'0'321'0,"0"0"-227"16,0 0-26-16,0 0 75 16,0 0 189-16,0 0-49 0,-82 0-75 0,73 0-10 15,3 0-26-15,2 0-55 16,0-2 9-16,1 2 25 0,0 0 28 0,0 0-1 16,0 0-23-16,0 0-13 0,-1 0-34 15,1 0-7-15,-1 0-24 0,2 0-13 16,1 0-3-16,1 0-21 0,0 0-40 15,0 0 0-15,0 0-18 0,3 0 18 16,1 0 2-16,5 0 19 0,-2 0 7 0,7 2 2 16,-1-2 7-16,2 0 24 0,3 1-10 15,1 0-8-15,3 0-19 0,-1 1-11 16,4-2-10-16,1 0 9 0,1 0-11 16,1 0 2-16,2 0 9 0,6-3-11 15,0-1 1-15,0-1 0 16,3-1 1-16,2-2 0 0,3-1-2 0,-1-1-1 15,5 0 0-15,-2-1 0 0,3-1 0 16,1 4 1-16,4-3-1 0,2 2 3 0,0 0-3 16,3 1 0-16,0-1-1 0,0 4 0 15,-4-2-2-15,-2 2-12 0,-1 2 3 16,-3 1-16-16,-4 1-14 0,1 1 40 16,-3 0-13-16,-2 0 12 0,-1 0-28 15,-4 1 4-15,0 2-1 0,0-1 16 16,-1 1 10-16,-2-1 0 0,0 2-13 0,2-1-1 15,2-3 14-15,-1 2-10 16,3-2 10-16,3 0-1 0,1 0 0 0,2 0-15 16,2-2-6-16,-1-3 24 0,2 0 2 0,-3 0 1 15,-1 0-1-15,-3 1 10 0,-2 0-11 16,-2 1 1-16,-1-2 0 0,-3 1 0 16,-1 1 1-16,-2 1-2 0,-1-2-1 15,-2 3-1-15,-2 1 0 16,4-2-2-16,-2 2 3 0,2-2 1 0,0 1 0 15,1 1-1-15,-1 0 0 0,-2 0 12 16,2 0-12-16,0 0 0 0,-2 0-3 16,2 0 2-16,1 0 1 0,-1 0 0 15,0 0-2-15,-2 0 0 0,4 0-9 16,-3-2 11-16,0 2 0 0,1-2-12 16,-5 2 9-16,2 0 2 0,-3 0-1 15,-3 0-1-15,2 0 3 0,-1 0 0 0,0 0-1 16,-1 0 1-16,0 0 1 0,-4 0 1 15,1 0 1-15,-1 0-3 0,-3 2 2 0,-2 0 10 16,0 3 0-16,0-4 0 0,-2 5 9 16,1-3-5-16,3 3 11 0,0-3 4 15,1 1 5-15,1 0-33 0,2 0 9 16,-1-2-10-16,1 0 1 0,2 1 28 16,-1-1 33-16,0-1-16 0,-4 2 4 15,-2 0-25-15,-1-2-12 0,-5 1-12 16,0 0 1-16,-3-2-3 0,-3 2-1 15,0-1 2-15,0-1-2 0,0 0-23 16,0 0-101-16,-6 0-105 0,-4 0-245 16,0-1-647-16,-14-1-1107 0</inkml:trace>
  <inkml:trace contextRef="#ctx0" brushRef="#br0" timeOffset="44500.55">4614 13525 16 0,'0'0'167'15,"0"0"-60"-15,0 0-38 0,0 0-7 16,0 0 13-16,0 0 0 0,0 0 6 16,0 0 14-16,0 0 9 0,-13-7-9 15,12 7-43-15,-2 0-26 0,1 0 16 16,1 0 26-16,-2 1 24 0,0 0 25 16,2 1 59-16,-2 0-98 0,3-2-42 15,-2 0-20-15,1 0-16 0,1 0-25 16,-3 1 2-16,0 1 22 0,2-2-15 0,-3 0-33 15,1 0-6-15,0 0 3 0,0 0 3 16,0 0 13-16,0 0-46 0,0 0-5 16,2 0 12-16,-2-2 10 0,0 1 62 15,0-1 0-15,2 0 0 0,-2 1 3 16,3 0-20-16,-3-1-25 0,3 0-8 0,-2-1 24 16,1 0 27-16,1 1 2 0,-1 1 1 15,1-2 12-15,-2 2 13 0,2 1 20 16,0 0-33-16,0 0-10 0,0 0 36 15,0 0-26-15,0 0-13 0,0 0-104 16,0 2-95-16,0 1-45 0,0-1-40 16</inkml:trace>
  <inkml:trace contextRef="#ctx0" brushRef="#br0" timeOffset="105800.77">6555 9790 1155 0,'0'0'1796'0,"0"0"-1304"0,0 0-74 0,0 0-204 16,0 0-61-16,0 0-4 0,0 0 3 16,0 0-1-16,0 0-19 0,3-8-25 15,2 25-24-15,-1 10-83 0,6 15 0 16,1 8 2-16,3 8 0 0,0 9 0 0,-1 4 0 15,1 2-2-15,-5 3 0 16,0-1-18-16,-1 1-16 0,-5-3 22 0,1-9-68 16,-1-7-18-16,-1-9-28 0,1-7-25 15,0-10-35-15,-2-6-106 0,0-4-57 16,1-8-64-16,-2-1-29 0,1-5-168 16,1-4-392-16,-2 0-55 0</inkml:trace>
  <inkml:trace contextRef="#ctx0" brushRef="#br0" timeOffset="106182.87">6521 10488 623 0,'0'0'821'0,"0"0"-330"0,0 0-277 16,0 0-88-16,0 0 49 0,0 0 67 15,0 0 44-15,0 0-27 0,0 0-67 0,0 0-24 16,0 0 62-16,-13-13 38 0,13 19-16 16,3 6-48-16,4 6-71 0,3 8-25 15,0 7-41-15,6 3-9 0,0 2-9 0,1 2-18 16,3-2-30-16,-2-4-1 0,0-3-1 16,0-4-14-16,-1-4 2 0,-4-6-14 15,0-1 18-15,-3-6 6 0,-3-5-19 16,-1-1-21-16,1-4 22 0,-1-5 21 15,1-8 20-15,-1-8 26 0,4-5 0 16,-4-11-9-16,-2-5-19 16,0-4 0-16,-1-3-18 0,0 0-22 0,0 4-8 15,0 4-10-15,1 5-24 0,2 7-44 16,-3 5-46-16,4 7-72 0,0 3-108 16,5 2-243-16,-4 3-463 0,7-6-534 0</inkml:trace>
  <inkml:trace contextRef="#ctx0" brushRef="#br0" timeOffset="106765.15">10269 9632 3347 0,'0'0'591'0,"0"0"-452"15,0 0-126-15,0 0 49 16,84 62 112-16,-41-32 56 0,8 3-30 0,12 6 2 16,12 3-34-16,9 5-61 0,12 0-28 0,5-3-36 15,6 4-43-15,0-1-3 16,-6 1-22-16,-8 4-54 0,-11 2-52 15,-16 3 27-15,-11-3-9 0,-13 0-47 16,-9-6-68-16,-9-1-110 0,-6-8-150 0,-5-6-97 16,-9-8-78-16,-1-7-523 0,-3-6-46 0</inkml:trace>
  <inkml:trace contextRef="#ctx0" brushRef="#br0" timeOffset="107216.29">11144 10374 2360 0,'0'0'510'0,"0"0"-215"0,0 0-91 15,0 0-10-15,0 0 2 0,0 0-42 16,0 0-54-16,0 0 70 0,0 0-5 16,0 0-41-16,71 54-3 0,-47-36-23 15,2 4-9-15,4-2-15 0,2 4-25 16,3-1-21-16,-2-1-28 0,3-1-2 16,-4 0-1-16,-1-4 0 0,0-1-25 0,-6-5 7 15,0-3-35-15,-6-4-27 0,1-4-27 16,-5 0 45-1,-3-5 34-15,-5-4 15 0,-2-3 16 0,-4-2 81 0,-1-1 23 0,0-7-39 16,0 1 3-16,-6-6-7 16,1-2-18-16,-4-3-10 0,-2 0-30 15,-1-6 0-15,0 1 8 0,-2 3-11 16,1 3-2-16,2 5-17 0,2 6 16 16,0 6-9-16,3 5 10 0,1 1-44 0,-1 4-49 15,3 0-59-15,-1 3-59 0,-1 1-110 16,-1 0-292-16,0 0-679 0,-6 0-863 0</inkml:trace>
  <inkml:trace contextRef="#ctx0" brushRef="#br0" timeOffset="108035">15394 9449 3374 0,'0'0'507'0,"0"0"-309"15,0 0-138-15,0 0-32 0,0 0 50 16,0 0 27-16,0 0 32 0,0 0 45 16,0 0-38-16,0 0-70 0,99 62-22 15,-60-44-9-15,6 2-25 0,6 3-18 16,5 2-1-16,6 4 0 0,9 2 0 16,10 3-13-16,15 0 14 0,11 4 24 0,17 0-1 15,16 3-23-15,19-3-1 16,15-2-12-16,18-1 11 0,18 0-19 0,18-2 21 15,13 2 1-15,17-1 33 0,9 2-34 16,16-3-25-16,8 3 25 0,12-3 0 16,8-1 0-16,8-2-34 0,5 1 22 15,-1-1 0-15,1-1 10 16,-4 2-72-16,-6-2 41 0,-13 4 8 0,-8 2 7 16,-17 1-31-16,-14 0 18 0,-17 4 28 15,-17 1-13-15,-16 3 16 0,-19-2-37 0,-17 2 10 16,-16-2 8-16,-17-2 7 0,-11-4 11 15,-13 0 1-15,-16-5 0 16,-12-5-11-16,-13-2 10 0,-14-4-54 0,-14-4-32 16,-12-3-3-16,-13-4-34 0,-9-4-80 15,-12-2-246-15,-4-3-28 0,-9 0-50 16,-3-1-207-16,-20-7-591 0</inkml:trace>
  <inkml:trace contextRef="#ctx0" brushRef="#br0" timeOffset="108467.4">24055 10724 2402 0,'0'0'593'0,"0"0"-314"0,0 0-66 16,0 0 68-16,0 0 22 0,0 0-48 16,0 0-59-16,0 0-36 0,0 0-28 0,35 82-43 15,-16-63-37-15,1 3 9 0,7 2-9 16,5 1-21-16,5 0-16 0,2 3-15 15,6-3-2-15,5 0 0 0,-1-2-16 16,-3 0 17-16,-4 0-11 0,-6-1-13 16,-8 0-6-16,-11-1 31 0,-10 2 12 15,-7-1 12 1,-4 1 7-16,-16 2-10 0,-5 0 16 0,-10 3-7 0,-5-1-2 16,-5 1-7-16,-2 2-20 0,-1-5-1 15,2-2-34-15,6-7-91 0,4-1-117 16,4-8-65-16,8-3-189 0,8-2-750 15,0-2-1195-15</inkml:trace>
  <inkml:trace contextRef="#ctx0" brushRef="#br0" timeOffset="120564.35">16107 17318 1884 0,'0'0'518'0,"0"0"-240"0,0 0-168 16,0 0 2-16,0 0 29 0,0 0-6 15,0 0-97-15,0 0-38 0,0 0-77 16,9-9 77-16,-5 6 29 0,5-4 57 16,1 2 23-16,0-2 31 0,3 3-58 15,-1 0-3-15,2 1-16 0,-1 0-28 16,3 1 38-16,-2 1-4 0,2 1-32 16,-3 0-34-16,-1 0-1 0,-1 0 1 0,-4 0 9 15,2 3 1-15,-3 0 15 16,1 0-3-16,-3 2 1 0,-1 1 80 0,-1 2 56 15,-2 0-59-15,0 4-66 0,0 0-6 16,-6 2 24-16,-6 2-30 0,2-2-6 16,-1 1-16-16,-4 1 55 0,4-1-22 0,-5 1-35 15,3-2 11-15,-1 0-12 0,2-2 21 16,5-2-6-16,-2-1-2 0,4-3-10 16,2-1-3-16,0 0-21 0,3-4 6 15,0 1 15-15,0 1-3 0,0-3-40 16,0 1-3-16,3-1 2 0,1 1 20 15,6 0-17-15,0 2 21 0,2-2 20 16,2 1 15-16,0 1-12 0,2-1-1 16,-1 0 20-16,0 2-1 0,1 1-21 15,3 1 0-15,0 0 10 0,0 2 7 0,-1 1-17 16,0 0-3-16,2 0 3 16,-5 0 13-16,0 1-13 0,1 0 0 0,-8 1 23 15,3 0 17-15,-6 1-9 0,0 0 12 16,-3 3 28-16,-2-2 24 0,-2 1 82 15,-5 4-70-15,-5 0-46 0,-4 0-21 16,0-1-19-16,-2-1 3 0,1-3 28 16,0-1 15-16,1-3-43 0,1-3-24 0,-1-1-1 15,0-1-14-15,1-1-28 0,3-2-11 16,0-1-22-16,1 0-64 0,3 0-65 16,1-3-41-16,0-3-190 0,2 2-659 15,0-3-751-15</inkml:trace>
  <inkml:trace contextRef="#ctx0" brushRef="#br0" timeOffset="121749.63">5361 17539 2282 0,'0'0'735'0,"0"0"-508"0,0 0-116 15,0 0-25-15,0 0-13 16,0 0 3-16,0 0-76 0,0 0-15 0,0 0-55 16,0 0 57-16,-9-17 13 0,15 7 73 15,0 2-44-15,-1-4-17 0,4 1-9 16,0 0 32-16,1 1-22 0,1 0 9 0,1 0 29 15,1 0-20-15,1 3-18 0,1 1-13 16,-1 3 34-16,-1 3 26 0,0 0 28 16,0 0 79-16,1 6-8 0,-2 3-57 15,-2 3-24-15,1 1-44 0,-2 2-16 16,0 2 13-16,-3 1 19 0,-1 1-35 16,-2 5-12-16,-2-2 16 0,-1 2 2 15,0 1 4-15,0 0-4 0,0-2-2 0,-1-2 30 16,-2 1 9-16,-1-4-15 0,1-3-21 15,0-2 8-15,2-4 7 0,-2 0 3 16,3-3 9-16,0-4 3 0,0 1 15 16,0 0 49-16,0-1-1 0,0 2-12 15,0 1-18-15,3-2-27 0,1 2-13 16,3 1 1-16,0 0-1 0,2 0-9 0,1 1-6 16,3-1-11-16,-1-1-19 15,2 1-15-15,2-4-9 0,1-1-12 16,-1-1 9-16,3 0-3 0,-3 0-16 15,-1 0 7-15,0 0-28 0,1-3-94 0,-2-3-109 16,3-3-162-16,3 0-283 0,-3 2-637 16,10-10-714-16</inkml:trace>
  <inkml:trace contextRef="#ctx0" brushRef="#br0" timeOffset="123114.33">30144 17087 1714 0,'0'0'445'15,"0"0"-306"-15,0 0-65 0,0 0 81 0,0 0 65 16,0 0 5-16,0 0-75 0,0 0-28 15,0 0 18-15,0 0 9 0,-7 9-6 16,7-9 5-16,0 0 19 0,0 0-4 16,1 2-41-16,5-2-29 0,0 0 12 0,4 0-31 15,4 0-46-15,-2 0-15 16,5 0 2-16,-1-2-15 0,1-2-11 16,1 2-11-16,-1-1 7 0,-1 2 12 15,1-1-22-15,-4 2 7 0,0 0 18 16,-3 0 13-16,-1 3-12 0,1 2-1 15,-4-1 21-15,-1 1 16 0,0 2-3 16,-2-3 3-16,-2 3 13 0,3 1-17 0,-1-1-31 16,-3 2 11-16,2 0-10 0,-2 1 24 15,0 2-14-15,-2 2-1 0,-1 2 0 16,-4-1 2-16,0 2-13 0,0-1-1 16,-2 0 24-16,-1 1-12 0,0 0-12 15,1-1 3-15,-1 3 0 0,0-2 12 0,3-3-15 16,-3 2 2-16,3-2 19 0,1-2-19 15,0 0-2-15,0-1 0 0,1-2 14 0,0 0 1 16,1-1-15-16,-2 1 0 16,3-3 1-16,0 1 14 0,-1-2-14 0,2 1 12 15,1 0 14-15,-3 0-6 0,1-2-21 16,2 0 1-16,-1 1 21 0,2-3-1 16,-1 1-5-16,1-2-13 15,0 0 36-15,0 1 22 0,0-1 28 0,0 1-7 16,0-1 3-16,0 0-15 0,1 4-28 15,2-3-21-15,3 2 3 0,-2 1-3 16,0-3-21-16,2 3-13 0,0-5 12 16,3 2-14-16,1 1-12 0,1 0-6 15,2-1 15-15,0-2 16 0,0 0-11 16,0 0 1-16,0 0-12 0,1 0 12 16,-3 0-13-16,-1 0-11 0,1-2 3 0,-2 1-19 15,-2-2-9-15,1-1-18 0,0 1-25 16,-1 0-27-16,-1-2-63 0,-2 1-96 0,3 0-58 15,-4-1-96-15,0-2-113 0,0 2-406 16,-2-1-439-16</inkml:trace>
  <inkml:trace contextRef="#ctx0" brushRef="#br0" timeOffset="135186.26">26570 10107 2850 0,'0'0'410'0,"0"0"-280"0,0 0-119 0,0 0-9 15,0 0 88-15,-1 80 37 0,6-56-45 16,1-1-47-16,2 1-32 0,-2 0 9 16,-1-1-11-16,-2-4 13 0,-2 0 49 15,-1-7-9-15,0 0 2 0,0-5-12 16,0-3 6-16,0-1-11 0,0-3-5 16,0 0 7-16,0 0 7 0,0-7-48 15,-3 0-13-15,0-4-68 0,-2-2 11 16,-1-6 17-16,3-5-3 0,0-2 34 15,0-2 9-15,3 2-15 0,0 1 26 0,0 5 4 16,0 2 8-16,3 6-9 0,2 4-1 16,-1 1-26-16,-1 3 26 0,2 4 0 15,1 0 32-15,0 0 52 0,4 7 14 16,1 4-35-16,1 2-44 0,0 2-16 16,-1 6 19-16,-1 1-4 0,-1 2-2 15,-2-1-15-15,-1 0 11 0,-2-2-10 16,-1-3 1-16,0-3-3 0,-1-3-1 15,-1-4-18-15,2-3-9 0,0-4-16 16,1-1-15-16,0 0-77 0,3-10-6 0,2-2 57 16,3-7 66-16,-1-5 18 15,1-4-68-15,-1 0 40 0,1-3-25 0,-2 3 26 16,3 0 15-16,-4 8 10 0,-1 2 3 16,-1 6 38-16,-1 2 22 0,-2 7 19 15,-1 3-3-15,0 0 25 0,2 3 65 16,-1 9 20-16,4 4-52 0,1 3-17 0,-3 5-42 15,4 5-32-15,-4-2-19 0,-1 0-8 16,1 3-13-16,-1-6-2 0,-1-4-1 16,2-2 3-16,-2-2-3 0,0-6-17 15,-1-3-17-15,0-4-78 0,0-3-74 0,1 0-77 16,2-5-99 0,3-9-26-16,-1-3 45 0,1-2-156 0,1 2-267 15,0-8-344-15</inkml:trace>
  <inkml:trace contextRef="#ctx0" brushRef="#br0" timeOffset="135594.64">27167 10112 202 0,'0'0'1952'0,"0"0"-1386"16,0 0-306-16,0 0-64 0,0 0 55 16,0 0 9-16,0 0-74 0,0 0-54 15,0 0-37-15,-58 75-26 0,51-54-10 0,2-1-3 16,3-1 3-16,0 0-16 0,2-1-15 15,0-2-9-15,4-4-19 0,4-4 0 16,-1-2-47-16,3-1-8 0,0-5-39 0,2 0 13 16,-1-2 10-16,2-7 16 0,0-1 2 15,-3-4-3-15,2-1-23 0,-4-4-9 16,1 0-1-16,-3 1-9 0,-3 0-3 16,-2 3 37-1,-1-1 42-15,0 8 22 0,0-1 18 0,0 6 30 0,0 1 44 16,0 2 25-16,0 0 0 0,2 0 18 15,-2 3-13-15,0 3-33 0,1 2-49 16,-1 1-39-16,3 4 24 0,-1 2 25 16,1 1 12-16,0 0 13 0,2-2-13 15,-2 1-28-15,1-5-32 0,3-1-2 16,-1-3-25-16,3-1-9 0,-1-4-84 0,1-1-66 16,4-1-64-16,-3-9-27 15,3-3-30-15,1-2-47 0,-2-2-73 0,-2-3-191 16,-3 4-459-16,-1-8 322 0</inkml:trace>
  <inkml:trace contextRef="#ctx0" brushRef="#br0" timeOffset="136331.46">27452 10065 1094 0,'0'0'794'0,"0"0"-395"16,0 0-173-16,0 0-13 0,9 69 32 16,-8-50-21-16,2-3-49 0,-2 2-32 15,1-6-7-15,-1 0-41 0,-1-5-32 16,2-1-12-16,-1-2-1 0,-1-3-25 15,0-1-22-15,3 0-3 0,0 0-28 16,0-8-54-16,4-2 73 0,0-4 9 16,2-3 0-16,1-4-17 0,0 0-40 15,-1 1 0-15,0 2 0 0,2 1 0 0,-4 6 10 16,0 1-1-16,-1 3 26 0,1 5 9 16,-2 2 1-16,-1 0 12 0,0 1 60 15,-1 5 57-15,3 5 13 0,0 0-45 16,1 3 3-16,-3 0-13 0,1 2 2 0,0-2-9 15,-2 2-5-15,2-4-10 0,0 0-25 16,-2-2-13-16,1-1-15 0,-1-5-1 16,2 0-14-16,-1-3-10 0,2-1-38 15,2 0-72-15,0-8 10 0,2-4 15 16,3-2 9-16,0-4-4 0,2-4-63 16,-2 2-112-16,2 1-115 0,-1 0-89 15,-1 3-71-15,0 5-70 0,-1 2 208 16,-3 3 345-16,-1 4 52 0,-4 1 20 0,-1 1 278 15,0 0 197-15,0 2-52 0,0 2 25 16,0 3-25-16,0 3-98 0,1 0-59 16,-1 2-78-16,1-1-48 0,1-2-48 15,0 2-29-15,1-4-29 0,4 1-18 16,0-4-16-16,3-2-2 0,0-2-13 16,0 0 14-16,3-2 1 0,-3-6-60 0,3-1 26 15,-3-3 15-15,1-1 6 16,-1 0 10-16,0-3-26 0,0 4 17 0,0-2 8 15,0 3-37-15,-3 3 40 0,-1 3-11 16,-2 1-17-16,0 4 10 0,-1 0 19 16,-2 5 26-16,2 7 66 0,0 4 22 15,2 7-48-15,1 4 35 0,0 8-54 16,1 5 3-16,-2 4-18 16,1 4-10-16,0 2 23 0,-1 2 27 0,-2-2 2 15,-3-3 17-15,-3-3-36 0,0-4-14 0,-6-8-23 16,-5-4 10-16,1-6 10 15,-2-6-20-15,4-9 7 0,0-3 12 0,4-4-3 16,1-4-34-16,-1-6 0 0,1-6-45 16,-2-7 15-16,4-6 27 0,1-8 0 15,0-6 3-15,4-1 0 0,4 2-21 16,2 2 2-16,1 9-5 0,2 7-42 0,-1 2 23 16,4 3-47-16,0 2-66 0,2 0-71 15,4 0-165-15,-6 6-244 0,10-6-782 16</inkml:trace>
  <inkml:trace contextRef="#ctx0" brushRef="#br0" timeOffset="137531.85">29359 17469 411 0,'0'0'2605'0,"0"0"-2117"0,0 0-365 15,0 0-88-15,0 0 94 0,0 0 48 16,0 0-45-16,0 0-85 0,0 0-10 15,0 0-18-15,50 5-19 0,-31-5-3 16,-2 2 1-16,5-2-17 0,-2 0-15 0,3-3-47 16,0-3-43-16,-1-2-61 0,-3 0-87 15,-1 0-149-15,-2-1-169 0,-3 4-194 16,-1-7-455-16</inkml:trace>
  <inkml:trace contextRef="#ctx0" brushRef="#br0" timeOffset="137798.01">29562 17254 1547 0,'0'0'782'0,"0"0"-378"0,0 0-192 15,0 0 70-15,0 0 30 0,0 0-205 16,0 0-107-16,0 0-82 0,0 0 82 16,0 0 44-16,0 0 13 0,76 33-19 0,-47-25 3 15,0 3-25-15,1-1 3 0,-2 1-16 16,-2 4 23-16,-2-2-25 0,-5-1-1 15,-2 0 0-15,-4 0 26 16,-2-1 11-16,-5 1 14 0,-3 1 2 0,-3 1-3 16,0 0-44-16,-7 1-6 0,-6 1-169 15,-3-1-87-15,-5 1-68 0,-1-3-211 16,3-4-447-16,-8 6-592 0</inkml:trace>
  <inkml:trace contextRef="#ctx0" brushRef="#br0" timeOffset="139545.66">29461 9830 1960 0,'0'0'505'0,"0"0"-250"16,0 0-81-16,0 0-24 0,0 0-22 15,0 0-13-15,0 0-13 0,0 0-6 16,0 0-14-16,0 0 0 0,-39-43 4 16,33 41 59-16,-1 2 38 0,-3 0-27 15,-3 0-23-15,-1 5-37 0,-4 4-34 16,1 3-18-16,0 1-14 0,2 0-28 15,1 1-2-15,4 3-12 0,4-4 0 0,1 0-7 16,3 0-5-16,2-2-10 0,0 3-13 16,8 0 20-16,1 2 27 0,3 0 19 15,-1 0-17-15,-1 2-2 0,-1-2-1 16,2-1-18-16,-2-1 18 0,-2 1-13 16,1 0 14-16,-3-2 1 0,0 0 11 0,-3 0 13 15,0-2 0-15,-2 2 3 16,0-1 6-16,-2 0-7 0,-3-1 4 15,-4 1-3-15,-1-1-3 0,0-1-24 16,-3 1 0-16,1-3 14 0,2-2-15 0,-3-2-37 16,5-2-12-16,0 0-22 0,2-2-19 15,1 0-43-15,5 0-73 0,0-4-147 16,0-4-277-16,3-2-368 0,4 2 201 16,6-7-272-16</inkml:trace>
  <inkml:trace contextRef="#ctx0" brushRef="#br0" timeOffset="139842.1">29542 10067 1357 0,'0'0'504'16,"0"0"-212"-16,0 0-140 0,0 0 55 0,0 0 87 15,0 0 23-15,0 0-87 0,0 0-58 16,0 0-26-16,4 74-20 0,-4-54-16 16,0-2-22-16,0-2-3 0,3 0-25 15,4-1-29-15,-3-4-31 0,2-2 0 16,2-4 3-16,0 0 34 0,-4-4-34 15,4-1-3-15,-1 0-1 0,3-4 1 16,1-2 4-16,1-7-2 0,1 0 0 16,-6-4 26-16,0 0-16 0,-2 2 4 15,-5 0 6-15,0-1-1 0,0 1-21 16,-6 3-1-16,0 2 1 0,-1 2 0 16,-3 0-13-16,0 3-49 0,-2 3-32 0,1-1-73 15,1 3-62-15,1-2-107 0,1 2-124 16,3-4-172-16,2 3-520 0,3-8-20 15</inkml:trace>
  <inkml:trace contextRef="#ctx0" brushRef="#br0" timeOffset="140311.51">29788 9833 1532 0,'0'0'669'16,"0"0"-330"-16,0 0-203 0,0 0 15 15,0 0-22-15,0 0 44 0,2 70-14 16,-2-45-38-16,0-2-47 0,0 5-14 16,0 0-3-16,0 1 38 0,0-1 18 15,0-1 10-15,0-1-35 0,1-3-53 16,2-4-35-16,3-3 0 0,-2-4-26 16,3-2-21-16,1-6-28 0,1-1-83 0,0-3 7 15,1 0 14-15,2-4 45 0,-2-4-7 16,-1-4 10-16,1 0-23 0,-2-6 3 15,1 5-10-15,-2-3 26 0,-1 2 6 16,1 3 42-16,-1 2 25 0,-2 0 19 0,1 3 1 31,-2 2 3-31,-1 1 20 0,0 3-4 0,-1 0 26 0,2 0 75 0,-3 2 98 16,1 7 38-16,2 1-2 0,0 4-89 16,2 1-52-16,-1 2-24 0,0 1-39 15,4 0-6-15,0-6-26 0,-1 1-18 16,3-2-15-16,0-3 15 0,2-2 6 15,-3-4 35-15,1-2-39 0,-2 0-2 16,1-5 26-16,-2-4 21 0,0-3-4 16,-1-1 14-16,0 0 8 0,-3-5-6 15,0 2-25-15,-2 1-34 0,1-1-11 0,-1 0-36 16,1 1-99-16,-1 0-18 0,3 1-49 16,-3-1-91-16,4-1-236 0,-2 4-520 15,3-6-327-15</inkml:trace>
  <inkml:trace contextRef="#ctx0" brushRef="#br0" timeOffset="140546.93">30275 9771 2421 0,'0'0'698'0,"0"0"-430"0,0 0-153 16,0 0 53-16,0 0 65 0,0 0-133 0,0 0-30 15,0 66-17-15,-1-40-3 0,1 4-22 16,0 2-12-16,0 0 9 0,0 0 9 15,0-2-12-15,0 0-22 0,0-3-19 16,0-3-9-16,0-3 6 0,3-5-37 16,-2-4-95-16,5-7-72 0,-3-2-59 15,5-3-149-15,-2 0-48 0,2 0-16 16,-1-7-64-16,-2-3-106 0,-2 2 111 16</inkml:trace>
  <inkml:trace contextRef="#ctx0" brushRef="#br0" timeOffset="141377.46">30327 10028 36 0,'0'0'235'0,"0"0"-59"0,0 0-16 15,0 0 42-15,0 0 26 0,0 0-26 16,0 0-17-16,0 0 11 0,0 0 2 0,56-65 6 16,-46 64 10-16,1-4-65 0,3 4-42 15,-1-2-43-15,1 1-25 0,1 2-16 16,-2 0 45-16,-2 0-17 0,1 2-9 16,-5 4 58-16,0 1 47 0,-3 2 23 15,-1-2-42-15,0 4-52 0,0 0-38 16,0-3-36-16,0 4-2 0,0-2 2 15,1 2 43-15,-3-1-20 0,1 4 13 16,-2-3-6 0,0 5 3-16,0-3 0 0,0 3 3 0,0-4-10 0,0-1 7 15,0 0-29-15,0-2-6 0,0-4-47 16,4-3-13-16,1 1 3 0,0-3-38 0,3-1-1 16,0 0 7-16,2-6 22 0,2-5 6 15,2-2-25-15,2-1-4 0,4-9-57 16,2 4-118-16,1-4-126 0,0 3-86 15,-1-1-86-15,-3 4 55 0,-4 3 227 16,-3 6 262-16,-4 1 19 0,-3 4 130 0,-4 2 147 16,-1 1 307-16,0 0 66 0,0 7-139 15,0 0-146-15,-3 5-237 0,0 2-29 16,2 2 23-16,-3 0 5 0,4 2 4 16,0 0-5-16,0-1 1 0,5-3 2 15,1-1 18-15,0-2-30 16,1-5-64-16,3-2-29 0,-3-2-24 0,2-2 0 15,-2 0-2-15,3-5 2 0,-1-4 13 16,0-1 2-16,-3-3 10 0,-1-1-19 16,-2-2-6-16,-2 2-12 0,-1-1-10 0,0-2-25 15,-2 2-15-15,-7-1 6 0,2-2 1 16,-2 1-26-16,-2 3-1 0,2 2-53 16,2 3 18-16,1 1-17 0,3 1-76 15,3 2-71-15,0-1-15 0,3-1 54 16,4 4 99-16,2-2 86 0,5 1 57 15,-2 3 45-15,4 0 85 0,0 1-43 0,2 0 0 16,3 0 42-16,0 0-39 0,2 4-3 16,0 1 3-1,-1 3 13-15,-1 0 31 0,-2 0-10 0,-3 3 64 0,-2 3-65 16,-5 0-28-16,0 0-3 0,-6 0-17 16,0 3-3-16,-2-4-15 0,-1 3-25 15,0-4-10-15,0-1-3 0,0-3-19 0,0-2-16 16,0-5-38-16,0-1-40 15,0 0-70-15,2-1 9 0,1-7 155 16,2-2 24-16,2-3 4 0,-1-3-25 16,3 1-3-16,2-1-11 0,-1 4-24 0,3 0 13 15,0 6-7-15,0 0 10 16,0 5 19-16,-3 1 0 0,-1 0 48 0,-2 7 78 16,2 1 6-16,-2 2-25 0,0 2-15 15,0-2-23-15,0-1-32 0,-1 1-34 16,0-4-1-16,0 2-2 0,-1-3-34 0,0-3-25 15,1-2-149-15,1 0-41 0,0-8-21 16,5-5-130-16,-2-4-154 0,-3 0-267 16</inkml:trace>
  <inkml:trace contextRef="#ctx0" brushRef="#br0" timeOffset="141636.43">31642 9649 2485 0,'0'0'800'0,"0"0"-526"0,0 0-119 0,0 0-1 16,0 0 82-16,0 0-70 16,0 0-86-16,-71 77-21 0,64-57-12 0,2-1-23 15,5-1-8-15,0 0-15 0,0-4 24 0,6 1 15 16,3-3 15-16,-2-1-11 0,6-1 2 16,-4 2-13-16,2-2-5 0,-4 1-26 15,2-3 0-15,-3 1-2 0,-2-1 0 16,-1 1 1-16,-3 0 12 0,0 1 4 15,-1-2-17-15,-8 4-37 0,-3-2-49 16,-5-1-59-16,-6 0-66 0,1-1-77 16,-5-6-168-16,7 3-275 0,-15-5-690 0</inkml:trace>
  <inkml:trace contextRef="#ctx0" brushRef="#br0" timeOffset="141843.87">30552 9475 4055 0,'0'0'550'0,"0"0"-295"16,0 0-99-16,0 0-49 0,0 0-34 16,0 0-73-16,0 0 0 0,0 0-76 15,0 0-37-15,0 0-80 0,0 0-106 16,-9 3-234-16,6 1-553 0,-17 10-1175 0</inkml:trace>
  <inkml:trace contextRef="#ctx0" brushRef="#br0" timeOffset="164010.96">31851 15373 1937 0,'0'0'395'15,"0"0"-343"-15,0 0-36 0,0 0-16 16,0 0 68-16,0 0-68 0,0 0-16 15,0 0-49-15,0 0 10 0,0 0-26 0,-41 9-16 16,41-9-10-16,0 0-26 16,0 1-68-16,0-1-206 0,0 0-183 15,0 2-42-15</inkml:trace>
  <inkml:trace contextRef="#ctx0" brushRef="#br0" timeOffset="164174.66">31548 15623 1562 0,'0'0'23'0,"0"0"-23"0,0 0-101 16,0 0 29-16,0 0-35 0,0 0-294 16,0 0-91-16,0 0 80 0</inkml:trace>
  <inkml:trace contextRef="#ctx0" brushRef="#br0" timeOffset="164410.03">31364 16129 1843 0,'0'0'311'0,"0"0"-252"0,0 0-59 15,0 0 3-15,0 0-3 0,-45 71-23 16,43-59-77-16,1 3-59 0,1 0 38 16,0-2-25-16,0 1 10 0,3 1-53 15,1-1-186-15,-1-4-107 0,1 5-3 0</inkml:trace>
  <inkml:trace contextRef="#ctx0" brushRef="#br0" timeOffset="164612.5">31461 16741 1623 0,'0'0'315'16,"0"0"-189"-16,0 0-106 16,0 0 55-16,5 74 99 0,-4-56-25 0,-1-1-69 15,1 0-80-15,1-1-42 0,1-1-42 16,3-2-33-16,1-1-70 0,3-1-50 15,2 0-69-15,3 0-130 0,-3-1-85 16,4 4-111-16</inkml:trace>
  <inkml:trace contextRef="#ctx0" brushRef="#br0" timeOffset="164766.07">31875 17235 287 0,'0'0'720'15,"0"0"-505"-15,0 0-176 0,0 0-35 0,0 0 58 16,0 0-40-16,0 0-22 0,0 0-65 16,83 19-166-16,-65-24-284 0</inkml:trace>
  <inkml:trace contextRef="#ctx0" brushRef="#br0" timeOffset="165075.57">32849 17079 1072 0,'0'0'0'15,"0"0"-56"-15,0 0-508 16</inkml:trace>
  <inkml:trace contextRef="#ctx0" brushRef="#br0" timeOffset="165471.67">33544 16380 1112 0,'0'0'494'0,"0"0"-237"0,0 0-75 16,0 0-13-16,0 0-37 0,0 0-35 16,0 0 4-16,0 0-5 0,0 0-28 15,0 0-26-15,30-62-20 0,-27 56 1 16,-3-1 6-16,2 1 3 0,-1 0 13 0,-1-1-43 16,3-2 1-16,-3 0 23 0,2-4-26 15,0 0-26-15,1-3-44 0,0-5-127 16,1-1-129-16,2-2-222 0,-3 5-273 15</inkml:trace>
  <inkml:trace contextRef="#ctx0" brushRef="#br0" timeOffset="165876.54">33551 15904 1163 0,'0'0'436'0,"0"0"-296"16,0 0-62-16,0 0 87 15,0 0 124-15,0 0 44 0,0 0-47 0,0 0-29 16,0 0-24-16,0 0-40 0,-66-21-66 15,64 21-39-15,1-2-31 0,-2 2-32 16,0-2-25-16,-1-3-55 0,-2 0-5 16,-1-3-63-16,1-1 12 0,0-3-51 15,0-1-55-15,2-3-130 0,0 1-108 0,0-1 27 16,1 4 145-16,1 2 208 0,-1 3 73 16,-1-1 2-16,-3 2 30 0,-5-2-30 15,1-1-26-15,-5 0-264 0,-3-1 88 0,-1 0 199 31,-2 2-9-31,-4-1 12 0,0 1 26 0,-1 0-23 0,1-1 75 16,2 1-19-16,2 2 71 0,2 0 78 16,4 0-61-16,0 2-11 0,3 1 56 0,2 1 6 15,2 0-69-15,2-1-64 0,0-1-24 16,1-1-40-16,-1-2-2 16,-1 0-72-16,2-3-43 0,-2-2 22 0,2 0 6 15,-1 0 17-15,1 1-62 0,-5-3-16 16,-1 4 129-16,-1 1 20 0,-4 3 29 15,0-1 1-15,-5-1 73 0,-1 1-90 16,0 0-13-16,1 1-107 0,-1-1-267 16,8-1-228-16,-6-2-197 0</inkml:trace>
  <inkml:trace contextRef="#ctx0" brushRef="#br0" timeOffset="166043.09">32608 15347 1208 0,'0'0'394'0,"0"0"-14"15,0 0-43-15,0 0-49 0,0 0-30 0,-89 11-56 16,79-11-90-16,0 1-64 0,0 1-48 16,4-2-23-16,-4 0-41 0,6 0-22 15,-2 0-55-15,0-2-104 0,2-3-149 16,-1-1-278-16,-1-3-396 0</inkml:trace>
  <inkml:trace contextRef="#ctx0" brushRef="#br0" timeOffset="166209.64">32097 15430 1884 0,'0'0'237'15,"0"0"-221"-15,0 0-16 0,0 0 0 16,0 0 29-16,0 0 29 0,0 0-58 0,0 0-13 16,0 0-68-16,0 0-42 0,0 0-59 15,39 72-114-15,-25-65-241 0,12 10-141 0</inkml:trace>
  <inkml:trace contextRef="#ctx0" brushRef="#br0" timeOffset="166626.75">33251 16629 1766 0,'0'0'256'0,"0"0"-217"15,0 0-23-15,0 0-16 0,0 0-9 16,0 0-98-16,0 0-202 0,0 0-381 0</inkml:trace>
  <inkml:trace contextRef="#ctx0" brushRef="#br0" timeOffset="166849.76">32771 17067 1611 0,'0'0'471'0,"0"0"-329"0,0 0-119 16,0 0-23-16,0 0 2 0,0 0-2 15,-79 53-48-15,69-46-101 0,3-3-205 16,-1-1-379-16,-1 0-232 0</inkml:trace>
  <inkml:trace contextRef="#ctx0" brushRef="#br0" timeOffset="167020.37">32451 17162 1182 0,'0'0'1251'0,"0"0"-913"0,0 0-170 0,0 0 75 16,0 0 15-16,0 0-134 0,0 0-124 15,0 0-63-15,0 0-1 16,0 0 4-16,0 0 6 0,-30 19 19 0,30-19 35 16,0 2 0-16,0 1-41 0,0-2-173 15,0 0-330-15,-1-1-695 0</inkml:trace>
  <inkml:trace contextRef="#ctx0" brushRef="#br0" timeOffset="-126358.35">16520 6193 1547 0,'0'0'649'0,"0"0"-461"15,0 0-120-15,0 0-52 0,0 0 75 16,0 0 41-16,0 0-39 0,0 0-51 0,0 0-16 16,0 0 48-16,17 17 16 0,-10-10-1 15,3-1-31-15,2 3-1 0,2-1-12 16,5-1-42-16,5 1-2 0,5-2 3 15,8-1-4-15,10-4 3 0,9-1 0 0,9-1 22 16,8-6-21 0,4-2-1-16,8 0-2 0,0 4-1 0,4-2 0 15,5 4-16-15,5-2 16 0,8 0 16 16,10-2 3-16,9-2-19 0,13-1 0 16,4-3-48-16,8-1 23 0,7-1-27 0,8 1 8 15,3-3 44-15,2 3 0 0,1 2-3 16,0 0-19-16,-3 1 22 15,-2 3 22-15,-2 1-21 0,2 1 1 16,-4 1 23-16,2-1-23 0,2 4-2 0,1-3 0 16,2 1-16-16,-3-3-83 0,1 0-35 0,-3 2 11 15,-7-2 4-15,-3 3 36 0,-11 1-11 16,-12 1 94-16,-8 2 0 0,-9 0 26 16,-11 4-24-16,-7 1 24 0,-9 0 35 15,-6 2-16-15,-7-2-6 0,-3-1-26 16,-6-1 12-16,-5 0 24 0,-4 0-49 15,-8-1-16-15,-3-1 3 0,-8 1 3 16,-3-2-9-16,-10 0-58 0,-2 0-292 16,-8-3-322-16,-4-5-297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6:06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18969 9013 1630 0,'0'0'293'16,"0"0"-202"-16,0 0-59 0,0 0 104 16,0 0 114-16,0 0-37 0,0 0-81 0,0 0-36 15,0 0-22-15,14-20 32 0,-14 19 32 16,0 0 56-16,0 1-3 0,0-2-40 16,0 2-21-16,0 0 1 0,0 0-1 15,0 0-9-15,0 2-24 0,0 3-23 16,0 0-30-16,0 7-13 0,-3 0-13 15,0 6 13-15,0 1 0 0,1 4-19 16,-1-1 13-16,0 3 9 16,1 0-3-16,0-1 24 0,1-1-6 0,-1 1 10 15,1-3 2-15,1 0-9 0,0-3-6 16,0-5-22-16,0-1-10 0,6-3-14 16,-1-2-4-16,4-4 4 0,2-1 25 15,3-2 39-15,1 0 49 0,3-5-34 0,0-2-79 16,0 1-55-16,0 0 19 0,-1 0 34 15,1 3-11-15,1-2 11 0,0-2-13 16,1 0 14-16,-3 0-1 0,3 0-25 0,0 0 5 16,-4 2-23-16,1-2-29 0,-3 4-8 15,-2-1-50-15,-1 0-145 0,-3 1 88 16,1-1-17-16,-2 3-61 0,-1-1-5 16,0 0-30-16,-3 1-15 0,0 0-66 15,-2 1-14-15,0 0 17 0,-1-2 64 16,0 2 14-16,0-1-21 0,0-1-107 15</inkml:trace>
  <inkml:trace contextRef="#ctx0" brushRef="#br0" timeOffset="266.27">19217 9122 1547 0,'0'0'646'0,"0"0"-287"16,0 0-69-16,0 0 15 0,0 0 58 16,0 0-66-16,0 0-80 0,0 0-47 15,0 0-43-15,0 0-31 0,0 0-9 16,-1 28 24-16,2-10-21 0,1 2-38 16,-1 6-31-16,-1 2-10 0,0-2-11 0,0 0-34 15,2 0-18-15,-1-2-62 0,1-1-66 16,-1-4-75-16,1-2-110 15,-1-3-171-15,0-5-245 0,-1 3-826 0</inkml:trace>
  <inkml:trace contextRef="#ctx0" brushRef="#br0" timeOffset="607.01">18929 9735 2654 0,'0'0'540'0,"0"0"-304"0,0 0-62 0,0 0-3 15,0 0-23-15,0 0-105 16,0 0 20-16,0 0 20 0,0 0-18 0,0 0-18 15,101-18-4-15,-69 5 23 0,2-3-17 16,4-2-46-16,2-1 10 0,2 0-13 16,0-3-2-16,2 1-20 0,0 0 3 15,-7-2-24-15,2 4-16 0,-7 2-97 16,-11 7-49-16,-2-1-34 0,-6 5-60 16,-6 4-113-1,-4 2-146-15,-3 0-3 0,0 1 93 0,-8 6-220 0</inkml:trace>
  <inkml:trace contextRef="#ctx0" brushRef="#br0" timeOffset="866.04">18906 9849 2459 0,'0'0'518'0,"0"0"-326"16,0 0-51-16,0 0 37 0,0 0 37 15,0 0-7-15,0 0-79 0,0 0 59 16,0 0-11-16,0 0-50 0,66 4-13 16,-35-12 15-16,3-4 0 0,5-3-40 15,4-4-52-15,6-4-16 0,3-6-21 0,3 0-15 16,2-2-4-16,1 0-17 16,-1 1-47-16,-6 3-120 0,-2 4-118 0,-8 5-233 15,-14 7-690-15,-5 4-983 0</inkml:trace>
  <inkml:trace contextRef="#ctx0" brushRef="#br0" timeOffset="33795.87">24556 5547 42 0,'0'0'1275'0,"0"0"-992"16,0 0-114-16,0 0-62 16,0 0 72-16,0 0 125 0,0 0-42 15,0 0-62-15,0 0-33 0,-2-36-33 16,-1 34-12-16,0-1 31 0,-1 1-4 0,-1 1-19 15,-2-2-26-15,0 3-22 0,1-2 15 16,-4 2 17-16,1 0 26 0,-5 2-12 16,3 3-66-16,-5 1-16 0,1 2-21 0,-2 2 15 15,0 3-15-15,-2 1 6 0,1 4-19 16,-2 6 4-16,3 0 8 0,1 4 26 16,4 2 14-16,1 1 50 0,6 0-50 15,-4-1-18-15,6-1-12 0,3-3-33 16,0-3-1-16,0-3-12 0,7 0-16 15,0-5 7-15,2 1 5 0,1-3-5 16,3-2-3-16,0 0-13 0,1-4 3 16,0-2-9-16,3-2 0 0,0-2 3 15,2-1 15-15,-2 0 1 0,2-5-7 16,0-3 3-16,-3-1 9 0,1-1-8 16,-1-2 27-16,-1-3 1 0,-3 0 2 0,2 2-3 15,-5 0 2-15,0 0 1 16,-5 1-3-16,3 3 12 0,-4 3 1 0,-2 1 2 15,-1 3 10-15,0 2 33 0,0 0 7 16,0 0-4-16,0 0 1 0,0 2 5 0,0 3-12 16,0 1-9-16,0 4 12 0,-2 3 34 15,0 5-22-15,2 3-37 0,-1 2-11 16,1 1 2-16,0 0 3 0,1-3-24 16,2 0 22-16,3-4-25 0,-2-3-11 15,2-1-23-15,1-3-2 0,0-2-22 16,-1-1-21-16,1-5-40 0,-1-1-25 15,4-1-59-15,-1 0-56 0,1-1-74 16,1-11-106-16,2 1-98 0,-1-4-142 0,-1 0-485 16,3-5-105-16</inkml:trace>
  <inkml:trace contextRef="#ctx0" brushRef="#br0" timeOffset="34445.89">24845 5856 2035 0,'0'0'573'15,"0"0"-331"-15,0 0-47 0,0 0 99 16,0 0-52-16,0 0-5 0,0 78-46 16,1-56-24-16,2 0-24 0,3 0 3 15,-1 0-38-15,0-3-68 0,2-1-27 16,1-5-13-16,-1 0-4 0,0-4-29 16,1-2-1-16,0-4-19 0,-1-1 0 15,2-2-15-15,-1 0-3 0,0-3 6 0,-1-6 25 16,0-1 40-16,1-2 27 0,-2-3-26 15,0 0-2-15,0-2 4 0,-3 3 0 16,0-2 10-16,-3 3 21 0,1 2-12 31,-1 0 9-31,0 4-9 0,0 3-19 0,0 0 9 0,0 3 13 0,0 1 15 16,0 0-9-16,0 0-9 0,0 0 15 16,0 1 3-16,0 1-3 0,0 1 9 15,4 1 13-15,-2 1 8 0,1 0 47 16,0 3-31-16,1 0-28 0,-1 1-16 0,0-3-23 15,0 1-15-15,0-2-1 0,-2-1-1 16,2 1-1-16,0 1 1 0,-2-3 1 16,2 1 12-16,-2 1 0 0,1-1 3 15,-1 0-14-15,2 3 1 0,0 1-1 16,0-1-1-16,1-3 0 0,-1 1-3 16,2 1 0-16,0-1 3 0,0 0 3 0,-1 0 16 15,0 1-19-15,-1-3-1 0,3 1 1 16,-3-2 0-16,1 2-3 0,-1-3-9 15,-2 0 9-15,1-1 0 0,-1 0-24 16,-1 0-4-16,2 0-6 0,-1 0 16 16,2-2-6-16,-1-2 27 0,2-2 14 15,0 0-2-15,-1 0-10 0,4-3-2 16,-1-3-24-16,0 1 24 0,0-6-1 16,0 4-1-16,0-3-44 0,0 1 46 0,-3-1 1 15,3 1 14-15,-3 2-15 0,0 1 0 16,0 4-1-16,-2-3 0 0,-1 4-2 15,0 0-18-15,0-2 5 0,0 4-14 16,0-2-4-16,0 4-34 0,0-1-18 0,0-2-43 16,0 0-107-16,0 0-193 0,0-3-217 15,4 1-380-15,2-2-400 0</inkml:trace>
  <inkml:trace contextRef="#ctx0" brushRef="#br0" timeOffset="34996.21">25250 6007 1770 0,'0'0'509'0,"0"0"-386"0,0 0-68 15,0 0 46-15,0 0 60 0,0 0-3 16,0 0-98-16,0 0-18 0,89-3-29 16,-74-7-12-16,-1-3 0 0,-1-1 17 15,-3-1-2-15,0 1 0 0,-4-2 23 0,-2 3-26 16,-2-1 31-16,-2 3 27 15,0 1 21-15,-2 3 26 0,-3 3 9 0,-1 1-3 16,-3 2-11-16,2 1-25 0,-2 0-15 16,-1 7-4-16,-1 1 1 0,-1 4 29 15,2 6 20-15,0 1 8 0,3 3-16 16,1 1 3-16,3 1 89 16,3-5-108-16,0 0-58 0,6-3-34 0,3-3-3 15,5-4-15-15,2-2-7 0,4-3 4 16,0-4-22-16,2 0-6 0,1-2-6 15,-2-8-10-15,-2 0-5 0,1-1 11 0,-4-4 22 16,0 2 13-16,-3 1-7 16,1-2 0-16,-5 0 0 0,0 2 0 0,-2 0 7 15,-1 3 5-15,-2 2-12 16,0 3 16-16,-1 2 9 0,-1 2 3 0,-2 0 13 16,0 0 21-16,1 3 16 0,-1 2-4 15,3 2 32-15,0-1 69 0,3 2 4 0,-2 2-23 16,2-3-36-16,0 0-25 0,1-3-21 15,1 1-10-15,1-1 10 0,1-3-16 16,3-1-30-16,-1 0-2 0,2 0 2 16,-1-1 1-16,-1-5 11 0,0 3-12 15,0-1 2-15,-2 1-1 0,-1 1-1 16,-2 0-1-16,-1 2-3 0,-3 0-14 16,-2 0 3-16,2 0-18 0,0 0-25 0,2 0-92 15,1 0-239-15,3 0-185 0,-3 0-416 16,10 0-140-16</inkml:trace>
  <inkml:trace contextRef="#ctx0" brushRef="#br0" timeOffset="35447.14">26621 5715 2391 0,'0'0'573'16,"0"0"-365"-16,0 0-51 0,0 0 50 15,0 0 105-15,0 0-54 0,-87 52-89 16,68-33 48-16,6 1 14 0,0-2-105 16,6 0-31-16,1-4-49 0,6-1-16 0,0-3-30 15,0-3-17-15,3-1-23 0,6 0-3 16,1-2 10-16,1-3 11 0,1-1 7 15,2 0 13-15,-2-5-13 0,1 0-7 0,1-2-15 16,-2-1-21-16,2-3-13 0,-4 1 0 16,-1 1 3-16,-2 0 19 0,-1 4 24 15,-3-2-3-15,0 3 28 0,-2 1 14 16,-1 3 17-16,0 0 7 0,0 0 14 16,2 0 75-16,-1 2-1 0,-1 1-25 15,0 1-9-15,3 2-13 0,1 0-15 16,5 3-36-16,-2 0-25 0,3 1-1 15,3 0-2-15,0-1-3 0,2 0-16 16,2-4 4-16,0-2 3 0,-1-2-15 16,1-1-41-16,-2 0-106 0,2-1-100 15,-1-6-126-15,-2 0-364 0,-1 1-739 0,-1-6-386 16</inkml:trace>
  <inkml:trace contextRef="#ctx0" brushRef="#br0" timeOffset="35980.08">27608 5673 3235 0,'0'0'530'0,"0"0"-354"0,0 0-69 15,0 0 22-15,0 0 95 0,0 0 17 16,-78 27-87-16,56-9-81 0,-1 0-33 16,6 3-9-16,1-3 6 0,7-2 11 0,5-2-48 15,3-2 0-15,1-4-51 0,3 1 8 16,5-5 9-16,4 0 10 0,-1-1-10 15,5-3-9-15,0 0-22 0,1 0 16 16,-1-3 21-16,1-1 25 0,-1 2-12 16,1 2 2-16,0 0 10 0,0 0 0 15,0 3-7-15,0 5 10 16,0 2 12-16,-2 5-10 0,2 3 26 0,-1 2-12 16,1 5 11-16,-1 0 1 0,0 3 3 15,-7-3-4-15,-5-2 7 0,-2 1 12 16,-2-5 12-16,-5 0 1 0,-6-2 5 0,-4-3 0 15,1-1-18-15,-5-4-7 0,3-3-27 16,-2 0-12-16,0-6 0 0,4 0-100 16,0-9-38-16,2-6 10 0,3-2-11 15,3-2 10-15,1-5-4 0,5-1 6 16,0 2-45-16,7-1-82 0,0-1-90 16,6 4-45-16,1 1-112 0,1 1-104 0,-2 6-84 15,7-10-71-15</inkml:trace>
  <inkml:trace contextRef="#ctx0" brushRef="#br0" timeOffset="36211.33">27886 5803 23 0,'0'0'986'16,"0"0"-482"-16,0 0-7 0,0 0-111 0,0 0-34 15,0 0 14-15,0 0-66 0,0 0-56 16,69 67-42-16,-62-55-52 0,-1-2-42 16,0 0-12-16,-2-3-2 0,0-5-20 15,-2 1-24-15,-1-1-19 0,-1-1-19 16,0-1 4-16,0 0-1 0,0-1-15 15,2-5-21-15,-1-1-38 0,5-5 9 16,1-1 35-16,3-4-4 0,2 1-56 16,1-1-46-16,1 2-15 0,2-2-17 15,1 3-46 17,1-1-115-32,2 2-189 0,0 4-188 0,-7 0-63 0,10 2-224 0</inkml:trace>
  <inkml:trace contextRef="#ctx0" brushRef="#br0" timeOffset="36496.65">28272 5715 450 0,'0'0'551'0,"0"0"-105"16,0 0-88-16,0 0 41 15,0 0 60-15,0 0 45 0,0 0-77 0,0 0-197 16,0 0-54-16,0 0-41 0,0 0 3 16,-33 76 32-16,24-61-18 0,1-1-4 15,2 0 2-15,2-3-6 16,1-2-56-16,1-2-88 0,2-2-18 0,0-2-25 16,2-3 10-16,2 1-4 0,3-1 6 15,3 0-15-15,2-3-27 0,1-4 2 16,1-2-15-16,2 1 0 0,0 0 6 15,-3 0 8-15,1 1 35 0,-2 4 16 16,-5 1 18-16,0 1 3 0,-1 1 12 16,-5 0 13-16,1 0 27 0,-1 3 10 15,1 0 15-15,-1 2 10 0,1 1-23 0,1-1-9 16,0 1-12-16,1-1-24 0,1 1-18 16,1-2-1-16,0 0-3 0,4-2-31 0,3-2-37 15,0 0-92-15,4-2-131 0</inkml:trace>
  <inkml:trace contextRef="#ctx0" brushRef="#br0" timeOffset="37895.28">28582 5715 790 0,'0'0'1378'0,"0"0"-860"0,0 0-194 15,0 0-77-15,0 0 36 0,0 0-18 16,0 0-95-16,0 0-50 0,9 80-30 16,-8-51 16-16,-1 2 18 0,0 0-9 15,0 5-26-15,-3-2-24 0,-1-4-19 16,-2-3-18-16,0-1-10 0,0-5-5 16,1-4-1-16,1-5-12 0,2-4-2 15,-1-2-14-15,3-6 1 0,0 0-13 16,0 0-15-16,0-2-92 0,0-6-63 15,0-3 70-15,0-5 78 0,0-4 25 0,2-4-3 16,2-6 7-16,-1-3-4 16,4-2 25-16,-3 2 1 0,4 2 0 0,-1 5 0 15,1-1 1-15,1 4-2 0,-2 0-1 16,3 1-12-16,2 5-2 0,-2 1-21 0,0 2-8 16,0 4 16-16,0 4 17 0,2 0 11 15,-1 3 1-15,-1 3 1 0,3 0-2 16,-3 0 22-16,1 6 40 0,0 1-7 15,-1 4-2-15,-3-2 6 0,-1 2-12 16,0 5 9-16,-5-2-7 0,-1-1-12 16,0 3-9-16,-4-2 0 0,-5-1-6 15,-4-1-3-15,-5 1-18 0,-4-1 0 16,0-3 2-16,2-1 9 0,0 0 3 16,4-4-15-16,2 0-36 0,5-4-69 15,3 0-60-15,2 0-48 0,1-3 2 0,3-2-38 16,0-3-214-16,3-1-64 15,4-1-85-15,1 1 39 0,10-8-192 0</inkml:trace>
  <inkml:trace contextRef="#ctx0" brushRef="#br0" timeOffset="38260.23">28981 5579 2100 0,'0'0'998'16,"0"0"-679"-16,0 0-214 0,0 0 50 15,0 0 72-15,-12 80 21 0,6-57-39 16,-2 5-36-16,4-3-16 0,1-1-34 0,0-2-46 16,2-5-65-16,1-1-12 0,0-3-18 15,0-4-1-15,1-2 1 0,2-2 0 16,1-2-4-16,1-3-9 16,2 0-12-16,3 0-30 0,0-3-23 0,6-4 22 15,0-2-13-15,2-1 16 0,-2-1 24 16,0 1 25-16,-3 2 19 0,-2 1 2 15,-3 5 0-15,-4 2 1 0,-1 0 37 16,-1 0 57-16,-1 0 63 0,-1 5-36 16,0 2-26-16,1 0 0 0,1 3-24 0,-2 1-13 15,0 1-3-15,0-2-3 0,1 0-13 16,1-2-23-16,-1-3-16 0,2 0-40 16,4-1-30-16,2-4-37 0,1 0-68 15,6-4-140-15,1-3-250 0,-4-1-543 16,9-8-177-16</inkml:trace>
  <inkml:trace contextRef="#ctx0" brushRef="#br0" timeOffset="38909.69">30016 5379 2508 0,'0'0'467'0,"0"0"-336"0,0 0-64 15,0 0 163-15,0 0 119 0,0 0 0 16,0 0-84-16,0 0-92 0,0 0-71 16,0 0-37-16,0 0 8 0,-72 30 35 15,46-12-10-15,1 3-16 0,-2 6 34 0,-2 3-9 16,3 3-16-16,3 2-6 16,4-1-30-16,5-1-37 0,2-2-18 15,5-3-1-15,5-4-17 0,2 0-10 0,0-5 4 16,8-3 0-16,-1-2-1 15,6-4 4-15,3-1 3 0,0-4-19 0,6 0-5 16,-1-5-19-16,4 0-21 0,-2-3-25 16,4-5 24-16,-1-1 22 0,-1-3 12 15,-1 1 31-15,-5-2-1 0,1 0-45 16,-5-1 27-16,-3 6 36 0,-1-3-14 0,-3 4 14 16,-1 1 0-16,-2-1 0 0,-1 1 1 15,0 1-4-15,-1-1-23 0,-1 2 15 16,-1 2 12-16,-1 1 3 0,0 0 18 15,2 1-2-15,-2 0-1 0,1 0-6 16,-1 0 4-16,0 0 24 0,0 0 46 16,0 2 42-16,0 0 37 0,0 4-40 15,0 0-55-15,0 2-16 0,-4 1-38 0,1 5-13 16,-3 2 18-16,3-1 0 16,-1 1 9-16,1-3-5 0,1 0-22 0,2-1-3 15,0-3-24-15,0-1-4 16,5 0 7-16,-1-5-6 0,3 1-4 0,2-3-36 15,1-1-82-15,0 0-147 16,0-4-107-16,2-1-263 0,-5-2-510 0,0-5-552 16</inkml:trace>
  <inkml:trace contextRef="#ctx0" brushRef="#br0" timeOffset="39810.39">30277 5553 2602 0,'0'0'559'0,"0"0"-320"0,0 0-93 15,0 0-32-15,0 0-82 0,0 0-10 16,0 0-3-16,91-11 9 0,-64 5-12 15,3 1-16-15,-5-1-22 0,-5 1 6 16,-4 2-34-16,-6 3-64 0,1-2-268 0,-5 1-271 16,0 1-338-16,-2-1-225 0</inkml:trace>
  <inkml:trace contextRef="#ctx0" brushRef="#br0" timeOffset="40029.8">30360 5766 1955 0,'0'0'490'0,"0"0"-332"0,0 0 22 16,0 0 19-16,0 0-6 0,0 0-21 15,0 0-48-15,0 0-70 0,88-7-54 16,-70 1-3-16,0 0-35 0,0 0-45 0,0-1-118 15,1-4-184-15,-3 4-219 0,-2 1-488 16</inkml:trace>
  <inkml:trace contextRef="#ctx0" brushRef="#br0" timeOffset="40350.62">31001 5309 2199 0,'0'0'649'16,"0"0"-249"-16,0 0-34 0,0 0 30 16,0 0-30-16,0 0-63 0,0 0-116 0,0 0-101 15,0 0-40-15,0 0-15 0,-57 85 5 16,40-56 22-16,2 1 6 0,2 5-6 15,3 2-9-15,3 5-4 0,1 0 25 16,5-2 6-16,1-1-45 0,1-4-31 16,8-4-28-16,1-1-29 0,6-5-41 15,0-3-26-15,4-3-23 0,1-2-6 0,4-6 3 32,1-3-121-32,3-3-146 0,-2-5-336 0,-5 0-445 0,6-7-351 15</inkml:trace>
  <inkml:trace contextRef="#ctx0" brushRef="#br0" timeOffset="40943.12">31323 5427 2629 0,'0'0'606'0,"0"0"-392"0,0 0-59 0,0 0 19 16,0 0-11-16,0 0-30 0,0 69-33 15,3-46-16-15,3 1-19 0,-1 2-12 16,4 3 3-16,-3-2 12 16,1 1-6-16,-1-1-22 0,1-4 28 0,-1-3-47 15,-2-2-20-15,2-6-1 0,-3-1-2 16,0-3-1-16,-2-3 2 0,3-3 1 15,-4 0-1-15,0-2-2 0,2 0-9 16,-1 0 10-16,2-4-32 0,0-4 34 16,3-4 18-16,-2-3 13 0,2-5-3 15,-3-3-13-15,2-1-13 0,-2-2-1 16,0 2-1-16,0-1-20 0,0 3-11 0,0 0 16 16,0 2-19-16,0 3-25 0,0-1 16 15,-2 3 12-15,-1 3 9 0,4 2 22 0,-4-1 13 16,0 5-11-16,0 1 0 0,0 1 22 15,0 0 7-15,0 2-6 0,0 0-13 16,0 1-10-16,0 1-2 0,0 0-3 16,0 0 3-16,0 0 24 0,0 0 35 15,0 0 5-15,0 3-9 0,0-1-2 16,0-2 39-16,0 1 6 0,0 0-50 16,0 1-48-16,0-1-3 0,3 2-15 15,0 0 0-15,3-1 18 0,0-1 1 16,2 1 14-16,4-2 3 0,1 0-15 15,3-2 16-15,1-4-17 0,2-1-2 16,-2-1-25-16,0-2-14 0,2 3-38 16,-6 0-58-16,-1 0-43 0,-1 0-45 15,-4 3-69-15,1 0-247 0,-4 1-173 16,0 1-523-16,-4 2-168 0</inkml:trace>
  <inkml:trace contextRef="#ctx0" brushRef="#br0" timeOffset="41261.06">31712 5796 2519 0,'0'0'624'0,"0"0"-214"15,0 0-25-15,0 0-49 0,0 0-57 16,0 0-98-16,0 0-92 0,-16 78-43 16,11-66-46-16,0 0 0 0,-1-1-58 0,5-4-105 15,-2-2-131-15,3-4-103 0,0-1-178 16,0 0-178-16,3-2-371 0,4-8 82 0</inkml:trace>
  <inkml:trace contextRef="#ctx0" brushRef="#br0" timeOffset="41926.71">32052 5418 2319 0,'0'0'417'0,"0"0"-382"0,0 0 30 15,0 0 50-15,0 0 4 0,0 0-4 16,0 0-35-16,0 0-10 0,0 0-6 0,0 0 9 16,0 0 28-16,80-8 20 0,-72 8-24 15,-1-1-30-15,-1-2-17 0,1 3-16 16,-2-3-18-16,2 3-3 0,-3 0-1 15,-2-2-11-15,-1 2-1 0,0 0-12 16,1 0 10-16,-2 0 0 0,0 0 2 0,0 0 1 16,0 0 33-16,0 0 4 0,0 0-6 15,0 0 6-15,0 0 8 0,0 0 23 16,0 0 52-16,0 0 59 0,-2 2-38 16,1-1-41-16,-3 2-39 0,-1 1-38 15,-2 0-21-15,0 1 13 0,1 0 5 16,-1 2-3-16,0-1-2 0,0 1 8 15,1-1 13-15,0-1 0 0,3-1-13 16,0 1-9-16,0-1-15 0,-2 0 0 16,2 1 0-16,0 1 16 0,0-1-4 15,-3 2 0-15,2 1 3 0,1 1-14 0,-1 0-1 16,-2 1 0-16,3 0 0 0,0 1 25 16,0 0-22-16,0-1 9 0,-1 2 3 15,1 0 0-15,-3 0-12 0,1 3 13 0,2-1-14 16,0-1-1-16,2 1-1 0,-1-1-1 15,2 0 1-15,-1-2 2 0,1 1 1 16,0-4 0-16,0 3-1 0,0-3 0 16,0-2-2-16,0-1 0 0,1 1-3 15,2-2 0-15,3-1-9 0,1 0 11 16,0 0 1-16,2-3 0 0,1 3-1 16,4-3-3-16,1 0 2 0,2 0-1 15,-1 0-15-15,3-3 6 0,-1-3 9 16,-2 1-15-16,1 0-13 0,-4 0-45 15,0-1-16-15,-4 0-28 0,-2 1-27 16,-1-1-44-16,1 0-30 0,-4 0-70 16,0 1-173-16,-3-2-120 0,0 2-434 0,0-2-171 15</inkml:trace>
  <inkml:trace contextRef="#ctx0" brushRef="#br0" timeOffset="42112.75">32009 5636 795 0,'0'0'2213'0,"0"0"-1890"0,0 0-323 15,0 0 0-15,0 0 13 0,0 0 50 16,0 0-15-16,0 0-26 0,99-29-12 16,-77 20-10-16,-2 1-67 0,2 0-102 15,-5 0-51-15,-1 1-173 0,-6 4-381 16,-1-2-494-16</inkml:trace>
  <inkml:trace contextRef="#ctx0" brushRef="#br0" timeOffset="42525.66">32395 5298 2100 0,'0'0'1281'0,"0"0"-958"0,0 0-222 16,0 0-13-16,0 0 13 0,0 0 109 15,0 0 29-15,0 0-35 16,78 82-44-16,-55-56-62 0,-3 4-24 0,3 3-13 16,-4-1-28-16,-2-1-17 0,-2 1-16 15,-4 1-16-15,-4-4 4 0,-2 2-9 16,-5-3-89-16,-6 0-139 0,-8 1-82 15,-5-5-145-15,2-6-593 0,-12 7-893 16</inkml:trace>
  <inkml:trace contextRef="#ctx0" brushRef="#br0" timeOffset="43261.04">25850 6567 3037 0,'0'0'421'16,"0"0"-322"-16,0 0-99 0,0 0-51 0,0 0 51 15,0 0 22-15,0 0 76 0,0 0 10 0,102-14-45 16,-71 3-44-16,1 0-18 0,-2 1-1 16,-2-1-2-16,-5 4-39 0,-1-2 9 15,-5 3-21-15,-6 0-109 0,-2 1-131 16,-6 0-284-16,0 0-600 0,-3 1-139 0</inkml:trace>
  <inkml:trace contextRef="#ctx0" brushRef="#br0" timeOffset="43843.22">26067 6524 378 0,'0'0'2207'0,"0"0"-1737"0,0 0-240 15,0 0-51-15,0 0 93 0,-8 87 33 0,8-59-64 16,1 0-80-16,3 2-65 15,1 0-40-15,2-2-32 0,-2-2 1 0,3-6-10 0,-2-2 7 16,-2-2-22-16,3-4-15 0,-3-4-1 16,1-3-5-16,-1-2-10 0,-1-2-25 15,3-1-24-15,-1-3-1 0,4-4 22 16,0-5 0-16,1-6 28 0,1-2-3 16,-2-7-22-16,0 0-10 0,-1-4-19 15,-1 1 44-15,-1 2 0 16,-1 5 41-16,-1 3 1 0,1 5 12 0,0 4-13 15,-2 5 0-15,-2 4-19 0,2 0 19 0,-3 2 9 16,3 2 60-16,0 4 4 0,3 4 40 16,-2 3 27-16,5 4-35 0,-2 2-33 15,-3 1-23-15,2 0-12 0,2 0-26 16,-2-4-11-16,3-2-3 16,-2-3-12-16,2-2-4 0,-1-3-8 0,-2-2 8 15,3-3 4-15,-1-1-16 0,0 0 0 16,-1-1 6-16,3-5 3 0,0-1 19 15,-3 1-22-15,-1-1 0 0,2 2-9 16,0 1 9-16,-1-1-12 0,0 3-1 0,2-3 4 16,1 5 3-16,0 0 0 0,-1 0 9 15,1 0 19-15,-1 0 1 0,-1 0-15 16,2 5 15-16,2-3 2 0,-2 1 2 16,4-1 1-16,1-2 11 0,2 1-14 15,-1-1 0-15,4 0 2 0,3-3 10 0,-3-6-12 16,1 1-1-16,-3-3-34 0,-5-1-9 15,-1 4-13-15,-5-4 4 0,-3 1 13 16,-4 2 40-16,0-1 19 0,0-1 22 16,-4 1 9-16,-3 0-15 0,1 3 9 15,0 2 32-15,0 3 2 0,2 2-19 16,-3 0 25-16,4 0 18 0,-1 6-69 16,-2 2-33-16</inkml:trace>
  <inkml:trace contextRef="#ctx0" brushRef="#br0" timeOffset="50042.09">27158 7186 2274 0,'0'0'391'15,"0"0"-185"-15,0 0-39 0,0 0-23 16,0 0 35-16,0 0-46 0,0 0 0 16,0 0 35-16,0 0-27 0,94-37-37 0,-54 24-28 15,9-3 8-15,3-1-9 0,7-2-50 16,7 0-13-16,2-2 10 0,1-1-22 16,5-1 3-16,-1 0-6 0,-2 1-3 15,-5 0-69-15,-2 1-87 0,-7 2-49 16,-8 3-67-16,-11 0-84 0,-10 4-55 0,-10 4-41 15,-10 3-16-15,-8 1 101 0,-4 4 109 16,-10 0-26-16,-1 0-62 0,-14 5-137 0</inkml:trace>
  <inkml:trace contextRef="#ctx0" brushRef="#br0" timeOffset="50270.16">27327 7156 802 0,'0'0'567'0,"0"0"-258"15,0 0-39-15,0 0-11 0,0 0 42 16,0 0-30-16,0 0-110 0,0 0-61 16,0 0-100-16,0 0 0 0,0 0 63 15,0 10 87-15,38-25 38 0,7-2-39 16,7-6-63-16,4-2-64 0,4-1-19 16,0 0 3-16,2 2 7 0,0 0-26 0,0 1-2 15,-3 4 2-15,0 1-6 0,-1 1-9 31,-5-1-80-31,0 1-137 0,-6 3-78 0,-7 1-154 0,-10 2-246 16,-1 3-310-16</inkml:trace>
  <inkml:trace contextRef="#ctx0" brushRef="#br0" timeOffset="127812.13">26788 11650 1638 0,'0'0'717'0,"0"0"-342"15,0 0-176-15,0 0-32 0,0 0 50 16,0 0-29-16,0 0-55 0,0 0-26 15,0 0-47-15,14 72-57 0,-11-51-3 16,0 0-19-16,1 2-6 0,-3 1-16 16,1-1-63-16,-1-1-109 0,-1-2-212 0,0-7-365 15,0 6-862-15</inkml:trace>
  <inkml:trace contextRef="#ctx0" brushRef="#br0" timeOffset="128444.56">25628 11807 359 0,'0'0'1955'0,"0"0"-1596"16,0 0-192-16,0 0 29 0,0 0 37 15,-31 64-61-15,28-46-86 0,2-2-67 16,1-1-19-16,0 1-54 0,0-5-51 16,1 0-6-16,2-3-81 0,0-2-142 15,0-2-267-15,0-2-602 0</inkml:trace>
  <inkml:trace contextRef="#ctx0" brushRef="#br0" timeOffset="128949.32">25652 10684 1687 0,'0'0'1641'0,"0"0"-1431"16,0 0-210-16,0 0-42 0,0 0 1 16,0 0 39-16,-3 73-30 0,3-49-54 15,3-4-35-15,1 1-206 0,-1-3-237 0,0-7-183 16,-3 6-355-16</inkml:trace>
  <inkml:trace contextRef="#ctx0" brushRef="#br0" timeOffset="129383.4">25406 9876 303 0,'0'0'1482'0,"0"0"-1284"15,0 0 46-15,0 0 69 0,0 0 157 16,0 0-45-16,0 0-165 0,0 0-131 16,0 0-129-16,0 0-57 0,-25 50-25 15,22-30-41-15,2 3-109 0,-1-3-232 16,2-3-574-16,-6 11-510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17:11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17573 11587 1577 0,'0'0'543'0,"0"0"-226"0,0 0-104 16,0 0 22-16,0 0 137 0,0 0-61 15,0 0-99-15,0 0-74 0,0 0-40 0,4-11-22 16,-4 11-11-16,0 0 13 0,-3 0 19 0,-4 0 33 16,0 0-34-16,-3 0-35 15,0 6-11-15,-6 5-13 0,-1 1-16 0,-2 2 7 16,-1 6-13-16,2 1 10 0,0 2-1 15,5 2 7-15,3 0-6 16,5 0-10-16,5-3 12 0,2-2 47 0,9-4 79 16,2-1-132-16,6-3-21 0,0-4-49 15,2-1 22-15,1-6 24 0,0 1-13 16,4-2 13-16,-2-3 3 0,0-4-1 16,-2-4-2-16,-2-1-9 15,-3 0 9-15,-3 0-9 0,-7 2-1 16,-3 1 13-16,-4-1 4 0,0 1 11 0,0-1-12 15,-7-2 9-15,-3-1-9 0,-4 1 12 16,-1 0-14-16,-4 0 0 0,0 0 2 16,1 3 9-16,-2 2-12 0,2 0-22 0,3 2 1 15,1 3 3-15,3 2 2 0,1 0-30 16,1 0-45-16,2 3 11 0,0 3-15 16,3 3-23-16,-1-2-61 0,5 1-173 15,2-3-150-15,8-1-155 0,3-4-128 0,-5 0-369 16</inkml:trace>
  <inkml:trace contextRef="#ctx0" brushRef="#br0" timeOffset="1083.71">17756 11406 192 0,'0'0'2236'0,"0"0"-1710"0,0 0-302 0,0 0-90 15,0 0 76-15,0 0 74 16,0 0-177-16,0 0-57 0,9 90-15 15,-5-60 2-15,0 2 5 0,4-1 5 0,-2-1 31 16,0-1 6-16,2-1-3 0,0-3-22 16,-2-1-7-16,3-6-24 0,-4-5-28 0,-2-2-21 15,0-5 8-15,0-3-8 0,-1-1-38 16,-2-2-44-16,0 0-65 0,0-5 29 16,0 0 10-16,0-1 57 0,-5-2 41 15,1-2-17-15,0-1 10 0,-2-3-19 16,0 2-31-16,3-4-8 0,0 1 14 15,2-3 8-15,1-1-6 0,0-2 0 16,0 3 0-16,0 0 39 0,0 0 30 0,0 4 11 16,3 1 1-16,1 1-1 0,5 1 0 15,-2-2-1-15,2 4-18 0,2-2 3 16,1 1 16-16,-1-2 3 0,3 0-2 16,0 0 0-16,0 0 0 0,-2 1-1 15,0 0-1-15,-3 3 1 16,0-1 32-16,-3 6 29 0,-2 0 13 0,-3 3 15 15,2 0 23-15,-2 0 9 0,2 0-26 16,0 3-22-16,5 0 41 0,-3 8 2 16,1 1 4-16,4 2-13 0,-3 7-3 15,1-1 8-15,-4 5-19 0,-1 3-22 0,2-1-3 16,-3 0 3-16,1-2-21 16,-2-1-4-16,1-2-3 0,1-3-22 0,0-2-21 15,-1-4-3-15,1-5 0 0,0-2-21 16,0-1-19-16,-3-5-22 0,6 0-34 15,-5 0-16-15,2 0 7 0,3-7 45 16,-2 0 23-16,4-4 9 0,0 0-7 0,-1 1-15 16,1-1-4-16,-3 1 13 0,4 2 13 15,-3 0 12-15,-2 5 3 0,0-1-6 16,1 4 12-16,1 0 10 0,0 4 85 16,3 5 3-16,1 1 1 0,2 2-14 15,-1 2-10-15,3 2-3 0,-2-3-18 16,1 3-23-16,2-3-8 0,-1-1-13 15,2-4 0-15,-2-2-3 0,4-1-10 16,-2-4-2-16,1-1-29 0,0-1-12 0,2-6-18 16,-2-5-1-16,0 0-1 0,-1-5 19 15,-3-1-5-15,-1 0 11 0,-2-1-5 16,-1 0 11-16,-4 3-14 0,0-2-2 16,-4 1 4-16,-1 3 10 0,0-2 22 15,0 3 25-15,-1 1 21 0,-4 5 10 16,0 1 26-16,-1 3 10 0,-4 2 31 15,3 1 34-15,-4 1 7 16,3 5-33-16,-4 4-28 0,4 1-4 0,-1 3-9 0,0 4 7 16,4 1-10-16,0 3-1 0,2-1-2 15,3-1-7-15,0-1-9 0,8-4-43 16,3-2 1-16,3-4-3 0,6-4 1 0,1-1-32 16,2-4-4-16,1-3-84 0,1-4 16 15,-3-6-38-15,-2-1-56 16,-2-2 29-16,-5 2-63 0,-2-1-103 0,-3 1 6 15,-4 4 102-15,-1-2 135 0,-1 5 25 16,-1 0 33-16,-1 2 33 0,0 3-11 16,2 2 13-16,-2 0 19 0,3 0 52 15,0 7 58-15,-1 0 102 0,5 3-55 0,-1 2-10 16,0 2 21-16,0-2 15 0,0 0 53 16,1 0-17-16,-2-1-61 0,0-3-66 15,-4-1-33-15,4-2-20 0,-4-4-21 16,1-1-12-16,-2 0 27 0,1 0 15 15,2-3-11-15,0-7-17 0,4-2 35 16,2-4-7-16,-2-4-55 0,2-2-12 16,-1-3-46-16,-1 0-52 0,2 0-21 0,2 4-56 15,-1 0-60-15,4 8-110 0,-2 0-296 16,0 4-570-16,2 4-619 0</inkml:trace>
  <inkml:trace contextRef="#ctx0" brushRef="#br0" timeOffset="1548.69">19290 11582 2289 0,'0'0'732'16,"0"0"-550"-16,0 0-156 0,0 0 79 15,0 0 0-15,0 0-41 0,0 0-39 16,0 0-12-16,0 0-13 0,0 0-15 16,0 0-33-16,74-61 48 0,-74 55 58 0,0-3-5 15,0-1-12-15,-6-1-6 16,-3-1 0-16,0 1 22 0,-1 3-7 15,-2 1 13-15,4 3 3 0,-4 3 16 16,1 1 38-16,0 0-18 0,0 4-27 0,-2 6-38 16,1 2 16-16,0 5 6 0,1 6 9 15,4-3 31-15,3 8 73 16,-2-2-22-16,6-2-55 0,3-1-31 0,7-2-27 16,2-4-25-16,5-1 3 0,2-5-15 15,2-4-10-15,2 0-21 0,2-6-23 16,-3-1-35-16,2 0-27 0,0-6 14 15,-1-3-8-15,-4-2-66 0,1-3-51 0,-4 0-136 16,-1-1-194-16,-5 3-256 0,1-6-577 16</inkml:trace>
  <inkml:trace contextRef="#ctx0" brushRef="#br0" timeOffset="1741.97">19549 11466 1220 0,'0'0'2060'0,"0"0"-1698"15,0 0-188-15,0 0-27 0,0 0 80 16,0 0 27-16,47 80-59 0,-27-68-44 16,2 4-41-16,0-3-40 0,2 0-54 15,4-3-15-15,-2-1-1 0,-1-2-23 16,-3-1-111-16,-3-2-73 0,-3-3-6 16,-5-1-73-16,-3 0-202 0,-6 0-284 15,1-3-611-15,-3-6-98 0</inkml:trace>
  <inkml:trace contextRef="#ctx0" brushRef="#br0" timeOffset="1936.66">19774 11447 2917 0,'0'0'588'0,"0"0"-266"0,0 0-92 16,0 0 14-16,0 0-15 15,0 0-47-15,-91 79-53 0,73-51-46 0,-2 2-28 16,3 1-19-16,4-3-20 0,1-3-15 15,4-3-1-15,4-5-25 0,4-5-67 16,0-1-104-16,3-4-51 0,6-5-64 16,3-2-151-16,1 0-190 0,1-2-385 15,9-13-478-15</inkml:trace>
  <inkml:trace contextRef="#ctx0" brushRef="#br0" timeOffset="2300.92">19993 11569 3191 0,'0'0'489'0,"0"0"-319"0,0 0-57 16,0 0 45-16,-55 74 63 0,48-58-60 15,2 1-78-15,4-3-42 0,1-3-41 16,0-3-20-16,3-3-20 0,4-1-9 16,3-4-4-16,2 0-31 0,-1-4 10 15,3-7 15-15,1-1 12 0,-1-3-3 16,-2 1-9-16,-2-1-8 0,1 1-11 15,-2-1-4-15,0-2 25 0,1 2 1 16,-6-1-17-16,4 4-22 0,-7 0 16 16,0 3 79-16,1 2 16 0,-2 5 63 15,1 0 19-15,-1 2 9 0,0 0 28 0,2 2 51 16,-2 2 1-16,1 3-26 0,-1 1-31 16,4 3-25-16,-1 5 2 0,2-1 4 15,-3 2 2-15,3-1-37 0,-1-2-60 16,4-3-16-16,0 0-18 0,1-5-19 15,2-1-54-15,1-3-75 0,-1-2-64 0,2-4-43 16,2-4-74-16,-4-4-209 0,1 1-178 16,-5-1-400-16,2-4-29 0</inkml:trace>
  <inkml:trace contextRef="#ctx0" brushRef="#br0" timeOffset="3202.24">20333 11515 349 0,'0'0'2091'0,"0"0"-1572"0,0 0-218 15,0 0-69-15,0 68 18 0,0-53 2 16,0-3-86-16,1-2-44 0,2-2-29 16,4-2-90-16,-1-4-3 0,0-2-43 15,3 0-13-15,-1-2 6 0,1-4-9 16,-1-4 3-16,-2-3 28 0,3 1-8 16,-5-2-5-16,0 0 4 0,-1 0 24 15,0 3-2-15,0 1-14 0,2 2 1 16,-3 4 6-16,1 4-16 0,0 0-3 0,0 0 41 15,-2 0 25-15,2 7 64 0,3 1 5 16,-2 3-21-16,1 1-11 0,-1 1-24 16,2 1-10-16,-1 1-16 0,1-1 10 0,2-4-10 15,-1 2-9-15,1-3-1 16,1-5-2-16,-2 0-35 0,3-4-64 0,-3 0-15 16,2-1-5-16,-1-6-10 15,0 0 2-15,1-4 23 16,-4 3 18-16,1-4-16 0,0 4 38 0,0 0 32 0,-5 2 31 15,0 2 0-15,1 3 1 0,-1 1 42 16,1 0 53-16,-1 0 4 0,1 0-4 16,-1 3 16-16,2-1 12 0,0 4-32 15,-1-2-44-15,0 1 6 0,0 2-12 16,1-2-18-16,1 0-22 0,-3-1-1 16,2 1 0-16,2-3-16 0,-2 0-10 15,-1-2-17-15,4 0-99 0,2-3-44 16,0-4-39-16,1-1-49 0,-1-4-105 0,2 1-64 15,-2 0-27-15,0 1-57 16,-2 2 81-16,4 0 130 0,-3 1 296 0,1 3 20 0,-4-1 114 16,0 4-87-16,0 0-24 0,-2 1 36 15,-1 0 274-15,-1 0 91 0,2 0-95 16,1 2-85-16,-2 3-56 0,1-2 1 16,0 2 18-16,3 1 26 0,1 3-23 15,3 3-52-15,2 1 41 0,2 3 25 16,1 3-108-16,-2-1-14 15,0 0-50-15,2 0-29 0,-4 3 0 16,3-1-3-16,-2 0 0 0,0-3-16 0,-3 0 0 16,1 1-76-16,-5 1 26 0,0 1 37 15,-1-1 27-15,1-1 2 0,-4 0 1 16,0-3 1-16,0-1 20 0,0-2-9 0,0-5 0 16,0-2-1-16,0-2 4 0,0-3 10 15,0 0 15-15,0-3-41 0,0-5-29 16,-1-2-5-16,-3-5 30 0,1 1 1 15,-1-9 3-15,-1 1 0 0,-1-6 13 0,0-1-11 16,0-4 17-16,4-4 16 0,2-2 3 16,0 2-38-16,3 2-11 0,7 4-5 15,-1 7-2-15,-2 5-1 0,1 3-4 16,0 8 11-16,-1-1 12 0,-1 6 16 16,2-1 25-16,-2 4 19 0,0 0 13 15,1 0 15-15,0 5 25 0,2 6 19 16,-3 1-31-16,-2 7 14 0,-3 0-34 15,-1 1-28-15,-4 2-28 0,-9-3-25 16,2-1-11-16,-1-2-20 0,-4-2-31 16,6-5-40-16,1-2-33 0,1-6-79 15,4-1-58-15,1-6-276 0,3-7-416 0,0 1-171 16,0-9 359-16</inkml:trace>
  <inkml:trace contextRef="#ctx0" brushRef="#br0" timeOffset="3588.67">21115 11343 2398 0,'0'0'692'0,"0"0"-395"0,0 0-144 15,0 0 8-15,5 83 82 0,-4-55-8 16,0-1-48-16,1 1-11 0,1 2-25 16,-2-7-86-16,5-2-34 0,0-3-13 15,4-1-18-15,-1-6 0 0,1-1-25 0,3-6 10 16,-2-1-3-16,5-3-19 0,1-3-9 15,3-4 9-15,3-7 3 16,1 0 0-16,0-5-19 0,2 1 16 0,-3 0 3 16,-3-1 31-16,-2 1-50 15,-5-1-80-15,-4 3 24 0,-3 1 77 0,-4 0 32 16,-2 4 25-16,-2 2 19 0,-5 4 65 16,-4 4-7-16,1 1 19 0,-4 1-19 15,-3 8-19-15,6 2-21 0,-5 5-4 16,1 6 7-16,3 2 26 0,1 1 62 0,4 0 18 15,0 0-47-15,6-2-54 0,1-4-30 16,1-3-28-16,9-4-11 0,2-3-1 16,6-3-37-16,8-5-29 0,6-1-71 15,7-10-28-15,7-5-125 0,6-3-312 16,-12 4-550-16,14-11-1778 0</inkml:trace>
  <inkml:trace contextRef="#ctx0" brushRef="#br0" timeOffset="5074.28">22116 11083 3094 0,'0'0'458'0,"0"0"-296"0,0 0-2 16,0 0 105-16,-79 16-17 0,64-8-68 16,2 6-72-16,0 2-37 0,4 6-31 0,2 3-19 15,4 5 7-15,3 0 12 16,0 1-1-16,7 4-5 0,6-2-3 0,5 0-4 16,-4 0-5-16,0-2-1 0,-1-3-18 15,-4-6 25-15,1-3-26 0,-4-2-2 16,-2-4-1-16,-2-5 1 0,-1-2-2 0,-1-1-14 15,0-1-2-15,0-4 3 0,0 0-10 16,0 0-24-16,0-4 28 0,-1-3-16 16,-1-1-40-16,1-2 34 0,1-3 19 15,0-3-4-15,0 2-6 0,9 0 0 16,-1 0 4-16,2 2 2 0,2 1 9 16,1 0 7-16,0 2 11 0,1 0-11 15,-2 5 11-15,-2-2 1 0,3 3 12 16,-5 2 0-16,3 1 4 0,0 1 8 15,-1 5 13-15,0 3 6 0,3 1 4 0,-3 3-4 16,3-1-19-16,-3 3-12 16,-1 1-10-16,0-2 17 0,-1-2-1 15,-1 2 10-15,-1 0 30 0,-1-6-37 0,-1 2-21 16,-2-7 0-16,0 2-13 0,-1-5 13 16,-1 0 19-16,0 0-19 0,0 0 0 15,0 0-40-15,0-7 18 0,0 0-11 16,3-4 14-16,0-4 19 0,2-4 1 0,-1 1-1 15,0-1-24-15,2 2-1 0,4 2-12 16,0-1-3-16,0 3-3 0,5 2 0 16,-1-1-9-16,3 3 6 0,1 0 5 15,-1 2 11-15,2 1 26 0,-5 2-6 16,2 1 10-16,-2-1 22 0,-2 4 2 16,1-2-5-16,-4 2-16 0,-1 0 13 15,-1 0-1-15,-1 5-15 0,-2-1 3 16,1 0 22-16,-1 4-4 0,2 1 1 15,1 3 3-15,-1 1-7 0,0 1-6 0,1 1-11 16,1-2 2-16,0-1 0 0,-1-1-3 16,0-3-13-16,3 1-5 0,-3-5 2 15,1-1 14-15,-1 0-10 0,0-3 0 16,-1 0 11-16,-1 0-3 0,0-3 1 0,-1-3 3 16,1-2 0-16,-2 0 16 0,1-4-4 15,-2 1-9-15,0 0 10 16,-2-1 2-16,0 1-3 0,0-4 1 0,0 3-11 15,-3-1 1-15,-4 0 27 0,-2 1-2 16,-1 0 15-16,-4 7-12 0,-2 0-10 16,-3 3 10-16,0 2-13 0,2 0-3 15,3 2-15-15,-2 1-13 0,3 4-17 16,2-3-13-16,3 1-3 0,4-3-31 0,1-1-22 16,3-1-40-16,0 2-53 0,0-2-55 15,9 0 11-15,5 0 62 0,2 0 35 16,2 0 15-16,3-2 9 15,2 0-12-15,3-2 1 0,-2 0-12 0,4 2-10 16,-4-2 0-16,1 1 64 0,-4 3 58 16,-1 0 26-16,-4 0 62 0,-1 2 141 15,-7 3 44-15,-2 2 0 0,0 1-11 16,-2 2-11-16,-2 2-23 0,1 0-61 0,-3-1-15 16,2 1-26-16,-2-3-7 0,0 2 3 15,0 0-6-15,0-5-16 0,0 0-40 16,2-4-34-16,-1-1-31 0,-1-1-3 15,3 0-12-15,1 0-10 0,4-5 25 16,1-4 9-16,3-3 4 0,1-1-7 0,2-2 6 16,-1 0 7-16,-1 1-4 15,-3 3-2-15,0 1 15 0,-4 3-16 0,1 3 3 16,-2 3 1-16,-4 1 15 0,0 0 17 16,-1 1 18-16,2 3 11 0,-1 3 22 15,2 2 19-15,0-1-53 0,2 4-22 16,-1-1 4-16,3 2 2 0,-3-2-16 15,2-2-1-15,1 0 2 0,-1-2-3 16,4-2 0-16,-3-2-25 0,2-1-3 16,2-2-3-16,-2 0-28 0,4-2-15 0,0-5 37 15,0-1-60-15,3-4-21 16,-3-3 14-16,1 0 69 0,-1 3 35 0,-2 1 1 16,-2-1 18-16,-3 5 31 0,0 2 20 15,-2 1 2-15,-1 3 18 0,0 1 37 16,1 0 3-16,2 5-16 0,0 0-3 15,-2 4 3-15,4 1 20 0,-3 2 10 16,2-1-32-16,-1 0-39 0,-1-2-51 0,-1 1-22 16,0-4-40-16,1-4-82 0,2-1-152 15,0-1-132-15,-3-1-530 0,-1-14-1014 0</inkml:trace>
  <inkml:trace contextRef="#ctx0" brushRef="#br0" timeOffset="5634.25">24335 11182 2790 0,'0'0'652'15,"0"0"-363"-15,0 0-113 16,0 0 38-16,0 0-5 0,0 0-39 0,20 80-28 16,-13-56-4-16,4 0-15 0,-2 2-40 15,3 2-13-15,-2-3 0 0,4-2-9 16,-2-2-24-16,2-4-11 0,-2-3-26 15,-2-5-12-15,1-2 10 0,-2-2-13 16,-3-5 12-16,0 0 1 0,-1 0-11 0,1-5 0 16,1-6 13-16,1-4 25 0,0-6-22 15,1-5-3-15,-2-5-11 0,1 0-8 16,0-2-20-16,-4 0-1 16,1 2 0-16,-1 4-9 0,-1 3-18 0,0 7-37 15,-2 3-40-15,-1 4-35 0,0 3-100 16,0 5-208-16,0 0-283 0,0 2-718 15</inkml:trace>
  <inkml:trace contextRef="#ctx0" brushRef="#br0" timeOffset="6201.55">24793 11270 411 0,'0'0'759'16,"0"0"-267"-16,0 0-151 0,0 0-40 16,0 0-23-16,0 0-23 0,0 0-21 15,0 0-13-15,0 0-40 0,0 0-38 16,2 2 11-16,-2 0 32 0,-2-1 25 15,-2 3-3-15,-1 1-7 0,-2 2-19 16,0 0-44-16,1 2-46 0,1 2-19 0,0 0-21 16,2 3-18-16,3 0-19 0,0 1-12 15,0 2-3-15,9 0-11 0,1-5-1 0,3-2-1 16,0-1 11-16,4-3-22 0,-1-4-4 16,0-1 4-16,0-1-13 0,-2 0 7 15,-1-4 5-15,-4-5 22 16,1 1 1-16,-6-3 1 0,1 0 1 0,-4-2 3 15,-1-1-1-15,0 2-2 0,-3-2-14 16,-4 1-17-16,-3 0-15 0,1 4-21 16,-1 0-31-16,3 3-60 0,-2 0-77 15,4 5-157-15,0-3-234 0,4 4-577 16,1 0-468-16</inkml:trace>
  <inkml:trace contextRef="#ctx0" brushRef="#br0" timeOffset="6952.47">25123 11237 1456 0,'0'0'1458'0,"0"0"-1119"0,0 0-163 15,0 0 68-15,0 0 77 0,0 0-5 0,0 0-149 16,0 0-99-16,0 0-28 0,-29 64-18 16,23-41 24-16,0 0 53 0,4 1 14 15,2-4-15-15,0-2-52 0,5-1-12 16,3-4-1-16,-1-3-33 0,3-3-3 15,0-5-21-15,-1-2-10 0,1 0 7 16,3-5-28-16,0-5-19 0,0-7-3 16,0 0 1-16,0-3-11 0,-2-4-2 15,-2 2-1-15,-2-4 0 16,-2 0 16-16,-4-3 11 0,3-1 32 0,-4-5 28 16,0 4 1-16,0 2 1 0,0 6 1 0,-4 8 19 15,4 5 12-15,-3 3 62 0,2 7 47 16,-1 0 17-16,-1 0 9 0,-1 5-37 15,1 2-22-15,-1 5-18 0,-1 3-31 16,2 4-6-16,-2 6 12 0,5 2 27 0,0 1 21 16,0 3-30-16,0-3-33 15,5-1-15-15,1-2-34 0,5-3-21 16,0-4-4-16,5-6-47 0,2-4-59 0,1-3-24 16,4-4-16-16,3-1-27 0,-3-4-51 15,-1-8-179-15,1-2-195 0,-6 0-3 16,-1-5 4-16,-4 4-27 15,-4-1 89-15,0 0 150 0,-4-1 133 16,-1 4 185-16,-3 2 92 0,0 4 173 0,0 0 163 0,-2 7 162 16,-3 0 6-16,-1 0-14 0,-3 7-22 15,2 4-58-15,1 1-79 0,0 4-53 16,-1 0-23-16,4 2-58 0,-1 1-2 16,1-3 0-16,3 1-35 0,0-5-32 15,0-1-73-15,7-3-55 0,3-2-21 16,2-4-7-16,2-2-8 0,1 0-16 15,2-6-13-15,-2-4-21 16,0-1-9-16,-2-1 33 0,0-5 22 0,-6 4-3 0,-2 0-22 16,-4-2-32-16,-1 2 26 0,0-1-4 15,-7 2 38-15,0 1 24 0,-2 3 13 16,3 3 19-16,-1 2 43 0,3 3 22 16,1 0 3-16,-1 3 16 0,1 2 5 0,2 2-37 15,1 0-22-15,0 3 9 16,0 0 7-16,4 1 14 0,3 1-2 15,0-2-16-15,3-1-41 0,3 0-19 0,0-3-2 16,3-2-13-16,-3-1-29 16,-3-2-18-16,3-1-37 0,-3 0-52 0,0-2-69 15,2-4-92-15,-2-4-227 0,-3 3-247 16,6-3-682-16</inkml:trace>
  <inkml:trace contextRef="#ctx0" brushRef="#br0" timeOffset="8151.53">25909 11071 1969 0,'0'0'573'0,"0"0"-215"15,0 0 7-15,0 0-12 0,0 0-66 16,0 0-79-16,0 0-53 0,0 0-18 16,0 0-26-16,-80-6 25 0,65 28 21 15,0 0 5-15,-1 6-48 0,6 3-2 16,0 2-42-16,3 3-30 0,3-3-37 16,2 2-1-16,2-4-2 0,0-2-1 15,3-4-11-15,1-1 0 0,-1-7 9 16,1 1 0-16,-1-5-10 0,-3-2 11 15,0-4 0-15,0-2-10 0,0-1 10 0,0-1 1 16,0-3-1-16,0 0-13 0,0 0-3 0,0 0-34 16,0-3-24-16,0-2 5 0,0-4-14 15,0-2 17-15,3-4 28 0,0-1 25 16,4-3 0-16,-1 0-10 0,5 2-18 16,-3 4 3-16,2 1 0 0,0 2-28 15,0 3-3-15,0 0 6 0,3 0 19 16,-3 3 15-16,2 1 28 0,-1 0-10 15,1 0 12-15,-2 0 1 0,4 2 2 16,-2 1-2-16,-1 0 0 0,-1 0 1 16,-1 0 0-16,0 5 0 0,-2 2 27 15,-3-2 13-15,2 5-10 0,-3-1 0 16,1 1 2-16,1 1-2 0,0-2-9 0,1-2-7 16,-2 1-15-16,4-4-1 0,-1 0-14 15,3-3 4-15,0-1 11 0,-1 0 0 16,2-5-11-16,-4-2-7 0,2 0 18 15,-3-1 2-15,1-1 1 0,-4-3 9 16,-2 2-12-16,-1-1-18 0,0 0 5 0,0-1-2 16,0 2 13-16,-7-2 0 0,-3 0 2 15,0 5 0-15,-2 1 0 0,-2 3-1 16,1 3-14-16,-3 0-6 0,6 0 8 16,3 3 10-16,1-2-50 0,3 0-83 15,3 0-146-15,0 2-154 0,0-3-116 16,5 0 18-16,3 0 139 0,5 0 151 15,1 0 82-15,1 0 12 0,2 0 26 16,-4 0 14-16,0 0 110 0,-1 0 16 16,-3 2 228-16,-4 4 149 0,2 3-55 15,-4-1-67-15,0 2-19 0,-1 2-43 0,0 0-24 16,1-2-22-16,3 2-42 0,0-2-29 16,1-1-10-16,-3-2-6 0,2 0-22 15,-3-5-16-15,-3 2 12 0,2-4 38 16,-1 0 9-16,-1 0-61 0,3-4-36 15,3-2-36-15,1-2 36 0,1-3 13 16,3 1-13-16,1-1-24 0,-1 1-4 0,-1-2-4 16,0 2 32-16,-2 3 0 0,-2 1 1 15,0 1 1-15,-3 4 2 0,-2 1 14 16,2 0 14-16,-2 0-1 0,-1 1 70 16,2 4 8-16,-1 1 3 0,1 4-25 15,1-1-13-15,1 1-19 0,-1-1-33 16,4 0-19-16,-1-3-3 0,5-2-12 0,-2-1-19 15,1-3-15-15,3 0 21 0,-3-5 6 16,-1-2-12-16,5-2-2 0,-2-1 32 16,2-3 0-16,-1-2-39 0,3 2-22 15,0-1 25-15,4-2-10 0,2-1-12 16,-2-1-7-16,3-1 47 0,-6 2 19 16,-2-1 0-16,-6 3-76 0,-5 5 67 15,-4-1 9-15,0 3 60 0,-9 4 0 0,-3 1 15 16,-2 3 12-16,0 0-16 15,-2 0 7-15,1 3-22 0,-2 2-19 0,4 4 27 16,-1 3-11-16,1 1-10 0,1 2 6 16,1 1 43-16,2 1 101 0,3 1-25 15,2-2-64-15,2 0-65 0,2-2-39 16,2-1-12-16,5 0 10 0,3-4-10 0,3 1-3 16,3-3-10-16,1-2-20 15,-1-3-47-15,1-2-21 0,-2 0-49 0,1 0-50 16,-2 0-48-16,3-2-96 0,1-3-145 15,-2 0-299-15,8-2-942 0</inkml:trace>
  <inkml:trace contextRef="#ctx0" brushRef="#br0" timeOffset="17715.2">7243 12945 1509 0,'0'0'805'0,"0"0"-550"15,0 0-126-15,0 0-45 0,0 0 51 0,0 0 48 16,0 0 72-16,0 0-4 16,0 0-83-16,0 0-33 0,0 0 13 0,-23 2 18 15,27 3-2-15,0-4-24 0,1 2-38 16,-1 0-44-16,2-3-55 0,0 0-3 15,2 0-28-15,7 0 28 0,3 0 2 0,8-6 1 16,4 0 34-16,5-1-34 0,3-2-1 16,1 0 1-16,5-1-1 15,-1 1-2-15,2-3 0 0,3 3-1 0,-1-1-1 16,-2-1-11-16,0 1-2 0,1-1-3 16,-1 3-13-16,-4-2-6 0,-2 3 9 15,-1 0 16-15,-2 1-16 0,1 0 6 16,-1 0 10-16,-1 2-106 0,-1 1 22 0,-2-2 43 15,0 5 3-15,-5-1 16 0,-1-1-25 16,-7 2-46-16,1 0-197 16,-4 0 26-16,-5 2-40 0,-2-1 11 15,1 1-34-15,-6-1-17 0,-1-1-89 0,-1 0 38 16,-2 0 23-16,0 0 146 0,-9-3-72 0</inkml:trace>
  <inkml:trace contextRef="#ctx0" brushRef="#br0" timeOffset="18153.27">7491 12984 1676 0,'0'0'205'0,"0"0"-140"0,0 0 22 0,0 0 108 16,0 0 164-16,0 0 14 0,0 0-50 16,0 0-68-16,0 0-50 0,0 0-44 15,-19 15-30-15,19-14-1 0,0-1 0 16,0 2-15-16,3-1-25 0,4 3-13 16,5 1 7-16,5-1-17 0,6 1-66 0,3-3-1 15,8-2-2-15,7 0-10 0,2-8 10 16,6 0 2-16,4-4-16 0,2 0 13 15,3-3-9-15,4-1-16 0,0-3 16 16,0-3 0-16,0 2-7 0,-6-1-33 16,-3 2-10-16,-8 3-3 0,-5 3-37 15,-8 5 15-15,-6 2 9 16,-7 1 53-16,-5 3-10 0,-4 2-38 0,-4 0 14 0,-3 0 5 16,0 0-18-16,-3 0-38 0,0 0-4 15,0 1-22-15,-6 0-103 0,-1 2-226 16,-6-1-45-16,0 2-81 0,1-2-37 15,-11 3-21-15</inkml:trace>
  <inkml:trace contextRef="#ctx0" brushRef="#br0" timeOffset="18448.23">7665 13014 1774 0,'0'0'267'0,"0"0"-157"16,0 0 97-16,0 0 65 0,0 0 27 16,0 0-14-16,0 0-43 0,0 0-39 15,0 0-14-15,0 0-48 0,0 0-8 16,29 35 7-16,-13-29-3 0,4-2-23 16,3-2-33-16,6-2-75 0,1 0 6 15,6-6-6-15,4-4-3 0,5-4 13 0,1-2-16 16,3 0 0-16,-1-2-50 0,1 1 47 31,-4 5-21-31,-5 0 2 0,-7 4-27 0,-6 4-44 0,-8 0-44 16,-3 2-12-16,-5 2-12 0,-3 0-41 15,2 0-149-15,-3-3-235 0,-4 2-433 0,3-2-133 16</inkml:trace>
  <inkml:trace contextRef="#ctx0" brushRef="#br0" timeOffset="25448.5">11415 12521 199 0,'0'0'1952'0,"0"0"-1544"0,0 0-199 16,0 0-58-16,0 0 45 0,0 0 40 16,0 0-61-16,0 0-55 0,0 0-34 15,0 0-14-15,0 4 60 0,0-1 66 16,0 6 11-16,0 1-23 0,0 5-53 0,0 5-69 15,0 3-39-15,0 0-25 0,-2 1-12 16,1-1 0-16,-2-4-28 0,3-1-55 16,0-2-106-16,3-3-162 0,3-4-243 15,0-2-553-15,2-5-237 0</inkml:trace>
  <inkml:trace contextRef="#ctx0" brushRef="#br0" timeOffset="26398.35">15330 12154 1072 0,'0'0'725'0,"0"0"-345"0,0 0-163 16,0 0 9-16,0 0 28 0,0 0-55 15,0 0-84-15,0 0-12 0,0 0-24 16,0 0-6-16,0 0-19 0,50-21-12 16,-35 14 2-16,0 2-6 0,1-1-22 15,0 0 0-15,1 1-13 0,-4 1 32 0,0 3-4 16,-5 1 10-16,0 0 6 0,-1 0 10 16,-5 7 3-16,1-1 6 0,-1 4-19 15,-2 1-9-15,0 2-10 0,0 0-12 16,-3 5 6-16,-1-1 6 0,-6 1-18 31,2-1-9-31,0 2-1 0,-4-1 16 0,4 0 9 0,-1 1 31 0,2-3 15 16,0-2 50-16,1 0-19 0,4-3-31 0,2-1 3 15,0-2-19-15,0-1-9 0,3 1-12 16,2-2 6-16,2 1-3 0,0-3-17 16,2 0-20-16,1-2-15 0,3 0 3 15,-2-2-4-15,2 0-2 0,-1 0-86 16,-2 0-66-16,1-2-77 0,-3-1-298 15,-3-1-613-15,-3 1-797 0</inkml:trace>
  <inkml:trace contextRef="#ctx0" brushRef="#br0" timeOffset="27316.97">14080 14266 280 0,'0'0'1111'0,"0"0"-718"0,0 0-120 15,0 0-27-15,0 0 10 0,0 0 1 16,0 0-38-16,0 0-66 0,0 0-15 16,0 0-24-16,47-2-34 0,-35 2-30 15,-1-4-15-15,4 3 6 0,-2 0-3 16,1-4-12-16,1 4-11 0,2-3 7 0,-1 2-3 15,-1-3-19-15,-1 4-15 0,0 0 11 16,-4-2 3-16,-1 3-1 0,-2 0-1 16,-3 0 3-16,-3 3 19 0,1-1 12 15,-2 2 7-15,0 1 28 0,0-2 10 16,0 4-48-16,0 1-17 0,0-2-10 16,-3-1 14-16,-1 2-13 0,-3 0-2 15,2 0-4-15,-1 2 4 0,1 0 16 16,0-1 3-16,2 1 16 0,-1-3-7 0,4 0-28 15,0-4-19-15,0-1-9 0,0 1 6 16,4-2 22-16,1 0 0 0,2 0 22 16,2 0-19-16,2 0 9 0,1 0-12 15,1-3 0-15,3 1 0 0,-3 2 15 16,4 0 1-16,-4 0 3 16,3 0-1-16,-5 0 1 0,1 5 15 0,-2-2 26 15,-4 1 92-15,-2 2-60 0,-1-3-39 16,-2 2-4-16,-1 2 10 0,0 2-10 0,-5-1-18 15,-4 3-20 1,-1-1-11-16,-6 2-21 0,3-2-38 0,-1 1-77 0,-1-1-37 16,4-3-98-16,2-1-214 0,5-3-303 15,1-3-808-15</inkml:trace>
  <inkml:trace contextRef="#ctx0" brushRef="#br0" timeOffset="28061.16">16848 14474 1520 0,'0'0'659'0,"0"0"-319"15,0 0-111-15,0 0 63 0,0 0-26 0,0 0-101 16,0 0-45-16,0 0 7 0,0 0 18 15,0 0-13-15,-33 67-6 0,30-53 17 16,0 2-3-16,2-4-25 0,-1 4-51 16,2-3-2-16,0-1-13 0,2 0-15 15,3-1-31-15,6-3-1 0,0-1-2 16,4-3-1-16,2 1-11 0,0-5-19 16,3 0 7-16,2 0 22 0,0 0-2 15,1-5-8-15,0 1-6 0,-1-3-13 16,0-1 0-16,0 1-9 0,-2 0-3 15,-4-2-38-15,0 4-24 0,-5 1-29 16,1 1-36-16,-1-1-110 0,-2 1-126 0,0 0-104 16,1 0-198-16,-3 0-400 0</inkml:trace>
  <inkml:trace contextRef="#ctx0" brushRef="#br0" timeOffset="28248.33">17075 14518 2187 0,'0'0'1093'16,"0"0"-737"-16,0 0-73 0,0 0 0 15,0 0-47-15,0 0-60 0,0 0-56 16,-22 90-21-16,16-63-17 0,0 2-51 16,2-2-31-16,1 2-55 0,-1-2-111 15,2-3-130-15,1 1-245 0,1-7-656 16,0 12-773-16</inkml:trace>
  <inkml:trace contextRef="#ctx0" brushRef="#br0" timeOffset="28964.2">15513 17168 1934 0,'0'0'663'0,"0"0"-463"0,0 0-116 15,0 0-20-15,0 0-6 0,0 0 28 0,0 0-6 16,0 0-13-16,0 0-25 0,0 0-26 15,0 0-13-15,84-41 16 0,-72 34-16 16,-2 1 1-16,3 0-4 0,-3-4-26 16,0 3-9-16,0-1-61 0,-3 0-138 15,-1 1-94-15,-2 2-63 0,1 2-93 16,-2-1-115-16,-3 2-36 0</inkml:trace>
  <inkml:trace contextRef="#ctx0" brushRef="#br0" timeOffset="29315.09">15570 17115 706 0,'0'0'649'0,"0"0"-230"15,0 0-162-15,0 0-4 0,0 0 15 16,0 0-45-16,0 0-53 0,0 0-19 0,0 0-23 16,0 0-52-16,-29 53-38 15,26-42 10-15,-1-2 19 0,2 3-7 0,2 0-12 16,0-1-4-16,0-4-3 0,6 0-34 15,3-1-7-15,-1 0 0 0,7-1 19 16,-2-1-16-16,0-1-2 0,4 1-1 16,2-3 1-16,-3 3 9 0,4-1-10 15,-1-3-12-15,2 3 12 0,1 0 15 16,-2-2-14-16,-1 2-1 0,-2-1 22 16,-4 0 34-16,-4 5 11 0,-1-3 39 15,-4 4 146-15,1 1-56 0,-5 1-85 16,0 2-49-16,-2 3-25 0,-6 0-12 15,-2 2-25-15,-3 0-31 16,-5-1-31-16,-1 0-40 0,-1-1-75 0,-2-4-1 16,-1-3-140-16,1-6-219 0,2-1-678 0,-12-1-567 0</inkml:trace>
  <inkml:trace contextRef="#ctx0" brushRef="#br0" timeOffset="30229.98">11179 16515 1967 0,'0'0'428'0,"0"0"-257"0,0 0-26 16,0 0 77-16,0 0 47 0,0 0-84 15,0 0-32-15,0 0-27 0,0 0-31 16,0 0-16-16,0 0 6 0,-11 51 28 16,10-36-16-16,-3 2 13 0,2 2-11 15,2 0-6-15,0 1-34 0,0-1-28 16,2 0-3-16,5 0-28 0,2-1-7 16,-1-1-23-16,5-2 8 0,2-1 0 15,-1-1-12-15,2-5 0 0,0 0-19 16,-2-4 13-16,0-2 0 0,-1 0-4 0,1-2 28 15,-3 0 14-15,1-2-32 16,0-1 6-16,0-4 25 0,0 1-13 0,-1 0-6 16,1-3-35-16,-2 1 13 0,0-2 19 15,-2 1-3-15,0-1-3 0,0 0-7 16,-2 0 10-16,-2-1-13 0,1 2-19 0,-4-2 9 16,1 3 36-16,-2 2 15 0,0 2 41 15,0-1 40-15,-3 3 23 0,-2 0-13 16,-2 1 1-16,-1-1-14 0,-4 2-12 15,0 0-42-15,-3 4-11 0,-1 2 12 16,-2 1 6-16,0 0-30 0,2 2 2 16,-1 0 25-16,4-1-6 15,-2 2-21-15,7-2-1 0,-1 2 0 16,4-3-1-16,4-3-12 0,1-2-105 0,0-1-63 16,0-1-90-16,9 0-271 0,0-3-190 15,5-8-548-15</inkml:trace>
  <inkml:trace contextRef="#ctx0" brushRef="#br0" timeOffset="31699.36">13912 13023 1398 0,'0'0'514'0,"0"0"-229"0,0 0-64 16,0 0 34-16,0 0 47 0,0 0-36 16,0 0-50-16,0 0 6 0,0 0-8 15,0 0-31-15,0 4-11 0,0 0 14 0,0 0 9 16,0 2 5-16,0 2-69 0,0 2-48 16,0 2-19-16,0 2-9 0,0 1-22 15,0 1-5-15,-1 3-4 0,-1-1-7 16,1 1-17-16,1 0-12 0,0 0 11 15,0-4-11-15,0 0-12 0,0-2-19 16,3-6-27-16,3 1-34 0,0-4-46 16,-1 0-65-16,4-4-101 0,-1 0-132 15,0-5-186-15,-1-1-334 0,3-4-200 0</inkml:trace>
  <inkml:trace contextRef="#ctx0" brushRef="#br0" timeOffset="32167.05">14108 13047 346 0,'0'0'384'0,"0"0"-149"16,0 0-4-16,0 0 62 0,0 0 68 0,0 0-7 16,0 0-24-16,0 0-34 0,0 0-45 15,0 0-34-15,0 0-29 0,0 10-46 16,0-6-31-16,0 1-13 0,0 0-13 16,0 2 5-16,0 1 24 0,0 3 26 15,0 0-56-15,5-3-34 0,1 4-19 16,2-1-16-16,1 0-12 0,1-3 1 15,3-1-3-15,-2-1-1 0,4-2 0 16,-4-2-31-16,1-2 15 0,1 0-9 0,-3 0 7 16,-1-6 15-16,-1 0-1 0,-2-1-8 15,0 0 10-15,-3-4-8 0,0 3 10 16,-2-3 24-16,-1-1 7 0,0 0-18 16,-1 0 9-16,-5-1 12 0,-3 0-22 0,1 1-11 15,-3 4 12-15,1 2 5 0,-4 1-18 16,-1 3-46-16,-3 2-94 0,0 0-69 15,-2 5-58-15,0 1-103 0,3 3-218 16,1-1-534-16,-1 2-296 0</inkml:trace>
  <inkml:trace contextRef="#ctx0" brushRef="#br0" timeOffset="33549.57">13878 12799 817 0,'0'0'1230'0,"0"0"-971"16,0 0-113-16,0 0-1 16,0 0-64-16,0 0 6 0,0 0-36 0,0 0-18 15,0 0-17-15,0 0-15 0,-36 60 34 16,33-49 26-16,0 0 67 0,-1-1 70 15,-1 4 44-15,1-1-71 0,0 1-57 0,-3 0-45 16,-1-1-38-16,3 0-15 0,-1 4-5 16,-2-3-9-16,2 4-2 0,3-2 18 15,-3 2 4-15,3-1-19 0,1 1 32 16,1 0-13-16,1-1 4 16,0-1 8-16,0 1 26 0,1-1-4 0,4-1-16 15,1-3-24-15,-1-1-1 0,4 1 1 16,0 1 18-16,1 0 6 0,3-2 10 0,-3 0-19 15,4 1-29-15,1 0 0 16,3 0 26-16,3-2 49 0,0-1 13 0,2 0-66 16,-1-1-22-16,-1 0 0 15,2-2 0-15,-1 0 10 0,-2-2-12 0,0 1-1 16,0-5-21-16,-1 0-24 0,0 0 33 16,-2-1-8-16,1-3-1 0,-5 0 19 15,1 2-12-15,-4 1 13 0,-3-2-23 16,2 2 3-16,-3-2 20 0,1-1-10 0,-1 1-3 15,4-3-4-15,-3-2-6 16,2-3 10-16,1 1 12 0,3-5-10 0,-3 1 12 16,3-1 0-16,-3 0 0 0,-1 1 0 15,2-1 1-15,-2 2 3 0,-2 0 0 16,-1 1-1-16,1 1 1 0,-3 1 19 16,-1 1 0-16,0 0-4 0,-2 1-2 0,-1 1 8 15,0-4 1-15,0 2-9 0,0-3-4 16,0-1-9-16,0 1 0 0,0-2 0 15,0-1 13-15,0 0 18 0,-1 0 0 16,-2 2-7-16,-1-1 4 0,-3-1 9 16,2 1-16-16,-1 2-21 0,2 1 0 15,0 2 12-15,-4-1-3 0,1 1-12 16,2-2 16-16,-4 0-13 0,0 1-2 16,-1 1-1-16,0-1 0 0,-3 3 32 15,2 0-10-15,-5 2-7 0,-4 3-13 0,-6 0-2 16,-2 2-10-16,-2 0-33 0,-5 2-52 15,-1 0-19-15,-3-1-74 0,-1 3-70 16,0-2-88-16,1 3-128 0,0 2-176 16,10-3-560-16,-10 8-310 0</inkml:trace>
  <inkml:trace contextRef="#ctx0" brushRef="#br0" timeOffset="34279.82">12330 13536 1299 0,'0'0'1194'0,"0"0"-772"16,0 0-150-16,0 0 9 0,0 0-50 0,0 0 2 16,0 0-57-1,0 0-45-15,0 0-25 0,0 0-38 0,0 0-18 16,17 72-10-16,-12-58-37 0,-2 1-3 0,0-3 0 16,1 0-31-16,1-4-77 0,0-1-66 15,-2-2-59-15,1 0-53 0,2-4-102 16,-2-1-173-16,1 0-235 0,1-2-624 0</inkml:trace>
  <inkml:trace contextRef="#ctx0" brushRef="#br0" timeOffset="34479.28">12479 13556 385 0,'0'0'1872'16,"0"0"-1384"-16,0 0-235 0,0 0 45 0,0 0 13 0,0 0-43 15,0 0-98-15,0 0-19 0,4 77-39 16,-1-65-66-16,1 1-44 0,2-3-2 0,-2 0-12 16,3-2-25-16,1-3-29 0,-1-2-102 15,0 0-21-15,0-3-54 0,-1-3-78 16,0-4-165-16,-1 0-89 16,-3 0-185-16,-2-4-350 0</inkml:trace>
  <inkml:trace contextRef="#ctx0" brushRef="#br0" timeOffset="35005.89">12235 13435 810 0,'0'0'352'0,"0"0"-50"15,0 0-15-15,0 0 2 16,0 0 48-16,0 0-24 0,0 0-104 0,-82 68-33 16,70-55-60-16,4 1 24 0,0 0 51 15,0 2 24-15,4-2-36 0,1 1-56 16,3-2-35-16,0 3-22 0,1-1-20 16,6 4-18-16,5-2 4 0,1 3-14 15,1-1-2-15,4 0-4 0,2 0 10 16,1-4-10-16,2 1-9 0,5-3 13 15,-2 2 1-15,1-4-17 0,0 0-2 16,1-1 0-16,-1-3-13 0,2 0-1 0,-2-3 1 16,-1-4-13-16,2 0-16 0,1-6 13 15,-5-4-3-15,2-2 12 0,-5-1 19 16,-2 0-13-16,-2-1 14 0,-3-2 2 16,0 3-1-16,-6-2 1 0,3 2 0 15,-4-1 3-15,0 3 10 0,-1 0-11 0,0-2 1 16,-3 0 13-16,-1-3-15 0,0-2-1 15,1 0 0-15,-3-2 0 0,0-1-1 16,0 1 0-16,-2-1 1 0,-6-1 21 16,-4 1 8-16,-5 0-1 15,-3 2 9-15,-2 1 19 0,-4 1-10 0,-1 3 1 16,-5 3-1-16,-1 4-15 0,0 3-31 16,-4 4-10-16,0 0-27 0,0 4-90 15,2 2-78-15,2 1-109 0,3 1-103 16,8 1-336-16,-7 0-788 0</inkml:trace>
  <inkml:trace contextRef="#ctx0" brushRef="#br0" timeOffset="35813.35">10565 14494 2319 0,'0'0'604'0,"0"0"-272"16,0 0 12-16,0 0 21 0,0 0-29 15,0 0-184-15,0 0-41 0,0 0-12 16,-3 75-47-16,3-54-25 0,0 1-14 15,3-4-13-15,0-1-14 0,-1-2-22 0,3-5-17 16,0-1-79-16,0-3-98 0,-1-3-96 16,0-3-201-16,1 0-439 0,-2 0-238 15,-3-7 13-15</inkml:trace>
  <inkml:trace contextRef="#ctx0" brushRef="#br0" timeOffset="36298.37">10409 14408 150 0,'0'0'434'0,"0"0"-112"16,0 0 33-16,0 0 52 0,0 0 48 15,0 0-34-15,0 0-102 0,0 0-92 16,0 0-41-16,0 0-21 0,0 0-57 15,-72 31-38-15,59-14-19 0,3 4 24 0,1 1 20 16,1 4-17-16,2 1 26 0,1 2-3 16,5-1-42-16,0 0-12 0,2 1 0 15,7-4-10-15,5 0-37 0,1-2 0 16,5 0 0-16,1-3 0 0,2-4-10 0,5-2-18 16,-1-4 6-16,3-2-12 0,1-4 18 15,2-2 4-15,-2-2-10 0,1-4 0 16,0-6 19-16,0-1-50 0,-5-4 52 15,2-2-1-15,-3-3-20 0,-3 0 4 16,-4-3 18-16,1 3 23 0,-3-4-23 16,-4-1 0-16,-1 4 3 0,-3 2 10 15,-1 1-10-15,-5 0 9 0,-3 0 19 16,0 4 4-16,0-3 2 0,-6 3-9 16,-3-3 0-16,-5 0-12 0,-2-1-13 15,-4-1 12-15,-6-2-2 0,-2 2-1 0,0-1-12 16,-1 2 0-16,2 6-1 0,-1 1-42 15,2 6 2 1,-1 4-74-16,-1 1-93 0,1 0-91 0,3 5-153 0,9 0-330 16,-4 7-679-16</inkml:trace>
  <inkml:trace contextRef="#ctx0" brushRef="#br0" timeOffset="37079.94">12536 15952 2636 0,'0'0'511'0,"0"0"-361"0,0 0-61 16,0 0 0-16,0 0-6 0,0 0-64 0,0 0 0 16,0 0-16-16,0 0 70 0,0 0-1 15,33-17-34-15,-22 13 3 0,-3 2 0 16,1 2 37-16,-2 0 20 0,3 0-13 15,-4 1 9-15,-1 5 15 0,1 1 5 16,0 4-64-16,1-3-19 0,-1 7 0 16,-3-2-13-16,-3 3-18 0,0 1-3 15,0 0 3-15,-2 1 1 0,-5 1-1 16,2-3 0-16,-1 0 12 0,0-3 9 16,4-2-21-16,2-2-22 0,0 1 7 15,0-3-7-15,5-1-9 0,4 1 1 0,2-2 18 16,1-1 11-16,2-4 1 0,-1 0-1 15,3 0-11-15,-3 0 10 0,-2-5-23 16,1 1-12-16,-2-1 3 0,-1 0-19 16,-1 1-44-16,-2-2-59 0,3-3-36 15,-5 2-77-15,2-2-198 0,1 0-225 0,-4 1-490 16,0-3-69-16</inkml:trace>
  <inkml:trace contextRef="#ctx0" brushRef="#br0" timeOffset="37576.35">12454 15842 2292 0,'0'0'491'0,"0"0"-311"0,0 0 3 15,0 0-20-15,0 0-30 16,-54 70-44-16,45-49 16 0,-2 4 37 16,6 0 43-16,-1 0-33 0,3 1-28 0,3-1-30 15,0 2-17-15,3-3-15 0,6 0-15 16,1 0-13-16,5-1-4 0,3-2-8 16,3 0 3-16,4-1 6 0,1-2-16 15,1-2 3-15,1-1-15 0,1-5-3 16,-2-3-40-16,0-3 13 15,1-4-13-15,-4 0 6 16,2 0 3-16,-1-8 15 0,1-1 14 0,0-6-35 0,1-2 16 16,-3-2 21-16,1-2 4 0,-5 1-4 0,-1-3 0 15,-3 2 1-15,-2 2 17 0,-2 0-18 16,-7 3 0-16,1 2 12 0,-3 1 6 16,-3 2-15-16,0-1 16 0,-2 3 12 15,-7-1 12-15,0-2-15 0,-4 0-1 16,-4 0-14-16,0 1 5 0,0 1-17 0,0 3 1 15,1-1 14-15,-2 2-13 0,2 1-3 16,-3 1-80-16,3 1 5 0,2-1-39 16,-2 1-47-16,3 0-58 0,0 1-58 15,3-2-144-15,0 4-272 0,-2 0-666 0</inkml:trace>
  <inkml:trace contextRef="#ctx0" brushRef="#br0" timeOffset="38303.26">14972 15352 1448 0,'0'0'763'0,"0"0"-442"0,0 0-205 16,0 0 51-16,0 0 129 0,0 0 54 15,0 0-21-15,0 0-17 0,0 0-125 16,0 0-91-16,0 0-18 0,3 47-13 15,-3-31 3-15,0-1-16 0,0-2-27 0,0-1-13 16,0-1-10-16,0-3-2 0,0 0-23 16,0-3-24-16,3-1 4 0,5 1 18 15,1-3 25-15,2 2 0 0,4-4 12 16,-1 0-12-16,2 0-1 0,0-4-27 16,2-1 6-16,-1-2-9 15,1 0-9-15,1-4 9 0,-2 1 9 0,3 0-5 16,1-2-57-16,-1 1-41 0,0 1-42 15,-1 1-18-15,-4 2-65 0,-1 1-78 0,-3 2 50 16,-5 1-5-16,-3 2-154 0,-2 0-170 16,-1 1-106-16,0-1 48 0</inkml:trace>
  <inkml:trace contextRef="#ctx0" brushRef="#br0" timeOffset="38515.29">15156 15346 1774 0,'0'0'814'0,"0"0"-361"0,0 0-136 16,0 0-41-16,0 0 20 0,0 0 14 16,0 0-27-16,0 0-132 0,0 0-62 15,0 0-15-15,-17 72 2 0,11-50-11 16,0 3-29-16,2 0-20 0,0-4-16 16,-1 1-20-16,2-3-56 0,2-3-22 15,1-2-56-15,0-3-56 0,0-2-66 0,0-5-136 16,0 1-233-16,3-4-461 15,4-1-242-15</inkml:trace>
  <inkml:trace contextRef="#ctx0" brushRef="#br0" timeOffset="39063.37">15099 15186 117 0,'0'0'1589'0,"0"0"-1326"0,0 0-156 0,0 0 0 15,0 0 29-15,-91-45 20 16,76 41-14-16,0-1-10 0,1 2-26 16,3 3 3-16,-3 0 10 0,-1 0 25 15,-1 1-7-15,2 6-16 0,-3 2 12 0,-1 3 12 16,2 2-3-16,1 0 19 0,-1 2 7 15,4 3-43-15,1-2-73 0,-1 4-24 16,5 0-6-16,-2 3 6 0,4-1-4 16,-1 4 17-16,3 1 14 0,0 1-2 15,3-3 14-15,0 3 22 0,3-4-15 16,4 3-43-16,2-4-29 0,1-1-1 16,3-1-1-16,2 1-2 0,3-5-20 0,6 0-8 15,4-2 8-15,3-2 4 0,3-4-1 16,2 0-12-16,3-3 16 0,1-3-9 15,0-1-26-15,4-2 10 0,0 0 25 16,1-1 12-16,4 0-47 0,-1-7-39 0,-2-2-4 16,-2-5 0-16,1-4-7 15,-8 0 10-15,-3-2 20 0,-7-1 17 16,-6 2 12-16,-5 0 38 0,-4 1 3 0,-9 1 16 16,-3-1 12-16,0-1 9 0,-6-2 46 15,-8-3-12-15,-2-3-64 0,-4-3-5 16,-2-3-2-16,-2 1 0 0,2 2-2 15,-1 3-20-15,-3 4 3 0,-1 7-75 16,-2 2-117-16,-4 7-165 0,-5 4-103 16,-2 3-127-16,8 0-169 0,-18 12-408 0</inkml:trace>
  <inkml:trace contextRef="#ctx0" brushRef="#br0" timeOffset="39944.21">13785 16514 722 0,'0'0'1306'16,"0"0"-1028"-16,0 0-229 0,0 0 51 0,0 0 42 15,0 0 13-15,0 0-29 0,0 0 5 16,0 0 0-16,0 0-6 0,0 0-29 15,34-33-20-15,-27 31-12 0,2 0-29 0,-2 1-10 16,4-1 10-16,-1 1-13 0,2 1-22 16,-1 0-2-16,0 0 0 0,0 0-2 15,1 0-8-15,-5 0 10 16,0 0 2-16,-1 4 12 0,-3-2 10 0,-2 2 67 16,-1 1 24-16,0 3-9 0,0 1-32 15,-1 1-21-15,-5 4-4 0,-4-2-9 16,3 1-13-16,1 0-7 0,-2-1 4 15,2-3-11-15,0 1-11 0,3-4-13 16,0-1 13-16,1-2 3 0,2 1 10 16,0-3-10-16,0 1 22 0,0 0-25 15,0 1-3-15,8 0-13 0,-1 1 16 16,4-1 11-16,2-1-11 0,3 1-16 0,-1-3 16 16,0 1 0-16,-1 1-16 0,-4 0 13 15,0 0 3-15,-3 3 22 0,-1-2 19 0,-3 4 8 16,0 0 19-16,-2 0-21 0,0-2-28 15,-1 2-19-15,0-4-1 0,0 1-58 16,0 0-103-16,-1-3-67 0,-6 2-51 16,-4 0-72-16,-1-2-86 15,2 1-314-15,-13 2-819 0</inkml:trace>
  <inkml:trace contextRef="#ctx0" brushRef="#br0" timeOffset="40528.64">13590 16415 1307 0,'0'0'1053'0,"0"0"-855"16,0 0-121-16,0 0 97 0,0 0 112 16,0 0-114-16,0 0-102 0,0 0 16 15,0 0 16-15,-32 78-4 0,29-59 13 16,2 5 34-16,-2 1 11 0,3-1-45 16,0 3-49-16,6 1-27 0,1-2-32 15,6 1 11-15,3-3-13 0,1-2 1 16,3-2 20-16,2-2-19 0,1-3-3 15,3-1-3-15,-2-5-12 0,5-1-4 16,1-2 0-16,2-4-6 0,-1 0-18 0,3-2 2 16,-1 0-6-16,1-4 15 0,3-6-9 15,-3-1 22-15,1-5 18 0,-3-2-2 16,-2 0-16-16,-4-1 16 0,-3 2 3 16,-3 2 13-16,-4-1 9 0,-5 2-10 0,1 2-9 15,-7 0 29-15,1 0-16 0,-1-1-13 16,-2-1 19-16,-3-1-9 0,0-2-11 15,0-1 1 1,0-1-3-16,-6-2 1 0,-4-1 1 0,-2-1 14 0,-2 0 3 16,-2 2 37-16,-3 1-3 0,-1 3-13 15,1 1-3-15,-2 4 4 16,-2 0-13-16,-3 5-7 0,1 2-8 0,-2 1 15 16,-1 3-28-16,-2-1-10 0,1 2-73 15,2 0-29-15,-2 0 0 0,5 0-65 16,0 0-49-16,0 9-94 0,2 1-192 0,8 2-292 15,-6 6-707-15</inkml:trace>
  <inkml:trace contextRef="#ctx0" brushRef="#br0" timeOffset="76574.53">18899 13709 1874 0,'0'0'477'0,"0"0"-122"0,0 0-75 16,0 0-15-16,0 0 25 0,0 0-56 15,0 0-49-15,0 0-30 0,0 0-21 16,-6 5-7-16,6-4-9 0,0 0 8 0,6 6-6 16,-3 1-21-16,1 2-20 0,2 2-14 15,0 1-4-15,2 1-9 0,-1 0-10 16,2 1-11-16,0 0-28 0,1-3-2 15,-2-2-1-15,3-3-18 0,0 0-4 16,-1-5 1-16,2-2 0 0,2 0 19 0,1-4 2 16,3-7 1-16,4-7 11 0,-2-5 16 31,6-6-28-31,1-5-1 0,7-6 0 0,2-6-20 0,4-6 3 0,5-5-4 16,-1-2-5-16,5-3-1 0,-1 6-15 15,-8 4 16-15,-7 11-16 0,-5 10-15 16,-14 12-10-16,-3 7-9 0,-6 6-24 15,-2 4-10-15,-3 0 5 0,0 2 7 16,0 0-23-16,0 0-57 0,0 0-76 0,1 0-103 16,-1 2-90-16,0 1 23 0,0 2 23 15,0 3-72-15,-1-3-151 0,-4 7 35 16</inkml:trace>
  <inkml:trace contextRef="#ctx0" brushRef="#br0" timeOffset="80688.62">18871 14361 130 0,'0'0'1293'0,"0"0"-844"0,0 0-225 16,0 0-39-16,0 0 57 0,0 0 22 15,0 0-74-15,0 0-91 0,0 0-44 16,0 0-23-16,0 0 3 0,2-2 10 16,-2 2 15-16,0 0 14 0,0 0 8 0,0 0 14 15,0 0 17-15,0 0-8 0,0 0-30 16,0 0-18-16,0 0-16 0,0 0-7 0,0 0-12 16,0 0-6-16,0 0 6 0,0 0-3 15,0 0-16-15,1 0-1 0,-1 0 16 16,0 0 4-16,0 0 6 0,0 0 4 15,0 0 8-15,0 0-6 16,0 0-2-16,0 0-1 0,0 0 9 0,0 0 3 16,0 0-9-16,0 0-6 0,0 0-15 15,0 0-11-15,0 0 0 0,0 0 1 16,0 0 9-16,0 0-12 0,0 0-1 16,0 0-11-16,0 0 1 0,0 0 11 15,0 0 2-15,0 0 1 0,0 0 0 16,0 0 0-16,0 0 0 0,0 0 9 15,0 0 4-15,0 0 2 0,0 0 1 16,0 0-7-16,0 0 1 0,0 0 5 0,0 2-2 16,0-2-14-16,0 0 1 0,0 0 0 15,2 0 0-15,-1 3 0 0,1-1 0 0,1 3 0 16,1 4 25-16,2 1-6 0,1 2-22 16,0 0 2-16,-1-1 0 0,3 1-2 15,-3-3-2-15,0 1 1 0,0-2-1 16,-1-1-2-16,-1 1 1 0,-1-3 3 31,0 0 1-31,1-1 1 0,-1 1-2 0,0-2 0 0,-3-1-1 0,1 0-1 16,0-1-10-16,-1-1-7 0,0 0 4 15,0 0 12-15,0 0 1 0,0 0 2 16,0 2 3-16,0-2 22 0,0 0-4 16,0 0 1-16,0 0-1 0,0 0-18 15,0 0-3-15,0 0 0 0,0 0 0 16,0 0 0-16,0 0 0 0,0 0 0 15,0 0 16-15,0 0-13 0,0 0 15 0,0 0 4 16,0 0 2-16,0 0-11 0,0 0-12 16,0 0 2-16,2 0-3 0,-1-2 0 15,4-1-6-15,4-3 6 0,2-4 30 0,3-3-10 16,6-5-18-16,3-6-2 0,6-6 9 16,3-6-9-16,3-6 0 0,4-3 1 15,4-1-1-15,3-1-10 0,2-2-18 16,3 1 0-16,1 0 27 0,-4 6 1 15,-5 7-4-15,-8 8-14 0,-11 8 15 16,-9 9-9-16,-8 4 12 0,-2 2 13 16,-3 3 33-16,-2 1-15 0,0 0-13 15,0 0 1-15,0 0-17 0,0 0-2 16,0 0-22-16,0 0 22 0,0 0 15 16,0 0 3-16,0 0 6 0,0 0 16 15,0 0 0-15,0 0-28 0,0 1-9 0,0-1 19 16,0 0-4-16,0 0-18 0,0 0-1 15,0 0 1-15,0 0 0 0,0 0-14 16,0 0-14-16,0 0-30 0,0 0-86 16,0 0-96-16,0 0-92 0,0 0-253 0,-6 0-806 15,12 0-865-15</inkml:trace>
  <inkml:trace contextRef="#ctx0" brushRef="#br0" timeOffset="101407.17">17814 15846 1615 0,'0'0'672'16,"0"0"-436"-16,0 0-155 0,0 0 12 15,0 0 81-15,0 0 12 0,0 0-99 16,0 0-55-16,0 0-4 0,13 9 1 0,-8-8-10 15,4-1 39-15,1 0 18 16,0 0 16-16,0 0-25 0,3 0-20 0,-1 0-12 16,2-2-13-16,1-4-3 0,0-2 15 15,1-1-34-15,0 0-60 0,0 1-3 16,0 0-10-16,-3 1-22 0,-1 4-33 16,-4-2-16-16,-2 3-6 0,0 0-1 15,-4 2-29-15,0-1-17 0,-2 1 9 0,0 0 29 16,0 0 55-16,-2 0-55 0,-3 1-234 15,-3 3-203-15,0 3 104 0,1-3 182 16</inkml:trace>
  <inkml:trace contextRef="#ctx0" brushRef="#br0" timeOffset="101855.2">17914 15827 267 0,'0'0'395'0,"0"0"-17"15,0 0-49-15,0 0 3 0,0 0-27 0,0 0-13 16,0 0-11-16,0 0-1 0,0 0-13 15,0 0-47-15,-33 15-42 0,26-5-1 16,1 0-7-16,1 4-91 0,-3 0-13 16,1 1 10-16,0 3 5 0,1-4-9 15,2 4 27-15,0 0-12 0,2 2-10 16,1 0-24-16,1 0-19 0,0-1 3 16,0-1-10-16,5-1 1 0,1 0-26 15,0-4 0-15,1-1 11 0,-1-4-13 0,1-3-40 16,-1-1 37-16,1-4 3 0,5 0 40 15,-4 0-4-15,6 0-8 0,-5-1-14 16,4-4-14-16,-1-2 0 0,-1 3 0 16,1-2 1-16,1 1-1 0,0-1 22 15,3 3 0-15,0-1-22 0,1 3-1 16,0-2-11-16,3 3 12 0,2 0-1 16,-5 0-1-16,2 0-1 0,-3 5 3 15,0 1 2-15,-6 4 29 0,0-2-7 0,-3 3 53 16,-1 2 64-16,-3 1-44 0,0-1-48 15,-3 2-16-15,0 1-11 0,0-2 14 16,-9 2-34-16,0-3 1 0,-4 3-3 16,-1-2-3-16,-5-1-61 0,2-2 34 15,-5 0-31-15,-1-5 0 0,0-3-67 16,3-1-29-16,0-2-18 0,1 0-97 16,5 0-229-16,2-1-238 0,4 1-584 15,-3 0-319-15</inkml:trace>
  <inkml:trace contextRef="#ctx0" brushRef="#br0" timeOffset="102172.45">17933 16723 2134 0,'0'0'759'16,"0"0"-493"-16,0 0-75 0,0 0 149 16,0 0 44-16,0 0-85 0,78-47-107 15,-58 37-53-15,3-2-50 0,0-2-19 16,3 0-39-16,-1-1-16 0,-1 1 1 16,2-2-16-16,0 2-7 0,-1-1-32 15,-2 3 36-15,-4 3-43 0,-2 0 9 16,-4 2-40-16,0 1-40 0,-5 3-35 15,0-2-49-15,0 2-79 0,-1 0-110 16,1 0-155-16,-5-1-203 0,-1 2-481 16</inkml:trace>
  <inkml:trace contextRef="#ctx0" brushRef="#br0" timeOffset="107071.3">19532 15841 1228 0,'0'0'546'0,"0"0"-244"16,0 0-81-16,0 0 79 0,0 0 61 16,0 0-41-16,0 0 1 0,0 0-21 15,0 0-36-15,12 11-16 0,-9-4-13 16,2 3-75-16,-2 2-40 0,-1 2-10 16,3 3-10-16,-4 1-42 0,2 2-18 0,0 3-25 15,-1 0-15-15,-2-1-15 0,0 2 12 16,0-3 0-16,0 0-25 0,0-3-26 15,2-2-26-15,0-5-18 0,-1-3-39 0,0-3-32 16,2-2-162-16,0-3-199 16,2 0-76-16,1-8-11 0,-4 1-79 0,5-10-448 0</inkml:trace>
  <inkml:trace contextRef="#ctx0" brushRef="#br0" timeOffset="107287.07">19730 15779 2168 0,'0'0'724'0,"0"0"-261"15,0 0-92-15,0 0-75 16,0 0-39-16,0 0-68 0,16 73-59 0,-13-51 24 16,0 3-25-16,-1 2-53 0,-2 1-30 15,1-5-16-15,-1 1-30 0,0-4-40 16,0-2-12-16,0-3-77 0,0-6-74 0,0 1-138 15,0-4-139-15,0-2-155 16,0-1-372-16,0 3-417 0</inkml:trace>
  <inkml:trace contextRef="#ctx0" brushRef="#br0" timeOffset="107628.21">19513 16464 2595 0,'0'0'633'16,"0"0"-233"-16,0 0-119 0,0 0-67 0,0 0-46 15,0 0-78-15,0 0-43 0,0 0-47 16,0 0-15-16,83-20 14 0,-58 6-13 16,-1 1-5-16,1-3 7 0,-2 1-1 15,-1 2-15-15,-5 2-37 0,-3 1-16 16,-2 2-16-16,-4 3-1 0,0 1-8 16,-4 2-39-16,-1 0-42 0,1 0-45 15,0 0-152-15,2 1-180 0,-3 1-215 16,3-3-255-16</inkml:trace>
  <inkml:trace contextRef="#ctx0" brushRef="#br0" timeOffset="107953.94">19563 16579 7 0,'0'0'1854'0,"0"0"-1361"0,0 0-319 16,0 0-35-16,0 0 16 0,0 0-14 15,0 0-13-15,0 0-48 0,0 0-19 16,98-55 22-16,-76 39-57 0,2-2 5 15,-1 1-31-15,-1 2-2 0,0 1-14 0,-7 4-12 16,0 1 9-16,-5 6-20 0,-2-1-2 16,-2 3-17-16,-3 1-57 0,2 0-74 15,-2 0-146-15,-3 0-343 0,1 0-613 0</inkml:trace>
  <inkml:trace contextRef="#ctx0" brushRef="#br0" timeOffset="120569.78">22656 15052 2085 0,'0'0'421'0,"0"0"-218"16,0 0-103-16,0 0 105 0,0 0 131 15,0 0-72-15,0 0-81 0,0 0-42 16,0 0 23-16,0 0 5 0,29 28-76 16,-18-15-50-16,5 2 4 0,4 1 2 15,-1 3 1-15,1 3-13 0,2 0-4 0,1 2-17 16,-2 2-14-16,1-1-2 0,0-1-12 15,-1-1 9-15,-2-2-19 0,-2 0-21 0,1-6-69 16,-1 1-43-16,-4-7-32 16,1-1-99-16,-2-1-87 0,-1-4-94 0,-3 0-132 15,-3-3-160-15,-2 0-298 0</inkml:trace>
  <inkml:trace contextRef="#ctx0" brushRef="#br0" timeOffset="120820.45">22947 15055 1706 0,'0'0'587'0,"0"0"-189"0,0 0-138 16,0 0 105-16,0 0 66 0,0 0-22 15,0 0-123-15,0 0-205 0,-23 75-38 16,13-45-28-16,1 3 4 0,-2 1-19 15,-1 1-14-15,3 0-13 0,-5-2 24 0,4 0-34 16,-2 0-16-16,3-5-46 0,0-3-32 16,3-2-126-16,1-8-153 0,4 0-202 15,1-8-208-15,0-1-391 0</inkml:trace>
  <inkml:trace contextRef="#ctx0" brushRef="#br0" timeOffset="121399.95">23205 15279 1315 0,'0'0'650'0,"0"0"-284"0,0 0-62 16,0 0 31-16,0 0-15 0,0 0-104 16,0 0-23-16,0 0 40 0,0 0-117 15,0 0-34-15,0 0-35 0,0 67-13 0,0-48 16 16,3-1-19-16,-2-2-3 0,4 0-13 15,-3-2-15-15,1-4-3 0,0 0-13 0,0-3 1 16,3-2-29-16,1-4-31 0,0-1 16 16,2 0 28-16,1-8 31 0,4-3 0 15,-2-3 19-15,-1-3-1 0,-2-1-18 16,0 1-12-16,-3 1 12 0,-1 1 12 16,-2 0-12-16,1 2-3 15,-2 2-19-15,-2 2-6 0,0 2-36 16,0 2-83-16,0 2-26 0,0 0-71 15,0 3-130-15,0 0-266 0,-3 0-615 0</inkml:trace>
  <inkml:trace contextRef="#ctx0" brushRef="#br0" timeOffset="122035.28">23482 15254 1170 0,'0'0'697'0,"0"0"-289"15,0 0-85-15,0 0-17 0,0 0-62 16,0 0-40-16,0 0-73 0,0 0-33 16,0 0-28-16,16 70-10 0,-15-58 6 15,3 3 6-15,1-3-18 0,-1 2-26 16,3 2 0-16,-1-3-6 0,0-1-9 15,1-1 15-15,-1-3-22 0,-1-2-6 16,1-1-28-16,1-4 3 0,-2 1 0 16,1-2 12-16,1 0 10 0,-5 0-9 0,3 0 2 15,-4 1 10-15,2-1 32 0,-3 0 15 16,0 0 12-16,0 0-8 0,0 0-20 16,2 0-6-16,-1 0-24 0,-1-3 1 15,3-2 9-15,1-2-11 0,-1-3 0 0,3-1-1 16,-3-1 1-16,0-3 10 0,0 1-4 15,-2-3-6-15,2-1-18 0,-2 1 11 16,2-2-5 0,0 0 6-16,0 0-22 0,0 5-4 15,1-1 11-15,-1 4 18 0,0 0 0 0,-2 4 0 16,1 1 3-16,-1 2 25 0,-1 1 16 0,0 3 18 16,0 0 7-16,0 0-4 0,0 0-9 15,0 0 5-15,0 0 8 0,0 0-5 16,0 0-21-16,0 0-9 0,0 0 9 15,0 1 0-15,0 1 0 0,0-2 25 16,0 4-1-16,0-2 10 0,0 2-4 16,0 0-12-16,2 0-6 0,-1 2-12 0,2-1-13 15,-1 1 1-15,2-2-1 0,-1 2-24 16,2-3 9-16,1 1-12 0,1-2 0 16,1 0-24-16,-1-1 0 0,4-1-7 15,-2 0-18-15,1 0-15 0,0-3 3 0,-1 0-9 16,1-3-47-16,3 1-138 0,1 0-96 15,5-2-114-15,-6 2-142 0,7-1-1072 0</inkml:trace>
  <inkml:trace contextRef="#ctx0" brushRef="#br0" timeOffset="123501.86">24598 14921 1360 0,'0'0'524'0,"0"0"-274"0,0 0-173 0,0 0 17 15,0 0 49-15,0 0-27 16,0 0-39-16,0 0 17 0,0 0 2 0,0 0-2 16,0 0 5-16,-27-34 0 15,23 34 20-15,1 0 8 0,-3 0-6 0,4 0-10 16,-3 0 15-16,-1 0 7 15,3 1-17-15,0 1-18 0,-1-1-1 16,1 3 3-16,3-4-7 0,-1 1-22 0,1-1-28 0,-3 0-21 16,3 0-19-16,0 0 13 15,0 0-13-15,0 0-2 0,0 0 1 0,0 0 13 16,0 0 1-16,0 0-15 0,0 0-1 16,0-1 0-16,0 1 15 0,0-2 0 15,0 0 1-15,0 2 2 0,0-3 29 16,0 2-13-16,0 0-10 0,0-1-9 15,0 2-12-15,0 0-3 0,3-1-19 16,-2 1 7-16,-1 0 12 0,3 0 2 0,-2 0 1 16,-1 0 0-16,2 0 8 0,-2 0-11 15,0-3-18-15,1 2-19 0,-1 1-9 16,2 0-7-16,1-2-12 0,-2 1-52 16,2 1-20-16,-1-4 25 0,-1 4 53 15,1 0 59-15,-2 0 6 0,0 0 41 16,0 0 21-16,0 0 4 0,0 0-7 15,0 0-18-15,0 0-29 0,0 0-16 0,0 0 23 16,0 0 22-16,0 0 11 0,0 0 13 16,0 0 0-16,0 0-3 0,0 0 5 15,0 0 10-15,0 0 12 0,0 0-31 16,0 0-64-16,0 0-3 0,0 0-64 16,0-1-34-16,3-4-31 0,-1 0 24 15,0-1-129-15,2 0-198 0,-3 4-606 16,-1 2-642-16,-12 25 422 0</inkml:trace>
  <inkml:trace contextRef="#ctx0" brushRef="#br0" timeOffset="123887.27">24269 15240 398 0,'0'0'1402'16,"0"0"-1080"-16,0 0-108 0,0 0 18 15,0 0 103-15,0 0 5 0,0 0-54 16,0 0 14-16,0 0 18 0,0 0-26 0,0 0-36 15,31 12 5-15,-22-7-29 0,2 0-34 16,1-2-37-16,2 1-61 0,1 0-46 16,2 2-17-16,0-2-21 0,3-2-16 15,1-1-21-15,0 0 2 0,4-1-8 0,-1 0-30 16,-2-2-71-16,6-3-63 0,-4-1-40 31,0 0-76-31,-1 0-215 0,-4 2-199 16,-3 1-579-16,-6 3-545 0</inkml:trace>
  <inkml:trace contextRef="#ctx0" brushRef="#br0" timeOffset="124719.72">25422 14897 904 0,'0'0'827'0,"0"0"-437"0,0 0-209 15,0 0 42-15,0 0 122 0,0 0-12 16,0 0-75-16,0 0-20 0,0 0 1 16,0 0-16-16,0 0-39 0,-27-11-14 15,18 12-9-15,-2 3-35 0,-2 1-31 16,-1 3-22-16,-2 2-2 0,-1 0-22 15,-2 3-7-15,3-1-20 0,-1 0 11 0,4 0 13 16,-3 0-28-16,5 0 10 0,-1 0-7 16,-1 0 6-16,6 0 13 0,-2-2-7 15,2 1 1-15,3 0 2 16,-1-1-12-16,1 2-8 0,3-1-13 0,-1-1 0 16,2-2 9-16,0-2-12 0,0 1 0 15,6 0 18-15,0-2 3 0,4-2-21 0,3 0-18 16,2-1 18-16,3 1 0 15,2-1 0-15,0-2-12 0,1 0 9 16,-1 0 2-16,-3 0-17 0,-3 1 2 16,-1 0-5-16,-3 2 18 0,-4-1 3 0,-2 2 18 15,-1 3 13-15,0 0 2 0,-3 2-9 16,0 1 7-16,0 1-4 0,0 2-12 16,-4 1-2-16,-5 2-12 0,-4 4-2 15,-1 1 2-15,-8 7 15 0,1 2-16 16,-7 3 0-16,2 3 0 0,-1 2 18 0,2-5 20 15,4 0-36-15,5-5-4 0,2-4 1 16,5-2 0-16,3-8-11 0,5 1 11 16,1-5-30-16,0 0-11 0,4-3-1 15,3-3 7-15,4 0 9 0,1-1 6 0,0-2 18 16,1-1 0-16,-2 0-19 0,1 2 1 16,-2 0 21-16,-1-2 2 0,-2 3-1 15,-3 1 0-15,3 0 23 0,-4 4 13 16,1 4-4-16,-2 2-3 15,1 4-14-15,-2 0-1 0,1 1 3 0,-1-2-6 16,1-2-12-16,-1-1-3 0,5-1-24 16,-1-2-4-16,1-1-20 0,3-4-28 15,-2 0-33-15,3-3-71 0,2 0-9 16,-2-3-63-16,4 0-168 0,-2-6-148 16,-1 0-397-16,2-9-363 0</inkml:trace>
  <inkml:trace contextRef="#ctx0" brushRef="#br0" timeOffset="125082.61">25806 14814 2146 0,'0'0'675'0,"0"0"-239"15,0 0-55-15,0 0 25 0,0 0 15 16,0 0-33-16,0 0 12 0,0 0-138 15,15 88-105-15,-15-53-36 0,0 1-39 16,-6 2-34-16,0-2-36 0,2-3-12 0,1-7-21 16,0-3-36-16,1-8-122 0,2-1-85 15,0-6-193-15,0-2-560 0,0 1-699 0</inkml:trace>
  <inkml:trace contextRef="#ctx0" brushRef="#br0" timeOffset="126036.33">26698 14754 772 0,'0'0'1275'0,"0"0"-770"16,0 0-189-16,0 0 87 0,0 0 29 15,0 0-38-15,0 0-101 0,0 0-74 16,0 0-37-16,0 0-50 0,-20 26-50 16,10-10 1-16,1 2-1 0,-2 2-24 15,-1 5 0-15,2 0 18 0,-1 4-19 0,2 1-2 16,3 0-28-16,2 1-14 0,2-2-13 16,2-4-17-16,0-1-16 0,6-7-19 15,4 0-18-15,5-4-63 0,-1-5-38 16,6-2-28-16,-1-5-78 0,3-1-127 0,-1-1-220 15,-5-5-412 1,6-2-415-16</inkml:trace>
  <inkml:trace contextRef="#ctx0" brushRef="#br0" timeOffset="126780.14">27027 14888 1140 0,'0'0'745'15,"0"0"-340"-15,0 0-120 0,0 0 27 16,0 0-23-16,0 0-82 0,0 0-39 16,0 0 38-16,0 0 36 0,0 0 27 0,0 0 10 15,1 14 11-15,-1-6-143 16,-1 4-65-16,-2 3-36 0,2 0-3 0,1 1-16 15,0 1-9-15,0 2-18 0,1-5-18 16,6 1 0-16,-1-2 0 0,1-4-7 16,2-1-11-16,2-3-7 0,1-3 15 0,2-2 1 15,-1 0 11-15,4-7 13 0,-2-4 3 16,2-2 2-16,-1-4 0 16,-3 0-2-16,-3-1 0 0,-1 2-18 0,-3-1-19 15,-1 0-39-15,-2 4-16 0,-3 1-4 16,0 2-30-16,0 3-41 0,0 0-95 15,-1 5-160-15,-5 2-199 0,3 0-688 16,-4 2-192-16</inkml:trace>
  <inkml:trace contextRef="#ctx0" brushRef="#br0" timeOffset="127037.46">27285 15091 1634 0,'0'0'707'0,"0"0"-226"0,0 0-7 16,0 0-46-16,0 0-37 0,0 0-90 16,13 77-127-16,-13-65-82 0,0-1-58 15,0-4-31-15,0 3-3 0,0-4-12 16,0-1-28-16,-3 0-142 0,-1-3-123 0,-1-2-31 15,-2 0-120-15,4 0-287 0,-5-10-559 0</inkml:trace>
  <inkml:trace contextRef="#ctx0" brushRef="#br0" timeOffset="127768.52">27489 14919 1347 0,'0'0'469'0,"0"0"-112"16,0 0 24-16,0 0-4 0,0 0-76 15,0 0-46-15,0 0 11 0,0 0-71 16,0 0-66-16,0 0-35 0,24 60-16 15,-19-49-25-15,1 3-19 0,-2-3-19 16,2 1-13-16,-3 0-1 0,3-4 1 16,-3 3-2-16,2-3 1 0,-2 1-1 15,0-1 0-15,2-1-1 0,-4-1 1 0,2-1 3 16,0-1-3-16,-2-3 0 16,1 1-19-16,-1-2-9 0,1 0-19 0,3 0 47 15,-2-3 3-15,1-3 41 16,2-2 15-16,-3 0-6 0,3 0-10 0,-3-2-9 15,4-1-3-15,-4-2-9 0,0 2-7 16,0-3-12-16,0 2 9 0,-1-5-11 16,3 3-1-16,-2-1 0 15,1 0-3-15,0 3-18 0,-1 0 5 0,1 3 4 16,-2 1 10-16,-1 3 2 0,-1 3 3 0,0-2 16 16,0 1-16-16,0 2 9 0,0-2-12 15,0 2-32-15,0-3 14 0,0 1-13 16,0-1 6-16,0 3 0 0,0-2 0 15,0 1 7-15,0 1 15 0,0 0 3 16,0 1 1-16,0 0 17 0,0 0 4 16,0 0 9-16,0 0-6 0,0 0 2 0,0 0 1 15,0 0 3-15,0 0-12 0,0 0 11 16,0 0 11-16,0 0 11 0,0 0-18 16,0 0-31-16,0 0 0 0,0 0 9 15,0 0 0-15,0 0 4 0,0 0 11 16,0 0 23-16,0 0-5 0,0 0 1 0,0 0 52 15,0 0 12-15,0 0-43 16,0 0-27-16,0 0 5 0,0 1 1 16,0 0-4-16,0 1-8 0,2 2-10 0,-1 3-22 15,2-3-2-15,0 3-27 16,3-2 9-16,1 2-7 0,-3-2-5 0,5-3-1 16,-3 1-11-16,1-2-16 0,0-1-52 15,2 0-36-15,-3 0-23 0,1-1-37 16,0-4-106-16,-3 0-263 0,1-1-163 15,-4 0-340-15,0 2 248 0</inkml:trace>
  <inkml:trace contextRef="#ctx0" brushRef="#br0" timeOffset="128065.24">27861 14810 1053 0,'0'0'1236'15,"0"0"-838"-15,0 0-83 0,0 0 103 16,0 0-3-16,0 0-29 0,0 0-104 16,0 0-72-16,0 0-57 0,0 0-52 15,77 73-33-15,-68-54-7 0,0 0-22 16,0 3-17-16,-2 1 11 0,2 2-17 15,-5-1-15-15,-1 0-1 0,0 0-3 0,-3 0-57 16,0 0-96-16,-4-3-53 0,-2-4-99 16,-4-1-263-16,4-4-551 0,-11-2-771 0</inkml:trace>
  <inkml:trace contextRef="#ctx0" brushRef="#br0" timeOffset="128983.42">28601 14919 427 0,'0'0'1304'0,"0"0"-846"16,0 0-167-16,0 0 134 0,0 0 74 15,0 0-125-15,0 0-90 0,0 0-41 16,0 0-91-16,0 0-69 0,0 0-27 15,20 85-1-15,-13-67-12 0,-3 4-24 16,-1-3-18-16,3 2 1 0,-3-3 1 0,0-2-1 16,0 0 0-16,-2-3 1 0,-1-1-1 15,2-3-2-15,-2-3 3 0,1-1-1 16,-1-4-2-16,0-1-15 0,0 0-28 16,0-3-56-16,0-6-21 0,0-4 24 15,0-5 43-15,0-3 31 0,0-5 10 16,0 1-16-16,0-1 6 0,0-1 9 15,4 1 10-15,2 2-12 0,0 2 13 0,1 1-14 16,6 2-3-16,-1 2 1 0,1-2 15 16,2 4-9-16,0 2 10 0,2 1 0 15,-2 4-14-15,0 0 16 0,0 4 0 16,-2-1-2-16,-3 5-1 0,-3 0 3 16,-1 2 0-16,-4 7 78 0,0 3 9 0,-2 2-53 15,0 2-15-15,0 3 0 16,-3-3-17-16,-5 1 10 15,-1 0 1-15,-1-1-13 0,-3 1-2 16,1-5-11-16,-2 2 13 0,5-4 15 0,1-3-14 16,2-4-1-16,3 1-34 0,1-4-38 0,0 0-56 15,2 0-61-15,0-5-101 0,4-1 24 16,3-1 75-16,2 0-114 0,1 1-198 16,3-1-97-16,-3 3-18 0,4 3-161 0</inkml:trace>
  <inkml:trace contextRef="#ctx0" brushRef="#br0" timeOffset="129184.26">29040 14931 157 0,'0'0'1926'16,"0"0"-1492"-16,0 0-144 0,0 0 114 16,0 0-35-16,0 0-82 0,0 0-82 15,-29 78-68-15,25-64-53 0,1 0-40 16,3-2-22-16,0-3-22 0,0-2-25 15,0-1-16-15,3-2-8 0,1 0 2 16,4-1-3-16,0-3-34 0,2 0-96 16,1 0-114-16,0-5-174 0,-4-1-517 15,6-2-359-15</inkml:trace>
  <inkml:trace contextRef="#ctx0" brushRef="#br0" timeOffset="129467.17">29246 14902 1406 0,'0'0'1019'0,"0"0"-696"0,0 0 27 0,0 0 4 0,0 0-60 16,0 0-80-16,0 0-31 0,0 0-27 15,0 0-57-15,0 0-9 0,-53 81-10 16,47-65-15-16,2 1-7 0,0 0-12 16,2-4-21-16,2-5-25 0,0 0-52 15,2-4-13-15,5-2 16 0,0-2 12 16,3 0 12-16,4-3 6 0,-2-4 7 15,2-5-9-15,-2 0-41 0,1-1-44 16,1 0-71-16,-2-2-44 16,2-1-72-16,-2 0-85 0,-2-2-126 0,1-1-184 0,0 3 34 15,-1-1 6-15,-2 0 113 16,-1 1 421-16,-1-1 98 0</inkml:trace>
  <inkml:trace contextRef="#ctx0" brushRef="#br0" timeOffset="130014.08">29392 14787 171 0,'0'0'345'0,"0"0"-35"15,0 0 13-15,0 0 15 0,3-66 13 0,-3 61 13 16,0 5-28-16,2 0 47 15,0 0 8-15,-2 0-10 0,1 6-89 0,-1 5-28 16,0 0-109-16,0 7-50 0,0 4-34 16,0 2-12-16,0 1-10 0,-3 0-12 15,0 0-22-15,1-6-15 0,-1 1-1 16,3-5-2-16,0-3-18 0,0-3-7 16,0-3-9-16,0-2-6 0,2 0 0 15,2-3 21-15,1-1-24 0,0 0-13 16,2-1-12-16,-1-5 6 0,1-1 15 15,0 0-6-15,-1-2 0 0,-2 3 9 16,-1-1 2-16,0 1 14 0,0 4 15 0,0-1-3 16,0 3 0-16,1 0 4 0,0 0 15 15,1 0 0-15,0 3 22 0,4 4 0 16,1-2-7-16,0 2-12 0,-1-1 13 16,4 1-13-16,-3-3 10 15,3 0-11-15,-3-4-2 0,2 4-2 0,0-4 2 16,-1 0 1-16,0-4 19 0,5-1-5 0,-1-3-2 15,0-4-13-15,1 1-1 0,-2-1-2 16,1 0-10-16,-4 1 12 0,1 3-1 16,-3-1-15-16,-1 1 17 0,-4 3 2 15,-1 2 1-15,0-3-1 0,-3 2-2 16,0-1-11-16,0 3 11 0,0-2 33 0,0 1 17 16,-1 1 35-16,-4-1 14 0,1 3-12 15,-3 0-31-15,0 0-16 0,-2 3 3 16,2 1 4-16,-3 1-7 15,3 1-6-15,1 1-4 16,-1 0-5-16,1 3 12 0,0-2-10 0,2 3 13 0,0 1-3 16,1-1 12-16,1 0-12 0,2-2-21 15,0 1-16-15,3-1-33 0,4 0-10 16,4-4 6-16,3 1-9 0,2-4 9 16,4 3 3-16,4-5-15 0,1 0-56 15,2 0-65-15,1-6-97 0,-1-1-199 0,2-2-136 16,-3 1-165-16,-6 0-57 0,3-3-215 15</inkml:trace>
  <inkml:trace contextRef="#ctx0" brushRef="#br0" timeOffset="130365.88">30013 14840 117 0,'0'0'708'0,"0"0"-99"0,0 0 41 15,0 0-129-15,0 0-132 0,0 0-149 16,0 0-106-16,0 0-67 0,0 0-23 16,0 0 33-16,-26 68 52 0,26-58 60 15,0-1-19-15,0-3-60 0,0-2-58 16,1 0-52-16,4-2-25 0,-1-2 25 15,5 0 27-15,1-6-2 0,0-4-6 16,0-2-17-16,3-1-2 0,0-6-3 16,0 0-25-16,-2-4 3 0,1 2-16 15,-2-3-82-15,0-4-15 0,-1 0 44 16,-3-3 28-16,-1 2 48 0,-2-1 18 16,0 4 28-16,-3 2-15 0,2 7 12 0,-2 3 48 15,0 9 55-15,0 0 45 0,0 5-17 16,0 0-7-16,0 0 36 0,0 7 61 15,-5 6-105-15,-2 1-102 0,1 8-11 0,2 4 2 16,-2 1 7-16,3 2-19 0,2-1-15 16,1-2 28-16,0-3-31 0,0-3-12 15,0 0-1-15,1-5-5 0,2-3-25 16,3-5-73-16,-2 0-80 0,2-2-53 16,4 0-111-16,0-2-206 0,-1 0-425 15,5-3-311-15</inkml:trace>
  <inkml:trace contextRef="#ctx0" brushRef="#br0" timeOffset="131482.72">25812 15629 1079 0,'0'0'280'0,"0"0"-62"0,0 0 149 16,0 0-81-16,0 0-69 16,0 0-24-16,0 0 30 0,0 0 4 0,0 0-48 15,0 0-48-15,9-11-4 16,-9 9 6-16,0 2 3 0,0 0-4 0,0 0 10 16,0 0 23-16,0 0-22 0,-2 0-31 15,-2 0-20-15,1 0-27 0,0 0-37 16,-3 2 3-16,0 3 21 0,-2 3-28 15,2 1-2-15,-1 3-7 0,1 1 7 0,-1-1-7 16,0 5-3-16,1 1 16 0,3 0 3 16,2 1 5-1,1 0-5-15,0-3-18 0,4-1-13 0,6 1-21 0,3-4-7 16,0-5-8-16,3 0-4 0,0-5 0 16,1-2 15-16,3 0 7 0,-4-6-4 15,4-4 10-15,-4-2 12 0,1-1-1 16,-3-2 0-16,-2 2 1 15,-2-5 0-15,-1 3 1 0,-4-2 2 0,0-1 9 0,-5 1 1 16,0 1-10-16,0-2 24 16,-8 3 19-16,-3 4 13 0,-3-2-10 0,-2 8 12 15,-4 2-31-15,-2 3-30 0,-4 0-25 16,2 3-58-16,1 2-101 0,5-2-68 16,3 1-62-16,6 2-198 0,3-5-547 15,3 0-543-15</inkml:trace>
  <inkml:trace contextRef="#ctx0" brushRef="#br0" timeOffset="131981.16">26772 15413 1964 0,'0'0'738'16,"0"0"-305"-16,0 0 32 0,0 0-5 16,0 0-49-16,0 0-152 0,0 0-72 15,0 0-15-15,0 0-26 0,-80 66-30 0,66-41-13 16,1 4 15-16,0 2 3 0,3 4-24 15,3 0-40-15,2 1-17 0,4 0-19 16,1-3-21-16,0-1-9 0,7-1-15 16,5-6-4-16,2-4-14 0,5-7-76 15,3-5-106-15,5-7-65 0,3-2-60 0,2-5-210 32,-8-3-551-32,13-7-519 0</inkml:trace>
  <inkml:trace contextRef="#ctx0" brushRef="#br0" timeOffset="132371.48">27135 15534 1220 0,'0'0'1031'16,"0"0"-601"-16,0 0-54 16,0 0 49-16,0 0 39 0,0 0-138 0,0 0-66 15,0 0-103-15,0 0-58 16,0 0 5-16,-10 82-15 0,7-58-1 0,0 1-18 16,-1-3-18-16,4-3-18 0,0 0-34 15,4-7-9-15,2-3-28 0,3-4-9 16,2-4 10-16,2-1 11 0,3 0 23 15,-2-9 2-15,2-3 0 0,0-3 13 16,-1-3-11-16,0-3 1 0,-3-2-2 0,-1-2-1 16,-1-2-19-16,-4 2-11 15,-1 2-13-15,-4 2-18 0,-1 4 6 0,0 6-28 16,0 2-9-16,-3 4 5 0,-1 1-30 16,-2 3-50-16,0 1-146 0,-4 4-268 15,4 2-482-15,-1 8-268 0</inkml:trace>
  <inkml:trace contextRef="#ctx0" brushRef="#br0" timeOffset="132613.34">27421 15715 82 0,'0'0'1330'0,"0"0"-608"15,0 0-102-15,0 0-46 0,0 0-77 0,9 69-95 16,-13-48-129-16,-4 1-63 0,-1-1-23 16,0 0-55-16,-2-3-87 0,2-1-45 15,0-4 0-15,2-4-64 0,0-4-129 16,4-3-84-16,2-2-77 0,1-7-206 16,0-7-583-16,0 4 117 0,1-11-81 0</inkml:trace>
  <inkml:trace contextRef="#ctx0" brushRef="#br0" timeOffset="133167.76">27635 15559 2255 0,'0'0'526'0,"0"0"-327"15,0 0 32-15,0 0 24 0,0 0-46 16,0 0-80-16,13 79-34 0,-10-62-17 15,0 1-28-15,0-1 45 0,0-1 42 16,1 3-6-16,-1-4 8 0,4-1-62 16,-4-5-77-16,1-2 0 0,1-3-31 0,-1-1-6 15,0-3 12-15,2 0-2 0,1 0 5 16,0-3-12-16,2-3 32 0,0-1 2 16,1-3 12-16,0-1-11 0,-3 1-1 15,3 0 2-15,-3 1-1 0,-1 0 1 16,-1-2 1-16,0 1 13 0,1-1-4 15,-2-4 10-15,1 0 0 0,-1-1-21 16,-3 3 11-16,2 0-11 0,-1 1-1 16,-1 2 1-16,-1 2 1 0,3 2-2 0,-3 2-3 15,2-2-19-15,-1 2 19 0,2-1-12 16,-2 3 12-16,-1 1 2 16,0-1 1-16,1 2 28 0,-1 0 12 0,2 0 3 15,-2 0 0-15,0 0-15 0,0 0-10 16,1 0 7-16,-1 0 9 0,0 2 15 15,2 1 3-15,-2-1-24 0,0-1-25 16,0 1-1-16,1-2-2 0,-1 2-1 0,0-2-18 16,0 0 18-16,2 0 1 0,-2 0 28 15,1 2 12-15,2 0-4 0,2 1 29 16,-1 2-1-16,3 1 21 0,-3 0 7 16,4 0-41-16,-1 1-37 0,0-1-14 15,3-1-15-15,-3-3-9 0,1 0-7 16,0-2 4-16,2 0-13 0,2-4-36 0,-2-6-73 15,4-1-41-15,-2-4-88 16,2 3-274-16,-4 0-821 0,6 0-811 16</inkml:trace>
  <inkml:trace contextRef="#ctx0" brushRef="#br0" timeOffset="133603.04">28163 15399 2247 0,'0'0'1055'15,"0"0"-747"-15,0 0 95 0,0 0 53 16,0 0-25-16,83 66-58 0,-70-38-121 16,-6 8-77-16,1 3-90 0,-4 5-60 0,-1 3-23 15,-2 0-4-15,-1-5 2 0,0-3-84 16,-4-5-198-16,-3-7-151 0,1-10-341 16,-8 4-1083-16</inkml:trace>
  <inkml:trace contextRef="#ctx0" brushRef="#br0" timeOffset="134297.89">28909 15605 2330 0,'0'0'671'16,"0"0"-345"-16,0 0 26 0,0 0-100 15,0 0-104-15,0 0-70 0,0 0-9 16,6 78 9-16,-3-65-22 0,0-3-19 0,0 0-12 16,-1-1-10-16,0-4-15 0,-1-2 0 15,1-1-2-15,-1-2-10 0,3 0-7 16,-1-1 19-16,3-6 6 0,3-5 31 16,1-2-27-16,1-4-10 0,-2 0-28 15,1 1-40-15,-3 0-22 0,0 4 24 0,-1 3 32 16,0 1 18-16,-1 3 1 0,0 0-4 15,1 1 16-15,0 0-13 0,1 2 4 16,-1 0-1-16,1 1 10 0,-3 2 2 16,0 0 1-16,1 5 58 0,-2 5 139 15,-2 5-33-15,2 2-69 0,0 3 10 16,1 0 30-16,2 1-33 0,0 0-50 16,0-3 39-16,1-3-52 0,1-3-39 15,0-6-37-15,0 0-18 0,1-6-27 16,2 0-44-16,0-1-43 0,1-7-26 0,3-3-72 15,2-1-145-15,-1-3-178 0,1 3-166 16,-2 1-62-16,5-1-200 0</inkml:trace>
  <inkml:trace contextRef="#ctx0" brushRef="#br0" timeOffset="134549.79">29359 15630 821 0,'0'0'742'15,"0"0"-180"-15,0 0-83 0,0 0-87 16,0 0-88-16,0 0-59 0,0 71-24 15,8-57 18-15,1-2-53 0,4-2-93 16,3-4-28-16,0-1 10 0,1-5-16 16,0 0-7-16,-1-7-24 0,0-4 0 15,-3-1-4-15,-4-2 1 0,-2 0 18 16,-3 1-3-16,-1 1-18 0,-3-1-4 16,0 1-3-16,-3 2-12 0,-4-1-3 15,1 4 0-15,-3 0 0 0,1 2 0 0,-4 3-15 16,2 0-10-16,-3 2-45 0,3 0-72 15,-1 0-66-15,-1 2-35 0,2 2-84 16,1-1-197-16,3 3-264 0,1-3-447 0</inkml:trace>
  <inkml:trace contextRef="#ctx0" brushRef="#br0" timeOffset="134766.5">29661 15354 1079 0,'0'0'1255'0,"0"0"-729"16,0 0-109-16,0 0-160 0,0 0-79 15,0 0-33-15,2 82-23 0,-2-52-2 16,0 2-1-16,0 3 11 0,0 0-52 16,4-3-44-16,3-1 15 0,3-7-46 0,2-2-3 15,-1-10-127-15,-2-3-84 0,0-3-53 16,-2-4-159-16,-3-2-342 0,-4-2-756 0</inkml:trace>
  <inkml:trace contextRef="#ctx0" brushRef="#br0" timeOffset="134914.54">29729 15566 316 0,'0'0'1755'0,"0"0"-1189"0,0 0-241 16,0 0-59-16,0 0-56 0,0 0-137 15,0 0 19-15,0 0-22 0,0 0-45 16,0 0-25-16,82-18-1 0,-63 11-59 15,-2 2-169-15,5-2-228 0,-1 4-145 16,-6-1-21-16,9 1-1016 0</inkml:trace>
  <inkml:trace contextRef="#ctx0" brushRef="#br0" timeOffset="135366.31">30218 15543 2255 0,'0'0'458'0,"0"0"-342"0,0 0 83 0,0 0 140 0,23 69-63 0,-20-44-90 16,-2 3 21-16,-1 1-6 0,0 1-83 15,0-2-43-15,-3 0 15 0,-3-2-1 16,2-1 4-16,-3-4-41 0,4-4-29 16,-1-5-23-16,2-2-24 0,1-6 22 15,1-1 0-15,0-3-29 0,0 0-95 0,-2-7 5 16,2-3-9-16,0-6 102 0,0-3 16 15,0-4-4-15,2-2-3 16,2-5-15-16,-1-1 6 0,4-2-6 0,-1 2-7 16,1-2 23-16,0 1-7 0,3 1 21 15,0 2-53-15,2 2 7 0,-1 4 3 16,1 2 22-16,1 4 22 0,3 0-16 16,-3 4 5-16,4 1 14 0,-2 2 3 15,2 3 10-15,-2 0-10 0,-3 3-1 16,-2 3 14-16,-4 1 15 0,-3 1 69 15,-3 8 114-15,0 4-115 0,-3 4-59 0,-4 0-12 16,-2 2 0-16,-2-1-9 0,2-2-18 16,-1 0-1-16,1-2-2 0,-1-3-11 15,3-3-39-15,1-4-116 0,3-4-77 16,-1 0 22-16,1 0-81 0,2 0 1 16,1-4-72-16,0-1-54 0,0-1-54 0,4 2-116 15,5-7-432-15</inkml:trace>
  <inkml:trace contextRef="#ctx0" brushRef="#br0" timeOffset="135590.72">30537 15465 1087 0,'0'0'1190'0,"0"0"-873"0,0 0-69 0,0 0 44 16,0 0-8-16,-30 64-30 15,23-45 16-15,4-3-28 0,0 0-27 0,2-3-60 16,1-2-38-16,0-3-10 0,0-1-36 15,0-2-52-15,3 0-19 0,3-3-3 16,-1 1-15-16,2-3-19 0,-1 0-30 16,2 0-32-16,0-3-31 0,-1 1-62 0,2-4-83 15,1-5-163-15,1 1-270 0,-2 1-557 16,7-5-263-16</inkml:trace>
  <inkml:trace contextRef="#ctx0" brushRef="#br0" timeOffset="136499.68">30797 15433 897 0,'0'0'994'0,"0"0"-672"0,0 0-12 15,0 0 77-15,0 0-70 0,0 0-72 0,0 0 24 16,0 0 8-16,0 0-36 0,0 0-55 16,-49 78-25-16,45-60-10 0,-2-1-28 15,0-1-35-15,3 2-45 0,3-5-21 16,-1 0-22-16,1-3 0 0,0-3-37 15,4-1-9-15,2-4 0 0,4-2-12 0,3 0-40 16,0-7 27-16,4-3-49 0,-1-4-1 16,1 0-12-16,-2-3 5 0,2 0 12 15,-1-2-4-15,1-5-37 0,0 1-14 16,-2-3 10-16,2-4-161 0,-1-1 17 16,-2 0 89-16,1-2 80 0,-2 2 39 15,1 0 75-15,-2 4 22 0,-4 7 17 0,1 3 35 16,-6 7-26-16,0 6 45 15,-3 4 90-15,0 0 180 0,0 3 80 0,-3 8-145 16,-3 4-144-16,-1 4-37 16,-2 2 8-16,2 3 29 0,0 3 39 0,1-1-25 15,-1 4-66-15,3-2-34 0,-1 2-12 16,2-4 13-16,2-2-17 16,1-5-27-16,0-2-3 0,0-5-10 15,0-5-14-15,0-3-26 0,3-4-18 0,1 0-12 0,2 0-34 16,1-4 24-16,0-1 40 0,1-2 31 15,-1 0-6-15,1 1 6 0,0 1 7 16,-1 0 10-16,0 2-11 0,3 0 10 16,-3 1 3-16,-1 1 0 0,0 1 19 15,-3 0-7-15,1 0 4 0,0 1 12 16,2 6 25-16,0 1-3 0,1 1-19 16,1 2-19-16,1-1 4 0,0 0-4 0,1 1-9 15,0-4 0-15,0 0-3 16,-1-2-9-16,1-4-10 0,0 1 1 15,-1-2 15-15,2 0 1 0,-2-5 2 16,1-1 14-16,1 0-14 0,0-4-3 0,-1 3-25 16,3-2-37-16,0 0-29 0,1 3-31 15,-1-4-10-15,4 3 6 0,-1-1 37 16,3-2-53-16,-2-1-122 16,2 1-12-16,-4-3 87 0,-3 0 85 0,0 3 33 15,-6-1 31-15,-3 2 43 0,-3 4 116 0,0 0 212 16,-3 2 23-16,-3 1-214 0,0 2-13 15,0 0-8-15,-1 0 20 0,0 5-14 16,1 2-43-16,-1-1-22 0,1 0-8 16,-1 3-14-16,0-3 11 0,1 1 32 15,2 1 27-15,-2-2 25 0,3 0-22 0,-2 0-41 16,2 0-11-16,1 1-7 0,-1-4-9 16,3 1-13-16,0 0-26 0,-1-1-1 15,1 2-2-15,0-1-10 0,0 0 0 16,0 1-7-16,0-1 4 0,0 2 0 15,1-4-1-15,1 1-2 0,-1 0-10 16,2 1 7-16,0-4 8 0,1 4-14 16,-1-3-19-16,0 2-22 0,1-1-31 15,2 0-40-15,3-1-13 0,-1-1-29 16,2 0-52-16,2 0-172 0,1-3-161 0,0-2-132 16,3 0-20-16,1-1 223 0,2 0 0 15,2-3 482-15,-5 5-78 0,12-8 91 16</inkml:trace>
  <inkml:trace contextRef="#ctx0" brushRef="#br0" timeOffset="136898.6">31715 15361 987 0,'0'0'683'0,"0"0"-82"15,0 0-152-15,0 0-134 0,0 0-139 16,0 0 9-16,0 0-1 0,0 0-39 16,0 0-28-16,0 0-54 0,-49 75-16 15,45-60 0-15,-1 0-16 0,4-1-2 0,1-3 6 16,0 0-7-16,0-4-16 15,3-2-11-15,3-1-1 0,1-4-3 16,4 0-18-16,1-2 21 0,2-5 0 0,-1 0-4 16,3-5-21-16,-3-4-32 0,6-2-31 15,-2-2 3-15,5-8-31 16,-1-1-1-16,1-4-16 0,1-8-10 0,-2 0 34 16,-3-4 42-16,-1-2 13 0,-2 2 35 15,-3 0 19-15,-3 7 3 0,-3 6 0 16,-3 11 13-16,-2 9 10 0,-1 5 37 15,0 7 154-15,-5 0-55 0,-3 4 15 16,1 6-7-16,-1 6 19 0,0 3-30 0,1 6-32 16,1 1 0-16,-2 8 46 0,-1 1-63 15,2 7-39-15,-2-1 14 0,2-1 10 16,4 0 15-16,2-1-19 0,1-3-18 16,0-3 0-16,0-6-3 0,6-5-70 15,2-6-12-15,-1-7-85 0,2-4-122 16,2-5-53-16,1 0-116 0,1-8-252 15,-2-1-845-15,8-7-831 0</inkml:trace>
  <inkml:trace contextRef="#ctx0" brushRef="#br0" timeOffset="151400.23">9847 13610 995 0,'0'0'544'0,"0"0"-245"0,0 0-182 16,0 0-3-16,0 0 9 0,0 0-19 16,0 0-56-16,0 0-25 0,0 0-4 0,0 0-19 15,53-20-22-15,-41 16-66 0,-5 1-71 16,0 3-16-16,0-3-36 0,-2 3-46 15,-1 0-166-15,-1 0-170 0</inkml:trace>
  <inkml:trace contextRef="#ctx0" brushRef="#br0" timeOffset="151596.66">9887 13721 1340 0,'0'0'491'0,"0"0"-258"0,0 0-103 16,0 0-65-16,0 0 16 0,0 0-81 15,0 0-40-15,0 0-28 0,0 0 13 0,0 0-94 16,84-28-186-16,-74 22-156 0,4 2-115 0</inkml:trace>
  <inkml:trace contextRef="#ctx0" brushRef="#br0" timeOffset="151896.97">10167 13470 1201 0,'0'0'598'0,"0"0"-257"0,0 0-211 15,0 0-46-15,0 0 0 0,0 0 6 16,0 0-2-16,1 74-11 0,-1-56-16 15,0 0-9-15,0 0 22 0,0-1-7 16,0-4-12-16,2-1-14 0,1-3-41 0,4-3-16 16,-3 0-32-16,2-3 3 0,3-2 11 15,-2 0 34-15,3-1 0 0,0 0-1 16,0-2-25-16,3-3-25 0,-1-2 6 16,-1 1 0-16,1-1-23 0,1-3-3 15,-2 0-3-15,-1 1-30 0,-1 1-77 0,2-3-49 16,-2 3-49-16,0-1 100 15,-1 1-189-15,1 1-245 0</inkml:trace>
  <inkml:trace contextRef="#ctx0" brushRef="#br0" timeOffset="152082.48">10340 13458 1514 0,'0'0'608'0,"0"0"-184"15,0 0-60-15,0 0-165 0,0 0 2 16,0 0-36-16,-3 81-10 0,3-55-50 0,4 5-77 16,2 1-28-16,1 2-34 0,3 1 15 15,-1-4-155-15,0 0-215 0,-2-8-406 0,3 4-1008 16</inkml:trace>
  <inkml:trace contextRef="#ctx0" brushRef="#br0" timeOffset="165738.82">7603 15373 532 0,'0'0'0'0</inkml:trace>
  <inkml:trace contextRef="#ctx0" brushRef="#br0" timeOffset="172878.11">3389 16743 1596 0,'0'0'484'15,"0"0"-484"-15,0 0-56 0,0 0 56 16,0 0 153-16,0 0 2 0,0 0-58 16,0 0-84-16,0 0-13 0,-7-6-9 15,7 6 9-15,0 0 48 0,0 0 30 16,0 0 28-16,0 0 49 0,0 0 66 15,0 0 19-15,0 0-33 0,-3 0-42 0,3 4-55 16,-3-3-55-16,0 0-53 0,-1 0 15 16,1 3 30-16,2-4-16 0,-2 1-31 15,0 2-12-15,-2 0-35 0,0 1-10 16,-1 0 32-16,-3 4 21 0,2-2-43 16,0 3 19-16,0 0 15 0,-3 2 12 15,4 2 1-15,0-1 0 0,2 3-1 16,1 1-12-16,3 3-21 0,0 0 11 0,0 2 22 15,7 1 0-15,-1 0 2 0,4 0 27 16,0-1 2-16,2 0-30 0,-2-5-3 16,1-1-22-16,-2-3 3 15,0-5 19-15,-1 1-26 0,-2-2 10 0,0-1 19 16,-3-2 0-16,-2-2-1 0,1 1 1 16,-2-1 38-16,0-1 16 0,0 0-4 15,0 0-12-15,0 0-9 0,0-1-29 16,0-1-28-16,0-2-9 0,-2 2-14 0,1-2-35 15,1 2-34-15,0-1-7 0,0 0 18 16,0 2-6-16,0-3 0 0,0 0 28 16,0 1 55-16,1-7-4 0,2 3 17 15,3-4-3-15,1 3 9 0,0-3 0 16,-1 4 11-16,3-2 2 0,-3 6 37 16,0 1-21-16,0 2 7 0,0 0 12 15,0 0-9-15,1 2 48 0,-1 3-20 0,1 0-2 16,-1 0-14-16,0 1 10 0,-1 0-3 15,1 0-26-15,0 0 6 0,0 0-2 16,-2-1-1-16,2 1 26 0,1 0-7 16,-2-2 1-16,0-1-17 0,1 1-25 0,0-4-38 15,-1 0 3-15,1 0 13 16,0 0 22-16,0 0 3 0,-2 0-1 0,0-5 14 16,2 1-3-16,-2-1 6 15,-1 0-7-15,0 0 17 0,1-1 19 0,-2 2-23 16,1 1 7-16,-3-2-10 0,0 4 10 15,0-2 18-15,0-1 17 0,-5 1-4 16,1 1 0-16,-3-2-23 0,0 2-40 16,-2-3-3-16,3 3-41 0,0-3-16 15,2 5-9-15,1-4-10 0,-1 3-16 16,3-1-29-16,-2 0-35 0,1 0-87 0,1 1-63 16,1 0 35-16,0 1 12 0,0 0-60 15,0 0-97-15,0 0-135 0,0 0 42 16,0-1 160-16</inkml:trace>
  <inkml:trace contextRef="#ctx0" brushRef="#br0" timeOffset="173131.52">3640 16963 13 0,'0'0'205'15,"0"0"-28"-15,0 0-50 0,0 0 29 16,0 0 98-16,0 0 82 0,0 0-33 16,0 0-69-16,82 30-78 0,-75-22-1 15,2-3-74-15,-2 4 13 0,0 0-3 16,-1-3 35-16,-3 0 48 0,0-3-3 15,0 0-46-15,-3-3-70 0,0 0-17 16,0 0 7-16,0 0 6 0,0-5-16 0,0-1 23 16,-3 0-30-16,0-1-28 0,-1-5 0 15,1 0 12-15,-2-3-12 0,2-5-25 16,2 1-23-16,1 0 0 0,0 2 35 16,0 0-35-16,0 4-16 0,3 3-3 15,0 4-62-15,-3 3-99 0,3 3-138 16,-2 0-156-16,1 0-191 0,1 7-73 0</inkml:trace>
  <inkml:trace contextRef="#ctx0" brushRef="#br0" timeOffset="174224.17">4068 16945 2103 0,'0'0'628'15,"0"0"-580"-15,0 0-22 0,0 0-26 16,0 0 41-16,0 0-41 0,0 0-11 16,0 0 11-16,0 0 20 0,0 0-19 0,0 0 14 15,32-8 1-15,-28 5 20 0,0-4 2 16,2 3-6-16,-3-2-13 0,0 1-6 15,1-1-10-15,-2 1 20 0,-2 1 12 0,0-1-3 16,0-2-32-16,0 2 0 16,0-2-3-16,0 2-19 0,-2-1-11 0,-2 0 11 15,-1 1 22-15,0 2 19 0,-1-2 17 16,0 5 21-16,0 0 20 0,0 0-17 16,0 0-31-16,0 0-16 0,0 3-13 15,2 3 79-15,-2 0-31 0,3-2-46 16,0 2 43-16,-1-1 5 0,1 2-50 15,2-2 26-15,-1 3 2 0,2 0 13 16,0 2-3-16,0 2-6 0,0-1 18 16,3 0 1-16,0 0-10 0,2-1-7 15,0-1-11-15,1-4-23 0,-1 0-34 16,3-1-1-16,-1-1-3 0,0-1 10 16,2-1 15-16,-2 2-12 0,3-2 23 0,-1-1-51 15,-1 0-33-15,2 0-9 0,-1 0 12 16,0 0-41-16,-2 0-26 0,1 0-20 0,0 0-10 15,-4-2-48-15,2-1-70 0,-3-1 13 16,0 0-79-16,1-3-101 0,-3-1 230 16,-1-1 131-16,0-1 52 0,0-3 3 15,0-2-69-15,0 3-35 0,0-2 45 16,-1 1 108-16,1 2 23 0,-3 2-23 16,3 3 0-16,0 2-1 0,0 1 1 15,0 3 1-15,3 0 110 0,-2 0 166 16,2 6 160-16,0 0-50 0,1-1-123 15,1 5-92-15,2-4-20 0,-1 2-13 32,2 0-6-32,-2 0-26 0,3-1-24 0,-2-2-47 0,0 1-17 0,0 1 36 15,1-1 3-15,-3 1 3 0,2-2-19 16,-2-2 16-16,1 0 3 0,-5-2-10 0,2-1-13 16,-2 0-35-16,-1 0 9 0,0 0 30 15,0 0 35-15,0-3 34 0,0-1-19 0,2-3 20 16,-1 1 11-16,2-6-19 0,0 1-41 15,0-1-41-15,1 0-22 0,-1 0-22 16,0 2-6-16,-2 2-42 0,1-2 7 16,1 3-13-16,0-1-12 0,0 2-24 15,-2-3-31-15,2 2-17 0,-2 1-58 16,1 1-91-16,-1-1-118 0,2 3-180 16,-3-1-146-16,0 3-38 0</inkml:trace>
  <inkml:trace contextRef="#ctx0" brushRef="#br0" timeOffset="174713.57">4392 16804 706 0,'0'0'447'0,"0"0"-388"16,0 0-37-16,0 0-9 16,0 0 95-16,0 0 25 0,0 0-35 0,0 0 32 15,0 0-75-15,0 0-19 0,0 0 19 16,54-14-13-16,-51 10 10 0,-1-2-9 15,1 1-5-15,-2 1 14 0,1-2-13 16,-1 0 23-16,1-1-20 0,-2 3 0 16,0-3-19-16,0 2-21 0,0 2 14 0,0 0 7 15,0 2 6-15,0-2 6 16,0 1 30-16,0 1 13 0,0-1 2 0,-3-1 14 16,0 3-1-16,1-1-16 0,1 1-6 15,-3 0-23-15,3 0-3 0,-2 0 6 16,0 0 23-16,0 0-7 0,-2 0-3 15,3 4-1-15,-4 1 26 0,3 0 19 16,-3 1-82-16,2 1 12 0,1 1-7 16,-1-1-15-16,1 1-16 0,3-1 0 15,-2 0-19-15,2 0 4 0,0 1 15 16,0-2 19-16,0 0-17 0,2-2 14 16,1 3 3-16,1-2 0 0,2 0-16 0,1 2 41 15,2 0-3-15,1-2-19 0,-1-1-1 16,2 0-21-16,-1 1-22 0,-1-4 0 0,4 1-22 15,-5 1-28 1,3-3-36-16,-2 0-19 0,-1 0-16 0,-1 0-26 0,-1-2-1 16,1-2-20-16,-3-5-81 0,2 2 123 15,-2-4-14-15,1-1-111 16,2-1-178-16,-5-1-136 0,3 2 219 0,-1-3-137 16</inkml:trace>
  <inkml:trace contextRef="#ctx0" brushRef="#br0" timeOffset="175676.31">4613 16725 88 0,'0'0'600'16,"0"0"-121"-16,0 0-140 0,0 0-66 16,0 0-17-16,0 0 49 0,0 0-43 0,0 0-95 15,0 0-28-15,0 0-53 16,30 59-25-16,-27-48-26 0,1-4-31 0,-1 0-4 16,0-2-1-16,-2 0 1 0,1-3 3 15,-2 0-3-15,0-1 1 0,0-1 1 0,1 0 20 16,-1 0-22-16,0 0-17 0,0-5-28 15,0-2-9-15,2 1 51 0,-2-2 2 16,1-2-19-16,1 1 17 0,0-2 1 16,0 3-14-16,-2 0-32 0,3 4 22 15,-2-2 10-15,-1 1 13 0,2 2 3 16,-2 2 3-16,0-2 16 0,0 2 4 16,0 1-10-16,1-2 6 0,-1 2 23 15,0 0-14-15,0 0-16 0,0 0-12 16,0 0-2-16,0 0 2 0,0 0 0 15,0 0 13-15,0 0 19 0,1 0 6 0,-1 0-36 16,2 0-2-16,-2 0-13 16,0 0-10-16,0-1 20 0,3 0 3 0,-2-1 35 15,2-3-6-15,0 0-3 0,0 0-14 16,0 2-12-16,1-3 1 0,-1 4-1 0,0-1-1 16,-2 2-2-16,1-2-26 0,1 0 17 15,0 3 12 1,-2-2 12-16,2 1-12 0,0-2-19 0,-2 2 19 0,2 1 23 15,1-3-4-15,-1 3-18 0,0-1 40 16,1 1 11-16,-1 0-50 0,0 0-2 16,0 0 41-16,0 0 23 0,0 1-13 15,0 2 25-15,1 0 16 0,-1 1-35 16,0-2-19-16,1 2-25 0,1-1 2 16,-1 0-12-16,-1 3 12 0,4-3-14 15,-3 2 18-15,0 0-16 0,1 2 1 16,1-2 14-16,0 2-5 0,-2-1-4 15,3 2-7-15,-1-3-2 0,-2 1 15 16,-1-1-3-16,0-1-12 0,0-4-29 16,-3 1-5-16,1-1-7 0,1 0-13 0,-2-1-9 15,4-5-16-15,-1 0 79 0,0-2 50 16,1-2-12-16,0-1-36 0,1-1 9 16,2 0-11-16,0 2-23 0,-1-1 21 0,0 1-15 15,-2 1-12-15,-1 1-18 0,0 4 24 16,0 1 21-16,-2-1 2 0,2 3 1 15,-3-1 12-15,0 1 25 0,0 0-35 16,0 1-3-16,3 0-11 0,-2 0-11 16,0 0-23-16,2 0-6 0,2 0 51 15,1 0 7-15,5 2 62 0,1 2-5 16,2 2 59-16,5 2-37 0,1 3-17 0,2 1-50 16,1 4 6-16,1 1-22 15,-1 6-1-15,-1-2 30 0,-2 5-4 16,0-2 6-16,-5 2 10 0,-1 3-3 0,-4-3 4 15,-4 2-8-15,0-2-15 0,-6-3-19 16,0-6-3-16,0-2 0 0,0-5-25 16,0-4 25-16,0-4 3 0,-3-2-3 0,-2-4-3 15,0-6-12-15,-8-3-152 0,3-7 107 16,-2-1 32-16,-1-7-10 0,4 3 25 16,4-1 1-16,0-2-1 0,4 2-25 15,1-2 4-15,0 2-10 0,0 0 2 16,7 4 11-16,0-2-7 0,4 6-16 15,0 1-10-15,1 5-50 0,-3 1-40 16,2 3-73-16,-4 4-124 0,-1 2-121 16,-3 0-223-16,-3 2-438 0</inkml:trace>
  <inkml:trace contextRef="#ctx0" brushRef="#br0" timeOffset="176190.5">4476 17298 170 0,'0'0'3336'0,"0"0"-2989"15,0 0-347-15,0 0-138 0,0 0 71 16,0 0 64-16,0 0 3 0,0 0 16 15,59 69 25-15,-43-62-19 0,-3 3-9 0,1-3 31 16,-2 0 25-16,-4-1 4 0,1-1-36 16,-5-3-21-16,-1 1-15 0,0-3-1 15,-3 0-25-15,0 0 3 0,0-4 22 16,0-1 3-16,0-4 72 0,0-3-5 0,1-4-23 16,1-3-19-16,-2-3-28 0,1 1-1 15,1 0 0 1,-2 2 1-16,1 2-22 0,1 4-43 0,-2 3-8 0,0 4-6 15,1 3-22-15,-1 2 29 0,0 1 40 16,0-2-21-16,0 2-87 0,0-2-114 16,0 2-160-16,2 0-235 0,-2 0-470 15,0 0 126-15</inkml:trace>
  <inkml:trace contextRef="#ctx0" brushRef="#br0" timeOffset="176980.72">4741 17370 1159 0,'0'0'534'16,"0"0"-456"-16,0 0-62 16,0 0 127-16,0 0 29 0,0 0 13 15,0 0-7-15,0 0-75 0,0 0-74 0,0 0-29 16,0 0-18-16,65-58 18 0,-62 45 3 16,-2 0 10-16,-1 0-10 0,0 2 20 15,0 3 6-15,0-3-6 0,0 6 6 16,-1 2 32-16,-2-1 29 0,-2 4 61 15,1-1-68-15,0 1-67 0,-2 0-3 16,2 0 3-16,-1 5-16 0,1 0 29 16,0 2 57-16,-1 0-84 0,1-2 11 0,-1 3 9 15,0-1 10-15,2 2 41 0,2-3 42 16,1-1 27-16,0 2-63 16,0-2-57-16,6 1-6 0,0 0 12 0,2 0 1 15,1 0-17-15,1-3 4 0,1 1 2 16,-1-4-18-16,2 2-1 0,1-2-31 15,0 0-21-15,1 0-61 0,1 0-12 16,-3-2-17-16,1-4-1 0,2 1 42 0,-5-3-23 16,0-1-35-16,0 1-69 15,-4-3-29-15,-2 1 76 0,-1 3 75 16,0 0 33-16,-3 2 73 0,0 2 1 0,0 1 58 16,0 2 69-16,1 0-1 0,1 0-6 15,-2 0-62-15,3 3 10 0,-3 0 38 16,3 2-3-16,0-1-32 0,1 1-20 15,0 2 36-15,0-3 22 0,1 3 22 16,-2-2-19-16,0 0-49 0,0-3-21 16,-2-2-20-16,-1 0-3 0,0 0 10 0,0 0 27 15,0 0 33-15,0 0 40 16,0-5 41-16,-1-4-113 0,-4 0-57 0,1-6 0 16,-2-3-3-16,0-2-32 0,-1-4-6 15,3 4-3-15,1-1 7 0,0 4 5 16,0 2-18-16,2 2-42 0,-1 3-3 15,1 1-19-15,1 1-7 0,0 5 19 0,0-3 10 16,0 5-20-16,0-1-10 16,0 1 6-16,0 1 7 0,0 0-4 0,0 0-20 15,0 0-12-15,0 0-33 0,0 0-53 16,0 0-162-16,1 0-63 0,1 0 84 16,-1-1 180-16,1 1 192 0,-1 0 121 15,2 0 104-15,-2 0 123 0,1 0 92 16,-2 0 21-16,3 0-31 0,-2 2-69 0,2 4-37 15,4-1-114-15,-1 4-48 0,3 0-3 16,3 3-18-16,2 3 13 16,-1 2-34-16,4 2-52 0,-4 0-43 0,3 0-12 15,-3-3-13-15,-1-1-18 16,-1-1-26-16,-1-2-24 0,0-4-102 16,-3-1-85-16,-3-3-50 0,-1-4-117 0,-1 2-319 15,-2-2-678-15</inkml:trace>
  <inkml:trace contextRef="#ctx0" brushRef="#br0" timeOffset="177387.81">5100 17209 16 0,'0'0'2283'16,"0"0"-1763"-16,0 0-485 0,0 0-34 16,0 0 127-16,0 0 49 0,0 0-8 0,0 0-58 15,0 0-57-15,0 0-41 0,82-44-12 16,-66 31-1-16,-2 1-16 0,2-1 16 15,-3-3-35-15,0 1-51 0,-4-1 13 16,-2 1 3-16,-3 1 28 0,-2 0 42 16,-2 6 20-16,0-3 12 0,0 5 10 15,-6 0 15-15,3 2 10 0,-3 3 6 0,2-1 26 16,-1 2-39-16,0 0-22 16,1 2 6-16,-2 3 16 0,1 1 6 0,1 0 19 15,1 2-60-15,-1 2 22 0,0-3 26 16,4 4-7-16,-2-2 8 0,2 2 1 15,0 1-13-15,0 0-3 0,0-2-6 16,3-3-10-16,4 0-18 0,-1-2-13 0,3-2-11 16,1 0 17-16,3 1-18 0,0-4-22 15,1 0-27-15,2 0-41 0,1-4 19 16,1-2 15-16,2-2-25 0,-2-2 21 16,0-1-66-16,-1-1-78 0,-1 1-33 31,-3 1-81-31,-3 0-82 0,-4 0-152 0,0 1-94 0,-5 2-80 0,-1-4-83 15</inkml:trace>
  <inkml:trace contextRef="#ctx0" brushRef="#br0" timeOffset="177579.81">5440 16931 2433 0,'0'0'720'0,"0"0"-640"15,0 0-42-15,0 0 29 0,0 0 86 16,0 0 24-16,0 0 19 0,95 28-52 15,-73-24-46-15,4 1-26 0,1 0-51 0,-4-1-21 16,0 2-13-16,-4-3-5 0,-3 1-32 16,-5 0-83-16,-2-1-49 0,-2-1-39 15,-4 0-110-15,-3-2-175 0,0 0-245 16,0 0-339-16</inkml:trace>
  <inkml:trace contextRef="#ctx0" brushRef="#br0" timeOffset="177726.42">5623 16899 2805 0,'0'0'1025'16,"0"0"-943"-16,0 0-79 0,0 0 41 15,0 0-44-15,0 0-66 0,0 0 0 0,-14 86 28 16,14-63-3-16,0 0-139 16,0-3-167-16,0-8-347 0,0 4-924 0</inkml:trace>
  <inkml:trace contextRef="#ctx0" brushRef="#br0" timeOffset="185447.03">21381 16702 3 0,'0'0'343'0,"0"0"-30"0,0 0-26 16,0 0-43-16,0 0-49 0,0 0-71 15,0 0-62-15,0 0-62 0,0 0-22 16,0 0-17-16,0 0-10 0,0 0-16 0,0 0 0 16,0-1 10-16,0-1-4 0,-2 1 56 15,2-1 3-15,0 0 29 16,-1 2 26-16,-1 0 4 0,2 0-17 0,0 0-16 15,-1 0-26-15,-1 0-16 0,2 0-3 16,0 0-4-16,0-1-3 0,0 1 0 16,0 0 0-16,0 0-13 0,0 0-10 15,0 0-10-15,0 0 4 0,0 0-4 0,0 0 7 16,-1 0-82-16,-1 0-104 0,1 1 49 16,-1-1 59-16,1 2 29 0,0 0 68 15,1-2 33-15,0 0 72 0,-2 0 16 16,1 0 16-16,1 0 20 0,0 0 33 15,-2 0-34-15,2 0-93 0,0 0-30 16,0-2-49-16,0 0 46 0,0 1-36 0,0-2-10 16,0 3-17-16,0-1-31 15,0 1-79-15,0 0-62 0</inkml:trace>
  <inkml:trace contextRef="#ctx0" brushRef="#br0" timeOffset="186973.37">21275 16568 1539 0,'0'0'562'0,"0"0"-306"0,0 0-123 16,0 0 48-16,0 0 5 16,0 0-70-16,0 0-62 0,0 0-6 0,0 0-16 15,0 0-6-15,0 0 12 0,0-2 33 16,0 2 12-16,0 0 15 0,0 0 13 16,0 0-6-16,0 0-10 0,0 0-32 15,0 0-19-15,0 0-10 0,0 0-8 16,0 0-11-16,0 0 1 0,0 0-14 15,0 0-2-15,0 0-1 0,0 0 1 16,0 0 13-16,0 0 2 0,0 0 7 0,0 0 10 16,0 0-1-16,0 0-5 0,0 0-1 15,0 0 3-15,0 0 10 0,0 0 8 16,2 0 32-16,1 1-16 0,-3 1-31 16,4 5-28-16,2 2 66 0,2 5-11 0,1 4-14 15,1 5-7-15,4 4-27 16,-1 2-9-1,2 1-2-15,-1 0-1 0,1 2 2 0,1-5 0 0,-2 1 0 16,-1-4 0-16,-1-1-13 0,-1-4 13 16,-1-1 0-16,-3-3-11 0,1-3-4 15,0-3-13-15,-2-2-6 0,-2-4 9 0,-1 0-6 16,2-2-3-16,-5 1 33 0,1 0 1 16,0-2 34-16,-1 0 3 0,0 0-9 15,0 0-25-15,0 0-3 0,0 0-3 16,0 0-21-16,0 0 5 0,0-4-12 15,2-2-9-15,2-3 40 0,-1-5 68 0,-2-5-29 16,-1-5-39-16,0-1-12 0,0-5 9 16,-1-1-32-16,-5 0 17 0,1-2 2 15,0 1 1-15,-1-2-13 0,2 3 6 0,1 2 7 16,2-1 13-16,-5 4-20 16,6 2 0-16,0 2 10 0,0 4 10 0,0 5 0 15,0 1-14-15,0 7 16 16,0-2 22-16,0 3-19 0,0 3 0 0,0-1 10 15,0 1-13-15,0 1 0 0,0 0-16 16,0-3 15-16,3 2 1 0,0 0-1 16,-3 0 2-16,1 1-1 0,-1 0 22 15,1 0 15-15,-1 0-3 0,0 0 19 16,0 0-1-16,2 1-11 0,-1 0 2 16,2 3 19-16,2 3 18 0,1-1-28 15,-1-2-21-15,4 5-1 0,-2-1 10 16,2 0-15-16,1 1-10 0,0 0 13 15,2-2-19-15,-1 2-9 0,2-4-22 0,4-1-2 16,-1-4-7-16,3 0-12 0,-2-1-3 16,3-4 34-16,-1-4-22 0,-5 4-15 0,-2-2-53 15,-2 0-68-15,-3 2-94 0,1 0-174 16,-3 1-250-16,-1 1-447 0,-1 3-297 16</inkml:trace>
  <inkml:trace contextRef="#ctx0" brushRef="#br0" timeOffset="187273.63">21840 16762 2779 0,'0'0'739'0,"0"0"-502"0,0 0-159 15,0 0 11-15,0 0-36 0,0 0 29 16,0 0-44-16,0 0-1 0,0 0-19 16,79 5-18-16,-64-5-16 0,-1 0-2 15,-1-2-26-15,-2 2-70 0,0 0-71 16,-4 0-68-16,0 0-139 0,-2 0-303 15,0 3-666-15</inkml:trace>
  <inkml:trace contextRef="#ctx0" brushRef="#br0" timeOffset="187463.16">21957 16936 2880 0,'0'0'673'0,"0"0"-464"0,0 0-73 16,0 0-33-16,0 0-46 0,0 0-53 16,0 0-2-16,0 0-2 0,0 0-22 15,88 13-50-15,-72-13-73 0,-2-2-73 0,-1-2-103 16,0 3-311-16,0-1-628 16</inkml:trace>
  <inkml:trace contextRef="#ctx0" brushRef="#br0" timeOffset="188108.32">22592 16464 1512 0,'0'0'763'0,"0"0"-527"0,0 0-191 0,0 0 107 16,0 0 83-16,0 0 47 0,0 0-12 15,0 0 5-15,0 0-23 0,0 0-20 16,0 0-18-16,2 7-7 0,-11-1-87 15,1 4-80-15,-4 3-40 0,-2 1 0 16,-1 3 20-16,0 3 17 0,0 2-35 16,1-2 0-16,4 2 13 0,-1-4-15 15,4-4 0-15,5-3-24 0,2-2 5 16,0-1-24-16,0-3-9 0,6 0 22 0,3-1 30 16,1 0 1-16,5-1 1 15,-2-2-2-15,2-1 1 0,1 0-2 0,2 0-1 16,-4-3-26-16,3 1 3 0,-1-3 13 15,-2 5-19-15,-3 0 3 16,-2 0 7-16,-1 0 21 0,-5 0 0 0,-2 0 40 0,-1 7 37 16,0 3 3-16,0 1-13 0,-4 3-30 15,-4 3-9-15,-3-1-13 0,1 5-3 16,-3-2-9-16,0 3-1 0,2 0-2 16,-1-1 1-16,3-1-1 0,0-2-1 15,1-2-11-15,4-2 10 0,1-4-1 16,3-3-22-16,0-3-8 0,0 1-16 15,4-1 12-15,2 1 37 0,6-2 14 16,-4-1 2-16,3 2-1 0,-3-2-13 16,-1 1 10-16,0 0 7 0,1 0-1 15,-4 1 6-15,3 1-14 0,-1 0-10 0,-2-3-105 16,2 1-110-16,1-1-169 16,2-2-277-16,-3 0-488 0,2-3-425 0</inkml:trace>
  <inkml:trace contextRef="#ctx0" brushRef="#br0" timeOffset="188343.64">23009 16604 3004 0,'0'0'779'15,"0"0"-612"-15,0 0-67 0,0 0 98 16,0 0 102-16,0 0-10 0,0 0-55 15,0 0-85-15,24 77-65 0,-19-41-39 16,-2 1 5-16,-2 1 28 0,-1 1-18 0,0-3-58 16,0-4-3-16,2-7-30 0,-1-2-28 15,2-7-94-15,-1-3-73 0,3-5-76 16,-2-3-261-16,0-2-677 0,0-3-833 0</inkml:trace>
  <inkml:trace contextRef="#ctx0" brushRef="#br0" timeOffset="188811.39">23228 16999 2677 0,'0'0'654'0,"0"0"-359"16,0 0 2-16,0 0-2 0,0 0-50 15,0 0-75-15,0 0-32 0,0 0-15 16,0 0-4-16,0 0-36 0,10 77-34 15,-10-62-28-15,0-1-10 0,0 0-11 16,0-3-30-16,-3 0-50 0,2-4-122 16,0 0-105-16,1-4-147 0,-2-2-326 15,-1-1-783-15</inkml:trace>
  <inkml:trace contextRef="#ctx0" brushRef="#br0" timeOffset="189209.49">23633 16680 2041 0,'0'0'589'0,"0"0"-364"0,0 0 38 16,0 0 75-16,0 0 1 0,0 0-119 15,0 0-63-15,0 0-29 0,0 0-23 16,0 0-24-16,0 0-10 0,72 40 18 0,-69-29 31 16,-2 6 12-16,-1-2-55 0,0 6-19 15,-3 1-28-15,-5 3-5 0,-1-2-10 16,1 0-15-16,-1-1 1 0,0 0-1 16,2-3-2-16,3-3-13 0,1 1-1 15,1-5 4-15,2-2-15 0,0-1-1 0,0-4 28 16,6 1 13-16,0-3 0 0,0 2-11 15,2-4 16-15,0 0-15 0,-1-1-3 16,3 0-18-16,0 0 2 16,0-4-17-16,0-1-10 0,2 0-55 0,-2 0-56 15,-1 0-71-15,0-1-206 0,-1 1-263 16,-2 2-523-16,-1-1-560 0</inkml:trace>
  <inkml:trace contextRef="#ctx0" brushRef="#br0" timeOffset="189395.46">23977 16931 1956 0,'0'0'1160'15,"0"0"-876"-15,0 0-18 0,0 0 68 16,0 0-36-16,0 0-78 0,10 71-51 16,-10-52-52-16,0 2-69 0,-1-3-48 0,-5 1-18 15,1 0-38-15,-1-3-97 0,0-4-107 16,2-1-141-16,1-5-237 0,1-1-682 15,1-3-526-15</inkml:trace>
  <inkml:trace contextRef="#ctx0" brushRef="#br0" timeOffset="189876.6">24303 16581 1304 0,'0'0'640'0,"0"0"-455"0,0 0 55 15,0 0 109-15,0 0-60 0,0 0-4 16,0 0-18-16,0 0-87 0,0 0-51 16,0 0-38-16,0 0-9 0,78-2-9 15,-64 2-52-15,4 0-17 0,-1 0-1 16,3 0-3-16,-4-3 0 0,-2 3-13 15,-3 0 0-15,-4 0 13 0,-3 8 56 16,-3 1 34-16,-1 3-34 0,0 2-25 16,-5 2-9-16,-4 0-22 0,0 1 0 0,-2 2-12 15,-2 0-13 1,-2 2-25-16,1 0-9 0,1-1 40 16,-1 0 19-16,5-4 0 0,0-1 1 15,2-1 0-15,3-4-1 0,1 1 2 0,3-4-4 0,0-1-21 16,0-3-11-16,5 0-3 0,1 0 27 0,3-2 10 15,1-1 47-15,2 0-16 16,-1 0-28-16,1 0 0 0,1 0 9 16,-3 0-12-16,-3 0 0 0,0 2 1 0,-1 2 52 15,-3 5 56-15,-2-2 15 0,-1 3 8 16,0 2-27-16,0-2-56 0,-3 1-48 16,1-3-1-16,-4 0-49 0,0-3-139 15,3-1-78-15,0-1-114 0,0-2-305 16,2-1-636-16,0 0-397 0</inkml:trace>
  <inkml:trace contextRef="#ctx0" brushRef="#br0" timeOffset="190052.25">24717 16975 2820 0,'0'0'776'0,"0"0"-376"16,0 0-34-16,0 0-141 15,-31 64-178-15,23-49-47 0,2-2-53 0,0-1-173 16,0-1-281-16,1-3-789 0,-5 2-786 0</inkml:trace>
  <inkml:trace contextRef="#ctx0" brushRef="#br0" timeOffset="190576.98">25166 16606 2020 0,'0'0'1009'0,"0"0"-740"0,0 0-78 16,0 0 72-16,0 0-9 0,-31 67-50 0,25-42-36 15,0 0-1-15,3 0-22 0,0-2-53 16,3-2-36-16,0-1-13 0,3-1 0 16,3-2-7-16,-2-4-25 0,2-5-11 15,0-1-15-15,4-2 3 0,0-3-16 16,3-2-5-16,4 0-4 15,2-3 6-15,3-4-6 0,2-4-3 0,2-1-30 16,1 0-4-16,-2 0-53 16,-5 0-53-1,-1 2-67-15,-6 1-55 0,-5 4-78 0,-2 3 2 0,-4 1-56 0,-1 1-152 0,-1 0-485 16</inkml:trace>
  <inkml:trace contextRef="#ctx0" brushRef="#br0" timeOffset="190808.38">25280 16774 927 0,'0'0'2756'16,"0"0"-2281"-16,0 0-303 0,0 0-2 16,0 0 37-16,0 0 23 0,0 0-35 0,0 0-15 15,16 88-43-15,-14-57-40 16,-2-1-46-16,0 1-51 0,0-2 0 15,-2-3-72-15,2-4-68 0,-1-2-52 0,1-4-27 16,0-7-147-16,0-2-301 0,4-6-645 16,6-1-687-16</inkml:trace>
  <inkml:trace contextRef="#ctx0" brushRef="#br0" timeOffset="191025.6">25753 16888 2123 0,'0'0'1030'0,"0"0"-838"15,0 0-62-15,0 0 161 0,0 0-27 16,0 0-57-16,10 75-42 0,-10-54-66 0,-4 1-62 16,-2-2-12-16,-3 2-22 0,-1-3-3 15,0-2-16-15,0 0-73 0,0-6-41 16,1-1-76-16,4-5-153 15,0-3-324-15,2-2-841 0</inkml:trace>
  <inkml:trace contextRef="#ctx0" brushRef="#br0" timeOffset="191593.09">26074 16548 1725 0,'0'0'697'0,"0"0"-391"0,0 0-138 0,0 0-14 16,0 0 70-16,0 0 24 0,0 0-49 15,0 0-48-15,0 0-60 0,0 0-15 16,0 0-3-16,84-17-11 0,-70 12-25 15,1-3-9-15,2-1-12 0,-1-2-16 16,-2 1-1-16,-1 1-1 0,-3 2 1 16,-4 3 0-16,-5 1 1 0,1 2 62 15,-2 1 9-15,0 0 19 0,0 0 68 16,-6 3 8-16,-2 2-145 0,-4 2-21 16,0 2-21-16,-3 3 18 0,0 0 1 15,-5 0-11-15,3 2 10 0,-2 2 3 0,0 3 16 16,2-2-14-16,0 1 19 0,2-2 22 15,2 0-15-15,6-2-28 0,1-3 0 0,3-1-3 16,2-4-10-16,1 0-5 0,0 0-7 16,0-3 7-16,0 0 6 0,0 3 12 15,3-5 10-15,0 4 24 0,1 1 0 16,3-2-31-16,1 1-2 0,0 2 0 16,4-1-1-16,2 1 0 0,-1-1-31 15,3-2 9-15,-2 2 10 0,1 0-22 16,-1-1 10-16,-2 1 24 0,-1-1 11 15,-4 3-9-15,-1-1 14 0,0 3 11 16,-3-1-2-16,0 0-7 0,-3 0-2 16,0-2 2-16,0 0-16 15,0-1-2-15,0-1-98 0,-4-2-53 0,-1 1-37 0,-2-2-39 16,0 1-90-16,-2-3-214 0,3 0-455 16,-1 0-637-16</inkml:trace>
  <inkml:trace contextRef="#ctx0" brushRef="#br0" timeOffset="191791.85">26397 16881 2285 0,'0'0'783'16,"0"0"-372"-16,0 0-66 0,0 0-74 0,0 0-100 15,0 73-65-15,-3-56-41 0,-1 1-53 16,-2-1-12-16,-1 2-46 0,1-2-53 15,-1-3-79-15,1 2-102 0,0-8-176 16,3-1-361-16,2-4-1041 0</inkml:trace>
  <inkml:trace contextRef="#ctx0" brushRef="#br0" timeOffset="192220.5">26691 16506 1368 0,'0'0'809'0,"0"0"-240"0,0 0-75 0,0 0-66 16,0 0-60-16,0 0-142 0,0 0-52 16,0 0-23-16,-13 81-3 0,5-52-3 15,-1 2-26-15,-1-1-43 0,3 1-39 16,2 2-19-16,1-6-15 0,2 0 19 15,2-3-22-15,0-6-9 0,0-5-10 16,6-1-20-16,0-5-19 0,1 0-16 16,3-2 22-16,0-1 9 0,2-2-12 15,2-2-3-15,-1 0 2 0,3-1-5 16,-1-5 17-16,0-1 14 0,0-4 8 16,-2 4 21-16,-2-2-1 0,0 0 2 15,-2 1 1-15,-3 0 21 0,0 1-21 16,-4 1 14-16,-1 0 50 0,-1 2 3 0,0 1-7 15,-3 0 25-15,-3 1 6 0,-4-1-3 16,-4 0-40-16,-2 3-49 0,-3 0-15 0,2 0-31 16,1 6-21-16,4-1-43 0,-2-2-25 15,4 1-57-15,0 0-71 0,4-2-110 16,2-2-178-16,1 0-223 0,3 0-616 16</inkml:trace>
  <inkml:trace contextRef="#ctx0" brushRef="#br0" timeOffset="192841.24">27158 16477 1451 0,'0'0'1260'0,"0"0"-913"15,0 0-69-15,0 0 33 0,0 0-49 16,0 0-36-16,0 0-20 0,0 0-45 16,0 0-59-16,0 0-50 0,24 25-36 15,-18-22-16-15,2-2 0 0,0 1-19 16,2-2 4-16,0 0 15 0,2 0 2 15,1 0 0-15,-3 0-2 0,4 0-15 16,-2-2-4-16,-2 0-9 0,1-1-21 16,-5 2-10-16,-3 1 44 0,-1 0 15 0,-2 0 65 15,0 0 33-15,-5 6 56 16,-2 3-19-16,-6 7-46 0,0 1-28 0,-4 2 3 16,1 4-12-16,-3 2-28 0,2 2-5 15,-2 1 14-15,5 0-5 0,1-1-26 16,3-4-2-16,3-4-16 0,4-3-5 15,1-4-12-15,2-5-4 0,0 0-6 0,0-2-8 16,0-2-1-16,5 1 6 0,0-2 15 16,1-1-3-16,1 1 4 0,-1-1-4 15,4 1 22-15,-3 0 0 0,1-2 9 16,-1 3 1-16,1 0 2 0,0 1 2 16,-1 0-2-16,-3 1 0 0,2 1-2 15,1 2 2-15,-3 4 12 0,-1 4 6 0,0 1 19 16,-3 4-13-16,2 3 41 15,-2-2-20-15,0 1-20 0,0 2-4 16,-2 0-18-16,-1 2 19 0,0 2-22 16,2-3 0-16,-1-1-3 0,1-2-31 0,-1-4-82 15,0-5-53-15,1 0-46 0,-1-4-117 16,-1-4-250-16,3 0-602 0,-3-5-675 0</inkml:trace>
  <inkml:trace contextRef="#ctx0" brushRef="#br0" timeOffset="212893.57">11313 12928 1000 0,'0'0'339'0,"0"0"-144"15,0 0-98-15,0 0-12 0,0 0 9 16,0 0 0-16,0 0-12 0,0 0-40 0,0 0-20 15,-29-9 21-15,26 8 12 16,-1-1 26-16,1 1 13 0,0-2 19 0,0 1-7 16,-2 1 27-16,3 0-8 0,-4-1 1 15,2 2-33-15,-1-1-16 0,0 1-58 16,0 0-19-16,1-2 2 0,-1 2-2 16,0 0 0-16,2 0-16 0,-1-3 15 0,1 3 2 15,-3-2 1-15,1 2-2 0,1 0 2 16,-1 0 19-16,-1 0-18 0,1 0 19 15,0 0 16-15,-1 0-15 0,-1 2 9 16,0 3-7-16,-2-1-2 0,2-1 18 16,-3 1-22-16,1 2-6 0,0 0 19 15,0-1 3-15,0 2-32 16,1-1 51-16,0 1-22 0,-1 1-31 0,0 2 1 16,1-2 8-16,-1 2-10 0,-2 0 0 15,2-1-12-15,-1 1 12 0,-2-1 60 16,4 0-19-16,-1 0-16 0,1 1 13 0,2-1-6 15,0 0 25-15,0 1-26 0,2-2-6 16,-3 1 7-16,4 0-4 0,0 3-25 16,-2-1 13-16,1 0 9 0,0 0 0 15,1 3-12-15,-2-2-11 0,0 1 26 0,4-1-9 16,-2 1 3-16,1-1 7 0,1-1 12 16,1 1-4-16,0 0 4 0,0-1-7 15,3-1 10-15,0 1-16 0,2 2-7 16,1-1 10-16,0 2 25 0,1-1-13 15,2 2-12-15,1-1-3 0,-3 1-3 16,2-1-13-16,-1-1-9 16,1 0 22-16,-2 0 6 0,2-1-31 0,1 0-6 15,0 0 6-15,0-3 12 0,1 1 16 16,0 0-25-16,2-1-3 0,-2 0 25 16,1 1-1-16,2-2-23 0,-3-2 12 15,4 3-11-15,-2 0-1 0,1-2 10 16,4-1-11-16,-4 1 21 0,5 0-10 15,-2 0-9-15,-1-2-4 0,1 0-20 0,1-1 22 0,-3 2-1 16,0-4 1-16,-1 0 0 16,-1 2-84-16,1-4 53 0,-2 0 31 0,1 0 43 15,0 0-18-15,-1 0-25 0,-1 0-25 16,-2 0 25-16,1 0 16 0,-1 0-15 16,-1-5-1-16,1 2-1 0,-2-1-18 15,3-2 3-15,-1 1 14 0,1-3 4 16,-1 2 10-16,-1-4 34 0,1 1-18 15,-2-3-13-15,0 2 4 0,2-2-17 16,-4 3 22-16,3-1-2 0,-2 0-22 16,0 1 0-16,0 0-3 0,0 2 3 15,0-2 2-15,0 0-2 0,1 3-1 16,-1-1-1-16,-3 0-10 0,2-1 10 0,0 0-10 16,-1 0 12-16,2-1 19 0,-2 0 8 15,-1 0-4-15,0 0-23 0,0 1-1 16,-2-2 1-16,1 1 24 0,-1 0-11 15,1-2 2-15,-1 0-14 0,0-3 1 16,1 0 19-16,-1 0 7 0,1-1-4 16,-2-1-8-16,0 2 11 0,0-2-8 0,0 4 17 15,0 0 4-15,0 2-13 0,0 1-5 16,0 0-4-16,0 1-15 0,0 3 12 16,0-2 1-16,0 2-1 0,-2 2 3 15,1-3 6-15,-2 2 1 0,0-2-7 16,-1 0-15-16,-1-1 15 0,-1-3-16 15,-2 1 11-15,1-2 5 0,0 1-3 16,-2 0-13-16,-1 0 19 0,3 1-3 16,-2 0-5-16,-1-3-12 0,3 3 0 15,-1 1 0-15,1 0 1 0,-1-2 10 16,2 3-11-16,-1 1 0 0,1 0-1 0,-1 0 3 16,0 1 21-16,-1 3-6 0,0-3-6 15,-1 1 4-15,-1 2 5 0,-2-3-21 16,-2 4-30-16,0 0 14 0,-2 1 15 15,1 0 0-15,0 0 0 0,1 0 1 0,3 0 12 16,-2 0-12-16,3 1-2 0,0-1 2 16,0 1 0-16,1-1 2 0,0 0 0 15,-2 0-2-15,2 0-13 0,-1 0-14 16,0 0 4-16,0 0 23 0,3 0 15 16,-3 4-13-16,3-3 19 0,-1 4 0 15,-1 1-21-15,0 1-1 0,0 0-26 16,-1 2 3-16,-2 0 9 0,4 2-1 15,-3-2 14-15,3 0-10 0,-2-1-3 0,3-2 15 16,1 2 1-16,-2-1 0 0,2 1-1 16,-2 2-3-16,2-1-9 0,1 1-5 15,-2 1 17-15,4-2 1 0,-2 1 17 16,1 1-18-16,3-3 0 0,-2 4-24 16,3 1 12-16,0 0 12 0,0-2 0 15,0 2 15-15,0-1-13 0,1-1 0 0,2 4 13 16,1-2-15-16,1-1 0 0,2 1 3 15,-3 3 18-15,3-2-18 0,1-1-3 16,-3 0 3-16,4 0 0 0,-2-2-1 16,-1 0 11-16,3 0-10 0,-1 0 0 15,1 1 0-15,0 0 0 0,2 0-1 16,-2-4 0-16,1 3-2 0,3 1 0 0,0-4 0 16,0 3 15-16,3-1-13 0,-2-3-1 15,2 1 1-15,-3-2-2 0,3-2-13 16,-3 2 1-16,1-4 11 0,-2 0-1 15,2 0-1-15,0-1 3 0,1 1 0 16,-4-2 0-16,1 0 0 0,-1 0-2 16,-2 0-11-16,0 0 2 0,2 0 11 15,-2-3 0-15,-2-1-11 0,2-1 9 16,-1 0 2-16,1-4-13 0,0 1 13 0,1-3 12 16,0 0 3-16,-1 2-13 0,2-1 0 15,-2-1-1-15,-2 3 1 0,-1-2-1 16,2 3-1-16,1 0-2 15,-3 0 1-15,-1-1 0 0,3 0 1 0,-1 0 1 16,-1-2-1-16,-2 3-15 0,2-4 15 16,-2 1 11-16,2 1-11 0,-5-1-1 0,2 1 1 15,0-1 3-15,-3 3 9 0,3 1 1 16,-3 0-12-16,1-5 0 0,1 4 2 16,-2-2 15-16,0-1-15 0,0-3-1 15,1 2 1 1,-1-3-1-16,0 0 1 0,0 3 9 0,0-1 6 0,-1 3-5 0,-2-1-1 15,-3-1-9-15,-2 2 9 16,2-3-9-16,-3 0 0 0,2-3 12 16,-5 0-12-16,2 3 0 0,0-2 0 0,-1 1 0 15,0 1 9-15,0 3 6 0,0 0 10 16,-1 3-28-16,1 3 0 0,-1-2 1 16,-1 4 17-16,-1-2-18 0,2 1-15 15,-2 2 15-15,1-2 6 0,1 2 5 16,-2-3-11-16,2 3-18 0,-1-1 6 15,2 1 12-15,0 0 19 0,-1 0-19 0,1 0-12 16,-1 0-6-16,-2 0 16 16,3 1 2-16,-3 4 0 0,0 1 18 0,2 1-18 15,-1-1-12-15,0 2-16 0,0-1 16 16,1 1-6-16,1 1 15 0,1 0 3 16,-1 1 0-16,-1 0-3 0,3 2-39 15,-3 1 42-15,1 1 3 0,1-1 12 16,1 5-15-16,1-4-34 0,2 3 34 0,1 0 20 15,1 1-20-15,2-4-1 16,1 1 0-16,1-1 1 0,0 3-1 0,0-3 1 16,0 4 11-16,0 0-11 0,1 0-12 15,1 1 8-15,1 0-8 0,0-3 12 16,1 0 0-16,2 1 1 0,1-3 12 16,2 3 7-16,-2-3-20 0,2-2-3 15,2 2 1-15,-1-2 2 0,0 0 1 16,3-2 8-16,-1 1-9 0,1-3-3 0,-3 3 3 15,1-2 13-15,4-1 23 0,-4 0-34 16,4-1 0-16,-2-3-1 0,1 1-1 16,0-3 0-16,4 2-18 0,-2-4-5 15,1 0 22-15,-1 0 1 0,1 0-12 16,-1-4 12-16,0 3-1 0,-2 0-8 16,-1-2-2-16,0 0 10 0,-1-1-14 0,1 0-9 15,-2-3 21-15,2 0-9 16,-1-1 10-16,-2-1-10 0,3-1-22 0,-5-2 10 15,1 1 6-15,-1-1 6 0,0-1 12 16,1 0 10-16,-2-2 8 16,0-3-17-16,2 2-1 0,-2-1 0 0,-1-2 12 15,1 2-10-15,-5 1 10 0,3-1-9 16,-2 3-1-16,-3-2 1 0,0 3 25 16,0 0-13-16,0-4-3 0,0 4 6 15,-2-5-6-15,-2 4-12 0,0-3 1 0,0 0-1 16,-2-1 0-16,1-1-11 0,0-1 11 15,-1 0 1-15,-3 6 1 0,2-2 10 16,0 3 10-16,-2 6 11 0,1-2-9 16,-3 1 0-16,3 2-11 0,-5 0-11 15,3 0 13-15,1 0-14 0,-2 0 0 16,-1 1-2-16,2-1 2 0,-2 1-3 16,4 1-8-16,-3-1 9 0,2 1 1 0,-3 1 17 15,2-1 4-15,-3 4-21 0,0-2 0 16,-1 2-2-16,-1 0 2 0,-2 0 1 15,1 0-1-15,-1 0-39 0,1 2 26 0,2-2 13 16,-1 0 12-16,1 1 0 16,4 1-12-16,-2 1-11 0,2-1-1 15,1 2 11-15,0 1-15 0,4 2 15 16,-5 0 1-16,3 1-15 0,-2 3 13 16,-1 3-13-16,1 3-15 0,0 0-25 0,1 4 31 15,-2-2-3-15,3 0-16 0,2 0-51 16,2-3-86-16,2-2-89 0,-1-2-191 15,2-3-582-15,0-4-812 0</inkml:trace>
  <inkml:trace contextRef="#ctx0" brushRef="#br0" timeOffset="-207125.16">19687 17609 620 0,'0'0'332'0,"0"0"-71"0,0 0 22 16,0 0 13-16,0 0-66 0,0 0-110 15,0 0-16-15,-72 74-17 0,63-64-28 16,4 1 9-16,-1-2 41 0,2 2 11 15,-1-1 41-15,2 1 38 0,-1 2 9 16,1-2-27-16,0 1-60 0,-1 3-36 16,1 1-40-16,2 1-8 0,-1-3 20 15,2 2 0-15,0-2-35 0,0 0-22 16,0-1-3-16,3 0 0 0,0-3-16 0,3 2 0 16,-4-2 19-16,4 1 0 15,2 0 0-15,-1-1-27 0,4 2 27 0,-1-2 35 16,2 1-35-16,2-3-12 0,-1-1-1 15,2-1 11-15,-1 0-14 0,3-4-12 16,-1 1-1-16,3-2 14 0,1 2-14 16,-2-3 17-16,2 0 12 0,-3 0 0 15,0 0-29-15,-1-4-9 0,0 1 6 16,-3-2 13-16,-2 1-25 0,0-1-61 0,-4-2-45 16,0 1-38-16,-1-2-121 15,-2-2-169-15,0 2-145 0,-1-1-145 16</inkml:trace>
  <inkml:trace contextRef="#ctx0" brushRef="#br0" timeOffset="-206725.52">20017 17812 163 0,'0'0'1209'16,"0"0"-656"-16,0 0-125 0,0 0-95 15,0 0-118-15,0 0-58 0,0 0-45 0,0 0-35 16,-18 76-10-16,16-59-7 0,2-1 17 16,0 0 50-16,0-1-39 0,0-3-47 15,2 1-37-15,1-3-4 0,5 1-13 16,-1-3 11-16,0-2-30 0,2-1-15 16,1-2 2-16,0-1 18 0,0-2 27 15,0 0 0-15,2-5-13 0,-1-2-10 16,-1-1 21-16,1-2-8 0,-3-1 9 15,2 0 0-15,-2-1 1 0,-3 2 0 16,0-1 0-16,-2 1 0 0,-1 3 26 16,-2-1-4-16,0 0 16 0,0 2-3 0,-5 0 6 15,-1-1-9-15,0 2-7 0,-3-1 6 16,0 1-18-16,-2 2-13 0,1-1-17 16,-1 4 1-16,4-1 14 0,-2 1-17 0,1 0-53 15,3 0-42-15,1 0-17 0,-1 0-19 16,5 0-29-16,-1 0-126 0,1 0-215 15,0 0-282-15,0-5-328 0</inkml:trace>
  <inkml:trace contextRef="#ctx0" brushRef="#br0" timeOffset="-206271.22">20268 17892 1072 0,'0'0'660'0,"0"0"-270"0,0 0-57 15,0 0-23-15,0 0-47 0,0 0-58 16,30 67-30-16,-25-53-25 0,-1-1-21 16,1-2-31-16,-2 2-22 0,-1-5-16 0,-1 3-7 15,1-4-16-15,1-2-33 0,-3-2-4 16,0-3-60-16,1 0-41 0,1 0-12 15,-1-5 44-15,3-3 69 0,-1 0 69 16,0-3-69-16,0-2-5 0,3 1 5 16,-4-1 0-16,1-2 0 0,0 3-29 15,0-1 11-15,0 0-11 0,0 1-6 16,0 2-12 0,0 3-1-16,1-1 13 0,-1 4 16 0,-2 1-2 0,2 3 21 15,0 0 38-15,0 0 13 0,0 2 38 16,3 4 65-16,-2 1-53 0,5 3-48 0,-2-1 1 15,0 0-1-15,0 2-11 0,3 0-11 16,-2 1-6-16,0 1-10 0,0-1 2 16,0-2-17-16,-1 0-28 0,1-3-6 15,-3 0-33-15,2-3-46 0,1-1-25 16,-3-3-42-16,1 0-61 0,0-3-162 0,1-3-167 16,-3 0-235-16,-1-4-431 0</inkml:trace>
  <inkml:trace contextRef="#ctx0" brushRef="#br0" timeOffset="-204805.94">20937 17727 104 0,'0'0'767'16,"0"0"-328"-16,0 0-260 0,0 0-32 15,0 0-14-15,0 0-42 0,0 0-33 16,0 0-2-16,0 0 31 0,0 0 40 15,0 0 48-15,-32-33 38 0,27 33-13 0,2 0-20 16,0 0-36-16,1 0-7 0,-1 4-3 16,0-3 13-16,2 4 1 0,-2 0-9 15,0 1-44-15,-1 2-20 0,-1 2-34 0,2 2 0 16,-1 2-6-16,1 4-1 0,0 3 19 16,2 0 13-1,0 3-17-15,1 2 32 0,0 0 6 0,0 0-13 16,1-3-25-16,5 0-27 0,2-3-22 0,-1-3-10 15,1-4-12-15,-2-1 19 0,2-4 1 16,-4-2-20-16,2-1 7 0,-1-4-4 16,-4 1 19-16,1-1-1 0,-1-1-1 15,-1 0 0-15,1 0-19 0,1 0-47 16,-1-3-8-16,2-3 76 0,4-3 25 0,-2-1-13 16,0-2-12-16,1-1-43 15,0 1 40-15,1-1-34 0,-1 2-35 0,1 2 34 16,-1 2 1-16,0 0 0 0,-1 2 24 15,1 1 13-15,-2 2-3 0,-1 0-12 16,2 1 15-16,1-2 2 0,-1 3 1 0,2-3 8 16,1 3-10-16,-3-2 11 15,1 2-9-15,1 0 19 0,0 2-4 0,-1 1 20 16,0 7 2-16,0-1-2 0,1 3-4 16,-1-3-9-16,0 3-7 0,-1-1-17 15,0-3 0-15,0-1-1 0,0-2-15 16,-1-1-29-16,-1-2-12 0,1-1 16 15,-1-1 24-15,3 0 1 0,-2 0-1 16,3-1 16-16,-1-3 18 0,0 0 10 16,0-3 3-16,0-1-9 0,1-1-22 0,-2 0-2 15,0 0 1-15,-1 1 1 0,1-2 15 16,-4 2-2-16,1 1-13 0,-2 1 18 16,0 1 16-16,0 0 25 0,0 1 13 15,-8-1-11-15,1 3-2 0,0-3 0 16,-6 0-22-16,1 3 3 0,2-1-22 15,-3 1-17-15,4 1-1 0,-1 1-2 16,3 0-38-16,2 0-12 0,0 0-25 0,1 0 0 16,2 0 2-16,2 0-6 0,0 0-27 15,0 0-30-15,0 0-54 0,3-3-63 16,5-1 48-16,-1 0 55 0,3-1-37 16,1 3-180-16,1-2-42 0,2 4 74 15,-2 0 32-15,2 0-50 0,-4 0 95 16,2 6 185-16,-1-1 75 0,-2 1 39 15,-2 0 49-15,3 1 149 0,-3 3 112 0,1-3-31 16,-1 4-43-16,1 0-9 16,-2 2 4-16,2-1 0 0,-3 0-53 15,-2 0-35-15,4 0 5 0,-4-3-11 16,0-4-22-16,-2 2-37 0,1-3-42 0,-2-4-75 16,0 0-10-16,0 0-61 0,0-3 71 15,0-3 6-15,1-4 97 0,-1-2 15 16,0-6-19-16,2 1-40 0,-2-3-56 15,1 2-3-15,-1 0-25 0,3 3-3 0,0 2-18 16,0 1-13-16,0 2 12 0,0 1-37 16,2 3-117-16,-2-1-119 0,0 2-125 15,2 2-539-15,-1 2-777 0</inkml:trace>
  <inkml:trace contextRef="#ctx0" brushRef="#br0" timeOffset="-203889.49">21895 17942 1672 0,'0'0'703'16,"0"0"-344"-16,0 0-131 0,0 0-61 15,0 0-59-15,0 0-57 0,0 0-12 16,0 0-24-16,0 0-15 0,0 0-26 15,38 0 1-15,-31-5 15 0,1 2 10 0,-1-1 22 16,-1-2 7-16,0 3-10 0,0-2-16 16,-1-2 16-16,0 0-18 0,-1-3 2 15,1 2-3-15,-4-3 0 16,0 2 0-16,1 1-3 0,-1 1 0 0,-1 0 3 16,0 2 25-16,0-1 16 0,-1 5-3 15,-2-3 16-15,2 1 16 0,-4 2 6 16,-1-1 0-16,2 2 2 0,-4 0-43 0,0 0-11 15,1 3-24-15,-2 1-3 0,2 0 3 16,0 1 0-16,-2 1 2 0,3-2-1 16,0 1 0-16,0 0 2 0,1 1 22 15,1-1-9-15,1 1 25 0,-1 0 3 16,-1 1-3-16,1-1 0 0,0 4 3 16,0-1 9-16,-1 0 3 0,2 1-3 15,2 2 12-15,-1 0 6 0,1 1-46 16,1 0-13-16,0 0 1 0,0-1-10 15,3-3-3-15,1 1-28 0,3-3-6 0,3 1 0 16,0-4-6-16,1 1-23 0,1-2 23 16,0 0 9-16,4-1 0 0,-2 0-7 15,1-2 16-15,2 0-37 0,-1 0-39 16,0-4-59-16,2-2-77 0,0-3-125 16,0-1-248-16,-6 3-190 0,8-5-522 15</inkml:trace>
  <inkml:trace contextRef="#ctx0" brushRef="#br0" timeOffset="-203341.16">22239 17877 1264 0,'0'0'715'0,"0"0"-200"15,0 0-45-15,0 0-83 0,0 0-92 0,0 0-83 16,0 0-71-16,0 0-24 0,0 0-11 15,0 0-7-15,0 0-27 0,-25 37-23 16,22-28-8-16,0 1-14 0,1-1-27 16,-1 3-15-16,3 0-1 0,0-1-18 0,0 2-9 15,0-2-19-15,3-2-3 16,0-2-10-16,5-2-12 0,-2-3-18 0,0-1 30 16,3-1 25-16,0 0 21 0,1-1 14 15,-3-5 15-15,0 1 0 16,2-2-2-16,-1-1 2 0,-2-1 15 0,1 0 10 15,-1-3-25-15,-1 2-4 0,2-3 4 16,-3-1 43-16,0-3-24 0,-2 0-16 16,-1-3 35-16,-1-2 3 0,0-2 16 15,-3 1-26-15,-3-2 7 0,-1 1 18 16,0 1-19-16,1 2-37 0,-1 4-6 16,4 0 3-16,0 6-10 0,0 2-8 0,2 4 21 15,-2 3 12-15,2 0 54 0,1 2 8 16,0 0 10-16,-1 3-4 0,1 0-27 15,-3 3-53-15,0 5 0 0,0 0 0 16,1 4 34-16,-1 2 18 0,2 4 10 0,1 4-1 16,0 0-12-16,0 3-6 0,1-3 3 15,2 1-18-15,3-2-14 16,0-2-14-16,1-2-18 0,0-5 2 16,0-2-11-16,1-4-25 0,2 0-13 0,-2-3-2 15,1-2 5-15,1-1-21 0,-3-1-81 16,3-2-126-16,-1 0-173 0,2 0-203 15,-3-2-416-15,3-4-362 0</inkml:trace>
  <inkml:trace contextRef="#ctx0" brushRef="#br0" timeOffset="-202858.69">22669 17819 1299 0,'0'0'1035'0,"0"0"-563"0,0 0-81 0,0 0-63 15,0 0-75-15,0 0-46 0,0 0-6 16,0 0-11-16,0 0-23 0,0 0-31 16,-4 1-50-16,-2 2-43 0,1 1-18 15,-2 0-4-15,3-1-21 0,-2 5-2 16,-1-1 1-16,1 2-11 0,-2 1 9 16,0 2-10-16,3 0 12 0,-4 0-11 15,0-2-3-15,4 0 14 0,0 1 0 0,2-4-18 16,2 0-15-16,-1-2-5 0,2-3 8 15,0 3-9-15,0-3-4 0,0 2 14 16,0 0 11-16,0 1 16 0,2 0 1 16,-1 1 1-16,5-1-24 0,-1-2-15 15,-1 1-3-15,3 1 15 16,0-3-6-16,-1 2 6 0,1-3-16 0,2 0 13 16,-4-1 3-16,4 0-12 0,0 0-1 15,-1-4 25-15,3 0 16 0,-3-5-28 16,4 1 25-16,-4 0-54 0,3-1 7 0,-6 0-13 15,2 0-19-15,-1-1 38 0,-3 3 14 16,-2 1 30-16,1 0 28 0,-2 0 22 16,0 1-2-16,0-1-17 0,0 4-18 0,0-3 5 15,0 4-18-15,0-2 0 16,0 3-31-16,0-3 6 0,-2 3 22 16,2 0 2-16,-1 0 0 0,-2 0-18 0,2 0-91 15,-2 3-86-15,1 1-138 16,-2 1-231-16,1-4-254 0,0 5-556 0</inkml:trace>
  <inkml:trace contextRef="#ctx0" brushRef="#br0" timeOffset="-202190.46">22117 17755 460 0,'0'0'482'16,"0"0"20"-16,0 0 18 0,0 0-89 15,0 0-86-15,0 0-59 0,0 0 88 16,0 0 0-16,0 0-59 0,0 0-194 15,0 0-121-15,-39 49-53 0,19-22 22 16,1 8 0-16,-3-3-52 0,2 1 2 16,1-1 2-16,1-2 7 0,5-6 31 15,3-4 19-15,4-6 9 0,3-6 10 16,3-6-89-16,2-2-216 0,6-5 244 0,7-8 64 16,-1-4 55-16,6-4 24 0,2-5 4 15,-2-2 31-15,5-2-12 0,0 1-68 16,3-1 36-16,1 1-14 0,-1 5-53 0,-2 4 48 15,-4 8-50-15,-6 5 37 0,-7 7 24 16,-5 0 130-16,-3 13 54 0,-1 9-101 16,0 4-65-16,0 9-40 0,-5 3-40 15,0 0-2-15,-1 0-29 16,2-1-15-16,0-5-25 0,3-2 28 0,1-5-25 16,0-7 3-16,0-7-16 0,8-6-44 15,2-4-23-15,3-1 92 0,6-10 56 16,1-5 37-16,0-4 4 0,2-6 57 15,1-2 21 1,1-2-26-16,0 2-34 0,0 1-25 16,-1 2-32-16,0 7 37 0,-3 1-39 15,-1 5-3-15,-5 5-12 0,-2 5 15 0,-2 1 34 16,-4 2 15-16,1 9 50 0,-1 3 24 0,-2 6-12 0,0-1-41 16,-1 3-15-16,0-2-15 0,2-1-40 15,-3-3 0-15,1-4-37 0,1-4-15 16,-1 1-18-16,3-6-13 0,-2 0 9 0,2-2 9 15,0-1 16-15,2 0 0 0,0-5-4 16,-4-1-30-16,4-2-35 0,-6-1-82 16,1 1-206-16,0-4-600 0,-2-1-1037 0</inkml:trace>
  <inkml:trace contextRef="#ctx0" brushRef="#br0" timeOffset="-201107.02">23112 17717 1334 0,'0'0'800'16,"0"0"-393"-16,0 0-162 0,0 0-33 15,0 0-71-15,0 0-70 0,0 0-27 16,0 0 27-16,0 0 30 0,0 0 7 16,0 0-3-16,24 31 21 0,-20-20 0 15,-1 2-25-15,6-1-28 0,-5 3 2 16,2 3 3-16,-2-2-32 0,6 2-28 15,-3 1-18-15,1 1-25 0,0-1 6 16,2-1-21-16,0-1-10 0,-1 0 6 0,-2-4 10 16,3-1 2-16,-4-5 0 31,0-1 7-31,-2 0 0 0,-1-5-16 0,1 3 7 0,-2-4 18 0,-1 0 16 0,-1 0-1 16,3 0 0-16,0 0 1 0,0-5 66 0,1-5 0 15,2 1-10-15,0-7-5 0,2 0-1 16,-2-1-11-16,1 0-39 0,1-1-7 15,0-3-5-15,-1 2 15 0,-1 2-3 16,2-1 16-16,-3 1-16 16,2 0-4-16,-1 1 4 0,-1 1 13 0,-1 1-13 15,0 2 0-15,-1 0-22 0,1 3-12 16,1-1 18-16,-4 3 13 0,2 0-9 16,-2 2-4-16,1-1-12 0,-2 2-20 15,1 1-34-15,-1 0-40 0,0 0-33 16,2 2-83-16,-2-1-170 0,0 2-279 15,1 0-667-15</inkml:trace>
  <inkml:trace contextRef="#ctx0" brushRef="#br0" timeOffset="-200625.6">23562 17917 684 0,'0'0'625'0,"0"0"-257"16,0 0-63-16,0 0-74 0,0 0-108 15,0 0-55-15,0 0-36 0,0 0-9 16,0 0-21-16,0 0 14 0,0 0 3 16,78-72 7-16,-75 63-7 0,0 2 4 15,0-3-4-15,-2 3 17 0,-1-3 25 0,0 3 29 16,0 0 17-16,0 0 21 0,0 2-13 15,0-2-22-15,0 0-20 0,-3 3-12 16,0 0-20-16,2 1-3 0,-2 0 4 16,-2 1 15-16,0 1 13 0,2 1 2 15,-1 0 11-15,-2 0 27 0,0 0 15 16,2 1-17-16,-2 4-2 0,2-1-25 0,-2 0-19 16,2 1-9-16,1 1 15 0,-1 3-3 15,1-1-34-15,-1 3-19 0,2-1 13 16,-1 2-4-16,2-1-21 0,-1 3 13 15,2 0 11-15,-1 0-11 0,1-3-13 16,0 0-28-16,0 0 6 16,3-1-15-16,1-2-12 0,2 2-13 0,-1-2 25 15,1-1 12-15,0 0-6 0,1-2-12 16,0 1-10-16,-1-3-9 0,3-2-35 0,0 1-36 16,2-2-39-16,-1 0-78 0,3-6-173 15,2 0-188-15,-5 1-170 0,11-6-379 0</inkml:trace>
  <inkml:trace contextRef="#ctx0" brushRef="#br0" timeOffset="-200292.84">23872 17818 775 0,'0'0'827'0,"0"0"-213"0,0 0-97 16,0 0-113-16,0 0-149 0,0 0-64 15,0 0-11-15,0 0-76 0,0 0-29 16,-6 69-34-16,6-52-3 0,3-1-18 0,2-2-20 15,-2-1 0-15,0-1 0 0,2-1 13 16,-4-2 19-16,2-1 8 0,0-3 7 16,-1-3-17-16,-1-1-30 0,-1-1-34 15,3 0-1-15,-3-2 35 0,3-4 13 16,0-4 55-16,-2-3-15 0,2-2-12 16,-1-5 2-16,-1-4-21 0,-1 0 15 15,2-2-37-15,-2 1-18 16,0 0-10-16,0 3-6 0,0 3-13 0,0 3-46 0,0 2-74 15,0 3-21-15,2-1-5 0,3 2-45 16,2 1-30-16,0 0 89 0,6 0 99 16,-3 2-159-16,2 1-259 0,2 1 99 15,-1 0 51-15,0 2-219 0,5 0-85 16</inkml:trace>
  <inkml:trace contextRef="#ctx0" brushRef="#br0" timeOffset="-200073.75">24149 17637 137 0,'0'0'809'0,"0"0"-2"0,0 0-113 16,0 0-128-16,0 0-141 0,0 0-89 15,0 0-88-15,0 0-63 0,0 0-20 16,-1 72-44-16,1-54-35 0,0 1-30 16,0 4-22-16,0-1-24 0,0-1-10 15,1 4-3-15,3-1-28 0,2 1-9 16,1 0-3-16,3-1 43 0,-1-3 15 0,2-4-15 15,-3-6-95-15,-1-3-104 0,-1-3-108 16,-2-1-122-16,0-3-287 0,-2-1-610 16,-2 0-25-16</inkml:trace>
  <inkml:trace contextRef="#ctx0" brushRef="#br0" timeOffset="-199459.39">24204 17951 1577 0,'0'0'740'0,"0"0"-507"16,0 0-20-16,0 0 111 0,0 0-46 0,0 0-94 16,0 0-79-16,78-12-105 15,-63 7-19-15,-3 0-7 0,2-1 7 16,-2 1-9-16,-1-1-1 0,-1-1-9 16,-1 1-6-16,0-1-10 0,-1 0 16 0,-2 1 18 15,0 0-5-15,-2 0 24 16,-1 0 1-16,0-1 0 0,1 1 0 0,-1 0-26 15,0-2-28-15,0 1 6 0,1 0 26 0,2 1 22 16,-1 0 0-16,-1 0-7 0,0 2-6 16,-1-2 13-16,-2 1 12 0,2 1 17 15,-3 2 29-15,0 0-4 0,0 0 0 16,0 1 7-16,0 1 2 0,0 0-15 16,0 0-36-16,0-2-9 0,0 1-1 15,0 0-2-15,-3-2-13 0,2 1 13 16,-5-1 12-16,3 0-11 0,-1 1 13 15,0 2 43-15,-1 0-6 0,2 0-29 16,0 0-3-16,-1 0 29 0,1 0-4 0,-1 0 3 16,1 2-16-16,-1-1-15 0,0 1 3 15,-1 1 0-15,-1-1-17 0,2-1 32 16,-1 3 7-16,-1-1-16 16,1 1-3-16,2-1 14 0,-1 1 20 0,2-1 31 15,1 1 28-15,-2 0-47 0,3-1-21 16,0 3-22-16,0 0-10 0,0 0 7 15,0 4 12-15,0-2 6 0,0 2 0 0,3 1 6 16,1-1 0-16,-1 2-3 0,2-1-9 16,-1 2-9-16,1-1-4 0,1 1-21 15,-1-1-1-15,1 0-24 0,-1-2-8 16,1 1-10-16,3 0-10 0,-1-5-5 16,0 0 5-16,-1 0-5 0,3-4-7 15,-3-2-13-15,-1 0 13 0,1 0 6 16,2-2-16-16,-1-7-46 0,1 1-62 0,2 0-146 15,1-3-255-15,4 4-638 0,7 2-262 16,-4 1 1389-16,11 1 95 0</inkml:trace>
  <inkml:trace contextRef="#ctx0" brushRef="#br0" timeOffset="-199021.34">24630 17784 1838 0,'0'0'1019'0,"0"0"-756"0,0 0-68 16,0 0 15-16,0 0-68 0,0 0-25 16,0 0 112-16,0 0 29 0,0 0-29 15,0 0-75-15,0 0-21 0,80 39-26 16,-62-25-21-16,1 1-13 0,-2 2-9 15,0 0-21-15,-2 1-27 0,1-1-16 16,-3-1-21-16,-1-1-7 0,0-3-24 16,-3 0-48-16,0-4-32 0,-1-3-40 15,-2-2-78-15,0-1-131 0,1-2-108 0,1 0-27 16,0-1 78-16,-1-5 325 0,0-1-353 16,-2 1-665-16,3-5 299 0</inkml:trace>
  <inkml:trace contextRef="#ctx0" brushRef="#br0" timeOffset="-198775.18">24897 17805 866 0,'0'0'593'0,"0"0"-115"0,0 0 105 0,0 0-59 15,0 0-55-15,0 0-30 0,0 0-29 16,0 0-37-16,0 0-133 0,0 0-149 0,-15 62-33 15,10-39-15-15,-4 1-10 0,5 4-30 16,-3-3-3-16,2 1-15 0,1-2-15 16,-1-5-25-16,4-4-18 0,0-2-28 15,1-5-62-15,0-1-111 0,0-6-124 16,1 0-275-16,2-1-459 0,3 0-142 0</inkml:trace>
  <inkml:trace contextRef="#ctx0" brushRef="#br0" timeOffset="-198375.97">25336 17577 1669 0,'0'0'601'0,"0"0"-223"0,0 0-5 16,0 0-44-16,0 0 17 0,0 0 9 0,0 0-55 15,0 0-92-15,0 0-23 0,38 70-26 16,-34-44-24-16,-1 2-19 0,0 1-49 16,-1 1-25-16,-1-2-19 0,-1-2-23 0,0-2-25 15,0 0-33-15,0-1-9 16,0-3-33-16,0-2-1 0,0-1-65 16,0-1-68-16,0-5-167 0,0-2-283 0,3-2-535 15,-3-1-603-15</inkml:trace>
  <inkml:trace contextRef="#ctx0" brushRef="#br0" timeOffset="-196866.57">25711 17758 1452 0,'0'0'657'0,"0"0"-298"16,0 0-91-16,0 0-40 0,0 0-52 0,0 0-16 15,0 0-4-15,0 0-13 0,0 0-23 16,0 0-25-16,0 0-36 0,0 21 1 15,0-21-4-15,0 0-15 0,0 0 17 16,0 2 4-16,0-2-3 0,0 0 13 0,0 0 6 16,0 0-23-16,0 2-33 0,0-2-19 15,0 0 10-15,0 1-10 0,0-1-2 16,0 0 11-16,0 0 7 0,0 0-10 16,0 0-9-16,0 0-14 0,0 0 14 15,0 0 0-15,0 0-21 0,0 0-29 16,0 0-12-16,0 0 6 0,0 0-9 15,0 0 18-15,0 0 47 0,0 0 3 16,0 0 25-16,0 0-3 0,0 0 6 16,0 0-9-16,0 0-22 0,0 2 0 0,0-2-28 15,0 0-6-15,0 1-7 0,0-1 21 16,0 0 20-16,0 1 37 0,0 0 16 16,0 1-19-16,0-2-6 0,0 1-28 15,0-1-2-15,0 0-20 0,0 0 1 16,0 0-10-16,0 0-19 0,0 0-25 15,0 0-17-15,3-4-18 0,0 2 82 0,1-3 15 16,-1 0-9-16,3-2 0 0,-2 0-6 16,0 0 3-16,-1 0 7 0,0 1 18 15,-3 1 2-15,3-1 20 0,-3 2-9 16,3-1-11-16,-3 0 23 0,2 0-6 16,-1 2-16-16,-1-1 0 0,0 1 10 15,0 0 9-15,0 2-6 0,0 1 37 16,0 0 35-16,0 0 19 0,0 0 2 15,0 0 3-15,-1 0-32 0,-1 1-61 16,-1 4 3-16,0-3-1 0,0 2 1 16,0 1-19-16,-1 0 22 0,0 2-7 15,1-1 4-15,0 0-1 0,2 1-17 0,-1-1-1 16,2 2 21-16,0-1-21 0,0 2-3 16,0-2 0-16,0 1-21 0,2 0-7 15,2-2-24-15,3-2-32 0,-1-1-9 0,1-1 19 16,2-2 15-16,2 0 31 0,-1-4 26 15,-1-4 2-15,1 1 29 0,-3-1-14 16,-2 0-2-16,-1 1 2 0,-4 2 1 16,0 2 15-16,0-1 21 0,0 2 7 15,0-2 3-15,-1 1-19 0,-2 0-43 16,0 0 0-16,0 0-37 0,-2 0-71 16,0 3-69-16,-1-2-102 0,2 2-74 15,-2 0-227-15,0 0-502 0,3 8-514 0</inkml:trace>
  <inkml:trace contextRef="#ctx0" brushRef="#br0" timeOffset="-196294.15">25822 18072 264 0,'0'0'1019'16,"0"0"-534"-16,0 0-125 0,0 0-84 15,0 0-47-15,0 0-10 0,0 0 5 16,0 0 10-16,0 0 1 0,0 0-4 0,0 0-24 16,-10 5-52-16,6-1-25 0,1 3-12 15,0 0-49-15,0-1-26 0,1 1-28 16,1-3-15-16,1-1-37 0,0 1-18 0,0-1-7 16,0-1-19-16,0 0-10 0,1 1 14 15,2-3 3-15,0 0 21 0,2 0 22 16,-1 0 31-16,3 0 19 0,0 0-19 15,2 0-2-15,-2-5-27 0,2 0 26 16,2 0 3-16,-2-1 0 0,-2-2-19 16,2 1 18-16,-5 2 0 0,-1 0 1 15,-3 1 35-15,0 1 18 0,0-1 45 16,0 0 14-16,-6 3-6 0,-1-1-19 0,0 1 9 16,1 1-19-16,-1 0-12 15,-3 0-19-15,3 3-15 0,-3 4-28 0,-2 0-3 16,2 5-3-16,1-1 2 0,1-1-14 15,1 0 12-15,2-3-13 0,4-2 16 16,1-3-40-16,0-1-37 0,0-1-75 16,0 0-43-16,3 0 0 0,3-1 32 0,2-6-45 15,-1-4-253-15,1 3-295 16,3-11-924-16</inkml:trace>
  <inkml:trace contextRef="#ctx0" brushRef="#br0" timeOffset="-188857.4">26645 17568 1838 0,'0'0'348'0,"0"0"-177"0,0 0 168 16,0 0 28-16,0 0-70 0,0 0-88 15,0 0-60-15,0 0-20 0,0 0-13 16,0 0-17-16,-3 0 10 0,6 0 12 0,-3 0 7 16,3 5 17-16,1 1 24 0,2 1 0 15,1 5-68-15,0 2-52 0,5 1-28 16,2 2-19-16,4 2-1 0,5 4-1 15,3 0 3-15,4 1-3 0,0 1 1 16,6 0-1-16,-1 2 0 16,0-1-1-16,0 0 1 0,-3-3-16 0,-3-2 16 15,-3-1-30-15,-2-4 11 0,-2-2 18 16,-3-3-17-16,-3-2-43 0,-3 1-19 16,-2-6-3-16,-1 1 3 0,-4-1-21 0,1 2-48 15,-4-1-34-15,-2-1-90 0,1 2-117 16,-1-2-190-16,-1-2-130 0,0 1-348 15,0-3-125-15</inkml:trace>
  <inkml:trace contextRef="#ctx0" brushRef="#br0" timeOffset="-188471.87">27005 17509 1387 0,'0'0'423'16,"0"0"-192"-16,0 0 112 0,0 0 151 16,0 0-37-16,0 0-225 15,0 0-93-15,0 0-28 0,0 0-23 0,0 0-22 16,-30 64 19-16,26-48-3 0,-1 1 33 15,0 3 9-15,-1 1-53 0,3 2 7 16,-3 2-20-16,2 2 1 0,-2-1-28 0,-2 5 21 16,0-1-18-16,-2 3-34 15,0 2 15-15,0-3-14 0,4 1 5 16,2-5 7-16,-1-4-11 0,4-4-2 0,1-4-19 16,0-3-24-16,0-5-15 0,4-1-1 15,2-6-21-15,0-1-28 0,4-1-35 16,3-9-98-16,-1-2-108 0,3 0-188 15,-4 1-506-15,4 2-688 0</inkml:trace>
  <inkml:trace contextRef="#ctx0" brushRef="#br0" timeOffset="-187975.16">27442 17968 2192 0,'0'0'456'15,"0"0"-234"-15,0 0 121 0,0 0-44 16,0 0-93-16,0 0-93 0,0 0 4 16,0 0 0-16,0 0-2 0,0 0 10 15,0 0-4-15,7 74-22 0,-5-62-22 0,-1 1-18 16,2 1-32-16,-3-2-27 0,4 1-2 16,-1-1 1-16,-3-4-23 0,3-3-32 15,0 0-37-15,0-5-111 0,0 0-81 16,1-3-134-16,1-6-225 0,0 3-442 15,-2-10-426-15</inkml:trace>
  <inkml:trace contextRef="#ctx0" brushRef="#br0" timeOffset="-187320.3">27640 17904 696 0,'0'0'602'0,"0"0"-227"0,0 0-15 15,0 0-3-15,0 0-115 0,0 0-72 16,0 0-83-16,0 0-42 0,0 0-45 0,0 0 20 16,0 0-4-16,74-37 16 0,-68 37 16 15,-3 0 32-15,1 1 22 0,1 4 10 16,-1-2 5-16,-3 2 1 0,1 0-26 16,-1 1-20-16,1 2-21 0,-2 1-20 15,0 2-6-15,0-2-9 0,0 1 0 16,-2 0 12-16,-1-3-25 0,-2 4 8 15,-1-2-11-15,0 1 0 0,0-3 10 16,0 1 18-16,1-1-9 0,-4-1 9 0,5 2-7 16,-2-4-20-16,3 0 14 0,2 0 8 15,-1-2-23-15,2-1-22 0,0-1-50 16,0 0-7-16,0 0 35 0,5 2 44 16,0-2 40-16,1 0-8 0,4 0 7 15,-4 0-38-15,1 0 14 0,-1 0-15 16,1 2-2-16,0-1 2 0,-1 1 32 0,1 0 0 15,1 0-9-15,0 1-21 0,-2 0 10 16,-2-1-10-16,2 1 20 0,-3-2-9 16,0 3 2-16,0-1 16 0,0-2 4 15,-3 4-7-15,2-1 6 0,-2 2 28 16,0 0 16-16,0 5-32 0,0-2-12 16,-4 1 0-16,0 0 10 0,-2-1-32 15,0 2 6-15,0-2 7 0,-2 0 3 16,2-2-28-16,-1 0-2 0,1-1-1 15,0-1-16-15,-1-5-12 0,0 1-3 0,1-1-71 16,-1 0-115-16,0-3-100 0,-2-2-151 16,2 1-346-16,-2-1-778 0</inkml:trace>
  <inkml:trace contextRef="#ctx0" brushRef="#br0" timeOffset="-186878.46">28432 17517 2380 0,'0'0'599'0,"0"0"-343"16,0 0 88-16,0 0-22 0,0 0-80 15,0 0-86-15,0 0-26 0,0 0-19 0,0 0 3 16,0 69 15-16,0-43 49 0,0 5-13 15,0 2-34-15,0 3-18 0,0 0-28 0,2-1-40 16,1 0-20-16,2-4-25 0,-1-3-3 16,-1-3-31-16,3-4-11 0,0-5-37 15,1-4-70-15,0-2-32 0,0-4 1 16,-1-2-2-16,-3-1-49 0,0-3-81 16,0 0-179-16,-3 0-218 0,0-4-283 15,0-2-20-15</inkml:trace>
  <inkml:trace contextRef="#ctx0" brushRef="#br0" timeOffset="-186661.95">28219 17861 2771 0,'0'0'555'0,"0"0"-292"15,0 0 37-15,0 0 8 0,0 0-75 16,0 0-88-16,0 0 25 0,0 0-26 0,82 5-28 15,-53-5-6-15,-1-4-28 0,1-2-36 16,0 1-45-16,1-1-1 0,-2-1 0 16,-2 0-14-16,3 2-56 0,-2-2-129 15,0 0-55-15,1 0-105 0,-1 0-268 16,-7 0-536-16,8-3-342 0</inkml:trace>
  <inkml:trace contextRef="#ctx0" brushRef="#br0" timeOffset="-186276.14">28931 17524 2489 0,'0'0'566'0,"0"0"-339"0,0 0-39 15,0 0 43-15,0 0-48 0,0 0-39 0,0 0 79 16,0 0 44-16,0 0-46 16,0 0-33-16,0 0-2 0,56 23 33 15,-43-11-43-15,0 2-33 0,1 5-16 0,1-2-48 16,3 3-52-16,0 0-25 0,0 2-2 15,3 0-17-15,0 0-2 0,2 2-14 16,-1-2-6-16,0 0-31 0,-1 0-14 16,1-4-41-16,-3 1-20 0,-1-6-5 15,-2-1-26-15,1 0-2 0,-5-3-133 16,1 1-146-16,-3-3-120 0,-1 1-191 16,-4-1-560-16,2-4 122 0</inkml:trace>
  <inkml:trace contextRef="#ctx0" brushRef="#br0" timeOffset="-185955.36">29251 17462 2032 0,'0'0'811'0,"0"0"-391"15,0 0-61-15,0 0 35 0,0 0-69 16,0 0-111-16,0 0-23 0,0 0-4 16,0 0-16-16,-34 83-52 0,23-64-16 15,2 4 16-15,-1 2-10 0,-4 3 9 16,2 2-18-16,0 1-12 0,1 1-37 16,1-3-27-16,0-2-21 0,6-2-1 0,-2-2-2 15,5-4-35-15,1-2-13 0,0-4-19 16,0-2-36-16,1-4-33 0,2-3-25 0,1 0-64 15,3-3-136-15,-1-1-180 0,0 0-211 16,-2 0-423-16,-1 0-355 0</inkml:trace>
  <inkml:trace contextRef="#ctx0" brushRef="#br0" timeOffset="-183344.7">29465 17729 2334 0,'0'0'526'0,"0"0"-263"0,0 0 50 16,0 0 48-16,0 0-34 0,0 0-97 15,0 0-47-15,0 0-84 0,8 69-41 0,-8-50-24 16,0 2-12-16,0 3-21 16,0 0 0-16,0-1-1 0,-2 1 0 0,-1-3-3 15,0-5-43-15,3 0-47 16,0-7-83-16,0 1-119 0,0-4-257 0,0-4-179 15,0-1-561-15,3-1-271 0</inkml:trace>
  <inkml:trace contextRef="#ctx0" brushRef="#br0" timeOffset="-182694.54">29648 17731 329 0,'0'0'564'16,"0"0"-153"-16,0 0-17 0,0 0 57 15,0 0 24-15,0 0-127 0,0 0-95 16,0 0-34-16,0 0 0 0,0 0-11 16,0 0-88-16,3 36-51 0,-3-22-18 15,-3 3 5-15,0 2-3 0,-1 0-3 16,3 1-10-16,-2 4 3 0,3-2-21 0,0-1-6 15,0-2-16-15,3 1 0 0,5-5-28 16,1 0-6-16,1-3-22 0,2-4-7 16,-1 0 1-16,2-4 18 0,0 1 29 15,0-5-1-15,-2 0 13 0,-2 0-26 16,-3 0 13-16,0 0 15 0,-3 0 1 16,1 0-2-16,-3-4 2 0,1 2 13 15,-1-3 17-15,-1 1 4 0,0 0 7 16,2-1-10-16,-2 1-16 0,0-2-13 0,0 3-2 15,0-2 0-15,0 4 13 0,0-2 6 16,0 0-17-16,0 0 13 0,0 1 1 16,0-2 6-16,-2 0 6 0,-1 1 0 15,-1 0-4-15,3 0-2 0,-3 1-6 16,1-3-15-16,0 2-1 0,-2 0 0 16,4 0 23-16,-2 0 12 0,0 1-35 0,0 0 0 15,2 0-38-15,-1 0 14 16,0-2 2-16,0 3-18 0,2-2-10 0,0 3 0 15,-1-2 16-15,1 1 34 0,-2-1 14 16,2 1-1-16,0 0 2 0,-1-1 13 16,1 1 19-16,0 1 6 0,0 0-7 15,-2 0 4-15,2 0 5 0,-1 0-2 16,-2 0-37-16,0 0-16 0,-1 0-58 16,-1 3 33-16,-3-2 13 0,2 2-1 15,-3 0-5-15,2-2 5 0,1 4-8 16,-2-3-17-16,2 2 11 0,0-2-4 0,3-2-19 15,3 0-44-15,0 0-94 0,0 0-181 16,0 0-358-16,3-2-511 0,6 0 113 0</inkml:trace>
  <inkml:trace contextRef="#ctx0" brushRef="#br0" timeOffset="-179768.87">30143 17761 1646 0,'0'0'704'0,"0"0"-291"15,0 0-15-15,0 0 9 0,0 0-91 0,0 0-93 16,0 0-51-16,0 0-26 16,0 0-20-16,0 0-11 0,0 0-2 0,17 20 38 15,-7-10 20-15,2 4-37 0,-1 3-49 16,2 3-39-16,2-1-25 0,2 4-21 15,0-2-11-15,5 1-4 0,-1 2 0 16,0-4-7-16,0 1-5 0,-1-3-4 16,-1-4-20-16,-3-2-22 0,-3-2-10 0,1-4-9 15,-4-2-15-15,-1-2-40 16,0-2-63-16,-4 0-54 0,1-3-166 0,-3-3-83 16,-1 0-71-16,-2 0-173 0,0-2-333 0</inkml:trace>
  <inkml:trace contextRef="#ctx0" brushRef="#br0" timeOffset="-178976.12">30141 17779 859 0,'0'0'1184'0,"0"0"-760"15,0 0-172-15,0 0 66 0,0 0 14 16,0 0-53-16,0 0-86 0,0 0-77 15,0 0-75-15,0 0-41 0,-8 2 0 16,16-13 3-16,2-3 89 0,4-5-11 16,1-1 12-16,1-5-3 0,3-4-15 15,2 0 8-15,4-1 4 0,0 3-35 0,0 4-15 16,0 0-37-16,-5 10-28 0,-7 1 9 16,-3 7-12-16,-3 3-3 0,-4 1-15 15,-3 1-41-15,0 1-77 0,0 5-8 16,-1 6-159-16,-5 1-301 0,0-4-567 15,-7 13-363-15</inkml:trace>
  <inkml:trace contextRef="#ctx0" brushRef="#br0" timeOffset="-178629.69">30039 18013 1311 0,'0'0'1287'15,"0"0"-939"-15,0 0-191 0,0 0 191 16,0 0 28-16,0 0-52 0,0 0-119 0,0 0-40 16,76 52-48-16,-57-34-56 0,3 0-39 15,-1 0-21-15,-2 1-1 0,0 1-21 16,1-1-10-16,-4-1-25 0,1-2-58 16,-2-4-84-16,0-2-116 0,-2-3-190 15,-3-3-255-15,2-4-584 0</inkml:trace>
  <inkml:trace contextRef="#ctx0" brushRef="#br0" timeOffset="-178000.9">30974 17420 1243 0,'0'0'1728'0,"0"0"-1294"0,0 0-300 15,0 0 74-15,0 0 66 0,0 0-51 16,0 0-3-16,0 0 45 0,0 0-1 15,0 0-17-15,15 47-7 0,-11-19-64 16,2 8-58-16,-2 6-33 0,0 3-22 16,-1 3-24-16,2-1-37 0,-1-1-2 0,-1-4-18 15,0-5-21-15,2-2-37 0,-2-9-51 16,2-2-12-16,-4-5-40 0,2-3-46 16,-2-3-121-16,1-4-229 0,-2-2-203 15,0-2-511-15,0-5-341 0</inkml:trace>
  <inkml:trace contextRef="#ctx0" brushRef="#br0" timeOffset="-160364.97">13466 14309 749 0,'0'0'205'0,"0"0"-78"16,0 0-6-16,0 0 12 0,0 0 63 15,0 0-53-15,0 0-20 0,0 0-35 16,0 0-20-16,0 0-6 0,-65-22 16 15,58 22 51-15,1 0 43 0,-4 3-11 16,3 0-25-16,-2-1-20 0,2 2 6 16,-3-1-7-16,1 2-19 0,-1 0-25 15,-3-1-58-15,3 3-10 0,-2-2-3 0,-2 0 0 16,2 2 6-16,0 0-6 0,0-1-23 16,-1 2 23-16,1-3 1 0,4 6-1 15,-5-5-10-15,4 1 10 0,-1 2 0 16,1 0 1-16,-2 1 22 15,1 2-20-15,-2-3 31 0,2 3-33 0,0-1 14 16,1 1 10-16,-1 0 4 0,2 0 9 0,2 1 13 16,-3 1 60-16,5 1 104 0,0 1-161 15,1 0-38-15,-2 3-13 0,1 0 22 16,2 1-23-16,1-3-1 0,1 2 39 16,0-2-40-16,0-1-16 0,0 1 16 15,3 2 63-15,3 0-29 0,0-1-34 16,1 1 0-16,3 1 1 0,-1 1 17 15,2-1 20-15,0 4-35 0,3-4 16 16,-3 2-19-16,2 0 0 0,-1 0 21 0,2 1 7 16,1 0-9-16,-1 2-19 0,-1-4 0 15,2 2 21-15,0-2-9 0,2-3-11 16,1-2 43-16,2-1 18 0,0-2-25 16,2-1-23-16,4 0-12 0,-2 0-1 0,2 0 2 15,0-4 9-15,-1 3-11 16,-2-4 13-16,1 2-14 0,-1-3-19 0,-1-3 19 15,1 0 21-15,1-1 22 16,1-2-40-16,-1 0 13 16,-2 0-13-16,2-5-2 0,-1 2-2 0,0-5 1 0,-2 0 0 15,2-2 6-15,-3-1-6 0,-1 1-12 16,-1-2 12-16,0 1 25 0,-3 3-25 16,0-2-13-16,-1 4 13 0,-2 0 7 15,-1 3-7-15,-2-2-16 0,0 1 16 16,-2-1 0-16,1-2 0 0,0 0 0 0,-2 0 17 15,-2-5-5-15,2 0 10 0,1-4-10 16,-4-1 4-16,-1 2 5 0,1-3-9 16,2 1-12-16,-2-2 31 0,0 3-31 15,0 2-2-15,-2-1 1 0,3 2-14 0,-3 0 15 16,2-1 2-16,-1 0-1 0,1 0 11 16,0-2-12-16,-3 1-10 0,3-2 10 15,-2 1 10-15,-1-1-10 0,0 1 0 16,0-1 16-16,0-1 15 0,0 3-10 15,-4-1 1-15,-2 4-1 0,-4-1-2 16,3 0-1-16,-2 1 1 0,-1-1-19 16,0 3 0-16,0-2-1 0,-1 0-1 15,-1 0 0-15,0 1 2 0,-1-1 0 16,-1 0 12-16,0 2 9 0,-4 1 1 16,1 0 6-16,-1 1-27 0,0-1 1 0,-2 0-2 15,2 0 0-15,0 0 3 0,2-1-3 16,0 1-22-16,1-1 19 0,0 1-15 15,0-3 2-15,-1 3 16 0,3 0 3 16,-2 2 22-16,0 3-13 0,-2 2 10 16,2 1-4-16,-2 1-18 0,0 0-70 15,0 3 27-15,0-1 24 0,3 2-6 0,3-3-36 16,-1-1-19-16,4 0-69 0,2 0-63 16,0-5-64-16,1-3-100 0,3 1-45 15,2-3 23-15,0 3-84 0,0 0-132 16,0 2-135-16,4-1-46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23:11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5273 8183 117 0,'0'0'473'0,"0"0"-473"0,0 0-143 16,0 0-258-16</inkml:trace>
  <inkml:trace contextRef="#ctx0" brushRef="#br0" timeOffset="18529.84">15347 8397 2797 0,'0'0'490'0,"0"0"-327"0,0 0-65 16,0 0 26-16,0 0 87 0,0 0-6 15,0 0-21-15,0 0-125 0,0 0-38 16,92-31 23-16,-48 21-32 0,7-5-3 16,8-4-9-16,4 1-3 0,6-2-8 15,1-1 10-15,-3 2-17 0,3 1-3 16,-4 3 8-16,-4 1-2 0,-4 2-13 15,-11 3 15-15,-8 1-133 0,-7 3-30 16,-9 1-304-16,-7 2 107 0,-5 2-44 16,-2 0-68-16,-3 0 8 0,-4 0-47 15,4 0-125-15</inkml:trace>
  <inkml:trace contextRef="#ctx0" brushRef="#br0" timeOffset="18989.79">15472 8272 1532 0,'0'0'279'16,"0"0"-126"-16,0 0-53 0,0 0 85 16,0 0 93-16,0 0-42 0,0 0-63 15,0 0-35-15,0 0 16 0,0 0 37 16,-4-6 72-16,-2 8 36 0,-3 5-92 16,-5 5-162-16,-2 0-45 0,-4 5 0 15,-2 1 18-15,2 2 4 0,0 1 9 0,2-3-6 16,1 1-10-16,4-3-12 0,2-1 10 15,2-2-11-15,3-2 16 0,5-4-15 16,1-2-1-16,0 1-2 0,0-3-3 16,10 3 3-16,1-1 38 0,7 0 11 15,3-2 10-15,1 2-22 0,4-4-34 16,3-1-2-16,-2 0-1 0,3-4-2 16,-1 2-17-16,-2-2-2 0,1 1-7 15,-6 0-68-15,1 3-47 0,-3-3-76 16,0 0-99-16,2 0-247 0,-7 0-481 15,9-6-431-15</inkml:trace>
  <inkml:trace contextRef="#ctx0" brushRef="#br0" timeOffset="19430.79">16978 7958 1433 0,'0'0'1102'16,"0"0"-799"-16,0 0-75 0,0 0 5 0,0 0-10 15,0 0 14-15,0 0-83 0,-85 31-35 16,66-17-49-16,2 5-4 0,-1-2 27 16,3 2 0-16,3 4 16 0,3-4 5 15,2 3-21-15,6-3-44 0,1-1-37 16,3-2-12-16,7-3-2 0,1-2-10 15,3-3 11-15,4-1-21 0,2-2 1 16,3-5-22-16,-1 0-34 0,2-1-35 0,1-8-21 31,1-1-48-31,-1-1-45 0,0-5-103 0,0 1-222 0,1-2-229 16,-9 2-370-16,8-5 104 0</inkml:trace>
  <inkml:trace contextRef="#ctx0" brushRef="#br0" timeOffset="19743.07">17258 7954 1550 0,'0'0'367'0,"0"0"-71"16,0 0-18-16,0 0-23 0,0 0-30 16,0 0-17-16,0 0-49 0,0 0-12 15,0 0-43-15,-73 68-31 0,72-51-6 16,-1-1 5-16,2-2-15 0,0-1-32 16,5-2-13-16,4 1 1 0,0-6-13 15,3 1-2-15,0-3 1 0,3-4-1 16,1 0 2-16,3-1 22 0,0-7 9 0,0-2-15 15,-2-2-14-15,-4 0-1 0,0 0 2 16,-8-2 19-16,-2 2-6 0,-1-1-13 16,-2 0-2-16,-2-1 18 0,-6 1-17 15,-4 1 21-15,-2 1-11 16,-2 2-12-16,0 2-2 0,-3 5-27 0,2-1 1 16,-2 3-1-16,5 0-18 0,-1 3-22 15,7-1-22-15,2 1-67 0,4-2-86 0,2 0-165 16,6-1-84-16,6 0 20 15,4 0-37-15,-5 0-21 0,14-5-89 0</inkml:trace>
  <inkml:trace contextRef="#ctx0" brushRef="#br0" timeOffset="20256.22">17452 7899 222 0,'0'0'310'0,"0"0"-11"0,0 0 92 0,0 0 10 16,0 0-21-16,0 0-43 15,0 0-75-15,0 0-69 0,40 73-48 0,-38-60-1 16,-1 1 16-16,1 0 12 0,1-3-55 15,-2-1-53-15,2-1-7 0,0-3-57 16,1-4-7-16,0 2 4 0,1-4-19 16,-3 0 9-16,4 0 10 0,0-5 3 15,3-4 10-15,-1-1 15 0,4-3-25 0,1-2-11 16,-2 1-39-16,1-1-33 0,1-1-2 16,-1 1-8-16,-3 2 1 0,-1 1 37 15,-3 5 30-15,0 3 22 0,-2 1-45 16,0 3 6-16,0 0 25 0,-2 0 17 15,3 3 93-15,-1 3 79 0,3 3-25 16,-2 0-11-16,1 3-25 0,-1-1-13 16,-1 3-32-16,1-1-28 0,-1 0 9 15,1 0-10-15,0-2-24 0,2-3-13 16,2-2-25-16,0-2 3 0,-1-2 9 0,4-2 10 16,-4 0-28-16,3-6-20 0,-2-4 10 15,0-2 4-15,0-1-1 0,-1 0 22 16,-1-1-3-16,0 0-28 0,0-1 5 15,1-1-18-15,0 2-6 0,0 2-14 16,2 1 7-16,-1 3 32 0,-2 4 18 16,0 4-11-16,-1 0 34 0,-3 0 16 0,4 6 131 15,-3 2 12-15,6 4-1 0,-5-1 9 16,0 2-54-16,1-1-47 0,1 2-25 16,0-5-22-16,0 2-19 0,2-4-13 15,-1-1-8-15,3-2 2 16,-4-1-45-16,2-3-131 0,3 0-80 0,0-7-65 15,1-2-110-15,-2-1-209 0,0 0-431 16,-2-4 97-16</inkml:trace>
  <inkml:trace contextRef="#ctx0" brushRef="#br0" timeOffset="20629.5">18088 7881 336 0,'0'0'499'16,"0"0"-40"-16,0 0-39 0,0 0-89 15,0 0-49-15,25 80-20 0,-17-57-37 16,3 3 39-16,-1 0-12 0,0 1-71 15,0 1-45-15,2-2-3 0,-5-3-32 16,3-3-23-16,-4-2-31 0,-2-2 1 16,1-4-20-16,-2-7-24 0,-2 0-1 0,-1-3 12 15,0-2 35-15,0 0 16 0,-1-9-66 16,-7-1-72-16,0-7 0 0,-4-5-29 0,2-3-9 16,-2-6 53-16,3-6-6 15,0-4-57 1,4-3 13-16,2 0 53 0,3 0-16 0,2 4 38 0,5 7-3 15,7 5-7-15,0 4-25 0,3 5 19 16,2 1-28-16,4 6 24 0,0 3 14 0,-3 2 16 16,2 6 21-16,-1 1 2 0,-3 0 3 15,0 3 76-15,-5 6 38 0,0 1 10 16,-6 3 6-16,-2 2 5 0,-5 1-3 16,0 1-10-16,-12 3-41 0,-5 2-19 15,-5-3-38-15,0 3-12 0,0-3 7 16,-3-4-23-16,5-2-11 0,4-5-65 15,6-6-94-15,3-2-86 0,7-2-129 0,0-11-290 16,0 1-636-16,13-15 130 0</inkml:trace>
  <inkml:trace contextRef="#ctx0" brushRef="#br0" timeOffset="20830.25">18501 7588 147 0,'0'0'1384'0,"0"0"-1115"16,0 0 79-16,0 0 8 0,0 0-34 15,0 0 37-15,0 0-107 0,12 87-78 16,-12-62-34-16,0 0-33 0,0 1-35 16,0 2-9-16,1-2-13 0,1-2-31 15,-1-1-19-15,3-4-36 0,3-4-5 16,2-2-12-16,0-5-120 0,1-4-121 0,0 1-70 16,2-5-2-16,0 0-164 0,-3 0-165 15,6-5-282-15</inkml:trace>
  <inkml:trace contextRef="#ctx0" brushRef="#br0" timeOffset="21165.81">18756 7847 1243 0,'0'0'764'0,"0"0"-385"15,0 0-188-15,0 0-46 0,0 0 32 16,0 0 9-16,0 0-52 0,0 0-9 16,0 0-55-16,0 0-23 0,67-31-5 15,-60 19 5-15,0-2-25 0,-1-1-19 16,-2 0 16-16,-3-2-4 0,-1-1-13 15,0 1 14-15,0 5 19 0,0 0 0 16,-3 6 9-16,1 0 0 0,-3 6 22 0,-2 0-34 16,3 0 31-16,-2 2 72 15,-3 6-44-15,3 6-60 0,-3 3 10 0,3 2 21 16,0 2 18-16,3 0 10 0,2 2-22 16,1-3-18-16,0-2-29 0,4-3-21 15,2-1-18-15,3-2-1 0,2-5 1 16,2-2-10-16,3-2 6 0,-2-3-30 15,3 0-69-15,2-8-10 0,0 0-51 16,-1-6-47-16,1-2-5 0,0-5-234 16,-1-2-196-16,2-4-104 0,-9 7 6 0,8-19-21 15</inkml:trace>
  <inkml:trace contextRef="#ctx0" brushRef="#br0" timeOffset="21531.93">19112 7472 1307 0,'0'0'540'0,"0"0"-109"0,0 0-75 16,0 0-218-16,0 0 14 0,0 0 34 15,-34 69-14-15,32-42 10 0,2 0-21 16,0 2-34-16,0 0 8 0,2 0-13 16,2-1-36-16,-1-2-46 0,0-2-24 15,-3-5-15-15,1-4-1 0,0-2-3 16,1-4-16-16,-1-4 4 0,1-4-20 16,-2-1 13-16,1 0-73 0,2-8-112 15,3-2 33-15,2-8 82 0,3 0-13 16,-1-6-22-16,5 2-43 0,-1-3-38 15,1 5-11-15,1 0 57 0,0 5 72 0,-1 3 61 16,-3 1 9-16,0 3 20 0,-5 4 12 16,2 3 63-16,-6-1 83 0,0 2 13 15,-3 0 41-15,1 6-65 0,-1 2 48 0,1 4 21 16,-1 2-7-16,0 3-58 0,0 2-54 16,0 2-30-16,0-2-26 15,0-1-10-15,0-1-3 16,0-3-28-16,2-1-2 0,4-2-23 0,4-1 3 15,6-6-3-15,-2-2 3 0,9-2-67 0,2-5-93 16,0-6-58-16,3-4-49 16,-1-3-67-16,-2-3-114 0,-2 2-143 0,-6 2-148 15,1-7-9-15</inkml:trace>
  <inkml:trace contextRef="#ctx0" brushRef="#br0" timeOffset="22061.62">19565 7594 988 0,'0'0'583'15,"0"0"-93"-15,0 0-46 0,0 0-151 16,0 0-58-16,0 0-5 0,0 0-29 0,-30 78-24 15,30-57-3-15,0-1-42 0,4-1-41 16,4-2-15-16,1-5-20 0,1-1-13 16,3-5-2-16,-1-3-1 0,-2-2-12 0,3-1-6 15,-3-3 9-15,0-4-15 0,-3-4 5 16,-3-3-21-16,-2-1-98 0,-2-2 23 16,-2-1 10-16,-5 0-16 0,-6-1 1 15,2 0-14-15,-4 0 32 16,2 0-23-16,2 4 3 0,1 1-4 0,4 1 35 15,2 5-37-15,4-1-33 0,0 0-26 16,0 2 57-16,7 1 33 0,2 1-4 16,0 1 38-16,3 0 22 0,1 1 1 15,1 1 61-15,5 2-3 0,1 0-7 16,5 0 7-16,4 0-17 0,1 0 29 0,2 1-6 16,-2 4-48-16,-1 2-14 0,-3 4 1 15,-7-1 61-15,-4 5 6 0,-3 1 34 16,-8 3 51-16,-1-1-16 0,-3-2-30 15,0 1-29-15,-3-3-18 0,-1-2-12 0,1-2-16 16,2-5-12-16,-2-1-22 0,3-4-1 16,0 0-21-16,0 0 0 0,0-2-37 15,4-8-35-15,3-1-13 0,7-4 19 16,3-6-3-16,0 0-7 0,3-1 9 16,-3 1 39-16,2 5 50 0,-3 3-13 15,-2 5 2-15,-4 3 11 0,0 3 4 16,0 2 40-16,-2 0 32 0,0 7 31 15,2 1 13-15,-3 4 12 0,1 1-3 16,-2 5-36-16,-2 2-21 0,-4 3-41 16,0 0-16-16,0-1-15 0,-4-3-17 15,-4 0-79-15,0-2-105 0,-4-3-142 0,4-2-156 16,-3-3-508-16,-4-4-587 0</inkml:trace>
  <inkml:trace contextRef="#ctx0" brushRef="#br0" timeOffset="22411.03">18344 8243 2564 0,'0'0'579'0,"0"0"-359"16,0 0-128-16,0 0 73 0,0 0 169 15,0 0-49-15,9 83-95 0,-6-58 11 16,-2 3-38-16,3-1-65 0,-1 2-49 0,3-4-29 15,0-2-20-15,-1 0-21 0,3-5-4 16,-2-4-70-16,-1-2-111 0,1-2-91 16,-2-4-157-16,-2-4-526 0,-2-2-597 0</inkml:trace>
  <inkml:trace contextRef="#ctx0" brushRef="#br0" timeOffset="22730.56">18305 8501 2546 0,'0'0'258'0,"0"0"-258"16,0 0 0-16,0 0 90 0,0 0 60 15,0 0-79-15,98-37-71 0,-70 23-2 16,-1-1-37-16,2-1-44 0,-2 2 19 16,-2 2 25-16,-5 1 14 0,-7 4-4 0,-2 2 16 15,-4 3-4-15,-2 2 17 0,-5 0 74 16,1 0 112-16,-1 0 2 0,0 4-22 15,2 6-7-15,-2 1-64 0,1 2-35 0,2 5-4 16,0-1 17-16,0 1 5 0,-2-1 19 16,4 1 17-16,-1-3-8 0,-2 0-44 15,1-4-21-15,0-1-32 0,2-4-9 16,1 0-34-16,-2-3 3 0,4-3-25 16,3-3-60-16,0-5-91 0,3-4-144 15,0-6-53-15,1-1-252 0,-5 4-522 16,4-10-115-16</inkml:trace>
  <inkml:trace contextRef="#ctx0" brushRef="#br0" timeOffset="23513.86">18805 8369 1296 0,'0'0'813'16,"0"0"-486"-16,0 0-91 16,0 0 18-16,0 0 21 0,18 80 15 0,-13-65-84 15,2-3-58-15,-2 0-47 0,-1-3-34 16,-1-5-67-16,0 1-15 0,0-4 2 15,-2-1-6-15,4 0 4 0,-2-7-54 0,2-3 54 16,1-4 14-16,1-3-20 0,-1-1-26 16,1-3-79-16,2 1-17 0,-2 1 19 15,-1 1 19-15,3 5 41 0,-4 2 29 16,-1 6 3-16,-1 3 10 0,2 2 22 16,-2 0 57-16,-1 2 100 0,3 5-17 15,-1 1-23-15,5 0-13 0,-4 3-12 16,1 0 18-16,2-1-16 0,-3 2-34 15,1-1-32-15,0-4-15 0,-2 0-13 0,-1 0-1 16,1-4-2-16,1-2-19 16,2-1 20-16,0 0-17 0,0-6-13 0,2-3-78 15,2-1-25-15,-2-2 2 0,0-1-3 16,1 1 25-16,-5 2 47 0,1 2 39 16,0 2 24-16,-1 1 1 0,-4 2 12 15,3 1 1-15,-1 0-10 0,0 2-3 16,1 0 0-16,1 0 1 0,0 0 34 0,1 0 26 15,5 4 31-15,-2 3 9 0,3-1-9 16,1 1 9-16,-2 2-1 0,4 0-43 16,-5-1-17-16,1 2 5 0,4-3-13 15,-4 0-4-15,5 0-25 0,-1-3-1 16,2 0 12-16,0-4-14 0,2 0-2 16,-1 0 0-16,0-4-1 0,-1-2 0 0,-2 1-19 15,0-1 7-15,-2 0-4 0,2 1-16 16,-2-2-13-16,1 0 1 15,2 1 3-15,-1 0-3 0,2-1-22 16,1-2-26-16,0 2-3 0,0-1 10 16,0-1 8-16,-1 1 4 0,-2-1-13 0,-3 0-10 15,-1 1-4-15,-4-3 36 0,-2 0 60 16,0 0 7-16,-2 1 42 0,-3-1 6 16,0-1 61-16,0 0-58 0,0 1 7 0,0 3 5 15,-2-1 4-15,-2 2-19 0,0 0-4 16,-2 3 7-16,2-1-1 0,-1 2 1 15,1 0-35-15,-2 2-3 0,2 1 34 16,-3 0 44-16,1 0-44 0,-1 4 29 16,-2 4-20-16,-1 3-11 0,1 3-7 15,0 2 11-15,3 3 23 0,0-1-3 16,3 4-14-16,3-3-11 0,0-2-10 0,1 1-9 16,4-1-23-16,3-3-1 0,-1-1 0 15,2-2-1-15,0-4-19 0,4-2 1 16,0-4-13-1,5-1-72-15,5-1-65 0,6-10-71 0,7-6-86 16,6-2-144-16,-9 5-36 0,19-15-751 0</inkml:trace>
  <inkml:trace contextRef="#ctx0" brushRef="#br0" timeOffset="23630.55">20111 8019 2433 0,'0'0'419'0,"0"0"-121"16,0 0-27-16,-85 30-1 0,58-16-3 15,5 2-56-15,2 4-68 0,5-1-38 16,5 1-67-16</inkml:trace>
  <inkml:trace contextRef="#ctx0" brushRef="#br0" timeOffset="24925.78">20073 8195 196 0,'0'0'1297'0,"0"0"-1005"0,0 0-68 15,0 0 3-15,0 0 19 0,0 0-23 16,0 0-36-16,0 0 5 0,-77 23-3 16,72-17-43-16,2-1-25 0,0 1-1 15,2-1 19-15,-1 2 9 0,2-1-3 0,0 1-20 16,0-1-38-16,0 2-44 0,6-2-12 15,3 2 3-15,4 0 0 16,0-1-12-16,6 0-6 0,-3-2-15 0,5 0-1 16,1-3-16-16,0 1-9 0,2 0-6 31,0-3-12-31,-1 2-1 0,-5 0 23 0,-4-2 19 0,-4 2-11 0,-5-1-5 16,-2 2 17-16,-3 0 1 0,0 0 21 15,0 4 63-15,-6 0 3 0,-3 5-13 16,-4 0-18-16,-1 5-1 0,-6-3 41 15,-2 4 60-15,-3 0-46 0,-2-1-43 16,0 0-36-16,-5 1-13 0,3 0-18 0,0-4-15 16,6-2-19-16,6-1-115 0,3-5-146 15,5-2-201-15,2-2-689 0,-5-2-983 0</inkml:trace>
  <inkml:trace contextRef="#ctx0" brushRef="#br0" timeOffset="25729.85">18716 8129 1727 0,'0'0'470'0,"0"0"-143"16,0 0-34-16,0 0-16 0,0 0-92 15,0 0-32-15,0 0-23 0,0 0-19 16,0 0-26-16,0 0-38 0,-76 52-47 16,76-50-42-16,0-2-11 0,0 2 21 15,1-2 32-15,2 0 3 0,2 0 54 16,3-2-7-16,0-5-18 0,3 0-16 15,-2-3-4-15,2-2-9 0,-4 0 13 16,-3 1-3-16,0 4 12 0,-1 1 34 0,-3 4 7 16,0-1 4-16,0 2 5 0,0 1 0 15,0 0-16-15,0 0-13 0,0 0-5 0,0 0-7 16,0 0-9-16,0 0-25 0,0 1-13 16,-1-1-52-16,-1 0-40 15,2 0-114-15,0 0-143 0,0 0-227 0,0 0-571 16,0 0-382-16,3-1 1142 0</inkml:trace>
  <inkml:trace contextRef="#ctx0" brushRef="#br0" timeOffset="51068.06">21914 6136 21 0,'0'0'0'0,"0"0"-3"0,0 0 3 16,0 0 14-16,0 0-1 0,0 0-11 16,0 0 0-16,0 0 24 0,0 0 26 15,0 0-6-15,-4 0-23 0,4 0-10 0,0 0 6 16,0 0 33-16,-2 2 30 0,2-1 42 16,-1-1 32-16,-1 2-15 0,2-1-40 15,0-1-49-15,0 0-38 0,0 0-14 0,0 0-20 16,0 0 4-16,-1 0 16 0,-1 1 15 15,2 0-15-15,-1-1-12 0,1 2 11 16,-2-2-24-16,2 0-7 0,-1 0-50 16,1 0-25-16,0 0 2 15,0 0 24-15,0 0 12 0,0 0 11 0,0 0-11 16,0 0-45-16,0 0-60 0</inkml:trace>
  <inkml:trace contextRef="#ctx0" brushRef="#br0" timeOffset="53637.74">21042 3248 82 0,'0'0'1383'16,"0"0"-1148"-16,0 0-92 0,0 0-20 15,0 0-48-15,0 0 6 16,0 0 26-16,0 0 3 0,0 0-23 0,0 0-19 15,-6-25-3-15,6 25 9 0,0 0 29 16,0 0 22-16,0 0 10 0,0 0 9 16,-1 0-3-16,1 0-20 0,0 0-6 15,0 0-17-15,0 0-16 0,-2 0-22 16,2 1-16-16,-1 1-35 0,1-1-9 0,0 1-53 16,0 1-36-16,0 3 15 0,4 0 74 15,2 1 25-15,1 5-12 0,4 2-12 16,-2 4 24-16,1 3 38 0,0 3 19 15,-2 5-54-15,-1 0-27 16,-3 2-1-16,-2 1 3 0,-2 0 0 0,0-2-1 16,-3 2-2-16,-4-3 19 0,-5-4-19 15,1-2 34-15,-4-3-9 0,-1-1 10 16,0-2-1-16,-4-3 17 0,-3 0 3 0,1-4-23 16,-4-1-3-16,1-4-6 0,0-3-22 15,3-2-22-15,2 0-18 0,5-10-11 16,1-2-25-16,4-2-37 0,2-3-57 15,5-1 2-15,1-1-140 0,2 2-106 16,5-1-219-16,0 6-357 0,10-5-14 0</inkml:trace>
  <inkml:trace contextRef="#ctx0" brushRef="#br0" timeOffset="54689.29">21024 3316 2639 0,'0'0'607'0,"0"0"-508"15,0 0-97-15,0 0 0 16,0 0 116-16,-79 91-20 0,59-59-28 0,1 2 40 15,-1 0-71-15,4 0-37 0,-2-6 125 16,3-2-89-16,2-5-38 16,9-5-44-16,2-5-73 0,2-4-28 0,3-2 31 15,6-5 19-15,2 0 95 0,3-3 3 16,4-9 54-16,3-7-19 0,4-2-38 16,4-8-9-16,4 0 9 0,1-2 2 15,-4 4-1-15,-3 4 1 0,-1 4 14 16,-7 7 3-16,-8 3 25 0,-3 8 13 15,-5 1-9-15,-3 0 62 0,0 5 66 0,0 7 9 16,-8 3-66-16,-1 4-42 0,-3 4-30 16,2 3-47-16,-4-1 0 0,5-4-50 15,0-1-43-15,4-5-110 0,4-3-90 16,1-2-236-16,0-4-284 0,1-3-541 0</inkml:trace>
  <inkml:trace contextRef="#ctx0" brushRef="#br0" timeOffset="55254.88">21393 3438 2199 0,'0'0'793'0,"0"0"-579"15,0 0-211-15,0 0 19 0,0 0 80 16,0 0 6-16,-30 85 16 0,23-58-26 16,4 0-16-16,-1 0-31 0,2-2 2 15,2-2-28-15,0-2 19 0,0-2-23 16,0-2-21-16,5-5-18 0,-1-1 15 0,3-5-22 16,-3-2 0-16,2-4-10 0,2 0-12 15,-1 0 22-15,4-3 25 0,1-4 11 16,2-4 14-16,-2-1 9 0,2-5-2 15,-2 1-20-15,-1-1 7 0,1-2-1 16,-4 0-17-16,4 2-1 16,-2-1 14-16,0 2-14 0,-1 3-22 0,1-1-3 15,-3 5 3-15,-1 2 21 0,-3 3-12 16,0 4-3-16,-3 0 16 0,0 0 2 16,0 9-2-16,0 2 70 0,0 5 64 15,0 2-39-15,0 6-29 16,0 1-35-16,0-3 0 0,3 1-18 0,-2-2-13 0,3 0-2 15,3-7-22-15,1-2 11 0,-3-3-3 16,4-3 16-16,1-3 10 0,0-1 55 16,0-2-37-16,5-5-3 0,-4-4 9 0,6-4 22 15,-1-5 12-15,2-2-19 16,-5-3 7-16,1-5-28 0,-2-1-10 0,-2-1 4 16,-2-2-22-16,-1 1 0 0,-2 3-12 15,-2 5-22-15,-2 4-31 0,-1 3-12 16,0 4-26-16,0 3-15 0,0 2-37 15,-1 2-75-15,-1 2-130 0,1 2-241 0,-1 1-485 16,1 0-213-16</inkml:trace>
  <inkml:trace contextRef="#ctx0" brushRef="#br0" timeOffset="55830.05">22003 3489 1854 0,'0'0'803'15,"0"0"-418"-15,0 0-254 16,0 0-16-16,0 0 67 0,0 0 21 0,0 0-46 16,-36 87-22-16,29-65-36 15,2-3-43-15,3 0-34 0,2-3 6 0,0-1-26 16,0-3 9-16,0-1-11 0,4-3-2 16,2-4-20-16,0 0 20 0,2-4-13 0,-1 0 13 15,2-4-8-15,1-6 10 0,3 0 38 16,-3-6 8-16,0-2-8 0,-3-2 5 15,-4 1-2-15,-1-2-15 0,-2-2-26 16,0 3 0-16,-5-2-2 16,-2 6-23-16,-3 2 25 0,1 5-13 15,-1 0 13-15,2 5-62 0,1 3-34 0,1-1-14 16,4 2-19-16,1 0-51 0,1 0-101 16,0 0-147-16,7 0-100 0,3 0 198 15,5 0 70-15,-2 2-74 0,4 1-18 16,0-1 118-16,2 0 113 0,-1 1 30 15,1 1 13-15,0 0 44 0,-3 2 34 16,0 2 81-16,-2 1 89 0,2 3 257 0,-4 0-122 16,-1 3-87-16,-4 0 42 0,1 4 41 15,-6-2-88-15,0 1-87 0,-1-1 31 16,-1-1 16-16,0-1-13 0,0-4-10 0,0 0-17 16,0-5-9-16,0 0-14 0,0-5-15 15,0-1-20-15,0 0 3 0,0 0 8 16,0-6 13-16,0-2-58 0,3-7-41 15,0-3-55-15,6-5 21 0,-4-5-1 16,4-3 32-16,0-1-69 0,2 1 18 16,1 0-9-16,1 1-25 15,0 2-38-15,2 3-51 0,0 0-39 0,2 2-68 16,2 1-112-16,1 1-27 0,2 1-61 16,-3 4-137-16,-5 4 1 0,0 0 161 15</inkml:trace>
  <inkml:trace contextRef="#ctx0" brushRef="#br0" timeOffset="56263.26">22502 3234 202 0,'0'0'502'15,"0"0"-300"-15,0 0-9 0,0 0 2 16,0 0-55-16,0 0 3 0,0 0-9 16,0 0 44-16,-18 73 7 0,17-56-16 0,-2 4 28 15,-3 3 3-15,3 1 3 0,-5 2-26 16,1 3-33-16,-1-1-16 0,0 1-20 16,-1-1-6-16,2 1-7 0,3-3-22 15,-1-2 15-15,2-1-16 0,3-6-43 16,0-4-29-16,0-3-2 0,6-4-30 15,-2-1-43-15,2-5-14 0,0-1-12 16,1 0 37-16,-1-1 27 0,0-8 37 0,3-1 0 16,-3-2-16-16,3-4-10 0,-2 0 26 15,-1-1 12-15,4 3-12 16,-3-2-2-16,-1 1 0 0,2 1 0 16,-3-2-20-16,2 8 4 0,-1-1 18 0,0 3 0 15,-2 2-22-15,-1 1-20 16,-1 2 10-16,-1 1 32 0,1 0 11 0,-1 0 24 15,-1 0 19-15,0 0-16 0,3 1-12 16,0 2 9-16,-3-1 3 0,1 4 22 16,0 1 54-16,1 0 28 0,-1 3 5 0,1 3-33 15,-2 0-14-15,0 3-47 0,0 0-16 16,1 2-24-16,-1 0-10 0,0 0-1 16,0 1 20-16,3-3-21 0,-3 0 0 15,3-3-1-15,2 0-12 0,0-4-16 16,2-1-12-16,1-2-26 0,0-6-91 15,4 0-53-15,-1 0 17 0,4-2-92 0,1-7-154 16,-2-1-226-16,0 0-484 16</inkml:trace>
  <inkml:trace contextRef="#ctx0" brushRef="#br0" timeOffset="57057.82">22780 3648 2420 0,'0'0'348'0,"0"0"-296"0,0 0-14 0,0 0 10 16,0 0 78-16,0 0-46 0,0 0-13 16,0 0-3-16,0 0-20 0,82-24-5 15,-68 14-7-15,-2-3-8 0,-1 1-24 16,-5-1-1-16,0-1 1 0,-3-2 13 16,-3 0 25-16,0 1 9 0,0 1-31 15,-2 2 95-15,-2 5-38 0,-2 0 37 0,-1 5 35 16,1 2 19-16,-1 0-49 15,-2 3-49-15,1 5-66 0,-2 0-22 0,1 3 22 16,-2 5 3-16,-1 3 50 0,5 3 21 16,-1 2-5-16,2-1-32 15,4 1-12-15,2-1 5 0,0-1-5 0,10-3-25 16,0-4-34-16,7-2-56 0,-1-4-18 16,4-4 2-16,-1-4-12 0,4-1-12 15,0-6-27-15,0-8-22 0,1-2-47 16,2-2-141-16,-4-4-112 0,1-2-61 0,-4 3 62 15,-2-1 172-15,-3 4 159 0,-3 4 105 16,-7 2 42-16,2 6 59 0,-4 3 100 16,-1 3 69-16,1 0 84 0,-2 8-55 15,0 2 134-15,0 4-52 0,1 4-50 0,-1 2-56 16,1 2-45-16,-1-1 14 0,0 0 50 16,0-2-39-16,2-1-57 0,-2-6-57 15,1-3-62-15,2-3-35 0,-1-4-2 16,-1 0-11-16,-1-2 11 0,4 0 40 15,1-5-40-15,-3-4 0 0,6-5 0 16,-1-6-2-16,6-5-38 0,0-4-41 0,1-3-21 16,1-2-29-16,2-4-45 15,0-2-31-15,5 3-56 0,2 2-30 16,2 4-40-16,3 6-34 0,2 3 11 0,1 5-154 16,-4 5-66-16,1 2 123 0,-5 5 211 15,-2 1 145-15,-6 2 57 0,-3 0 40 16,-5 2 20-16,-3 0 78 0,-4 0 153 15,-1 0 280-15,0 0 35 0,0 0-56 16,-1 4-99-16,-4 0-48 0,-3 1-177 0,-4 5-39 16,-1-1-42-16,-4 5 22 0,3 4 31 15,-2 0 21-15,4 2-11 0,3-1-53 16,4-1-53-16,3 0-40 0,2-1-6 16,4 1-13-16,5-2 22 0,4 1-4 15,5 0 17-15,0-2-4 0,1 1-3 16,1 1 18-16,-1-3-8 0,1 0-4 15,-3 0-13-15,-2-1 23 16,-5 0-1-16,-2-1 25 0,-5-1 58 0,-3 2-10 0,0-1-18 16,-11 6-46-16,-8-1-55 15,-7 2-67-15,-10-2-160 0,-3-2-136 16,9-5-331-16,-19-5-1292 0</inkml:trace>
  <inkml:trace contextRef="#ctx0" brushRef="#br0" timeOffset="57963.22">30130 3867 756 0,'0'0'2255'0,"0"0"-1887"0,0 0-203 16,0 0 15-16,0 0 15 0,0 0-56 15,0 0-67-15,0 0-72 16,0 0-16-16,-32 60 16 0,35-30 2 0,8 4 20 16,4 3 6-16,4 5 9 0,-2-2-18 15,3 1 15-15,-3-1-19 0,-5-4-14 16,-2-2 1-16,-3-3-1 0,-4-6 20 15,-3-1 29-15,0-4 12 0,-3-3 9 16,-10-1 28-16,0-3 6 0,-8-2-31 16,-4-1-22-16,-5-3-51 0,0-1-1 15,-2-5-12-15,3-1-25 0,2 0 6 0,5-4-73 16,2-4-23-16,7-1-28 0,3-1-47 16,6 1-34-16,4-3-168 0,1 0-261 15,5 2-465-15,18-5 24 0</inkml:trace>
  <inkml:trace contextRef="#ctx0" brushRef="#br0" timeOffset="58238.94">30484 4193 2451 0,'0'0'435'16,"0"0"-297"-16,0 0 29 0,0 0 8 15,-69 64 57-15,55-42-11 0,5 2-58 16,5-1-49-16,4 0-42 0,1-1-32 0,9 1-5 15,6-4 8-15,3-3 13 0,4-3-19 16,1-6-9-16,2-3-12 0,-1-4-16 16,4 0 0-16,-3-11-2 0,-2-3-33 15,-4-3-8-15,-7-2 12 0,-7 0 31 16,-6 2 14-16,0-1 24 0,-7 0-38 16,-5 0-3-16,-4 1-19 15,2 1 0-15,-5 4-21 0,5 0-110 0,-2 3-49 0,1 0-62 16,3 1-114-16,3 3-325 0,5-2-619 15</inkml:trace>
  <inkml:trace contextRef="#ctx0" brushRef="#br0" timeOffset="58623.91">30818 3998 1190 0,'0'0'1863'15,"0"0"-1553"-15,0 0-253 0,0 0 48 16,0 0 120-16,0 0-27 0,0 0-59 15,2 84-40-15,-2-50-39 0,0-2-23 16,0 4-15-16,0-3 37 0,0-2 31 16,1 0 15-16,-1-5 3 0,0-2-47 15,0-2-36-15,0-9-24 0,2-1-1 16,-1-6-2-16,-1-2-20 0,2-4-2 16,-1 0 2-16,2-1-80 0,-1-6 28 0,2-1 31 15,4-5-19-15,3-4 15 0,3-2 1 16,2 0-7-16,3-2-9 0,1 3-16 15,3 3-1-15,0 3 16 16,0 5 28-16,0 2 20 0,3 2-4 0,-3 3 16 16,0 0 3-16,-1 3 9 0,-5 4 7 15,-4-2 40-15,-3 4 27 0,-4 0 35 16,-6 0 41-16,0 1-4 0,-10 1-38 0,-3 1-37 16,-6 1-24-16,-3-1-32 15,-2 1-8-15,1-5-16 0,3-1-34 16,5-4-83-16,6-3-87 0,4 0-60 0,4-4-151 15,1-5-269-15,0 2-718 0,8-9-199 0</inkml:trace>
  <inkml:trace contextRef="#ctx0" brushRef="#br0" timeOffset="58909.29">31565 3994 2221 0,'0'0'1274'0,"0"0"-1008"0,0 0-27 15,0 0-69-15,0 0 20 0,-91 13-42 16,63 1-77-16,-3 5-43 0,0 4 6 16,3 1 9-16,4 0 16 0,9-1-10 15,5-3-25-15,7 2-24 0,3-2-28 16,6-1 28-16,4 1 3 0,7-2 21 16,2 0 1-16,6 0-4 0,1-3-21 15,-1-2-2-15,-1 2 2 0,-4-6-2 16,-7-1-10-16,-2-3 0 0,-8 0 0 15,0-3 12-15,-3 1 40 0,-1 1 22 16,-8 3-62-16,-7 3-45 0,-10 1-149 16,-7 3-192-16,3-4-615 15,-29 2-1473-15</inkml:trace>
  <inkml:trace contextRef="#ctx0" brushRef="#br0" timeOffset="67890.83">24292 5688 52 0,'0'0'740'0,"0"0"-157"16,0 0-137-16,0 0-95 0,0 0-67 16,0 0-48-16,0 0-56 0,0 0-19 15,0 0-1-15,0 0 6 0,-12-10 2 0,11 10 19 16,-1 1-5-16,1 1-56 16,-1 2-41-16,1-1 3 0,-1 3 5 0,1 3 16 15,-2 4-22-15,2 5-16 0,-1 2-44 16,-1 4-8-16,3 1-17 0,-1-1 1 15,1-1-3-15,0-3-1 16,0-2-21-16,0-1-12 0,0-5 10 16,0-1 5-16,0-4-18 0,0-2-6 0,1-4-13 15,-1 0 6-15,0-1 19 0,0 0 31 0,0-1 22 16,0-5 21-16,0-6-43 0,0-2-37 16,-3-4 3-16,2-6 6 0,-2-1-72 15,3-4 38-15,0-2 11 0,0-3 7 16,7 1 22-16,2-2-16 0,1 0-2 15,6 3 2-15,-3 3-13 0,1 1 32 0,2 4 18 16,0 1-11-16,-1 3 12 16,0 1 0-16,1 2 12 0,3-1 32 0,-2 1-31 15,3 2-12-15,2 0 2 0,1 2-3 16,-1 1 0-16,-1 5 13 16,-2 0-4-16,-3 5-9 0,-2 2 0 0,-2 0 1 15,-2 5 40-15,-2 6-3 0,-2 4-10 16,-4 1-6-16,-2 6 61 0,-2 4-9 15,-9 4-58-15,-4 2 12 0,-5 0-9 16,-2 1-16-16,-4 1 0 0,-1-3 22 0,0-2-25 16,-1-1 12-16,3-3 7 0,2-5 15 15,4-2-31-15,3-3-3 0,4-6-1 16,6-3-17-16,2-6 2 0,4 0-59 16,0 0-49-16,4-5-3 0,4-2 52 15,5-4 37-15,4-1-15 0,3-1 50 16,2 4 3-16,1-2 18 0,1 4-5 0,-1 0 0 15,-1 4-10-15,0 2 44 0,-2 1-31 16,-6 0 6-16,-1 0-7 0,-4 1 35 16,-6 4-6-16,-3 2 51 0,0 4 33 15,-5 1 12-15,-9 2-4 0,-2 3-65 16,-8 2-34-16,-5 0-3 0,-4 0-33 16,-5 0 11-16,2 0-12 0,-1-1-12 15,5-6-4-15,7-4-14 0,7-1-57 0,6-6 19 16,5-1-22-16,7 0-34 0,0-2-108 15,3-5-206-15,7-4-155 0,3 0-6 16,0 3-180-16,6-6-406 0</inkml:trace>
  <inkml:trace contextRef="#ctx0" brushRef="#br0" timeOffset="68124.17">24682 5742 46 0,'0'0'2017'16,"0"0"-1399"-16,0 0-213 0,0 0-108 0,0 0 1 15,0 0 29-15,0 0-48 16,0 0-68-16,-7 78-122 0,6-63-61 16,-1 0-9-16,2 2-7 0,-1 1-12 0,1-1-31 15,0-2-15-15,0-4-53 0,1-1-53 16,6-4-186-16,0-3-27 0,2-1-97 15,-2-2-252-15,-1 0-521 0,3-5 31 16</inkml:trace>
  <inkml:trace contextRef="#ctx0" brushRef="#br0" timeOffset="68973.87">24953 5770 1638 0,'0'0'549'0,"0"0"-342"16,0 0-110-16,0 0 100 0,0 0 73 15,0 0-36-15,0 0-75 0,6 75-48 16,-6-51-28-16,0 4-26 0,0-2-16 16,-3 3 13-16,-3-1-7 0,3-2-9 15,-2-2-6-15,0-5 21 0,2-2-25 0,0-5-28 16,1-5 0-16,2-3 0 0,0-2 19 15,0-2 13-15,0 0-32 0,0-6-42 16,-3-2-5-16,1-8 18 0,-2-3-119 16,1-5 78-16,0-5 17 0,3-4-4 15,0-6-4-15,3 1 20 0,6-3-4 0,2 4 4 16,5 0-10-16,3 1-10 16,2 2-6-16,1 6 0 0,4 2 22 0,0 4 26 15,-2 2-10-15,1 7 6 0,-5 1 23 16,2 6 1-16,-5 2 25 0,0 4 51 15,-5 0 25-15,1 0 39 0,-3 4-71 16,-4 0-32-16,-2 3 4 0,-1 0 40 16,-3 5 48-16,0 0-7 0,-6 5-28 15,-4 1-30-15,-2-1-18 0,-3 3-3 16,-1-1-21-16,-3-1 9 0,1-2-16 0,0-2-16 16,2-1-50-16,3-4-92 0,3-2-50 15,2-3-36-15,5-1-59 0,1-3-133 16,2 0-262-16,0-2-612 0</inkml:trace>
  <inkml:trace contextRef="#ctx0" brushRef="#br0" timeOffset="69416.89">25434 5620 722 0,'0'0'1819'0,"0"0"-1429"16,0 0-191-16,0 0-14 0,0 0-20 16,0 0 19-16,-89 83-29 0,77-59 5 15,0-3 1-15,3 1-71 0,3-1-49 16,3-3-41-16,3-2 0 0,0-5-69 0,7 0-9 16,1-4 22-16,1-5-5 0,0-1-1 15,2-1 18-15,0-2 37 0,3-6-5 16,1-4-39-16,2-4-12 0,3-3-22 0,-2-3-19 15,0-2-71-15,-2 0 25 0,0 0 16 32,-6 3 57-32,-1 3 63 0,-2 3 14 0,-4 5 65 0,-2 4 37 0,-1 5 29 15,0 1 15-15,0 0 3 0,0 3 50 16,0 0-95-16,-1 4-35 0,-1 4 10 16,-3 0 12-16,2 7 8 0,-1 0-6 15,-1 3-3-15,2-1 15 0,0-2-24 16,2-2-75-16,1-2-6 0,0-4-74 15,0-1 0-15,4-4-1 0,2-1-24 0,0-3-13 16,1-1-38-16,0 0-20 0,2-7-54 16,1-3-97-16,3-4-110 0,-3-2-144 15,1 2-236-15,1-10-402 0</inkml:trace>
  <inkml:trace contextRef="#ctx0" brushRef="#br0" timeOffset="69657.25">25668 5645 1459 0,'0'0'423'0,"0"0"-164"0,0 0-55 16,0 0 32-16,11 66 28 0,-5-47-36 16,4-2-58-16,0-4-49 0,-2-1 12 15,0-3-53-15,-2-4 5 0,-3 0 13 0,1-3-51 16,-1-2-22-16,-2 0 23 0,-1 0 21 16,2-4 28-16,-2-3 141 0,3-3-43 15,-2-8-124-15,4 0-71 16,1-2-43-16,-1-2-9 0,5 1-38 0,-1 1-19 15,0 2-19-15,2 3-7 16,1 2-29-16,-1-2-44 0,4 5-110 0,-1-1-146 16,3 0-101-16,3 1-45 0,-5 3-155 15,5 0-11-15</inkml:trace>
  <inkml:trace contextRef="#ctx0" brushRef="#br0" timeOffset="69890.62">26025 5475 147 0,'0'0'1145'0,"0"0"-550"15,0 0-122-15,0 0-11 0,0 0-122 16,0 0-149-16,0 0-38 0,0 0 8 0,0 0 10 16,0 0-27-16,-10 84-21 0,6-58-1 15,-3-1 5-15,1 5-18 0,-3-2-19 16,3-1-35-16,-2 0-55 16,4-4-12-16,2-4-35 0,-1-2-2 0,3-3 27 15,0-6-18-15,0-1-59 0,0-3-79 16,0-3-82-16,0-1-62 0,0 0-15 15,0-6 36-15,0 0-166 0,0-6-110 16,0 2-100-16,0-5 84 0,0 6 163 16</inkml:trace>
  <inkml:trace contextRef="#ctx0" brushRef="#br0" timeOffset="70108.34">26011 5678 72 0,'0'0'179'0,"0"0"62"16,0 0 7-16,0 0 52 15,0 0-7-15,0 0-10 0,0 0 26 0,0 0 22 16,0 0 8-16,0 0-91 0,0 0-55 0,78 11 5 15,-74-2 9-15,-1 3-16 0,0 0-27 16,1 2-35-16,-1 1-38 0,-2 0 4 16,2 1-11-16,0-2-41 0,0-1-25 15,0-2-18-15,3-2-37 0,-2 0 2 16,3-2-27-16,-1-2-1 0,0-2 19 16,0-2-79-16,1-1-88 0,1 0-27 15,0-6-77-15,0-1-87 0,4-3-128 16,-4 2-266-16,4-9 1 0</inkml:trace>
  <inkml:trace contextRef="#ctx0" brushRef="#br0" timeOffset="70858.5">26425 5481 1865 0,'0'0'380'0,"0"0"-189"16,0 0-30-16,0 0 29 0,0 0 35 15,0 0-26-15,0 0-56 0,0 0-127 16,0 0 61-16,0 0 56 0,-12 64 19 16,9-42 8-16,-2 6-6 0,2-2-41 15,1 0-38-15,2 0-50 0,0-2-22 16,0-3-6-16,0 0-9 0,0-6-26 16,2 1 4-16,-1-5-7 0,1-4-2 15,-1 0-52-15,-1-5-31 0,1-1-38 16,-1-1-19-16,0 0 33 0,0 0 42 15,0-3-7-15,0-4-84 0,0 0-200 16,0-4-64-16,6-2 12 0,-2-2-11 0,4 0 103 16,0-5 46-16,2 1 69 0,0 2 94 15,-1 2 130-15,2 0 20 0,-5 5 180 16,0 1-34-16,-3 3 60 0,0 1 51 16,0 3 53-16,-2 2-79 0,2-2-85 15,1 2-22-15,-1 0 12 0,0 0-32 16,0 2-3-16,0-1-33 0,0 5 16 0,1-1 14 15,1 0-24-15,0 1-55 0,2 0 49 16,1 0-16-16,0-1-23 0,2 0 7 16,3 0-4-16,0-3 0 0,2-2 0 15,-1 0-6-15,2 0-13 0,-4 0 0 16,0 0 4-16,-3 0-17 0,-2 0-19 16,-1 0 19-16,1-2 1 0,0 0 0 15,-2-1 12-15,1-1 13 0,-1 1 9 16,4-3 36-16,-3 1 3 0,1 0-10 0,-1-1-32 15,1-1-10-15,0 2-2 0,-1-3 5 16,-2 1-5-16,2 1 11 0,-3 0-8 16,0-1 6-16,1 2 6 0,-3 0 3 15,-1 2 4-15,0-2 18 0,0 1 35 16,0 3 26-16,0 0 2 0,-5 0-28 16,-2 1-10-16,-1 0 22 0,0 0-31 15,-4 0-76-15,2 2 28 0,-2 3 0 0,0 1-15 16,1 1 33-16,-1 1-5 0,3 2 6 15,-1 2 21-15,2 2 22 0,0 0 21 16,2 3-6-16,0 1-19 0,3 0-15 16,3 0-25-16,0 1-25 0,3-3-21 0,3-1-15 15,4-3-19-15,3-2 1 0,-1-1-1 16,2-5-15-16,-1-1 9 0,1-2-4 16,-1-1-5-16,2 0-81 15,-1-6-68-15,5-2-31 0,-2-1 24 0,2-3-95 16,-3 2-182-16,1-2-71 0,-4 5-557 15,-4-6-206-15</inkml:trace>
  <inkml:trace contextRef="#ctx0" brushRef="#br0" timeOffset="71072.94">26084 5285 4035 0,'0'0'453'0,"0"0"-401"15,0 0-52-15,0 0-145 0,0 0-73 16,0 0 42-16,0 0 82 0,0 0-203 16,0 0-903-16,94 36-1024 0</inkml:trace>
  <inkml:trace contextRef="#ctx0" brushRef="#br0" timeOffset="72287.75">27495 5481 1220 0,'0'0'1009'16,"0"0"-718"-16,0 0-62 0,0 0 57 16,0 0 68-16,0 0-11 0,0 0-79 15,0 0-104-15,0 0-85 0,0 0-25 16,0 0 0-16,-82 20 27 0,65-7 1 15,-2 1 14-15,6 0 1 0,0 0 2 16,6-3-21-16,3 0-74 0,2-3-9 0,2 1-31 16,0-2-10-16,6-4 1 0,1 1-3 15,6-4-1-15,0 0 23 0,3-2 17 16,1-7-55-16,2 1-31 0,-3-3 71 16,-2 3 13-16,1-3 14 15,-1 1-12-15,-2 1-15 0,-1 3 0 0,-1-1-9 16,-1 3 18-16,-2 3-9 0,-1 1-3 15,1 0-19-15,-4 1-10 0,1 6 19 16,-1 0 41-16,0 8 70 0,3 1-5 0,-2 6-12 16,1 3-40-16,0 6-12 0,1 1 0 15,-2 0 27-15,1 4 34 0,-2-2-9 16,-2-4 21-16,-1-3 1 0,-1-2-20 16,-7-3-2-16,1-4-16 0,-4-4 24 15,-1-3 10-15,-1 0 3 0,-3-3-40 0,0-3-6 16,-1-4-28-16,1-1-43 0,3-4-24 15,0-7-62-15,3-6-19 0,3-6-26 16,1-2-6-16,6-3-15 0,0-3-95 16,9 1-120-16,5 0-157 0,-2 10-200 15,9-8-415-15</inkml:trace>
  <inkml:trace contextRef="#ctx0" brushRef="#br0" timeOffset="72856.97">27794 5556 912 0,'0'0'488'0,"0"0"-42"16,0 0-18-16,0 0-53 0,0 0-21 16,27 66-66-16,-24-54-59 0,-3 1-49 0,4-3-66 15,-4-3-55-15,0-1 1 0,0-1 12 16,0-4 29-16,0 2 27 0,0-3-3 16,0 0-26-16,0 0-16 0,0-6-30 15,0-3-53-15,0-1-25 0,0-4-86 16,0-4 12-16,3 0 2 0,4 0-9 15,2-1-23-15,5 5-3 0,1-1-6 16,2 5-14-16,2-1-61 0,5 3-93 0,2 0-128 47,2 0-41-47,0 4 17 0,-2 1 52 0,-4 3 34 0,-2 0 108 0,-10 0 245 0,-4 2 19 0,-3 2 198 0,-3 0 86 16,0 0 41-16,0 0-90 0,-3-1-73 15,-1 1-74-15,-1-1 32 0,0 3 16 16,-3-1 58-16,1 2 29 0,-4-1 9 15,2 4 2-15,-4 1 15 0,5 1 15 16,-1 1-12-16,0-2-43 0,2 1-50 16,1-1-57-16,3-1-46 0,3 0-56 0,0-4-6 15,0-1-50-15,3-1-18 0,5-1-20 16,1-3 35-16,0 0-11 0,1-2-2 16,3-4-45-16,-1-2 117 0,2 0 12 15,-1-2-12-15,-1 2-13 0,-1 1 10 16,-2-2 1-16,-2 3 2 0,0 3 0 15,-1-1 1-15,-2 3 12 0,-1-1-13 0,-3 2-16 16,2 0 16-16,-2 0 38 0,0 0 22 16,0 3 52-16,0 1 18 0,1 0-90 15,2 5 1-15,0-1 12 0,1 4 12 16,3 2-3-16,-1 0-10 16,0 0-28-16,1 2-24 0,3-4-3 0,-1-2-19 15,1-1-30-15,4-4-119 16,-1-3-143-16,4-2-124 0,-5 0-269 0,5-8-780 0</inkml:trace>
  <inkml:trace contextRef="#ctx0" brushRef="#br0" timeOffset="73260.5">28387 5703 886 0,'0'0'1441'0,"0"0"-1221"15,0 0-27-15,-4 70 58 0,0-46 123 16,2-4-57-16,1-1-96 0,-2-4-45 15,0 1-82-15,-1-5-41 0,1-4 25 0,-3-1 46 16,3-2 55-16,-4-2-31 0,3-2-38 16,-2 0-9-16,0-5-46 0,0-5-55 15,0-5 0-15,1-2-49 0,2-6 10 16,3-6-13-16,0-4 6 0,6-7 6 0,8-3-16 31,2 2-5-31,4 2-13 0,3 1 18 0,-1 5-27 0,-2 2-26 16,3 3 1-16,-3 4 36 0,-1 5 31 15,-2 4 20-15,-5 2 5 0,-5 4 4 0,0 5 12 16,-3 2 0-16,-2 2-1 0,-1 0-2 16,1 0 0-16,-2 5 3 0,0 1 47 15,0 3 31-15,0 3-31 0,0 4 0 16,-3 3 8-16,-7-2-5 0,0 2-13 16,-3-1-24-16,0-2-13 0,1-4-28 15,5-4-47-15,0-1-62 0,4-3-67 16,2-4-50-16,1 0-72 0,0 0-83 0,1-6-106 15,5-3-192-15,1-2 148 0,-1 2-18 16,4-10-85-16</inkml:trace>
  <inkml:trace contextRef="#ctx0" brushRef="#br0" timeOffset="73638.14">28732 5301 1451 0,'0'0'741'0,"0"0"-498"15,0 0-101-15,0 0 51 0,0 0 61 16,0 0-52-16,-23 77-62 0,20-56-22 16,0 3 21-16,0 0 38 0,3 1-1 15,-1-1-22-15,1 0-54 0,0-3-22 16,0-2-54-16,0-5-24 0,1-2-16 16,-1-6 1-16,3 0-13 0,-2-6-10 15,1 0 4-15,1 0 12 0,0 0-15 0,4-3-29 16,0-6 63-16,3 1 3 0,2-4 22 15,1-1-6-15,-2-1-15 0,2 3-1 16,-3 0-19-16,-1 1-6 0,-1 6 8 0,-5 1 17 16,0 1 0-16,-3 2 13 0,0 0 43 15,0 0 25-15,0 2-6 0,2 2-13 16,-1 1-3-16,5 0-3 0,0 4 15 16,1 0-3 15,4 0-16-31,-2 0 3 0,4 1-17 0,-3-3-38 0,0 0-12 0,-1-2-3 0,2-5 2 0,0 0-8 15,1-1-65-15,0-10-140 0,1-5-58 16,0 3-230-16,0-15-937 0</inkml:trace>
  <inkml:trace contextRef="#ctx0" brushRef="#br0" timeOffset="88067.18">8690 14276 2526 0,'0'0'522'15,"0"0"-241"-15,0 0-113 0,0 0-47 16,0 0 5-16,0 0 25 0,0 0-22 0,0 0-65 15,0 67-61-15,3-44-1 0,0 5-2 16,0-1 0-16,-3 1-1 0,2 0 1 16,-1-2 0-16,1-2-3 0,-2-4-16 15,1-3-51-15,1-4-106 0,1-3-261 16,-2-4-87-16,4-3-158 0,-2 0-574 16</inkml:trace>
  <inkml:trace contextRef="#ctx0" brushRef="#br0" timeOffset="88439.54">8864 14386 261 0,'0'0'1770'0,"0"0"-1401"16,0 0-172-16,0 0-55 0,0 0-16 15,0 0 50-15,0 0-57 0,18 73-30 16,-17-61-28-16,3-3-26 0,-1-2-32 15,-2-3-2-15,1-2 11 0,-1-1-12 16,1-1-13-16,-2 0 10 0,1-1 0 16,1-3-39-16,2-6-12 0,2-4 51 0,4-4 4 15,-2-2-1-15,3 1 0 0,-4-3-18 16,3 4-27-16,-4 5 16 0,-1 5 7 16,0 4-23-16,-2 2 13 0,1 2 14 15,-1 0 18-15,0 2 22 0,1 2 10 16,0 2 29-16,4 3 92 0,-1 2 3 15,1 5 6-15,0 3-64 0,-1-4-19 16,-1 2-29-16,1 1-6 0,-3-6-44 16,2 0-9-1,-2-3-42-15,1-3-49 0,2-4-87 0,0 0-96 0,2-2-76 16,1 0-76-16,0-7-80 0,-2 2-256 16,3-12-268-16</inkml:trace>
  <inkml:trace contextRef="#ctx0" brushRef="#br0" timeOffset="88713.51">9249 14326 1873 0,'0'0'515'0,"0"0"-295"16,0 0-1-16,0 0 12 0,-18 67 3 16,18-46-78-16,0-2-33 0,0 0-15 15,8-1-23-15,1-2-6 0,2-5-44 16,2-3-33-16,-1-4-2 0,2-4-34 15,0 0-7-15,2-6 38 0,-1-6-13 16,0 0 13-16,-2-6-41 0,0 1 22 16,-4 0 3-16,0-1-25 0,-6 3 41 15,0-2-54-15,1-1-61 0,-4-1-66 0,0 0-18 16,0-2-93-16,0 2-5 31,-2-1-62-31,0 4-83 0,0-1 32 16,1 4-44-16,1 1-22 0</inkml:trace>
  <inkml:trace contextRef="#ctx0" brushRef="#br0" timeOffset="89127.54">9413 14166 117 0,'0'0'447'16,"0"0"-23"-16,0 0-17 0,0 0-33 15,0 0-1-15,0 0-33 0,0 0-85 16,0 0-52-16,23 75-75 0,-17-55 13 16,-3 2-20-16,0-3-22 0,1 2 47 15,0-1-14-15,1-1-37 0,1-1-26 16,-1-2-28-16,1-4-22 0,0 0-19 15,1-5-18-15,2-2-32 0,1-3 9 0,1-2 28 16,1 0-28-16,1-1-9 0,-3-5-7 16,4-5-22-16,-2 3 41 0,-3-4-60 15,2 0 81-15,-2 1 14 0,-2 3-26 16,0-2 13-16,-3 4-29 0,1 0 1 16,-1 3-14-16,-1 0 17 0,-2 1 9 15,1 2-10-15,-1 0 23 0,1 0 1 0,1 1 18 16,0 4 35-16,0 1-6 0,2 0 28 15,-1 2 46-15,2 2-11 0,0 3 16 16,5 2-23-16,-1 2 20 0,4 0 74 16,0-3 61-16,0-5-206 0,1-3-34 15,-2-3-44-15,-2-3 16 0,1 0 2 16,-4-4 14-16,1-6-14 0,1-2 26 16,-1-2 7-16,-3-3 8 0,-1-5-15 0,1 2 3 15,-3 1-2-15,-3 0-1 16,0 0-13-16,0 0-50 0,0 1-65 15,0-1-43-15,-2 5-25 0,1-3-187 16,-1 6-322-16,1-3-535 0</inkml:trace>
  <inkml:trace contextRef="#ctx0" brushRef="#br0" timeOffset="89574.81">10033 14155 2156 0,'0'0'498'16,"0"0"-359"-16,0 0-4 0,0 0 102 15,0 0 5-15,0 0-45 0,0 0-96 16,-32 78 6-16,29-53-21 0,2 0-8 0,1 3 23 16,0-4 5-16,3 0 84 0,4-6-10 15,2-1-76-15,2-7-104 0,2-5-12 16,0-2-56-16,3-3 34 0,-3-7-21 15,3-4-54-15,-3-6 13 0,-1-6 40 16,-1-1 12-16,-1-4-52 0,-2-3-78 16,-3 1-56-16,-2-1 34 0,-3 3 8 15,0-1 73-15,-3 3-32 0,-3 1 109 0,-2 5 38 16,2 2 13-16,0 4 42 16,0 4 66-16,2 5-34 0,1 1-1 0,-1 3 28 15,4 1 35-15,0 1 0 0,-2 5 5 16,1 4 0-16,-2 1-10 0,-2 5 5 15,4 6-59-15,0 1-13 0,1 2 16 16,0 2-1-16,0 1-34 0,4 0-18 0,2-3 10 16,1-1-14-16,0-1-36 0,2-6-3 15,1 0-49-15,3-3-89 0,0-6-75 16,1 1 14-16,2-5 37 0,0-3-241 16,-3-1-915-16,4-3-265 0</inkml:trace>
  <inkml:trace contextRef="#ctx0" brushRef="#br0" timeOffset="89887.49">10389 14353 2459 0,'0'0'451'0,"0"0"-381"16,0 0-69-16,0 0 83 0,0 0 56 16,0 0-69-16,0 0-52 0,0 0-6 0,70-79-13 15,-61 60-21-15,-3 0-23 16,-2 1 5-16,-2 1 39 0,-2 2 20 0,0-2 31 15,-6 3-35-15,-3-2 31 0,-1 4 17 16,2-1 22-16,-3 3-61 0,3 3 51 16,-2 4 29-16,2 3 43 0,3 0 43 15,-3 8 1-15,0 4-9 0,1 4-81 16,1 5-52-16,-2 3-4 0,6 4 22 16,-2 2 24-1,4 1 52-15,0-5 25 0,2-1-87 16,5-3-52-16,4-4-30 0,3-2-10 0,5-3-39 0,5-3-33 15,4-5-13-15,2-5-132 0,2-2-271 16,-2-6-616-16,-7-1-31 0,7-5-579 16</inkml:trace>
  <inkml:trace contextRef="#ctx0" brushRef="#br0" timeOffset="90285.22">10954 14323 1687 0,'0'0'396'15,"0"0"-299"-15,0 0-51 0,0 0 86 0,0 0 59 16,0 0 47-16,0 0-51 0,85-15-104 16,-72 9-54-16,-3-1-16 15,-1-1 13-15,-2-1 12 0,-2 0 3 0,0-2 23 16,-2-2-3-16,0-4-32 0,-3 1-26 15,0 0-2-15,0-1 18 0,-6 2 16 16,-2 3-32-16,-1 1 38 0,0 4 17 16,-1 5 21-16,-2 0 0 0,1 2 19 0,0 3 59 15,0 5 19-15,1 6-38 16,1 2-8-16,2 4-83 0,2 0-23 0,2 3 1 16,0 3 12-16,3 0 6 15,0 0-2-15,4-3-38 0,6 0-3 0,0-4 0 16,3-5-13-16,4-2-11 0,2-6-16 15,0-1-50-15,2-5-50 0,4-6-157 16,-3-5 121-16,1-5-80 0,0-3-267 16,-3-2-70-16,-7 3-581 0,0-5 535 0</inkml:trace>
  <inkml:trace contextRef="#ctx0" brushRef="#br0" timeOffset="90474.25">11252 14216 1163 0,'0'0'764'15,"0"0"-359"-15,0 0-230 0,0 0 2 0,2 67 36 16,3-48 11-16,1 1-10 15,1-1 12-15,1-1 108 0,1 0-148 16,-1-6-80-16,-1-2 13 0,-1-1-63 16,0-8-22-16,1-1-6 0,0 0 12 0,-1-6-28 15,2-6 13-15,4-2 12 0,-4-6-22 16,3-4-15-16,-3-4-22 0,1 0 0 16,-2 1-61-16,-1 1-79 0,1 4-54 15,-1 4-57-15,0 4-136 0,-2 5-277 16,0 4-350-16,1 2 213 0</inkml:trace>
  <inkml:trace contextRef="#ctx0" brushRef="#br0" timeOffset="91273.19">11545 14322 1505 0,'0'0'416'0,"0"0"-277"16,0 0 33-16,0 0 58 0,0 0-75 15,0 0-59-15,0 0-28 0,0 0-10 0,78-82-16 16,-69 64-30-16,-3-2-11 15,-1 0-2-15,-5 2 1 0,0-2-13 16,0 3 12-16,-3 2 1 0,-5 0 38 0,0 7 4 16,1 2 77-16,-1 5 66 0,0 1 19 15,-1 2-24-15,1 8-50 0,0 4-48 16,-1 0 21-16,3 5-56 0,1 2-15 16,1 4 0-16,4-1 12 15,0 1 3-15,0-1-7 0,0-1-18 0,3-4-19 16,4-3-3-16,3-4-3 0,0-3-31 15,2-5 9-15,5-2-16 0,1-2-82 0,1-4 60 16,3-4-69-16,-2-6-38 0,0-1-109 16,0-3-176-16,-2 1 224 0,-2 0-261 15,-6 1 83-15,0 2-157 0,-3 1 358 16,-3 1 38-16,-1 4 56 0,-1 3 114 0,1 3 186 16,-3 2 84-16,0 0 202 0,1 7-50 15,1 1-14-15,-2 4-220 16,0 1-108-16,1 1 49 0,1 2 28 15,-2-4 29-15,0 1-43 0,0-1-31 0,0-2-20 16,1-2-13-16,-1-3-28 0,2-3-51 16,0-2-42-16,1 0-8 0,0-7-26 15,3-3 12-15,-1 0 13 0,3-5-44 16,2 1-11-16,-3-4 4 0,0-1-29 0,3-1-1 16,-1 1-48-16,1 3 2 0,3 1 84 15,0 4 94-15,-1 4 110 0,0 2-84 16,-2 4-25-16,1 1-1 0,-1 5 84 15,-3 3 61-15,0 4 3 0,-1 2-7 16,2 2-19-16,-2 1-71 0,0 2-9 16,1 2 15-16,2-2 39 0,-4-1-46 0,3 0-21 15,1-1 0-15,2-5-20 0,-1 0-9 16,2-4-16-16,5-1 15 0,-3-3-27 16,6-3-7-16,3-1-58 0,0-3 7 15,1-8-89-15,0 1-79 16,1-2-1-16,-5 4-6 0,-1 2-24 0,-4 5 2 15,-3 1 59-15,-5 5 198 0,-2 8 26 16,-1 2 133-16,-4 7-16 0,0 5 23 16,0 3 67-16,-4 3 17 0,-1 4 15 15,1-3-13-15,-3-1-123 0,1 3 28 16,-4-6 52-16,1 3-2 0,-1-4-50 0,3-2-20 16,-3-3 2-16,4-9 13 0,2-6-57 15,2-7-69-15,2-2-18 0,0-6-108 16,0-10-4-16,5-6 106 0,2-11 23 15,3-5 1-15,-3-6-95 0,2-3-22 16,-3-4-30-16,2 3 29 0,1 3-116 0,-5 14-317 16,0-10-639-16</inkml:trace>
  <inkml:trace contextRef="#ctx0" brushRef="#br0" timeOffset="91838.98">13335 14230 1740 0,'0'0'1528'0,"0"0"-1251"15,0 0-122-15,0 0 3 0,0 0 11 16,-9 82-30-16,18-63-74 0,1 2 7 16,1-2-7-16,1 0-22 0,-1-1-2 15,1-5 5-15,-4-1-21 0,1-4-1 16,-2-2-7-16,-3-4-17 0,1-2-25 15,1 0-6-15,0-6 13 0,2-5 6 0,1-5 12 16,-1-3 4-16,0-5 8 0,0-2-11 16,-2-2-1-16,1 2-2 0,-1-3 0 15,1 4 0-15,2 1-14 0,-5 5 14 16,0 3-1-16,1 4-9 0,-1 4-13 0,-1 0-105 16,-1 4-36-16,2 0-73 0,-3 4-133 15,2 0-254-15,-2 0-393 0,4 5 213 0</inkml:trace>
  <inkml:trace contextRef="#ctx0" brushRef="#br0" timeOffset="92143.14">13630 14423 2312 0,'0'0'429'0,"0"0"-313"0,0 0 29 16,0 0 72-16,0 0-70 15,0 0-71-15,0 0-22 0,68-73-3 16,-63 56-27-16,0-2-23 0,-4 4-1 0,-1-1 19 15,0 5 26-15,-4 0-1 0,-3 3 35 16,1 3 0-16,-4 3 28 0,1 2-17 0,-1 0-23 16,0 2-17-16,0 8-19 0,3 0 19 15,-3 5 16-15,4 2 51 0,2 2-116 16,2 5 0-16,2-1 2 0,0 0 43 16,2-3-24-16,5-2-21 0,6-2-1 15,1-4-1-15,5-6-21 0,2-3-15 16,1-3-53-16,3-5 12 0,0-7-87 15,0-2-62-15,-3-4-79 0,-1-1-204 16,-2-4-189-16,-6 3-8 0,0 2 85 16,-7 5 42-16,-1-4 134 0</inkml:trace>
  <inkml:trace contextRef="#ctx0" brushRef="#br0" timeOffset="92351.02">13920 14252 114 0,'0'0'411'16,"0"0"143"-16,0 0-111 0,0 0-115 15,20 71-78-15,-13-47 16 0,-1 1 105 16,3 0 2-16,-3-4-236 0,2 0 13 15,-2-8 24-15,-3 0-110 0,1-6-33 16,-3-4-29-16,1-1 2 0,1-2 8 0,-3-3 36 16,5-6-36-16,0-4 17 0,-1 0 2 15,2-8-6-15,0-1-14 0,-2-3-11 16,1-3-38-16,0 1-57 0,2 0-44 16,0-2-64-16,1 3-65 0,3 2-98 15,-1 3-232-15,-1 6-88 0,7-4-474 16</inkml:trace>
  <inkml:trace contextRef="#ctx0" brushRef="#br0" timeOffset="92518.57">14189 14090 101 0,'0'0'1578'0,"0"0"-1023"0,0 0-238 15,0 0-66-15,0 0 45 0,0 0 42 16,0 0-31-16,0 0-80 0,22 93-45 16,-15-61-4-16,0 1-2 0,-1 2-34 15,1 0-28-15,0-3-46 0,-1 1-68 16,-3-7 0-16,1-1-80 0,-1-6-56 0,0-4-68 15,-1-6-91-15,1-6-39 16,-3-3-359-16,1-3-550 0,-1-4 439 0,0-8-24 0</inkml:trace>
  <inkml:trace contextRef="#ctx0" brushRef="#br0" timeOffset="92853.02">14261 14299 245 0,'0'0'378'0,"0"0"-189"0,0 0 62 0,0 0 52 15,0 0 22-15,0 0-7 0,0 0-42 16,0 0-53-16,0 0-52 0,0 0-52 15,81 34-51-15,-65-28-36 0,2-4-10 16,3 0-9-16,5-2 154 0,-3-4-62 16,3-5-85-16,-4-2-20 0,-1-1-16 15,-1-1-23-15,-1-4 23 0,-6 1-134 16,-3-2 86-16,0-1-17 0,-7 0-28 16,-2 0 22-16,-1-2 64 0,0 2 23 15,-6 1 46-15,-2 4-5 0,1 1 8 16,-2 6 38-16,-1 3 79 0,1 4-25 15,1 6 32-15,-1 6-24 0,-1 5-47 0,4 2-33 0,2 5 16 16,1-1 7-16,3 4-4 0,0 0 9 16,0-3-2-16,6 1-14 0,0-5-16 15,5-1-33-15,-1-5-20 0,3-2-12 16,3-5 0-16,4-4-47 0,2-3-34 16,2-1 25-16,1-8-167 0,-1-7-52 15,-2 1-279-15,-2-4-154 0,-4 5-535 16,-3-5 135-16</inkml:trace>
  <inkml:trace contextRef="#ctx0" brushRef="#br0" timeOffset="93005.15">14881 14172 1676 0,'0'0'658'0,"0"0"-370"0,0 0-127 16,0 0-35-16,0 0-14 15,79 61 64-15,-58-48 155 0,-1 0-239 0,0-3-79 16,0-2-13-16,-1-2-76 0,-1-2-55 15,-3-4-213-15,-4 0-148 0,-2 0-567 16,-3-9-299-16</inkml:trace>
  <inkml:trace contextRef="#ctx0" brushRef="#br0" timeOffset="93175.26">15073 14121 1365 0,'0'0'2179'0,"0"0"-1838"0,0 0-143 0,-52 85 52 0,36-50-92 16,1 2-75-16,1 1-55 16,1 1-14-16,4-3-14 0,1-6-68 15,3-4-220-15,3-7-173 0,-1-8-618 16,-2 1-845-16</inkml:trace>
  <inkml:trace contextRef="#ctx0" brushRef="#br0" timeOffset="111051.22">9284 15030 1615 0,'0'0'478'15,"0"0"-271"-15,0 0-136 0,0 0 7 16,0 0 112-16,0 0 39 0,0 0-37 15,0 0-60-15,0 0-46 0,0 0 0 16,12 45 12-16,-7-31 29 0,-2 1 9 16,0 1-85-16,-2 1-10 0,2 4-22 0,0-2-17 15,-3 0 26-15,1-3-6 0,2 1-20 16,-3-5 10-16,0-1-12 0,0-4-3 16,0-4-16-16,0 0 0 0,1-3-19 0,1 0-31 15,-2-1-45-15,3-4-6 0,0-4 12 16,0-3 108-16,1-2 57 0,-1-2-19 15,0-4-9-15,-2 0-27 0,1 0-2 16,1 1-14-16,-1 1 1 0,1 0-16 16,0 2 26-16,1 2-10 15,1 5-30-15,1-1 41 0,-2 2-18 16,0 2 1-16,2 3 0 0,0 3 19 0,-1 0 16 16,3 0 16-16,2 3 18 0,0 4 42 15,-1 3-22-15,2 4 12 0,-1 0 10 16,-1 4-17-16,2 2-21 0,-2 3-20 15,0-3-21-15,-2 1 15 0,0-2-27 16,-3-3-1-16,1-1-31 0,-1-5 12 16,-1-1-19-16,1-3-72 0,-1-4-57 0,3-2-1 15,-2 0-125-15,-1-2-350 0,3-7 8 0,-3 3-48 16,2-5-122-16</inkml:trace>
  <inkml:trace contextRef="#ctx0" brushRef="#br0" timeOffset="111341.97">9651 15075 1186 0,'0'0'757'16,"0"0"-361"-16,0 0-189 0,0 0-69 15,0 0 20-15,0 0 6 0,0 0-17 16,0 72-38-16,2-57-20 0,3 0-16 16,1-2-3-16,-2-1 16 0,2-5-86 15,0-2-19-15,1-1-19 0,-1-3 35 16,1-1 3-16,-1 0 0 0,3-3 22 15,-4-3 9-15,1-2 7 0,0-1-6 0,-5-1 44 16,1-2 3-16,-2-3-4 0,0 2-21 16,0 0-13-16,-3 1-41 0,-3 2-7 15,3 3 6-15,-4 2 1 0,4 0 0 0,-1 4-6 16,-1 1-69-16,1 0-45 0,-3 0-41 16,1 0-103-16,-1 0-155 0,0 0-217 15,1 0-543-15</inkml:trace>
  <inkml:trace contextRef="#ctx0" brushRef="#br0" timeOffset="111983.79">10550 14945 2516 0,'0'0'604'15,"0"0"-447"-15,0 0-103 0,0 0 99 16,0 0 87-16,0 0-60 0,0 0-42 15,0 0-50-15,0 0-88 0,0 0-12 16,-14 46 12-16,8-28 19 0,2 6 18 16,-2-3 7-16,2 2-1 0,1-1-9 15,3-3-34-15,0-1-15 0,0-7-29 16,7-2-46-16,2-2-30 0,2-2 48 16,5-5-3-16,-2 0 8 0,7 0-24 0,-1-8-10 15,-1 0-45-15,1-3 22 0,-4 0-45 16,2-1-158-16,-2 0-41 0,0 0-43 15,-6 1-40-15,0 3 70 0,-3-1 19 16,-2 2 138-16,-2 3 143 0,-3 1 81 16,0-2 85-16,0 5 88 0,0-1 104 0,0 1 104 15,0 0-40-15,0 1-7 0,0 4 3 16,0 2-54-16,0 2-141 0,0 3-120 16,0 1-2-16,0 2 28 0,7-1 70 15,0 1-28-15,0-1-7 0,2-3-55 16,0-1-8-16,2-5 5 0,-2-3-3 15,1-1 10-15,3-1-19 0,-3-1 25 16,-1-7 16-16,0-3-4 0,-1 0-34 0,-2-1 16 16,-5 2 31-16,0-2-50 0,-1 1 12 15,0 0 10-15,-2 0-35 0,-4 0-19 16,-3 3-57-16,-1-1 10 0,0 4-20 16,1 2-16-16,-1-2-9 0,3 3-23 15,3 2-23-15,-2 0-71 0,4 0-46 16,1 0-49-16,1 2-51 0,0 3-39 15,0-4-98-15,4 3 22 0</inkml:trace>
  <inkml:trace contextRef="#ctx0" brushRef="#br0" timeOffset="112453.86">10929 15068 274 0,'0'0'404'0,"0"0"-110"0,0 0-14 0,0 0 78 16,0 0-7-16,0 0-85 0,0 0-88 15,0 0-30-15,48 71-28 0,-44-63-14 16,-1-1-51-16,0-3-55 0,0-2-23 15,1-2-61-15,0 0 20 0,1-1 64 16,1-6 42-16,1-4 51 0,-2 0-19 16,1-1-3-16,2-4-48 0,-4 1-23 15,6 0-12-15,-4 2-33 0,1 5 29 0,-1 1-33 16,-1 2 11-16,0 2-17 16,-3 2 13-16,3 1 29 0,-2 0 13 15,3 6 84-15,-2 4 19 0,3 1-16 0,-1 2 2 16,0 1-15-16,1 2-4 0,-3-3-25 15,2 2-30-15,0-1-14 0,-2-2 0 16,0 0 15-16,1-4-16 0,1-1-47 16,-2-5-36-16,1 0-13 15,0-2 67-15,1-4 19 0,-1-3 10 0,1-4 19 16,1-2-19-16,-3-1-32 0,1 0-3 0,-1 2 35 16,-1 2 4-16,-1-1 18 0,1 6-6 15,-3 3 15-15,1-1-30 0,0 3 21 16,-1 0 35-16,2 0 7 0,-1 0-3 15,1 3-36-15,3 3-21 0,0 0 75 16,1 3 7-16,-1 3-9 0,0-2-8 16,2 1-9-16,-2 2-15 0,0-2-20 15,1-2-19-15,-2 0-6 0,0-2-38 16,5-2-3-16,-3-4-22 0,1-1-83 16,-1 0-109-16,0-5-194 0,1-3-166 0,-3 2-406 15,-3-8-10-15</inkml:trace>
  <inkml:trace contextRef="#ctx0" brushRef="#br0" timeOffset="112957.07">11356 15082 3 0,'0'0'1480'0,"0"0"-1051"15,0 0-280-15,0 0-19 0,0 0 54 16,0 0 39-16,0 0-13 0,13 72-30 16,-10-61-33-16,1 1-51 0,2-2 16 15,-2-2-15-15,-1-4-97 0,1-1 0 16,1-1-32-16,-2-2-9 0,1 0 6 15,3-8-32-15,-1-2 35 0,1-4 3 16,-1-3-22-16,0-1 50 0,1 2 1 16,-2 0-13-16,0 4 7 0,1 1-7 15,-2 2-16-15,2 4 13 0,-2 2-16 0,-1 1 26 16,1 2 6-16,-1 0 42 16,0 0 25-16,3 2 16 0,-3 3-19 0,3 0-10 15,0 3 6-15,0 2 13 0,2 2-15 16,-3 1-14-16,4 2 3 0,-5-1-31 0,1-2-16 15,-1 0 0-15,2-4-19 0,-3-3-12 16,0 1-14-16,2-6-25 0,-1 0-6 16,1 0 13-16,2-10 15 0,0-2 45 15,2-2-33-15,0-3-63 0,-4-2 64 16,3 5 19-16,-1-1 13 0,-3 3 3 16,0 3 13-16,1 3-11 0,-2-1 24 15,1 3 25-15,2 0-13 0,1 3 7 16,-1 1 69-16,1 0-18 0,0 0-64 0,2 0 15 15,-4 3-22-15,3 3 17 0,-2 2 40 16,1 1-16-16,0 2-31 0,-1 0-1 16,-2 1-10-16,2 0-24 15,0-3-22-15,-2-2-6 0,3 0-29 16,2-5-63-16,-2-1 10 0,3-1-228 0,-3-3-172 16,2-4-150-16,0-5-101 0,-3 5-31 15,2-9 317-15</inkml:trace>
  <inkml:trace contextRef="#ctx0" brushRef="#br0" timeOffset="113234.95">11883 15012 225 0,'0'0'1171'15,"0"0"-813"-15,0 0-228 0,0 0 26 16,0 0 58-16,0 0-14 0,-4 75-35 16,4-60-27-16,4-1-28 0,2-3-1 15,1-1-35-15,3-4 15 0,-1-2-73 0,3-4-12 16,-1 0 21-16,1-1 17 0,1-6-7 15,-1-3 6-15,0-1-2 0,-2-2-39 16,-4-1-39-16,-2 3 39 0,-2-1 32 16,-2 2-10-16,0-1-22 0,-8 3-15 0,-1 2-40 15,-3 0-12-15,-1-1 10 16,-2 2-46-16,2 1-22 0,1 2-71 0,-2 2 32 16,6 0-33-16,-2 0-33 0,4 3-183 15,2 1-71-15,4 1 14 0,0-4 125 16,0-1 71-16,6 0 113 0</inkml:trace>
  <inkml:trace contextRef="#ctx0" brushRef="#br0" timeOffset="113562.08">11883 15012 102 0,'94'-21'124'16,"-79"16"-23"-16,2 3-45 0,3 1 6 15,-4 1 270-15,1 0-208 0,-1 2-104 16,0 3-18-16,-5 2 24 0,1 4 88 0,-2-3 218 16,-2 5-134-16,0-1-71 0,-1 1 10 15,-4 1 113-15,1 0 54 0,-1-3-184 16,0 1-46-16,-3-2-3 0,1-3 25 15,1 0-18-15,-1-4-72 16,2-1-6-16,2-2-90 0,-1-2 38 0,3-8 33 16,0-1 16-16,2-4 6 0,1-4 39 15,1 1-41-15,1 2 22 0,1 0-23 16,-3 4-10-16,2 1 9 0,-3 0 1 0,2 5-39 16,-4 3 39-16,0 2 84 0,-1 1-39 15,-3 0-13-15,0 2 138 0,-1 6 41 16,1 3 0-16,2 1-62 0,1 7-58 15,-2 0-28-15,1-1 16 0,1 0 44 16,-1-3-45-16,1-2-49 0,-1-4-1 0,1 1-25 16,0-6-3-16,-2 2-17 0,2-6-5 15,0 0-4-15,-2 0-59 0,1-6-85 16,-2-5-203-16,0 2-342 0,-1-8-859 0</inkml:trace>
  <inkml:trace contextRef="#ctx0" brushRef="#br0" timeOffset="114478.79">13143 14914 1634 0,'0'0'526'16,"0"0"-322"-16,0 0-156 0,0 0 68 15,0 0 68-15,0 0 19 0,0 0-33 0,0 0-4 16,0 0-57-16,0 0-39 0,36 71 3 16,-27-51-4-16,2 2-8 0,-1-2-8 15,-1 1-2-15,1-2 9 0,-5-7-60 0,4 0 1 16,-1-5-1-16,-4-1 0 15,3-1-15-15,-3-5-4 0,1 0 2 0,-2 0 16 16,2-2 1-16,3-7 0 0,-1-3 41 16,1-7 25-16,0-2 10 0,-1-5-17 15,-2 1-24-15,0-5-23 16,-2 4 4-16,-3 0-16 16,1 6-44-16,1 2-34 0,-2 6-23 0,3 0-18 0,-3 2-30 15,1 3-64-15,2 1-152 0,3-1-163 16,-3 6-253-16,6-3-303 0</inkml:trace>
  <inkml:trace contextRef="#ctx0" brushRef="#br0" timeOffset="115017.85">13558 15058 33 0,'0'0'1528'0,"0"0"-1278"15,0 0-201-15,0 0 0 0,0 0 32 0,0 0 68 16,0 0-39-16,0 0-22 0,0 0 18 15,0 0-25-15,82-18-32 0,-73 5 41 16,-5-2 61-16,-2 2-90 0,-2 0 4 16,0 0-20-16,-3 1-17 0,-5-2-28 15,0 0 3-15,-2 5 6 0,0 0 65 16,-1 6-23-16,2 3 7 0,0 0-30 16,0 1 11-16,3 5 75 0,2 4-44 15,-3 1-57-15,5 3-13 0,2 3 0 16,0 2 0-16,2 2 16 0,6 1 3 0,1-3 3 15,3 0 0-15,2-3-9 16,1-1-13-16,2-6-44 0,2-2-14 0,4-5 30 16,-2-2-1-16,2 0 1 0,-3-9 5 15,3-4-79-15,-3-3-128 0,-1-4-95 16,0-2-4-16,-4 3-99 0,-1-2 58 0,-5 5 99 16,-2-2 105-16,0 7 49 0,-3 1 114 15,-2 5 3-15,1 2 32 0,-3 3 43 16,2 3 306-16,0 6-4 0,2 3-188 15,1 1-95-15,1 4 38 0,0 1 59 16,2 0 45-16,-2 1-17 0,-1-2-43 16,1-1-13-16,0-2-20 0,-3-2-28 15,-1-4-24-15,0-3-24 0,-1-1-45 0,-1-4-22 16,0 0-16-16,0 0 0 0,0-4-19 16,0-8 29-16,5-5 6 15,-2-4 0-15,3-3-22 0,0-4-92 0,2 3 6 16,1 0-58-16,1 4-13 0,0 0-26 15,0 1-60-15,1 2-110 0,2-2-105 16,-1 2-2-16,1 0-36 0,-3 4 59 16,-1 2 189-16</inkml:trace>
  <inkml:trace contextRef="#ctx0" brushRef="#br0" timeOffset="115384.04">14104 14787 192 0,'0'0'330'0,"0"0"162"16,0 0-39-16,0 0-118 0,0 0-108 16,0 0-23-16,0 0-32 0,0 0-40 15,23 75-12-15,-17-54 12 0,0 3-13 16,0-1 25-16,2-1-3 0,-2-1-14 0,0-1-28 15,-1 2-32-15,0-4-65 0,1-4-2 16,-2-2-26-16,-3-3-12 0,1 0 6 16,-2-2 13-16,0-2-19 0,0-3-61 15,0 0-44-15,0-2-34 0,0-6-42 16,0-1-84-16,0-5 92 0,1 2 111 16,3-2 71-16,4-1 12 0,-1 3-2 15,1 2-13-15,0 0 32 0,0 0 24 16,3 2-20-16,0 0 41 0,-1 3 23 15,0-1 26-15,3 0 10 0,-3 2-36 16,2 2 3-16,-2 0-16 0,-1 0 6 16,-2 2 39-16,1 3 42 0,0 1-46 15,-3 4-38-15,3-3-7 0,-1 5 4 0,-2-1 6 16,3 2-42-16,-2 1-16 0,-1 0 42 16,2 1 6-16,-1-1-13 0,-2-2-19 15,1-1-16-15,-2 1 10 0,1-3-13 0,2-1-1 16,-3 2-12-16,1-6-31 0,2-1-81 15,0-3-58-15,2-3-109 0,4-6-225 16,-5-4-296-16,5-6-290 16</inkml:trace>
  <inkml:trace contextRef="#ctx0" brushRef="#br0" timeOffset="115652.52">14626 14914 1889 0,'0'0'402'0,"0"0"-259"0,0 0-88 16,0 0 38-16,0 0 7 0,0 0-29 15,0 0-16-15,0 0-13 0,-28 69 16 16,27-55 51-16,-1 4 38 0,1-2 57 0,0 2-20 16,1-1-60-16,0-1-55 0,1-4-69 15,6-1-28-15,4-5-16 0,3-4-1 16,0-2-18-16,5-1-32 0,-1-6-74 15,3-5-135-15,0 1-104 0,1-5-178 16,-2 4-204-16,-4 2-22 16,-1-1 434-16</inkml:trace>
  <inkml:trace contextRef="#ctx0" brushRef="#br0" timeOffset="115951.72">14865 15027 1083 0,'0'0'749'16,"0"0"-622"-16,0 0-127 15,0 0 0-15,0 0 22 0,0 0 59 0,0 0 0 16,0 0-55-16,79-37 14 0,-62 20-38 16,0 1 55-16,-3-1-57 0,-1-1 0 15,-3 3 19-15,-4-1 33 0,-4 2-10 0,-2-1 10 16,0 0-10-16,-2 0 6 0,-4 1 4 16,-4 1 19-16,1 2 35 0,0 4 16 15,0 4 52-15,1 3 72 0,-1 3-36 16,1 7 11-16,-2 4-95 0,3 4-104 15,1 5-21-15,1 1 28 0,4 2 46 16,-1 2 11-16,2-1-2 16,0 1-9-16,2-2 15 0,5-3-16 0,2-3-36 15,4-6-38-15,0-3 0 0,3-6-13 16,3-5-18-16,-1-1-40 0,0-12-100 16,0-5-188-16,-3-5 97 0,-5 5-451 15,-6-16-1264-15</inkml:trace>
  <inkml:trace contextRef="#ctx0" brushRef="#br0" timeOffset="116131.24">14463 14829 1588 0,'0'0'2638'15,"0"0"-2396"-15,0 0-242 0,0 0-251 16,0 0-26-16,0 0 167 0,0 0-63 15,72-68-259-15,-43 51-564 0,10-4-762 0</inkml:trace>
  <inkml:trace contextRef="#ctx0" brushRef="#br0" timeOffset="116736.72">15358 14729 1277 0,'0'0'501'0,"0"0"-144"15,0 0 8-15,0 0 51 0,0 0-3 16,0 0-140-16,0 0-109 0,0 0-41 0,0 0-70 16,0 0-53-16,0 0-3 0,-69 77 3 15,57-54 1-15,1 0 24 0,1 2 67 16,2-4-48-16,6-1-19 0,0-5-6 15,2-3-19-15,2-2-19 0,6-3-3 16,5 0 19-16,5-2 2 0,2 2 1 16,2-3-1-16,2 2 1 0,-1 0 29 15,0 1 2 1,-5-2-27-16,-2 2-2 0,-5-1 16 0,-3 5 17 0,-7-3 42 16,-1 5 10-16,0 1 9 0,-5 1-37 15,-5-2-59-15,0-3-34 0,-5-3-68 0,4-2-88 16,-1-5-174-16,4-2-369 15,-4-8-806-15</inkml:trace>
  <inkml:trace contextRef="#ctx0" brushRef="#br0" timeOffset="117138.1">15875 14962 1820 0,'0'0'499'0,"0"0"-479"0,0 0 35 16,0 0 19-16,0 0 97 0,0 0-32 15,0 0-43-15,0 0-35 0,35-67-13 0,-34 58-19 16,1 2 35-16,-2 0 36 15,0 3 21-15,-7 0-26 0,-1 0-18 0,0 3-1 0,-3 0-6 16,-1 1-13-16,-1 0 22 0,-2 3 31 16,4 7 0-16,-1 2 7 0,1 0-27 15,3 2-53-15,3 1-33 0,2 4-3 16,3 0 17-16,0 0 10 0,3 0-4 16,5-3-24-16,7 2-18 0,1-6-14 15,4-4-5-15,2-3-3 0,3-2 15 16,4-3-22-16,0-4-42 0,3-8-125 15,-1-7-131-15,1 0-105 0,-3-4-4 0,-2-1-236 16,-5 6-136-16,1-11-6 16</inkml:trace>
  <inkml:trace contextRef="#ctx0" brushRef="#br0" timeOffset="117456.48">16197 14771 1099 0,'0'0'748'0,"0"0"-287"0,0 0-80 15,0 0-150-15,-38 67-51 0,34-44 2 16,1 2-42-16,3 1-38 0,0-2-29 15,6-5-13-15,1-1-22 0,2-4-11 0,2-4-27 16,1-5-19-16,-2-5 0 0,4 0 0 16,-2-9 19-16,2-5-12 0,-2-4 11 15,1-7-25-15,-2-4 1 0,1-4 3 16,-5 0-38-16,1-3-29 0,-3 1-13 16,-2 4 19-16,-3-4 22 0,0 5 32 15,-6 3 29-15,-3 3 51 0,4 5 4 16,-3 5 37-16,5 7 32 0,0 7 41 0,1 3-35 15,-1 10 33-15,1 6-163 0,0 6-41 16,2 6 29-16,0 4 9 0,0 3 1 16,7-2-17-16,-3-1 0 0,0-5-13 15,7-2-34-15,0-8-73 0,3-6-99 16,5-5-136-16,1-7-209 0,5-2 178 16,1-7 34-16,-9 0-781 0</inkml:trace>
  <inkml:trace contextRef="#ctx0" brushRef="#br0" timeOffset="117951.83">16586 14702 1812 0,'0'0'519'0,"0"0"-247"0,0 0-79 15,0 0-39-15,0 0-9 0,-39 85-11 16,36-64-16-16,2 0 12 0,1-4-47 16,0-3-83-16,0-2-23 0,4-5-28 0,4-3-19 15,3-4 13-15,-1 0 28 0,2-6 29 16,3-7 1-16,1-4-1 0,-5-1-35 15,3 0-16-15,-3 1 51 0,-2 6-2 16,-2 2-21-16,1 3-5 0,-3 0-8 16,0 6 24-16,0 0 12 0,1 0 22 15,-2 2 52-15,2 2-33 0,-1 3 10 16,3 1 35-16,-2 0-22 0,1 5-42 0,3-3 10 16,-3 1-30-16,-1 4 29 15,1 0 14-15,0 2-26 0,-1 1 28 16,0-1 35-16,-2 0-32 0,0-1-2 0,1-2-10 15,0-2-38-15,0-5-14 0,-2 1-24 16,-2-3 0-16,0-1 23 0,1-3-1 16,-2-1-6-16,0 0 6 0,0 0-34 0,0-4-99 15,0 0-58-15,0-6 105 0,-4 1 70 16,-2-1-70-16,-1-1-20 0,-2-1-48 16,-1 2-24-16,-3 2 14 0,0 2-21 15,0 3 45-15,-1 3 10 0,2 0 65 16,-2 6 56-16,2 3 25 0,2 3 55 15,0 0 33-15,3 0 48 0,-1-1 62 0,3-4-23 16,1 1-79-16,1-3-37 16,3-1-30-16,0-3-29 0,0-1-37 0,0 0-147 15,0 0 74-15,7-4 110 0,0-2 55 16,2-2-55-16,1-3-84 0,0-4-162 16,-2 5-242-16,4-8-258 0</inkml:trace>
  <inkml:trace contextRef="#ctx0" brushRef="#br0" timeOffset="118322.9">16995 14697 615 0,'0'0'1572'0,"0"0"-1181"0,0 0-330 15,0 0 23-15,0 0 0 0,0 0 9 16,0 0-64-16,0 0-10 0,46-73-18 0,-37 63 2 15,-4 0 0-15,0 2 32 0,-4 3 29 16,-1 3 48-16,0-3 76 0,0 4 85 16,-3 1-61-16,-2-4-99 0,-1 2-60 15,-4 1-15-15,3 1-18 0,-5 0-18 16,-1 1 26-16,-1 5-28 0,-2 2-10 16,0 3-6-16,-1 5 16 0,4 1 53 0,0 0 62 15,3 2 19-15,4-1-72 0,1-2-19 16,5 1-24-16,0 0-17 15,2-2-2-15,7-3-13 0,1-1-12 0,6-2-3 16,0-6 3-16,4-3-9 0,1 0-53 16,3-9-106-16,0-3 44 0,3-5 17 15,2-4-57-15,3-1 2 0,2-6 98 16,4-2-164-16,1-2-494 0,-3 0-333 16,-10 7 389-16,4-8 192 0</inkml:trace>
  <inkml:trace contextRef="#ctx0" brushRef="#br0" timeOffset="118518.37">17348 14425 863 0,'0'0'995'0,"0"0"-512"15,0 0-121-15,0 0-73 0,0 0 47 16,0 0-60-16,-78 84-184 0,74-61-38 0,4 0-1 16,0 3-15-16,10-5-22 0,5 3-1 15,2-4 26-15,6 0-3 16,3-2 15-16,1-3 42 0,4 0 148 0,-1-6-32 16,-6 1-122-16,-2-3-58 0,-9 0-19 15,-6 0 10-15,-6 1-1 0,-1 5 77 16,-12 6-30-16,-10 5-68 0,-7 4-77 15,-8 3-120 1,-5 1-81-16,-2-1-157 0,9-9-777 0,-19 7-1257 0</inkml:trace>
  <inkml:trace contextRef="#ctx0" brushRef="#br0" timeOffset="176898.63">9292 16477 460 0,'0'0'1701'16,"0"0"-1488"-16,0 0-154 0,0 0 34 0,0 0 139 15,0 0 61-15,0 0-63 0,0 0-14 16,0 0-22-16,0 0-18 0,-27 50 26 15,27-46 19-15,-2-4 12 0,1 5-8 16,1-3-8-16,0 0-6 0,0 1-28 16,0-1-38-16,0 1-23 0,0-2-22 15,0-1-34-15,0 1-18 0,1 0-17 16,5 0-31-16,3 1-10 0,6-1-9 16,4 0 19-16,7-1 10 0,5 0-10 15,2-2-4-15,7-7-10 0,2-2 13 16,3-1-10-16,5-2-31 0,2 1 12 15,0 1-58-15,1 3-54 0,-1 3-22 16,-2 5-62-16,1 1-83 0,-1 6-153 16,1 5-55-16,-13 0-513 0,13 6-1027 0</inkml:trace>
  <inkml:trace contextRef="#ctx0" brushRef="#br0" timeOffset="177723.72">10739 16476 2864 0,'0'0'457'0,"0"0"-149"0,0 0 11 16,0 0 28-16,0 0-9 0,0 0-46 16,0 0-51-16,0 0-74 0,0 0-88 0,0 0-15 15,0 0-6-15,91 19-56 0,-52-30-2 16,6-1 0-16,2-2-18 0,5-3 2 0,-2 0-8 16,4 3-97-16,-1 0-68 0,-3 4-126 15,1 4-169-15,-14 3-310 0,17 6-744 16</inkml:trace>
  <inkml:trace contextRef="#ctx0" brushRef="#br0" timeOffset="178339.29">12318 16410 3094 0,'0'0'477'16,"0"0"-183"-16,0 0-48 0,0 0 46 15,0 0-32-15,0 0-64 0,0 0-95 16,0 0-70-16,0 0 39 0,0 0 22 16,0 0-25-16,110 23-52 0,-68-23-14 15,3-2-1-15,5-4 0 0,5-1-64 16,4-5-12-16,6 2-166 0,4-2-118 0,5 1-350 16,-15 1-607-16,28 3-508 15</inkml:trace>
  <inkml:trace contextRef="#ctx0" brushRef="#br0" timeOffset="178956.18">13685 16368 828 0,'0'0'2741'0,"0"0"-2284"0,0 0-197 16,0 0 25-16,0 0-48 0,0 0-56 15,0 0-77-15,0 0-46 0,0 0 24 16,0 0-15-16,124 9-12 0,-67-15 5 16,4-3-23-16,4-1-36 0,0 1-1 0,2 0-30 15,-2 1-30-15,0 2-83 0,0 1-86 16,0-2-109-16,-2 1-371 16,-17 1-409-16,17-5-1281 0</inkml:trace>
  <inkml:trace contextRef="#ctx0" brushRef="#br0" timeOffset="181127.7">11027 17237 2062 0,'0'0'576'0,"0"0"-132"16,0 0-211-16,0 0-17 0,0 0 62 15,0 0-10-15,0 0-37 0,0 0-27 16,0 0-34-16,0 0-35 0,0 0-15 0,0 15-4 16,0-8-21-16,0 7-16 0,0 2-27 15,2 7 2-15,5 2-32 0,3 1-1 0,2 3-21 16,5-1-14-16,-1-3-5 0,4 0 1 15,-1-3 6-15,-1-2-9 0,1-1 9 16,-5-3-7-16,1-4 17 0,-7 0 2 16,0-3 0-16,-5 0 28 15,-3 0 14-15,0 2 1 0,-3 1 12 16,-8 1-28-16,-4 2-15 0,-4 3-9 0,-7-2-6 16,-4 2-27-16,-2-2-13 0,0-4-2 15,2-2 29-15,3-1-8 0,7-5-25 16,4-1-51-16,6-2-50 0,5-1-58 15,4-2-178-15,1-7-369 0,6 1-618 16,15-12-172-16</inkml:trace>
  <inkml:trace contextRef="#ctx0" brushRef="#br0" timeOffset="181409">11474 17430 1311 0,'0'0'1457'0,"0"0"-1008"0,0 0-149 15,0 0 22-15,0 0 5 0,0 0-63 16,0 0-97-16,0 0-41 0,-11 70-3 16,11-53-40-16,4-3-53 0,6 0-11 15,0-4 17-15,2-3-36 0,-1-2-3 16,1-5-55-16,2 0 55 0,-4-3 3 16,2-5 1-16,-1 0 30 0,-4-3 2 15,-2 0-14-15,-2-1 11 0,-3-1-2 16,0 1-2-16,0 2-26 0,-6-2 0 15,-3 1 3-15,-2 1-3 0,-1 1-3 16,-2 2-49-16,-1 4-6 0,0-1-31 0,0 4-70 16,-1 0-109-16,5 0-206 0,-1 0-231 15,4 0-509-15,3 0-393 0</inkml:trace>
  <inkml:trace contextRef="#ctx0" brushRef="#br0" timeOffset="181809.12">11656 17198 2100 0,'0'0'653'0,"0"0"-486"0,0 0-48 0,0 0 73 15,0 0 34-15,0 0-48 0,0 0-39 16,0 0-48-16,82 75-6 0,-67-54-44 16,0 1 15-16,1 1 17 0,-6 1 108 0,2 0 5 15,-4-5-97-15,-2 0-30 16,-3-3-4-16,0-5-9 0,-2-3-9 0,1-3-34 15,-2-2-3-15,0-3-15 0,0 0-10 16,0 0-39-16,0-3-7 0,0-1-12 16,0-1 2-16,0-3 55 0,1-3 26 15,5-2 0-15,4 1-15 0,1-1-10 0,3 1-18 16,4 4 2-16,1-1-6 0,0 2 19 16,1 4 13-16,0 1-4 0,-6 2 7 15,-2 0 12-15,-1 0 0 0,-3 2 40 16,-6 5 63-16,1-3 46 15,-1 4-35-15,-2-1-40 0,0 3-12 0,-5 0-4 16,0 1-24-16,-7 1-22 0,-2-3-12 0,-1 1-43 16,-2-3-74-16,1-3-43 0,2-2-32 15,1-2-30-15,0-1-80 16,6-8-238-16,2 1-587 0,5-8-262 0</inkml:trace>
  <inkml:trace contextRef="#ctx0" brushRef="#br0" timeOffset="182075.92">12255 17012 2579 0,'0'0'1001'0,"0"0"-843"0,0 0-60 0,0 0 77 16,0 0 58-16,0 0-112 0,-33 81-31 16,30-57 18-16,1-1-28 0,2-1-66 0,0-1-14 15,5-2-1-15,4-2-2 0,1-2-17 16,6-6 20-16,1 2 31 0,-1-6 24 15,4 1 6-15,-1-3-21 0,-1 0-6 16,1-1-9-16,-6 1-4 0,-1 0-9 16,-3 1-10-16,-1-2 1 0,-4 2 34 15,1 1 9-15,-5 0 30 0,0 4 68 16,0 3-144-16,-6 2 0 0,-7 4-202 16,-7 3-175-16,1-7-311 0,-19 19-1100 15</inkml:trace>
  <inkml:trace contextRef="#ctx0" brushRef="#br0" timeOffset="185059.64">9422 15741 1547 0,'0'0'422'0,"0"0"-344"0,0 0-52 16,0 0 10-16,0 0 145 0,0 0 33 15,0 0 8-15,0 0 0 0,0 0-49 0,0 0-42 16,0 0 3-16,13-11 38 0,-13 11 17 15,0 0-19-15,0 0-31 0,0 0-29 16,1 1-14-16,-1 2 16 0,2 0 27 16,-2 0 31-16,4 1 11 0,-3 1-22 15,1 2-36-15,1-1-44 0,0 0-24 16,-2 5-7-16,-1-3 1 0,0 6-34 0,0 3-15 16,0 3-33-16,0 3 30 15,0 2 2-15,0 0-12 0,0-1 12 16,0 0 0-16,0-2 1 0,0-2-2 0,0-3-1 15,0-4 3-15,0-5 19 0,0-3-19 16,4-1-6-16,1-3-40 0,5 1 3 16,1-1 19-16,4-1 24 0,5 0 12 15,1 0 6-15,0-3-15 0,2 0 0 16,-2-1 0-16,1-1 36 0,1-1-21 16,2 2 1-16,-2-3 2 0,1 2-21 0,-2-2-9 15,1 3-5-15,0-3 14 0,-4 2 18 16,1 0-18-16,-3 2-40 0,-5 0 38 15,-4 1 0-15,1 0-25 0,-3 2-1 0,-2 0 16 16,-1 0 10-16,0 0-28 0,-2 0-1 16,1 0-17-16,1 0-38 0,0 0-186 15,-3 0-34-15,0 0-57 0,0-3-107 16,0 2-148-16,0 1-204 0,-3 0-491 16</inkml:trace>
  <inkml:trace contextRef="#ctx0" brushRef="#br0" timeOffset="185341.81">9742 15838 1869 0,'0'0'638'16,"0"0"-329"-16,0 0-52 0,0 0 62 0,0 0-49 15,0 0-78-15,0 0-13 0,0 0 44 16,0 0 13-16,0 0-11 16,-2 23 14-16,2-5-98 0,0 5-44 0,-1 4-8 15,-2 3 2-15,2 1 15 0,-2 0-18 16,1-3-46-16,1 0-42 0,-2-4-3 16,3-5-66-16,0-3-110 0,0-4-59 15,0-2-86-15,3-4-236 0,0-3-730 16,1-1-985-16</inkml:trace>
  <inkml:trace contextRef="#ctx0" brushRef="#br0" timeOffset="196071.54">10804 15748 1117 0,'0'0'544'0,"0"0"-346"0,0 0-136 16,0 0 77-16,0 0 23 0,0 0-65 16,0 0-51-16,0 0-4 0,0 0 10 15,0 0 2-15,0 0 14 0,0 0-3 16,0 0-1-16,0-1 1 0,1 0 28 16,2-1 13-16,2-1 35 0,-1-1-36 15,2-2-41-15,4 0 0 0,-3-3-45 16,2-1 6-16,2 0-25 0,-1-1 3 15,0 3 13-15,2 1-16 0,-2 2-4 16,-1-1 4-16,0 3 0 0,-1 2 1 16,-1 0 12-16,-1 1 22 0,0 0 19 15,2 0 41-15,-2 4 6 0,1 0-6 0,1 0-42 16,-3 3-8-16,1-1-17 0,0 0-9 16,-3 2 21-16,-1 0 27 0,3 0-7 15,-4 3-17-15,1-1 10 0,-2 1 13 0,0 0-10 16,0-1-22-16,0 1 6 0,0-3-18 15,-3 2 24-15,-2-2-30 0,0 3 30 16,-1 0-9-16,-4-3-6 0,3 1 12 16,-2-1-12-16,2-2 0 0,0 1-4 15,1-4 16-15,1 3-15 0,3-3 6 16,-1 0 0-16,0-1-31 0,0-1 21 0,3 1 7 16,0-2-19-16,-2 0-11 15,2 0 2-15,0 0 9 0,0 2-12 16,0-2-3-16,0 0-12 0,0 0-16 0,0 0-39 15,0 0-10-15,0 0 9 16,0 0 7-16,0 0 5 0,2 0 3 0,4 2 56 16,-1 1 3-16,4-2 19 0,3 0-20 15,1 2 14-15,-1-1-4 0,2 3-12 16,3-3 0-16,-4 3-12 16,0-2 12-16,0 1-13 0,0 1 13 0,-2 1 12 15,-1-3-9-15,1 2-1 0,-2 1 0 0,2 0 22 16,-4-1-2-16,3 1-22 0,-4-4 1 15,-2 3 10-15,-1-1 23 0,0-1 0 16,0 2 15-16,0 2 13 0,0 0-4 16,-2 2-18-16,-1 0-3 0,1 1-7 15,-1-2 7-15,0 2-9 0,0-1-13 0,-2 0 31 16,-4-1-7-16,0 1-14 16,-1 0 11-16,-2 0-5 0,0-2-1 15,1-2-18-15,-3 1 7 0,0-4-7 16,-1 2 3-16,0-3-15 0,-3 0-18 0,-1-1 2 15,2 0 16-15,-3 0 3 0,4 0 15 16,-2 0-16-16,4 0 0 0,1 0-1 16,4 0 14-16,-1 0-15 0,4 1-3 15,0-1 1-15,1 2-19 0,2-2 6 0,0 0-10 16,0 0-17-16,0 0-16 0,0 0-3 16,0 0 9-16,0 0 3 0,0 0-3 15,0 0 18-15,0 0 16 0,0 0-1 16,0 0-8-16,0 2-7 0,0-2 15 15,0 0-2-15,0 1-1 0,0-1-2 16,0 0-4-16,0 0 4 0,2 0 11 16,-2 0 1-16,0 0-4 0,0 0-21 0,0 0-6 15,0 0 0-15,0 0 6 0,1 0-19 16,-1 0-31-16,2 0-175 0,-2 0-233 16,0 0-556-16,0 0-655 0,-5 0 900 0</inkml:trace>
  <inkml:trace contextRef="#ctx0" brushRef="#br0" timeOffset="198787.19">12516 15780 901 0,'0'0'602'15,"0"0"-276"-15,0 0-158 0,0 0-48 16,0 0 17-16,0 0-11 0,0 0-36 16,0 0-12-16,0 0-14 0,0 0-12 0,-12 4 9 15,12-4-3-15,0 0 7 16,0-3-1-16,0 1 10 0,0-4 15 0,0-1-21 16,3-3-8-16,2 0-34 15,1-3-26-15,3 0-7 0,2-3 7 0,-1 1 23 16,3-1-22-16,-3 1-1 0,1 3-32 15,-1 1 22-15,-2 3 7 0,-1 2 4 16,0 1-1-16,-4 3 29 0,1 0 6 16,-1 2-16-16,1 0-6 0,1 0 0 15,-2 0 19-15,4 0 12 0,-3 6 20 16,2 2 22-16,0 0-20 0,1 1-25 16,-1 3-15-16,1 1 8 15,0 2 1-15,-1 1-32 0,-2 1 25 0,1-2 7 0,-1 2-7 16,-3-3 4-16,0-1-1 0,-1 3 4 15,0-3 18-15,0 4-21 0,0-4-17 0,0 3 14 16,-1-2-7-16,0-1-3 0,-3-2-19 16,2 1 13-16,1-1 15 0,-2-1-13 15,0 0 1-15,0 2 21 0,0-1-2 16,0 1-14-16,2-1-2 0,-2-3 15 16,0 0 16-16,-1 0 18 0,1-1 56 15,0 0-26-15,0 1-45 0,2 0-38 16,-2 0-12-16,0-1 0 0,3-4 16 15,-2 0-19-15,2 0 0 0,0-3 0 16,0 0 20-16,0 0-20 0,0 0 0 16,0 0 19-16,0 0 21 0,0 0-4 15,0 1-20-15,0-1-4 0,0 0-10 16,0 0-2-16,0 0-15 0,5 2 2 16,2 1 13-16,3-2 25 0,1 2-24 0,0 0 0 15,0-3 1-15,1 2-2 0,1-2-15 16,2 0 9-16,2 0 6 0,3 0 3 0,0-2-3 15,-1 0-1 1,-1 1-21-16,-2-1-15 0,-5 2 4 0,0 0 5 0,-2 0-34 16,0 0-101-16,-1 0-104 0,-3 0-153 15,0 0-300-15,-1-2-709 0</inkml:trace>
  <inkml:trace contextRef="#ctx0" brushRef="#br0" timeOffset="199504.56">13930 15568 1843 0,'0'0'599'0,"0"0"-344"16,0 0-184-16,0 0 96 0,0 0 93 15,0 0 33-15,0 0-18 0,0 0 18 16,0 0-62-16,0 0-32 0,0 0-36 16,29 50-15-16,-24-31-19 0,2 3-19 15,1 2-22-15,-2 1-15 0,-1 2-30 16,4 1-19-16,-2 3-2 0,0 2-1 0,1-4-19 16,-3-2-2-16,2-2-1 0,-2-4-23 15,1-3-28-15,-1-6 3 0,0-2 7 16,-2-2-16-16,1-5-95 0,-3 0-87 0,1-3-131 15,-2 0-294-15,0-3-651 0,0-4-533 16</inkml:trace>
  <inkml:trace contextRef="#ctx0" brushRef="#br0" timeOffset="202270.87">5544 8449 923 0,'0'0'316'0,"0"0"-316"0,0 0-30 16,0 0-129-16,0 0-76 0,0 0 13 16,0 0-84-16</inkml:trace>
  <inkml:trace contextRef="#ctx0" brushRef="#br0" timeOffset="202654.23">8288 8292 1209 0,'0'0'0'16,"0"0"-518"-16,0 0 78 0</inkml:trace>
  <inkml:trace contextRef="#ctx0" brushRef="#br0" timeOffset="203403.67">14891 8412 3198 0,'0'0'0'16,"0"0"-308"-16,0 0-1094 0</inkml:trace>
  <inkml:trace contextRef="#ctx0" brushRef="#br0" timeOffset="-209893.23">4859 16061 2779 0,'0'0'545'16,"0"0"-231"-16,0 0-232 16,0 0-47-16,0 0 144 0,0 0 41 0,0 0-58 15,0 0-63-15,0 0-18 0,0 0-7 16,29 68-12-16,-19-39-10 0,0 4 25 16,3 6-22-16,2 2-27 0,-3 1-4 15,0 1 7-15,-3-1-6 0,1-3-10 16,-6-3-14-16,0-3 26 0,-2-3-26 15,-1-4-1-15,-1-4-21 0,0-7 19 0,0-6-13 16,0-8-25-16,0-1-46 0,2-10-22 16,-2-5 10-16,0-3 18 0,0-5 21 15,-3 1 56-15,-6-4-22 0,-2-5-56 16,-1-4 13-16,0-2 31 0,0-1-32 16,3 0 19-16,0 1-132 0,1 1 81 0,0 1 57 15,3 0 15-15,2 3 26 0,0 2 0 16,3 5-3-16,0 4 6 0,0 5 19 15,0 4 12-15,0 4 10 16,-2 2 10-16,1 1 5 0,1 3 42 0,0 1 12 16,0 1-14-16,0 0-9 0,0 0 12 15,-2 3 34-15,-3 4 9 0,-2 5-93 16,-5 6-49-16,-2 4-18 0,1 6-7 16,-3 1 13-16,0 4 12 0,0 0 23 0,2-2 21 15,1 0-42-15,3-3 9 0,1-5 10 16,2-3 16-16,1-6-25 0,5-5 1 15,-2-3 5-15,3-3-18 0,0-3-24 16,0 0-32-16,7 0 19 0,3 0 37 16,5 0 40-16,3-2-27 0,4-3-1 15,1-2 9-15,1-2-21 0,4-3 0 16,2-2 0-16,-1 0-1 0,-2-2-43 16,-2 3-72-16,-5 2-35 0,-3 4-10 0,-2 2-35 15,-1 3-77-15,-2 0-208 0,-1 2-265 16,-5 0-552-16</inkml:trace>
  <inkml:trace contextRef="#ctx0" brushRef="#br0" timeOffset="-209659.67">5345 15956 2277 0,'0'0'961'16,"0"0"-760"-16,0 0-118 0,0 0 122 16,0 0 13-16,0 0-76 0,0 0-68 0,16 75-36 15,-9-50-1-15,0 2-22 0,-1 0-15 16,0-1-13-16,-2-1-18 0,0 0-59 16,1-3-121-16,-2-1-54 0,1-4-110 15,-3-4-273-15,-1 5-806 0</inkml:trace>
  <inkml:trace contextRef="#ctx0" brushRef="#br0" timeOffset="-209275.82">5571 16501 1800 0,'0'0'429'0,"0"0"-397"16,0 0 68-16,0 0 85 0,0 0-37 16,0 0-80-16,0 0-4 0,0 0 4 15,0 0-27-15,0 0 11 0,0 0 31 16,1-59 51-16,-1 59-15 0,0 0-11 16,0 0 9-16,0 6 64 0,0-2-90 15,-1 4-38-15,-2 0-18 0,-1 1 28 0,2 1-7 16,1-2 5-16,1-1 17 15,0 0 18-15,0-2-12 0,0 0-19 16,0-2-3-16,0-1-6 0,0-2-31 0,3 0-13 16,0 0-10-16,1 0-2 0,0 0-3 15,1-3 3-15,1 0-3 0,-3-3-10 16,-1 0 11-16,1 0-10 0,-3 1-53 16,0-2-6-16,0 0-19 0,-3 2-44 0,-2 1-95 15,-3 0-144-15,4 4-339 0,-6 0-1039 16</inkml:trace>
  <inkml:trace contextRef="#ctx0" brushRef="#br0" timeOffset="-205542.69">5966 16187 1744 0,'0'0'1009'15,"0"0"-720"-15,0 0-65 0,0 0-55 16,0 0 21-16,0 0 47 0,0 0-32 15,0 0-31-15,0 0-31 0,22 8-34 16,-11-8-38-16,4 0-31 0,5-7 0 16,0 0-40-16,3-5-18 0,3-1-4 15,-2 0-12-15,1 1-15 0,-6 4-109 0,-1 0-57 16,-5 4-210-16,-1 3 19 0,-5 1-122 16,-4 2-128-16,0 4-154 0,-3 10-323 15</inkml:trace>
  <inkml:trace contextRef="#ctx0" brushRef="#br0" timeOffset="-205378.6">6162 16458 2591 0,'0'0'447'16,"0"0"-304"-16,0 0-142 0,0 0 17 16,0 0 59-16,0 0 12 0,0 0-13 15,0 0-76-15,0 0-41 0,79-12 22 16,-64 3-70-16,0 1-132 0,1-3-184 15,-3 3-258-15,5-8-757 0</inkml:trace>
  <inkml:trace contextRef="#ctx0" brushRef="#br0" timeOffset="-204963.91">6619 16177 1979 0,'0'0'583'0,"0"0"-486"0,0 0-97 15,0 0 0-15,0 0 42 0,0 0 131 16,0 0-35-16,0 0-13 0,0 0 38 16,72-67 9-16,-55 59-52 0,-1 0 20 15,1 3 17-15,-1 2-10 0,0 1-36 16,-3 2-18-16,0 0-9 0,-3 2-22 15,0 4-24-15,1 0-10 0,0 5-4 16,-1 2 16-16,-2 2-12 0,0 6 19 16,-4 2-1-16,-1 1-21 0,-3 2 5 15,0-3-11-15,0 0 15 0,-2-2 21 0,0-3-18 16,-3-1-7-16,4-3 16 0,-2-3-18 16,3-1-13-16,0-4 9 0,0-3-24 15,0 0-22-15,4 0-11 0,2 0-7 0,4-2 15 16,1-1 13-16,3 0-19 0,-2 0 1 15,1 0 27-15,2-1-21 0,-4-5-47 16,1 0-71-16,1-3-77 0,-3-2-79 16,2-1-219-16,-4 1-500 0,1-4-564 0</inkml:trace>
  <inkml:trace contextRef="#ctx0" brushRef="#br0" timeOffset="-204643.04">7169 16035 2910 0,'0'0'603'0,"0"0"-495"0,0 0-38 15,0 0 97-15,0 0 78 16,0 0-39-16,0 0-2 0,0 0-55 16,0 0-57-16,38 71-25 0,-32-47-11 0,-2 2-14 15,-1-1-5-15,1-4-6 0,-1-2-13 16,0-4-18-16,0-2-21 0,0-4-4 15,1-3-8-15,-1-2-16 0,3-1-19 16,2-1 19-16,-2-2 12 0,4 0 22 0,0-5-4 16,2-2 16-16,1 0 0 0,-1-5-12 15,2 0-1-15,0 0 13 0,0-1-18 16,1 3-20 0,-2-1-45-16,-3 4-35 15,3 1-37-15,-3 0-11 0,0 2-30 0,3 1 86 0,-1-3-337 0,-4 2-234 16,1-1-676-16,-5 2 223 0</inkml:trace>
  <inkml:trace contextRef="#ctx0" brushRef="#br0" timeOffset="-204441.58">7305 16054 2839 0,'0'0'646'0,"0"0"-358"0,0 0-18 0,0 0-13 15,0 0-19-15,14 80-56 0,-2-50-47 16,1 1-28-16,1 1-24 0,-2-3-49 16,2 0-34-16,-2-2-49 0,2-3-34 15,-1-1-104-15,3-2-10 0,-3-5-154 16,-3-6-700-16,0-3-859 0</inkml:trace>
  <inkml:trace contextRef="#ctx0" brushRef="#br0" timeOffset="-199861.56">16172 16635 378 0,'0'0'2212'0,"0"0"-1685"0,0 0-288 15,0 0-57-15,0 0 80 0,0 0 40 16,0 0-130-16,0 0-58 0,0 0-45 16,-1 88-14-16,4-59-2 0,3 2 18 15,0 3-13-15,2 1-24 0,-2 0 9 0,-1 1 0 16,1-4-23-16,0-1-20 0,-1-2-50 15,1-2-8-15,-1-4-87 0,1-4-149 16,2-1-161-16,-2-5-291 16,3 1-752-16</inkml:trace>
  <inkml:trace contextRef="#ctx0" brushRef="#br0" timeOffset="-199494.54">16509 16729 2538 0,'0'0'614'16,"0"0"-464"-16,0 0-96 0,0 0 64 15,0 0 6-15,0 0-58 0,0 0-37 16,-10 81-7-16,10-57 3 0,2 4 3 16,1 2 67-16,1-3 62 0,0-1-3 15,4-1-39-15,-1-6-37 0,0-2 6 0,3-7-75 16,1-5-9-16,4-2-2 15,2-3-1-15,2-8-35 0,3-7 8 16,-2-5 30-16,-4-3 4 0,-1-5-1 16,-3-1-2-16,-3-2 2 15,-6 4 19-15,-3 3-19 0,0 3 0 0,-8 4 31 0,-2 7 6 16,-6-1-3-16,0 3 16 0,-5 4-29 16,-1 4-4-16,2 0-20 0,-2 0-3 15,4 6 1-15,5 1-38 0,0 0-69 0,3 2-61 16,4-3-26-16,3-1-75 0,3-1-93 15,0-1-223-15,9 0-198 0,5-3-240 16,-2 0 435-16,11-10 98 0</inkml:trace>
  <inkml:trace contextRef="#ctx0" brushRef="#br0" timeOffset="-199188.11">16798 16659 241 0,'0'0'476'0,"0"0"-16"15,0 0-53-15,0 0-56 0,0 0-1 16,0 0 73-16,0 0 30 0,0 0-46 15,0 0-167-15,0 0-73 0,15 61-28 16,-17-37-33-16,0 5-7 0,1 0-6 16,1 2-28-16,0-2-28 0,7 1-9 15,2-6-26-15,3-4-2 0,2-4-31 0,3-7-6 16,2-4 37-16,1-5-31 0,1-1-6 16,1-12 1-16,1-8 36 0,0-4 6 15,-4-4-6-15,-3-5-1 16,-5 3-1-16,-2-1 1 15,-5 4-11-15,-4 0 11 0,0 3-1 0,-10 3-11 0,-1 3 10 16,-4 1 3-16,-4 5-1 0,1 3 1 16,0 5-3-16,-2 5-31 0,1 0-38 0,-2 6-84 15,2 5-80-15,2 2-93 16,2-1-146-16,7-4-283 0,2-2-706 0</inkml:trace>
  <inkml:trace contextRef="#ctx0" brushRef="#br0" timeOffset="-198878.73">17275 16313 2677 0,'0'0'708'0,"0"0"-460"0,0 0-84 0,0 0 34 15,0 0 6-15,0 0-73 0,0 0-41 16,23 67-4-16,-15-43-6 0,3 1-18 16,-2 0-43-16,0 1-17 0,-2 3-1 0,-1-1-1 15,3-1-93-15,-6-1-96 0,-1-1-50 16,1-4-104-16,0-5-292 0,2 8-728 0</inkml:trace>
  <inkml:trace contextRef="#ctx0" brushRef="#br0" timeOffset="-198492.76">17442 16931 973 0,'0'0'234'0,"0"0"-218"0,0 0 157 15,0 0 39-15,0 0-17 0,0 0-30 16,0 0 17-16,0 0 35 0,0 0-43 0,0 0-54 16,0 0-27-16,44-22-19 0,-39 17 0 15,1-2-13-15,-2-4 32 0,0 2 3 16,0 0-19-16,-2 2-20 0,-2 1 33 15,0 2 2-15,0 2 41 0,0 2 38 16,-6 0-2-16,2 0-81 0,0 0-55 16,-2 0-5-16,1 3-16 0,1 6-11 15,3-3 15-15,-2 0 34 0,3 1-13 0,0-2-28 16,0 0-9-16,0-2-40 16,0-3-25-16,1 2-27 0,5-2 16 0,0 0 29 15,3-5 22-15,-2-4 3 0,3-2-19 16,-3 2 0-16,-1-4-101 0,-2-1-124 15,-1 4-205-15,-3 1-168 0,0 4-468 16,-1 4-26-16</inkml:trace>
  <inkml:trace contextRef="#ctx0" brushRef="#br0" timeOffset="-198080.86">16555 17601 3086 0,'0'0'598'0,"0"0"-518"0,0 0-78 16,0 0 21-16,0 0 119 0,0 0 34 16,97-28-20-16,-55 16-38 0,10-7-40 0,0-3-35 15,8-3-3-15,2-3 0 0,7-3-40 16,-3-3-27-16,-2 2-20 0,-5 4 23 15,-11 2-100-15,-8 7-85 0,-11 6 5 16,-13 5-4-16,-6 5-48 16,-3 3-47-16,-4 0-27 0,-2 0-60 0,1 0-152 15,-2 4-517-15</inkml:trace>
  <inkml:trace contextRef="#ctx0" brushRef="#br0" timeOffset="-197811.54">16684 17694 3014 0,'0'0'552'0,"0"0"-552"16,0 0 48-16,0 0-48 0,0 0 123 15,84-21 6-15,-44 6 15 0,3-3-36 16,4-1-27-16,0 0-16 0,2 0-3 16,-2-2-49-16,1 1-13 0,-5 0-2 15,-1 0-35-15,-5-1-10 0,-4 1-170 16,-4 0-90-16,-4 2-160 0,-9 5-275 16,-2-1-736-16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28:18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23031 3418 2925 0,'0'0'403'0,"0"0"-403"0,0 0 0 16,0 0 0-16,0 0 140 0,0 0 116 15,0 0 43-15,0 0-111 0,0 0-66 16,11 67-73-16,-5-49 1 0,1 2 12 16,-1 7 9-16,-2 0-3 15,-1 5 9-15,-3 0-28 0,0 0-18 0,0-3-10 16,0 1-20-16,0-2-1 0,-1-4-2 16,-2-2-13-16,1-1-1 0,-1-6-39 15,2-3-114-15,1-2-104 0,0-4-242 16,0-2-219-16,0-2-340 0,0-2-131 0</inkml:trace>
  <inkml:trace contextRef="#ctx0" brushRef="#br0" timeOffset="466.06">23188 3551 463 0,'0'0'1160'0,"0"0"-757"0,0 0-225 0,0 0-36 0,0 0 65 16,0 0-26-16,0 0-85 0,0 0 17 15,0 0 28-15,0 0 16 0,8 75-30 16,-5-55 0-16,2 1-6 0,0 1 2 16,0 2 16-16,-1-3-5 0,-1-3-51 15,0 3-58-15,-2-6-6 0,2-2-7 16,-1-3 0-16,-1-4-12 0,1 0-4 0,-2-6 2 15,1 0 2-15,-1 0 2 0,0 0 30 16,1 0-8-16,-1-3-24 0,0-4-49 16,0-3 2-16,0-8-23 0,0-1 4 15,3-5 13-15,1 0-54 0,2 2 25 16,3 2 6-16,2 3 29 0,-1 3 6 0,2 3 6 16,1 0 0-16,-1 4 6 0,-1 1 7 15,2 3 22-15,-3 1 10 0,-1 2 60 16,-1 2 31-16,0 4 101 0,-1 2-23 15,0 5-78-15,2 1-17 0,-2 4-15 16,0 1-20-16,-1 0-8 0,1 0-20 16,-3 0 4-16,2 0-25 0,-2-4-2 0,1 0 1 15,-2-3-14-15,1-4-4 16,0-2-99-16,0 0-133 0,-1-6-117 16,2 0-202-16,-1 0-243 0,-1-3-408 15</inkml:trace>
  <inkml:trace contextRef="#ctx0" brushRef="#br0" timeOffset="739.71">23626 3589 307 0,'0'0'2008'16,"0"0"-1521"-16,0 0-303 0,0 0-37 16,0 0 80-16,0 0-43 0,0 0-95 15,0 0-45-15,0 0-41 0,0 0 10 16,-10 56 3-16,5-35 65 0,1 1 39 0,0-3 21 15,2 0-43-15,1-1-51 0,1-1-29 16,0-3-5-16,0-1-10 0,1-5 0 16,5 0-3-16,-2-1-1 15,2-4-21-15,1-2-28 0,2-1-21 0,2-1-109 16,0-7 57-16,3-4 48 0,-1-5-74 16,0-1-83-16,3-7-72 0,-3 0-159 15,1-2-130-15,-4-3-151 16,-1 7 89-16,2-11 84 0</inkml:trace>
  <inkml:trace contextRef="#ctx0" brushRef="#br0" timeOffset="1169.09">23802 3438 85 0,'0'0'776'0,"0"0"-203"0,0 0-63 16,0 0-88-16,0 0-22 0,0 0-44 15,0 0-49-15,0 0-108 0,0 0-79 16,0 0-120-16,0-1-12 0,0 12-13 16,0 4 25-16,2 6 21 0,1 1 13 0,2 2-12 15,-2 3 26-15,1-2 33 0,1 0-9 16,0-1-28-16,-1-3 1 0,2-2-29 15,-1-1-16-15,2-5 0 0,0-1-3 16,0-3-10-16,0-2-6 0,1-3-7 16,0-4-24-16,-2 0-66 0,0 0-57 15,-1-4 90-15,3-3 61 0,0-3-25 16,1-1-1-16,0-5-6 0,2 0-6 16,1-2-45-16,-1 2 25 15,-1 1-13-15,0 6 42 0,-4 1 48 0,0 4-13 16,-2 4 5-16,-1 0 11 0,-2 0 45 15,2 1 48-15,0 5 92 0,3 4-23 16,0 1-39-16,2 2-21 0,-2 0-24 0,3 0-43 16,-2 2-13-16,4-3-9 0,-2 0-13 15,3-5 3-15,-1 0 0 0,2-4 16 16,-1-1 0-16,2-2 18 0,-4 0 45 0,3-7-31 16,-4-2-17-16,0-2 10 0,0-3 6 15,-1-3-16-15,1 0-15 16,-5-2-4-16,0-2-15 0,-1 0-19 0,1 1-53 15,-1 2-44-15,-1 1-1 0,0 2-59 16,1 2-32-16,0 3-65 0,2-1-134 16,-1 2-209-16,3 4-160 0,0-3-266 0</inkml:trace>
  <inkml:trace contextRef="#ctx0" brushRef="#br0" timeOffset="1568.44">24459 3346 2553 0,'0'0'502'0,"0"0"-310"16,0 0-65-16,0 0 115 0,0 0-2 16,0 0-87-16,0 0-83 0,0 0-29 15,-77 60-26-15,68-39 10 0,-2 4 28 16,5 0 22-16,2 0 9 0,1 0-7 0,3-6-27 16,0 0-35-16,0-3-15 0,4-4-26 15,1-4-2-15,2-2-3 0,1-4-44 16,1-2-40-16,0 0-37 0,4-11 100 15,1-3-13-15,2-5-20 0,0-7-10 16,-1-3-21-16,-1-4-46 0,-4-2 0 16,-3-5-7-16,0 2-52 0,-4-3-1 15,0 3 106-15,-3 4 100 0,0 7 16 16,0 10 113-16,0 8 170 0,0 7 30 0,0 2-68 16,0 0-55-16,-3 5-52 15,2 3-47-15,-4 2-61 0,0 6-30 16,-1 8 0-16,2 5 47 0,1 4 22 0,0 1 37 15,1 2 46-15,2-2-19 0,0-3-55 16,5-2-26-16,2-3-52 0,4-3-2 16,-2-5-20-16,3-3-11 0,1-3-113 15,-2-3-71-15,1-8-65 0,2-1-138 0,-2-1-196 16,-1-3-104-16,-1-9-540 0</inkml:trace>
  <inkml:trace contextRef="#ctx0" brushRef="#br0" timeOffset="2214.76">24686 3535 1380 0,'0'0'595'0,"0"0"-365"0,0 0-10 16,0 0 93-16,0 0-65 0,0 0-66 0,0 0-35 15,91-28-32-15,-69 13-55 0,2-4-39 16,1-1-21-16,-5-1-3 0,-1 2-10 16,-4 1-6-16,-6 1 19 0,-6 3 3 15,-1 4 55-15,-2 1 27 0,0 4-3 16,-5 3 51-16,-1 0 58 0,-3 2-18 15,-2 2-73-15,-2 5-91 0,-1 7-9 16,-2 3-15-16,-1 5 15 0,1 5 31 0,0 0 35 16,4 3 8-16,3-3-3 15,4-2-15-15,5-2-16 0,0-4-37 0,5-3 18 16,6-3-21-16,4-4-46 0,3-4-31 16,7-4-6-16,2-1 39 0,9-6-24 15,3-8-57-15,3-5 19 0,2-5-177 0,0-1-125 16,-5 0-68-16,-6 2-72 0,-3 0-94 15,-5 1-3-15,-4 4 114 16,-8-1 195-16,0 5 336 0,-7 2 104 0,-3 3 281 16,-3 2 192-16,0 6 41 0,-5-1-96 15,-2 2-58-15,-1 0-64 16,0 5-64-16,1 2-153 0,1 1-92 0,0 4-34 16,1 1-7-16,2 2 26 0,3 0-10 15,0-1-7-15,0 0-28 0,6-6-15 16,2-1-14-16,1-2-2 0,0-1-12 15,1-4-19-15,0 0 28 0,0-7-16 0,4-2 18 16,-1-5 1-16,3-3 3 0,-1-4-3 16,0-5-1-16,-2-1-17 0,-2-4-32 15,-2-3-51-15,-1-1 4 0,-4-4 15 0,-2-1-9 16,-1 0 43-16,-1 4 33 0,0 6 15 16,0 10 37-16,-3 7 133 0,-1 8 35 15,-1 4-21-15,1 1 5 0,1 0 11 16,-2 3-86-16,0 7-65 15,-2 2-49-15,-3 9-8 0,-1 7 8 0,0 5 31 16,5 6 30-16,4 0-21 0,2 0 2 16,0-2-2-16,7-1-34 0,2-3-6 15,5-6-30-15,0-2-4 16,3-4-140-16,3-6-119 0,1-5-145 0,3-4-336 16,-6-4-750-16,12-4-275 0</inkml:trace>
  <inkml:trace contextRef="#ctx0" brushRef="#br0" timeOffset="2760.84">25979 3378 3022 0,'0'0'269'0,"0"0"-269"15,0 0-119-15,0 0 119 0,0 0 58 16,0 0-4-16,84-26 29 0,-67 15-32 15,-1-2-51-15,-3 1-40 0,-4-2 40 16,-4 0 41-16,-3 0 73 0,-2-3-19 0,0 2-57 16,-2-1 7-16,-5 1 43 15,-2 2 9-15,-2 4-2 0,2 4 59 16,-2 1-1-16,-1 4-57 0,1 0-57 16,0 4-39-16,-3 4-1 0,4 7-11 0,-4 1-1 15,2 6 13-15,3 3 17 0,1 3 20 16,5-2 6-16,3 1-3 0,0-3-12 15,7-1 15-15,6-4-6 0,4-4-37 16,2-3-63-16,4-5-8 0,3-6-35 0,1-1 10 16,-2-4-72-16,1-9-71 0,-3-2-95 15,-1-3-20-15,-5-2-24 0,-1-3-51 16,-3 2-41-16,-2-1 19 0,-4 0 164 16,1 4 222-16,-4 4 65 0,-1 3 147 15,-1 6 201-15,-1 5 68 0,-1 0 1 16,0 2-97-16,0 7-67 0,0 3-86 15,0 1-65-15,0 5 19 0,5 1-7 0,1 0 10 16,0-2-20-16,4-1 25 16,0-1 35-16,0-3 4 0,-1-4-112 0,-2-3-37 15,2-3-4-15,-3-2 10 0,1-2 0 16,2-7 6-16,2 1-15 0,2-9 5 16,1-1-18-16,-2-6-3 0,2 1-3 15,-2-1-25-15,-3 0-37 0,-1 4-47 16,-1 3-47-16,1 3-42 0,-3 2-64 15,1 5-60-15,-3 2-332 0,1 3-531 0,-1 2-97 0</inkml:trace>
  <inkml:trace contextRef="#ctx0" brushRef="#br0" timeOffset="3584.51">26603 3317 1281 0,'0'0'485'0,"0"0"-138"0,0 0 0 15,0 0-31-15,0 0-56 0,78-32-27 16,-62 17-64-16,-3 0-55 0,-2-1-53 15,-2 0-30-15,-5 2-15 0,-2 0 31 0,-2 1 29 16,-2 2 3-16,-5 3-4 0,-2 1 32 16,-2 3 31-16,-1 1-4 0,-2 3-44 15,1 0-34-15,-3 5-53 0,3 4-1 0,-1 3-1 16,-1 4 2-16,4 3 10 16,1 2 21-16,3 0-16 0,4 1-15 15,3 0-2-15,0-1 2 0,7-3 13 16,7-2-16-16,2-7 0 0,3 2-37 0,0-6-47 15,4-3 25-15,1-2 28 0,2 0-99 16,-3-7 8-16,2-4-39 0,-1-1-15 16,2-4-20-16,0 0-20 0,1-2-81 15,-1-1-89-15,-1 2-11 0,-2 1-129 16,-3 4-50-16,-4 2 309 0,-5 5 203 16,-5 2 64-16,-4 3 101 0,-2 1 267 0,0 6 152 15,0 1-20-15,0 2-122 0,0 3-76 16,-2 1-78-16,2 2-11 0,-1-3-13 15,-1 2-23-15,2-4-64 0,0 0-44 16,0-4-12-16,0-1-19 0,0-2 2 16,0-4-15-16,0 0-9 0,0 0-16 0,2-4-22 15,2-3-59-15,5-3-11 16,-2-4 36-16,6-2-32 0,0-3 31 16,4 1-41-16,-1-1-22 0,1 1-23 0,1 2 32 15,-1 3 37-15,3 4 29 0,2 4 20 16,-1 0 25-16,1 3 41 0,-3 2 39 15,-2 0-6-15,-4 5 24 0,1 2-3 16,-2 2 7-16,-1 2-23 0,1 1 18 16,-2 5 1-16,3 0 28 0,-1 2-23 0,2 2-44 15,-1 3-30-15,0-2-1 0,1 1 21 16,0-1-11-16,0 1-23 0,-1-5-15 16,-2-1 0-16,-1-4 0 0,-4-3-2 15,0-2-60-15,-3-1-41 0,-3-4-12 16,4 1 29-16,-4 0 27 0,0-1-17 15,1 3 1-15,-1-1 27 0,0 2 27 0,0 0 20 16,0 2-13-16,0 3 11 0,0 1-13 16,2 2-10-16,-2-1 26 15,0 2 15-15,0 0-2 0,0-1-1 0,-3-1 17 16,-4 0 15-16,1-3 9 0,0-4 54 16,-1 0-16-16,0-3 7 0,4-2-10 15,-1-2-26-15,-1 0-6 0,1-1-10 16,1-9-12-16,2-2-34 0,-1-3-90 15,1-10 25-15,1-4 46 0,1-9 19 0,11-6 3 16,2-4-3-16,5-2 0 0,6 3-13 16,2 3 1-16,3 5-16 0,2 10-44 15,1 4 12-15,3 7-10 0,-1 5-68 16,3 4-38-16,0 0-84 0,-11 3-184 16,8-2-988-16</inkml:trace>
  <inkml:trace contextRef="#ctx0" brushRef="#br0" timeOffset="4381.2">28246 2983 3041 0,'0'0'460'0,"0"0"-375"16,0 0-69-16,0 0 98 16,0 0 56-16,2 92-26 0,4-63-52 0,2 4-42 15,2-1-32-15,2-3-18 0,0 2-7 16,0-3 7-16,2-3 38 0,-2-5-38 15,0-3-3-15,-1-4-10 0,-2-5-9 16,-2-3-3-16,1-5 22 0,-2 0 3 16,0-3 19-16,1-3 18 0,-1-6 29 0,4-3-13 15,-3-5-19-15,1 0-33 16,-1-5-1-16,3-2-3 0,-1 2-50 16,-1-1 25-16,2 2 3 0,0-1-3 0,1 3-47 15,0 2-45-15,-2 2-27 0,-2 3-61 16,-1 4-135-16,-2 4-179 0,-1 4-192 0,0 3-527 15</inkml:trace>
  <inkml:trace contextRef="#ctx0" brushRef="#br0" timeOffset="4897.39">28635 3180 1243 0,'0'0'303'0,"0"0"103"15,0 0-46-15,0 0 18 0,0 0-25 16,0 0-62-16,92-7 8 0,-67-5-104 15,-2-5-78-15,0 2-49 0,-3-1-64 16,-7-1-4-16,-4 4 0 0,-4 1 28 0,-3 4 51 16,-2-1-20-16,-3-1 4 0,-7 1-17 15,1 0-2-15,-1 4-4 0,-1 1-12 16,-1 4 19-16,2 0-26 0,0 3-18 16,-1 4-3-16,-2 5-46 0,1 3-4 0,0 2 22 15,1 6 28-15,5 0 22 16,2-1 15-16,4 0-35 15,3 1 17-15,7-5 15 0,6-1 9 0,2-2-21 0,4-4-22 16,4-4-19-16,3-4-33 16,1-3-41-16,3-4-60 0,-1-8-66 15,1-6 49-15,-1-2-54 0,-5-2-88 0,-1-3-20 16,-6 1 20-16,-4 1-15 0,-3 3 84 16,-3 3 91-16,-4 4 109 0,0 7 43 15,-5 3 195-15,1 3 71 0,-1 0-98 0,1 6-58 16,2 4-59-16,0 3 52 15,3 4 49-15,2 2-40 0,1 0 54 0,0 1-22 16,-1-2-33-16,2-3-16 0,-3-2-6 16,-3-1 6-16,1-5-10 0,-3-1 0 15,-1-3 0-15,-1-3-32 0,-1 0-5 16,0 0 5-16,0-3 6 0,0-5 16 16,0-3-75-16,0-4-84 0,-3-3-54 0,0-4 9 15,2-1 41-15,1-1-60 0,0 4-7 16,0-3-1-16,9 2-32 0,3 0-133 15,4-1-91-15,7-2-175 0,-6 8-168 16,18-8 45-16</inkml:trace>
  <inkml:trace contextRef="#ctx0" brushRef="#br0" timeOffset="5065.39">29504 2803 205 0,'0'0'366'0,"0"0"-18"0,0 0-9 16,0 0 71-16,0 0-33 0,0 0 18 16,0 0-56-16,0 0-34 0,0 0-40 15,0 0-74-15,32-32-61 0,-32 38-89 16,0 4-38-16,0 5 38 0,0 6 31 15,0 4-31-15,0 4 9 0,1 4 1 16,4 1 21-16,1-1-18 0,2 0-33 16,1-2-21-16,1-2-16 0,1-5-12 15,0-2-80-15,-1-6-165 0,-2-4-217 16,-2-5-311-16,-6-5-583 0</inkml:trace>
  <inkml:trace contextRef="#ctx0" brushRef="#br0" timeOffset="5459.88">29592 3014 2040 0,'0'0'524'0,"0"0"-340"0,0 0-75 0,0 0-47 16,0 0-60-16,0 0 109 0,0 0 61 15,0 0-50-15,98-7-59 0,-69 2-44 16,0-2 0-16,1 0-3 0,-1-3-16 16,-2 1 0-16,-1-3-28 0,-4 3-7 15,1-1 22-15,-6-1 10 0,-4 3-35 16,-4-3-7-16,-1 4 42 0,-3-2 0 15,-2-1-29-15,-2-3 6 0,2-2-22 16,-3 2-19-16,0-2 67 0,0 5 7 16,0 4 95-16,0 2 6 0,0 2-12 15,-3 1 28-15,-3 1 2 0,-2 0 4 0,1 0-4 16,-2 1 25-16,0 5-98 0,-4 1-19 16,2 5-18-16,-2 1 31 0,1 3 31 0,5 2 18 15,1 1-9-15,1-1-16 0,3 1 0 16,2 0 21-16,0 0 31 0,10-1 8 15,0-2-79-15,2-1-21 0,2-5-13 16,2 0-18-16,1-5-28 16,3-3-12-16,-1-2-18 0,1 0-123 0,2-4-1 15,-2-5 3-15,3-3-82 0,0-1-192 16,1-4-94-16,-6 4-617 16,9-11-763-16</inkml:trace>
  <inkml:trace contextRef="#ctx0" brushRef="#br0" timeOffset="5620.05">30291 2798 2842 0,'0'0'394'0,"0"0"-359"16,0 0-3-16,0 0 207 0,0 0 86 15,49 68-17-15,-29-46-72 0,2 0-87 16,1 1-66-16,3-1-34 0,1-1-36 0,1-2-13 16,-1-4-2-16,-3-4-29 0,-2-1-114 15,-3-5-97-15,-3-5-68 0,-2 0-163 16,-5-3-504-16,0-11-262 0</inkml:trace>
  <inkml:trace contextRef="#ctx0" brushRef="#br0" timeOffset="5789.6">30575 2792 3599 0,'0'0'444'0,"0"0"-337"15,0 0 24-15,-43 66 145 0,31-33 68 0,-1 3-60 16,0 4-40-16,5 0-84 0,2-3-84 15,1-3-76-15,1-4-61 0,3-4-39 16,-2-6-91-16,2-3-105 0,-4-4-245 16,1-6-726-16,-8-6-1103 0</inkml:trace>
  <inkml:trace contextRef="#ctx0" brushRef="#br0" timeOffset="6900.19">23284 4551 1349 0,'0'0'797'16,"0"0"-422"-16,0 0-275 0,0 0 3 0,0 0 77 16,0 0-32-16,0 0-11 0,81-65-63 15,-65 47-33-15,1 1-2 0,-7 0-8 16,0 0 24-16,-4 3 37 0,-3 0 25 15,-3 3 9-15,0 1-3 0,-5 2-19 16,-4 2-13-16,-3 3-25 0,-4 1-41 16,-3 2-25-16,-2 0 0 0,-5 8-22 15,0 5 10-15,-3 3-48 0,6 5 28 16,0 4 16-16,3 2-8 0,5 2 24 0,5 0 38 16,5 2-3-16,5-3-3 0,1 1 11 15,10-3 4-15,4-3-6 0,6-2 24 16,4-7-65-16,5-5 0 0,3-5-16 15,2-4 1-15,0 0-13 0,-1-12-13 16,-4 0-102-16,-1-7-40 0,-3-4 44 0,-3-2-85 16,-7-1-79-16,-2-2-123 15,-5 3 9-15,-4 0 41 0,-3 2 78 16,0-1 122-16,-2 3 176 0,0 3 10 0,0 4 126 16,0 5 82-16,-2 3 58 15,2 3-11-15,-1 3-22 0,1 0-50 0,0 3-4 16,0 3-80-16,0 3-80 0,0 5 66 15,6 3 14-15,1 2 8 0,6 2 10 16,-1 1-26-16,0-2-19 0,4 2-19 16,0-1-29-16,-1-3 51 0,0-1-47 0,1-4-22 15,-2-2-16-15,-2-4-1 0,-2-2-1 16,-3-4 2-16,-1-1 13 0,1 0 18 16,-2-6 35-16,2-6 99 0,1-2-35 15,1-5-34-15,0-6-66 0,-2 0-19 16,0-5-11-16,-1 4-81 0,-3 1-11 15,0 4-20-15,-2 2-13 0,-1 8-35 16,2 1-60-16,-2 6-160 0,1 1-327 0,-1 2-799 16</inkml:trace>
  <inkml:trace contextRef="#ctx0" brushRef="#br0" timeOffset="7782.08">23992 4546 1953 0,'0'0'179'15,"0"0"-8"-15,0 0 165 16,0 0 2-16,0 0-130 0,0 0-93 0,66-69-16 16,-57 51-39-16,-1 0-34 0,-3 0-7 15,-4 2 25-15,-1 1 13 0,-3 1 25 16,-3 3-22-16,-5 3 19 0,2 1-28 16,-1 4 18-16,2 3 15 0,1 0 42 15,-1 3-95-15,2 4-31 0,2 4-46 16,-3 1-4-16,4 4 18 0,0-1 3 0,3 4 17 15,0 0 12-15,6-3 8 16,4 1-8-16,2-3 0 16,3-1 14-16,3-2-13 0,2-5-1 0,-1-2-15 15,1-2-23-15,0-2-71 0,-1 0-71 0,-2-7-39 16,-1-1-10-16,-2 0-43 0,-2 0 28 16,-5 0-30-16,3-1 21 0,-4 2 20 15,-2 1 41-15,1 3-3 0,-4-1 78 0,2 3 97 16,-2 0 20-16,-1 1 43 0,0 0 136 15,0 1 64-15,0 1-48 0,0 3-72 16,0-1-29-16,0-1 52 0,0 2-14 16,3 0-13-16,-2 1-13 0,1-1-3 15,-2-2-10-15,1 3-13 0,1-4-22 16,-2 0-4-16,0-1 23 0,0 0 38 16,0-1 24-16,0 0-28 0,0 0-51 15,1-1-28-15,-1-3-32 0,3-3-48 0,0 0-56 16,4-4 41-16,1-1-4 0,4-2-35 15,0-3-3-15,2 4 22 0,1 1 16 16,-1 2 54-16,-1 1-13 0,3 3 23 16,-4 0-13-16,-1 2 16 0,-1 2 13 0,0 0 9 15,-1 2 20-15,1 0-4 0,-3 4 33 16,2 0 15-16,-2 4-23 16,5 1-28-16,-2 1-15 0,0 3 2 0,1 2 3 15,1 0 4-15,-3 2-7 0,2-1-6 16,-4 2 6-16,4-1-3 0,1-2-3 15,-2 3 47-15,2-5-14 0,2-4-49 16,-2-2-23-16,2-5 11 0,-2-2-7 16,1 0-38-16,-2-2-38 0,-2 0 22 15,2-5-32-15,1 0-10 0,-2 1 25 0,1-1 55 16,-2 3 3-16,-3 1-93 0,1 3 19 16,-4 0-3-16,1 7 22 0,1 3 87 15,-1 7 132-15,2 2-77 0,-2 4-39 16,1 3 6-16,0 0-6 0,-3 2 16 15,-2-2 29-15,0 2 0 0,-6-3 80 16,-3-1 19-16,-1-2 18 0,-3-5 15 16,3-4-14-16,3-4-41 0,1-3-21 0,2-5 4 15,4-1-40-15,0-1-16 0,0-8-65 16,0-2-28-16,0-7-9 16,7-6 22-16,0-6 2 0,5-5 12 0,2-1 1 15,2 1 1-15,3-2 1 16,-3 3-2-16,2 3-2 0,-2 5-13 0,-3 4-19 0,-1 4-1 15,-2 4 7-15,-3 3-15 16,-4 4-127-16,-2 1-135 0,-1-1-210 0,0 3-637 16,-7 2-872-16</inkml:trace>
  <inkml:trace contextRef="#ctx0" brushRef="#br0" timeOffset="10149.71">25463 4428 1994 0,'0'0'486'0,"0"0"-354"15,0 0-112-15,0 0 93 0,0 0-7 16,0 0-36-16,0 0-15 0,0 0-10 16,0 0-23-16,0 0 14 0,71-50-1 15,-61 40 10-15,3 1 6 0,-6-1-19 16,3 0-4-16,-3-1 17 0,-1 0 6 16,-3-1-13-16,0 2 10 0,-2 0-10 15,-1 1 3-15,0 0-3 0,0 5 3 16,0-2 16-16,0 4 13 0,-4 1-10 0,1 1 6 15,-3 0 25-15,-1 0 17 16,-3 3 10-16,1 1-93 0,-2 2 25 0,1 5 3 16,-2 0-35-16,2 2-5 0,3 1 12 15,1 4-10-15,2 0 10 0,1 1-3 16,3 2 3-16,0 0 9 0,3-2-19 0,4-3-15 16,2 0 1-16,2-4-1 0,4-3-1 15,2-2-21-15,1-3-2 0,4-4-23 16,3 0-58-16,1-8-76 0,1-3 55 15,-1-5-53-15,-1 2-103 0,-4-3-138 16,-1 0-185-16,-5 5-160 0,-2-7-306 16</inkml:trace>
  <inkml:trace contextRef="#ctx0" brushRef="#br0" timeOffset="10513.74">25842 4254 2063 0,'0'0'441'16,"0"0"-212"-16,0 0-101 0,0 0 62 15,0 0 30-15,-40 81-9 0,37-64-37 16,3-1-26-16,0-2-50 0,0-1-54 16,4-1 9-16,2-3 4 0,0-4-38 15,1-1-6-15,3-4-13 0,-1 0-1 0,1-2-20 16,4-10 21-16,1 0 1 0,2-7-1 16,1-2-20-16,0-6-18 0,2-2-37 15,-4-3-16-15,-2 0 0 0,-3 0-4 16,-4 3 3-16,-6 4 48 0,-1 1 44 15,0 8 60-15,-4 4 25 0,-2 3 29 16,2 9 2-16,-4 0 26 0,0 0-20 0,2 2-53 16,-1 6-19-16,-2 3-50 0,1 4-3 15,2 3 1-15,0 3-1 16,3 3 0-16,3 0-7 0,0 0 10 0,0 0 0 16,6-3-17-16,4-2-11 0,3-2 3 15,0-3 7-15,4-3-76 0,2-3-23 16,1-5-68-16,3-3-116 0,2-3-101 15,0-6-51-15,2-3-178 0,-7 0-520 16</inkml:trace>
  <inkml:trace contextRef="#ctx0" brushRef="#br0" timeOffset="11162.18">26243 4154 1709 0,'0'0'607'0,"0"0"-300"0,0 0-94 15,0 0-24-15,0 0 54 0,-52 75 6 0,48-56-56 16,1 0-58-16,1-4-53 0,2-1-10 15,0-3-47-15,2-2-3 0,2-4-19 16,3 0-3-16,-1-3-33 0,4-2-14 16,1 0-26-16,4-8 73 0,1-3 2 15,3-2-2-15,-1-1-16 0,-2 1 2 16,0 1 14-16,-3 3 2 0,1 3-2 16,-2 0-19-16,-2 6 4 0,0 0-1 15,0 0-22-15,-1 5 38 0,2 7 35 16,1 4 69-16,-2 5-32 0,2 3-35 15,-4 3 5-15,1 5 11 0,-3 2-25 0,-1 1 3 16,-2 5 4-16,0 0 46 0,-3-2-16 16,0 0-9-16,0-5-10 0,-4-3-9 15,-6-3-15-15,1-4 2 0,2-5-5 16,0-6 3-16,1-5-10 0,3-6 10 16,2-1-22-16,-1-2-25 0,2-9-80 0,-1-5-35 15,1-6 4-15,0-6 64 0,0-7 25 16,6-2 0-16,2-1 12 0,2 2-19 15,-1 3 11-15,5 2 8 0,-2 3 22 16,0 6 11-16,2 1 0 0,-1 2-9 16,1 1 11-16,1 1 2 0,-1 3-1 15,-2 2 15-15,2-2-4 16,-4 3-12-16,0-2 3 0,0-1 10 0,-1 3-1 16,-5 1-8-16,1 1 21 0,-4 1 28 15,-1 2 23-15,0 0-13 0,0 0-1 16,0 0 0-16,-6 2-15 0,3-2-10 0,-3 3-18 15,2 0 9-15,-3 1-4 0,3 1 4 16,1 1 6-16,-1 0-6 0,-1 0 9 16,2 0-6-16,0 2-9 0,0 1-1 15,-1 0 35-15,0 2-22 0,1 2-1 0,0 4 20 16,0-1 17-16,2 4 37 0,-1 0 10 16,2 0-47-16,0 1-15 0,0-3-22 15,3 2-2-15,3-3-4 0,5 1-8 16,-2-3-19-16,4 0-12 0,3-2-31 15,0-2-60-15,1-4-53 0,2-1-43 16,3-1-50-16,1-8-248 0,-6 0-712 16,6-13-855-16</inkml:trace>
  <inkml:trace contextRef="#ctx0" brushRef="#br0" timeOffset="12246.29">27644 4084 737 0,'0'0'1041'0,"0"0"-765"0,0 0-121 15,0 0 33-15,0 0 99 0,0 0 32 16,0 0-57-16,0 0-39 0,0 0-36 16,0 0-20-16,0 0-1 0,-19-11 26 0,13 11-40 15,0 3-34-15,-5 3-78 0,1 4-17 16,-2 4-21-16,1 1 8 0,-1 3 21 16,5 2 0-16,0-1-30 0,1-2-1 15,6-3-15-15,0-2-10 0,0-1-21 16,3-4-7-16,3-1 7 0,2-3 5 15,1-3-8-15,1 0-1 0,3-3 48 0,-1-4 1 16,3-4 1-16,1-5-34 16,3-3-4-16,-1-4-15 0,2-4-37 15,-2-4-30-15,-2-1-66 0,1-2-23 0,-7 2 44 16,-2 0 25-16,-4 2 44 0,-4 6 96 16,0 4 0-16,0 4 112 0,-3 6 85 15,-1 5 31-15,-2 2-23 0,3 3-19 16,-1 0-58-16,1 0-16 0,-1 4-42 15,1 1-69-15,-1 2-2 0,-1 7-9 16,1 3 10-16,-1 6 21 0,1 5 32 0,1 4-4 16,3-3 25-16,0 2-28 15,0-5-33-15,0-2-13 16,7-2-19-16,-1-3-5 0,3 0-7 0,1-4 15 16,0-2-42-16,-1-4-85 0,2-2-53 15,-1-4-75-15,2-2-124 0,1-1-164 0,0-2-118 16,-4-2-366-16,5-8 12 0</inkml:trace>
  <inkml:trace contextRef="#ctx0" brushRef="#br0" timeOffset="12527.5">27942 4061 1132 0,'0'0'1006'0,"0"0"-724"0,0 0-114 15,0 0 60-15,0 0 13 0,0 0-20 16,0 0-40-16,-1 69-38 0,1-51-42 0,0-1-38 15,4-3-34-15,3-4 5 0,0-1-12 16,2-4 16-16,0-1 6 0,-1-2 3 16,2-2-12-16,-1 0-14 0,4-6-6 15,-3-4-15-15,0-1 0 0,0-1-16 0,-3-1 15 16,-2-2 1-16,-4 2 0 16,-1-1-18-16,0-2 14 0,-7 2 3 15,-2 2 0-15,1 2-10 0,-4 0-14 16,2 3-10-16,-3 5-31 0,0 2-72 0,-4 0-24 15,2 0-25-15,1 2-142 16,1 4-173-16,4-2-321 0,4 1-435 0</inkml:trace>
  <inkml:trace contextRef="#ctx0" brushRef="#br0" timeOffset="13005.73">28308 3962 140 0,'0'0'153'0,"0"0"-22"0,0 0 9 0,0 0-6 15,0 0 6-15,0 0 49 0,0 0 36 16,0 0 55-16,0 0-17 0,0 0 19 16,0 0-9-16,6-5-25 0,-6 3-41 15,0 2-63-15,0 0-22 0,0 0-7 16,0 0-9-16,0 0-14 0,0-2-25 15,2-1-29-15,-1 1-16 0,3-4-19 16,-3 2 10-16,2-3 0 0,0 2-1 16,-3-1 1-16,2 1 6 0,-2 2 19 15,0-2 19-15,0 2-16 0,0 0-19 16,0-2-6-16,0 4 0 0,0-2 18 16,-2 0 1-16,-2 2-4 0,-3 1-31 0,-2-2-18 15,-1 0-11-15,0 2 29 0,-3 0 16 16,0 0 25-16,0 4-25 0,0 1 24 0,0 0 26 15,3 4 29-15,1 1-14 0,-2 2-3 16,5 2-6-16,3 2-13 0,2-1-10 16,1 3-12-16,0-1-12 0,7 0 3 15,6-3-10-15,0 2 1 0,4-5-19 16,-1-2-31 0,4-3-43-16,2-4 12 0,0-2-22 0,2 0 6 0,5-6-46 15,-2-6-50-15,3-3-112 0,-1-4-105 16,-2 0-190-16,-1-2-173 0,-10 7-362 15,6-10 480-15</inkml:trace>
  <inkml:trace contextRef="#ctx0" brushRef="#br0" timeOffset="13240.11">28592 3806 802 0,'0'0'544'0,"0"0"-144"0,0 0-13 0,0 0-6 16,0 0 57-16,0 0-22 0,0 0-114 16,0 0-94-16,0 0-127 0,0 0-31 15,-68 21 11-15,58-7 11 0,3 2-1 16,0-3-14-16,6 3-17 0,1-4-25 0,0 2-2 15,2-2-11-15,8 2-1 16,-1-4 18-16,1 4 8 0,3-5-26 0,0 1-1 16,-2-1 0-16,1-1 0 0,-3-1 0 15,-3 1 0-15,-1-1 13 0,-2 1 9 16,-3 2 55-16,0 0-21 0,-8 5-19 16,-4-2-37-1,-1 3-28-15,-3-4-142 0,3-1-92 16,2-5-109-16,2-6-204 0,3 0-583 0,5-8-472 0</inkml:trace>
  <inkml:trace contextRef="#ctx0" brushRef="#br0" timeOffset="13627.64">28709 3943 1258 0,'0'0'748'0,"0"0"-586"0,0 0-68 15,0 0 142-15,0 0 148 0,0 0-41 16,0 0-136-16,0 0-55 0,21 70-38 0,-18-55-54 15,0-3-19-15,0-1-31 0,0-3-10 16,0-3-15-16,0-1 11 0,1-2-18 16,0-2-3-16,1 0-35 0,-1-4-25 15,3-3 18-15,3-3 4 0,-1-1 31 16,3-6 7-16,0 0-23 0,4-3-9 16,0-4-7-16,-1 2-16 0,0-3 32 15,-2 1 48-15,-1 5 13 0,-1 2 22 16,-3 3 6-16,-4 5 10 0,2 2 36 0,-5 4 18 15,2 3 25-15,-2 0 3 0,-1 0 11 16,0 3 16-16,3 3-93 0,0 2 8 16,3 3 47-16,0 2-42 0,1 3-21 15,3 0 3-15,-3 1-21 0,2-3-40 16,2 0 14-16,1-4-15 0,-2-1-22 16,3-4-12-16,-3-3-59 0,2-2-102 0,-1 0-10 15,-1-9-40-15,3-4-59 0,-3-5-37 16,3-3-145-16,0-5-226 0,-3 6-432 15,2-14 390-15</inkml:trace>
  <inkml:trace contextRef="#ctx0" brushRef="#br0" timeOffset="13812.7">29216 3588 1159 0,'0'0'736'16,"0"0"-215"-16,0 0-156 0,0 0-102 16,0 0-36-16,0 0-118 0,0 0-106 15,0 0 41-15,0 0 55 0,10 69 15 16,-5-44 28-16,-3 2 44 0,1 3-20 15,0-1-50-15,-1-1-51 0,2-3-56 16,0-4-9-16,-1 0-18 0,3-6-10 16,-2-1-16-16,2-5-124 0,1-3-220 15,-1-4-303-15,-2-2-475 0,2-2-412 0</inkml:trace>
  <inkml:trace contextRef="#ctx0" brushRef="#br0" timeOffset="14235.37">29442 3586 1327 0,'0'0'588'0,"0"0"-335"15,0 0-130-15,0 0 0 0,0 0-58 16,0 0-63-16,0 0-1 0,0 0 51 15,0 0 80-15,0 0 3 0,0 6 10 16,0-5 25-16,0 1-55 0,0-1-42 16,0-1-22-16,0 2 16 0,0-2 10 0,0 0-14 15,0 0-22-15,0 0-16 16,0 0-2-16,0 0 15 0,0-2-35 0,0 2 12 16,0-1 4-16,0 1 25 0,0-2 13 15,0 2 25-15,0 0 18 0,0 0-11 16,0-1-20-16,0 1-13 0,0 0-22 0,0 0-21 15,0 0-13-15,0 0-2 0,0 0-1 16,0 0-18-16,0 0 5 0,0 0 15 16,0 0 1-16,0 0 0 0,0 0 2 15,0 0 14-15,0 0-16 0,0 0 0 16,0 0-4-16,0 0-24 0,0 0-40 16,0 0-61-16,0 0-69 0,0 0-134 15,0 0-205-15,0 0-545 0,0 0-492 0,0 0 1281 16</inkml:trace>
  <inkml:trace contextRef="#ctx0" brushRef="#br0" timeOffset="14714.21">29494 3538 1345 0,'0'0'1434'0,"0"0"-1068"0,0 0-184 16,0 0-26-16,0 0-17 0,0 0-6 15,0 0 15-15,0 0 25 0,-7 82 8 16,6-54 36-16,-1 1-16 0,2 3-23 15,-1-1-22-15,1 4-43 0,0-1-40 16,0-1-30-16,0-1-25 0,1-1-18 16,2-4-1-16,1-2-11 0,-1-4-3 15,0-3-40-15,1-2-46 0,-1-3-42 0,0-6-51 16,0 0-40-16,-3-6-83 0,2-1-202 16,-2 0-252-16,0-5-331 0,-5-10-669 0</inkml:trace>
  <inkml:trace contextRef="#ctx0" brushRef="#br0" timeOffset="14881.83">29397 3823 2839 0,'0'0'1304'16,"0"0"-1164"-16,0 0-140 0,0 0-28 16,0 0 28-16,0 0 81 0,0 0-10 15,110-34-55-15,-75 21-16 0,1 0-66 16,-3 1-195-16,1-1-60 0,1 0-117 0,-9 4-190 15,11-6-1217-15</inkml:trace>
  <inkml:trace contextRef="#ctx0" brushRef="#br0" timeOffset="15347.15">30257 3426 2981 0,'0'0'489'16,"0"0"-489"-16,0 0 0 0,0 0 156 16,-8 70 71-16,4-39 41 0,1 7-84 15,0 1-38-15,3 0-41 0,0 0-13 16,0-7 16-16,0-2-19 0,0-4-31 16,3-5-39-16,0-6-19 0,0-5-19 15,0-3 1-15,-3-3 16 0,3-4-20 0,-2 0-27 16,1-2-126-16,3-5-1 0,1-2 18 15,4-4 99-15,3-6-35 0,-1 1 41 16,1-3-39-16,0 0 4 0,-2 2 25 16,-1 5 13-1,0 1 22-15,-1 6 28 0,-5 5 0 0,1 0 12 0,-4 2 1 16,3 0 34-16,-2 2 41 0,1 3-25 16,1 4 48-16,2 1 26 0,1 2 15 15,1 4-50-15,1 0-31 0,-1-2-28 16,0 1-40-16,2-4 10 0,-3 1-10 15,2-2-3-15,-2-3-3 16,3-2-19-16,-1 0-46 0,1-5-71 0,0 0-29 0,3-3-70 16,1-5-58-16,1-2-8 0,-2-3-19 15,4 1-82-15,0-3-67 0,1 1 37 16,2 0-46-16,0 0 259 0,2-1 40 16,-2 1-245-16,-1 1 45 0</inkml:trace>
  <inkml:trace contextRef="#ctx0" brushRef="#br0" timeOffset="15797.57">30768 3635 32 0,'0'0'352'16,"0"0"163"-16,0 0 152 0,0 0-46 15,0 0-114-15,0 0-169 0,0 0-83 16,0 0-80-16,0 0-73 0,0 0-4 16,-18 19-3-16,10-11 6 0,0 1 43 15,0 4 54-15,-3-1 1 0,4 5-41 16,-1-3-29-16,1 1-21 0,4 0-28 16,-1-2-31-16,4-1-31 0,0-2-6 0,0 1-12 15,2-4-2-15,3-2-41 16,1 0-9-16,1-4-34 0,1 1 15 0,3-2 19 15,-1 0-16-15,3-2-9 0,0-4 9 16,0 0 12-16,1-4 13 0,-4 3-10 16,-1-1 0-16,-2 0 16 0,-1 2 18 15,-3 0 6-15,0 2 11 0,-2-4-1 0,1 1-9 16,-1 0 11-16,-1-1-15 0,0-1-6 16,0 1-32-16,0-1 54 0,0 3 20 15,0 2 39-15,0 1 0 0,0 3 1 16,0 0-14-16,0 0 1 0,0 0 6 15,0 0 6-15,0 0 9 0,0 0-16 16,0 0-33-16,2 0-19 0,-1 0-28 16,2 0 28-16,3 0 0 0,-1 0 25 15,1 0-7-15,-1 0-15 0,-1 0 13 0,-1 0-4 16,-2 0 3-16,2 4 13 16,0-1 9-16,4 5 12 0,0-1 6 0,-1 3-2 15,3 1-26-15,-1 0-24 16,1 3 0-16,-3-5 8 0,1 2-11 0,3-3-3 15,-1-1-9-15,1 0-3 0,0-4-22 16,0 0-141-16,-1-1-54 0,3-2-19 0,2 0-177 16,1-8-99-16,1-5-147 15,-4 4-393-15,8-11-96 0</inkml:trace>
  <inkml:trace contextRef="#ctx0" brushRef="#br0" timeOffset="16044.91">31190 3598 1709 0,'0'0'762'0,"0"0"-400"15,0 0-205-15,0 0-13 0,0 0 60 16,0 0 16-16,0 0-46 0,-1 79-33 0,5-61-18 16,2-4 12-16,0 0-13 0,1-3-7 15,0-3-38-15,-2-4-24 0,-1-1-7 16,0-1-3-16,-1-2-5 0,0 0-1 16,2-2-1-16,0-5 23 0,2-1 15 15,3-5-22-15,2 1 0 0,-2-6-12 16,3 0-31-16,0-1-9 0,-3 0-16 15,4 1-20-15,-5 2-62 0,1 3-47 0,-1 2-40 16,-2-1-57-16,0 4-112 0,2 1-292 16,-3 2-599-16,4 2-289 0</inkml:trace>
  <inkml:trace contextRef="#ctx0" brushRef="#br0" timeOffset="16348.1">31591 3642 1562 0,'0'0'549'15,"0"0"-416"-15,0 0 51 0,0 0 97 16,0 0-8-16,0 0-33 0,81-22-118 16,-61 12-75-16,0-2-31 0,-2 0-16 15,-1 0-28-15,-3 1 9 0,-1-1 17 0,-6 0 2 16,-2 0 31-16,-4 1 36 16,-1 1 47-16,0 0 76 0,-3 5 36 15,-4-1-18-15,1 3-31 0,-4 1-1 16,3 2-49-16,-2 0-20 0,-2 0 25 0,1 5-74 15,-2 3-27-15,-2 2 3 16,-1 4 18-16,1 4 6 0,4 4 6 0,1-2 6 16,2 3 12-1,7-4-3-15,0 0-16 0,0-3-26 0,8-3-37 0,3-1-18 0,3-2-52 16,1-5-46-16,3-3-30 0,3-2-70 16,4 0-107-16,4-7-173 0,-6 0-185 15,9-12-1161-15</inkml:trace>
  <inkml:trace contextRef="#ctx0" brushRef="#br0" timeOffset="17270.86">24034 5110 2564 0,'0'0'322'0,"0"0"-322"0,0 0-104 16,0 0 104-16,0 0 61 0,0 0-58 15,0 0 36-15,0 0 19 0,-74 71-13 16,70-56 77-16,2-2 60 0,2-2-112 16,0 0-70-16,0-4-1 0,3 2-44 15,2-3-12-15,2-3-10 0,-1 0-20 16,-1-2 36-16,1-1-10 0,-2 0 48 16,1-1 0-16,1-6 13 0,2-4-51 15,1-4 9-15,1-2-16 0,1-3-77 0,1 0-20 16,-2 1-22-16,0 3 73 15,-4 1 13-15,-5 5 91 0,2 2 49 0,-3 3 29 16,0 1 32-16,0 4 51 0,0 0 45 16,0 0-13-16,0 0-19 0,0 0-66 0,0 5-76 15,3 1 22-15,-3 1 4 16,3 3 37-16,0 4 22 0,1-1 7 0,-1 5 11 16,4-1-31-16,-1-1-13 15,0-1-34-15,0-2-54 0,1-3-3 0,3 2-25 16,0-6-13-16,0-1-34 0,6-3-60 15,-1-2-121-15,0 0-43 0,0-2-165 16,-3-4-532-16,2-4-356 0</inkml:trace>
  <inkml:trace contextRef="#ctx0" brushRef="#br0" timeOffset="17578.25">24823 4994 2202 0,'0'0'748'0,"0"0"-485"15,0 0-190-15,0 0 58 0,0 0 126 16,0 0 70-16,0 0-210 0,0 0-70 15,0 0-29-15,0 0 10 0,-46 81 32 16,35-57 33-16,2 3-13 0,3-3-33 16,2-2-47-16,1-2-16 0,3-3-39 0,0-4-20 15,7-3-18-15,5-2-69 0,2-3-134 16,2-3-167-16,4-2-130 0,-4 0-60 16,9-7-561-16</inkml:trace>
  <inkml:trace contextRef="#ctx0" brushRef="#br0" timeOffset="17877.3">25110 5078 977 0,'0'0'654'0,"0"0"-228"0,0 0-5 15,0 0 97-15,0 0-147 0,0 0-66 16,0 0-191-16,0 0-114 0,0 0 0 16,0 0 35-16,-3 56 34 0,5-44 0 15,6-1-22-15,1-2-6 0,1-1-18 16,3-1 11-16,-1-4 32 0,2-1 68 0,0-2-51 15,1 0-48-15,-1-2-8 0,2-5 8 16,0-5-14-16,-1 0 10 0,-1-5-16 16,-3 3-15-16,-3-4-18 0,-1 3-41 15,-6 2 58-15,-1 2 1 0,0 0 13 16,-3 4-12-16,-5-1-1 0,-4 3-34 16,2 1-53-16,-3 4-3 0,1 0-51 15,-2 0 0-15,4 2-54 0,1 5-144 16,1 1-140-16,2-2-182 0,3-2-377 0,3 0-61 15</inkml:trace>
  <inkml:trace contextRef="#ctx0" brushRef="#br0" timeOffset="18364.97">25430 5018 881 0,'0'0'489'0,"0"0"-8"16,0 0-101-16,0 0-47 0,0 0-78 15,0 0-95-15,0 0 48 0,49 66-74 16,-40-58-73-16,-2-2-39 0,-1-1-20 15,-2-4-2-15,-1 2-12 0,0-3-1 16,-2 0 11-16,-1 0 2 0,4-3-1 16,-1-3-13-16,0-3-31 0,6-2 10 15,0-6-48-15,2 1-51 0,1 0-55 16,-1 0 21-16,2 2 33 0,-3 1 25 0,-1 5 49 16,-1 0 61-16,-3 2 6 15,-2 3 49-15,-3 3 77 0,1 0 110 0,-1 0 15 16,0 6-152-16,3 0-25 0,0 2 82 15,3 1-41-15,1 2-80 0,-1-1-25 0,1 0 16 16,-1 0-29-16,0-2 22 16,-1 0-23-16,-1-4 1 0,1-1 15 0,-4-1-18 15,2-2-25-15,-1 0-16 0,2 0-19 16,0-5-19-16,3-2-1 16,1-2-22-16,-1-3 0 0,0 0 19 15,3 3-36-15,-4-2 65 0,0 4 16 0,-2 1 37 16,2 0 1-16,-2 1-1 0,2 4-14 15,-2-2 14-15,2 0 1 0,0 3 20 16,1-1 53-16,0 1-9 0,0 0 13 16,-1 0 16-16,0 0-20 0,4 1-3 15,-3 6 58-15,-1 1 36 16,1 2 25-16,1 2 3 0,0 0-60 0,-1 2-63 16,2 1-41-16,-2-2-28 0,2-3-25 0,-2 1-56 15,0-8-117-15,3 0-117 0,-1-3-117 16,0-2-237-16,-2-2-577 0</inkml:trace>
  <inkml:trace contextRef="#ctx0" brushRef="#br0" timeOffset="18895.87">26077 4941 2609 0,'0'0'351'0,"0"0"-322"0,0 0 96 16,0 0 54-16,0 0 21 0,2 70-67 15,-1-58-41-15,0-1-38 0,1-3-14 16,-1-1-5-16,-1-2 16 0,2-3-14 16,-2-2-6-16,1 0-31 0,2-3-3 15,2-3-72-15,3-5 28 0,1-4 25 16,2 0-7-16,2-2-49 0,-1-1-52 0,-2 2 25 16,0 3 26-16,-3 3 31 0,-1 2 16 15,-2 1 7-15,-1 6 12 0,0-1 13 0,1 2-3 16,-1 0 3-16,2 0 48 0,0 0 18 15,1 5-2-15,2 4 9 0,0 2 13 16,-1 2 40-16,2 2 22 0,1 6 19 16,-3-3-26-16,3-2-88 0,-1 0-34 15,2-5-19-15,0-1-28 0,-3-4 0 16,5-5 3-16,-3-1-24 0,4-1-8 16,0-10-22-16,0-1-9 0,3-4-9 15,-1-1 2-15,-1-2-16 0,0 2 45 16,0 1 47-16,-2 1 6 0,-2 4 10 15,-2 2 2-15,-3 4 1 0,-2 1 16 0,0 2 25 16,-2 2 41-16,-1 0-6 16,1 0-13-16,-1 0-9 0,3 2-1 0,-1 2 16 15,3 3 36-15,0 3 35 0,1-2 6 16,-3 4-9-16,2 1-32 0,0-2-56 16,-2 2-9-16,2-1-15 0,1-2-7 15,0-1-18-15,-1-1-13 0,0-3-24 0,0-1-6 16,2-3-59-16,-2-1-31 0,1 0-16 15,1-2-90-15,3-6-176 0,-1-2-169 16,0-1-475-16,5-6-468 0</inkml:trace>
  <inkml:trace contextRef="#ctx0" brushRef="#br0" timeOffset="19211.38">26842 4860 2489 0,'0'0'537'15,"0"0"-537"-15,0 0-3 0,0 0 3 16,0 0 115-16,0 0 51 0,0 0 3 16,0 0-33-16,-5 72-34 0,10-62-11 15,-2 1 22-15,3-4 16 0,0 0-22 0,1-2-51 16,-1-2-31-16,4-2-23 0,-3-1-1 16,3 0-1-16,2-5 0 0,-1-3 3 15,2-2-3-15,-1-2 0 0,-2-1-1 16,0 1-1-16,-4-1-10 0,-3 1 10 15,-3 2 2-15,0 1 33 0,-5 1 7 16,-2 1-5-16,-3 3 2 0,1-1-12 0,-3 3-25 16,0 2-53-16,-1 0-44 0,-1 0-15 15,0 5-52-15,-1 0-43 0,3 0-11 16,3 1-88-16,4-1-204 0,3-3-270 16,2 0-526-16</inkml:trace>
  <inkml:trace contextRef="#ctx0" brushRef="#br0" timeOffset="19558.97">27002 4816 962 0,'0'0'348'0,"0"0"-247"0,0 0 124 0,0 0 57 15,0 0-12-15,0 0-24 0,0 0 44 0,0 0-62 16,78 43-128-16,-68-29 31 16,-4-1 35-1,1-1 25-15,-1 0-36 0,-3-1-73 0,0-4-26 0,2 0-8 0,-3-3-17 16,1-3-31-16,-2-1-13 0,2 0-3 0,2-4 3 15,2-1 11-15,3-4-1 0,1-4-22 16,3 1-10-16,0-3-34 0,-1 2-20 16,-2 1 42-16,-2 3 22 0,-3 4 23 15,-2 1 2-15,-1 1 13 0,-1 3 6 16,-1 0 13-16,-1 0 41 0,0 0-7 16,4 0 6-16,-3 2-18 0,4 1-23 15,-1 1 35-15,2 1 29 0,3 1 11 16,-1 1 18-16,1 0-15 0,0 1-19 15,0-1 2-15,0-1-24 0,0 0-40 16,-2-3-26-16,3 1-2 0,-4-3-2 16,0-1-38-16,-2 0-145 0,2-5-170 0,-1-4-234 15,0 0-616-15,2-6-1028 0</inkml:trace>
  <inkml:trace contextRef="#ctx0" brushRef="#br0" timeOffset="19948.7">27978 4688 3050 0,'0'0'519'16,"0"0"-506"-16,0 0 25 0,0 0 151 15,0 0 95-15,0 0-38 0,0 0-66 16,66 72-60-16,-53-59-52 0,-1 0-16 16,1-1-9-16,-3-3 0 0,-3-1-3 0,0-3-7 15,-1-1-32-15,-2-4-1 0,1 0 3 16,1 0-2-16,2-2-1 0,2-6-16 15,0-5 15-15,3-3 1 0,2-4 0 16,-1-3-2-16,-2-1-38 0,-1 0-15 16,-1 1-16-16,-1 0-21 0,-2 1-16 15,-1 1-34-15,2 2-45 0,-3 3-64 16,1 3-165-16,-2 2-274 0,-1 4-473 0,-2 4-362 16</inkml:trace>
  <inkml:trace contextRef="#ctx0" brushRef="#br0" timeOffset="20332.66">28481 4716 127 0,'0'0'1624'16,"0"0"-1569"-16,0 0-52 0,0 0 62 15,0 0 3-15,0 0-6 0,0 0 16 16,0 0-26-16,75-55 29 0,-65 45 6 15,-6 0 1-15,-1 0 76 0,-1 1 94 16,-2-2-59-16,0 2-80 0,-3-2-23 16,-3 1-36-16,-1-1 10 0,1 5 20 15,-1 1 52-15,0 3 35 0,-2 2 3 0,0 0-80 16,-1 4-30-16,0 4-69 0,0 1 0 16,-2 4-1-16,1 5 37 0,1-1 47 15,3 1 34-15,1 2 28 0,0 0-32 16,5-2-43-16,1 0-31 0,0-3-12 15,5 1-10-15,4-6-18 0,1 2-19 0,5-5-37 16,-1-1-33-16,2-1 18 0,-2-4-46 16,4-1-8-16,-1-3-33 0,3-6-50 15,3-1 3-15,-1-1-7 0,5-4-154 16,-1 1-58-16,2-2 130 16,-8 5-732-16,6-6-24 0</inkml:trace>
  <inkml:trace contextRef="#ctx0" brushRef="#br0" timeOffset="20576">28836 4619 1570 0,'0'0'649'0,"0"0"-371"0,0 0-165 16,0 0 3-16,0 0 64 0,0 0 32 15,0 0-14-15,0 0-29 0,8 71-33 16,-5-60-10-16,1-3-3 0,-2-1-4 16,-1-3 2-16,-1-1-9 0,0-1-16 15,0-2-12-15,0 0-22 0,2 0-22 16,-1-2 13-16,-1-1-53 0,3-4-19 15,-1-2-40-15,2-4 10 0,3 0 33 0,0-6 15 16,2-1-20-16,-2-2-23 0,3 3-24 16,-1 2-7-16,-2-1-37 0,0 3-43 15,3-1-56-15,-4 3-55 0,3 3-100 16,-2-2-159-16,3 4-142 0,-4 3-396 16,4-6 235-16</inkml:trace>
  <inkml:trace contextRef="#ctx0" brushRef="#br0" timeOffset="20779">29141 4385 2073 0,'0'0'986'0,"0"0"-711"16,0 0-106-16,0 0-8 0,0 0 47 15,0 0-63-15,0 0 15 0,0 0 5 16,0 0-38-16,3 91-19 0,-3-64 16 0,3 2 11 16,-3-4-40-16,4 3-59 15,-3-4-36-15,4-4-1 0,-1-1-23 16,1-3-1-16,-1-4-70 0,2-6-77 0,-3 0-75 15,-1-5-86-15,1-1-188 0,-3 0-249 16,0-3-295-16,0-3-60 0</inkml:trace>
  <inkml:trace contextRef="#ctx0" brushRef="#br0" timeOffset="21264.42">29135 4593 3 0,'0'0'2926'15,"0"0"-2399"-15,0 0-308 0,0 0-58 16,0 0-64-16,0 0-66 0,0 0-27 16,0 0 39-16,0 0 40 0,0 0-18 15,91-12-37-15,-65 3-28 0,3-2-24 16,-2 1-42-16,0-2-173 0,0 4-157 15,-7 1-272-15,3-3-754 0</inkml:trace>
  <inkml:trace contextRef="#ctx0" brushRef="#br0" timeOffset="22127.89">29451 4579 1459 0,'0'0'1222'15,"0"0"-833"-15,0 0-143 0,0 0-77 16,0 0-36-16,0 0-7 0,0 0-3 15,0 0 25-15,0 0 0 0,0 0-58 16,0 0-22-16,43 7-9 0,-28-9-9 0,2-4-22 16,0-2-28-16,3-1-1 0,-4-1-18 15,0-2-12-15,-1 2-12 0,-4 0-41 16,-2-2 12-16,-3 2 7 0,-4-2 2 16,0 0 22-16,-2 3 12 0,-3-1-15 15,-6 2 29-15,2 1 15 16,-6 3 28-16,2 3-15 0,-3 1-10 0,0 0 15 15,1 2-14-15,0 4 44 0,2 1-23 0,0 5 25 16,3-1 15-16,1 2 19 0,2 2 3 16,2 1-3-16,2 2-4 0,1-1 7 15,3-1 2-15,4 2 15 0,6-5-12 16,0 0-21-16,3-2-44 0,4-2-27 16,3-4-16-16,0-2-39 0,2-3-49 15,2 0-50-15,1-10-25 0,-1-2-25 16,0 0-100-16,-2-3-233 0,-9 3-594 0,2-7-478 15</inkml:trace>
  <inkml:trace contextRef="#ctx0" brushRef="#br0" timeOffset="22343.34">29890 4425 2699 0,'0'0'724'0,"0"0"-548"0,0 0-174 0,0 0 88 16,0 0 177-16,0 0 47 0,0 0-82 15,0 0-62-15,89 60-78 0,-68-47-52 16,-1-1-25-16,1 0-13 0,-3-2-2 16,1 0-3-16,-2-1-18 0,-1-3-4 15,0 3-79-15,-2-6-146 0,-2-3-55 16,-2 0-174-16,1-2-191 0,-5-1-461 16,0-10-267-16</inkml:trace>
  <inkml:trace contextRef="#ctx0" brushRef="#br0" timeOffset="22511.89">30147 4442 1398 0,'0'0'2189'15,"0"0"-1782"-15,0 0-225 0,0 0 11 0,0 0 30 16,0 0-20-16,0 0-32 16,-62 67-33-16,49-48-38 0,3 1-51 15,0-1-47-15,0 0-2 0,1-3-76 0,2-2-101 16,0-2-117-16,-2-1-186 0,2-3-604 15,-9-1-956-15</inkml:trace>
  <inkml:trace contextRef="#ctx0" brushRef="#br0" timeOffset="35277.5">9328 17373 52 0,'0'0'1460'15,"0"0"-1015"-15,0 0-175 16,0 0 37-16,0 0 70 0,0 0 26 0,0 0-28 16,0 0-26-16,0 0 0 0,0 0-33 15,0 0-74-15,32 23-50 0,-26-20-18 16,-3 2-34-16,1 0-58 0,-1 0-40 15,1 3-9-15,2 1-5 0,-2 0-10 16,0 1-16-16,1-4 22 0,-2-1-7 16,0-2-17-16,2 0-15 0,-2-3 0 0,3 0-18 15,4-2-16-15,6-7 19 0,1-6 30 16,8-9 36-16,1-7-24 0,4-11-9 16,3-7 13-16,3-8-16 0,3-5-18 15,6-5-30-15,1-3 24 0,6 1-13 16,-2 3-33-16,-1 5-100 0,-4 6-25 15,-6 11-197-15,-8 11-64 0,-5 6-9 16,-8 8-110-16,-4 6-126 0,-5 3-106 16,-3 4-4-16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29:12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7766 17058 130 0,'0'0'219'16,"0"0"-36"-16,0 0-27 0,0 0 0 16,0 0 1-16,0 0-14 0,0 0-12 15,0 0-24-15,0 0-52 0,-7 4-55 16,7-1 17-16,0-1 44 0,0-1-18 0,-2 4 35 15,1-3-3-15,1 2 42 0,-3-4 22 16,3 1 79-16,0 2-31 16,-2-2-35-16,1 1-26 0,1-2-10 15,0 0-16-15,0 0-30 0,0 0-28 0,0 0-3 16,0 1 31-16,0-1 20 0,0 0 6 16,0 0 2-16,0 0 4 0,0 0-7 15,0 0-22-15,0 0-13 0,0 0 0 16,0 0-10-16,0 0-50 0,0 0-3 15,0 0-41-15,0-4-35 0,0-3-63 16,4-4 90-16,4-10 52 0,3-5 48 0,2-12-48 16,2-8-3-16,0-8-8 0,1-9 9 15,3-6-8-15,1 0 9 0,-1-1 2 16,2 7 11-16,-1 7 4 0,-2 8 15 16,-2 11-12-16,-6 9-19 0,-4 12 4 0,-3 6-4 15,0 5 38-15,-3 3 25 0,0 2 31 16,0 0 20-16,0 0-1 0,0 0-12 15,1 2-17-15,-1-1-9 0,0 1-1 16,0 0 1-16,0 1-13 0,0-1-10 16,0 4-26-16,0 0-26 0,0 0-12 15,0-3-4-15,-1 1-12 0,1 1 16 16,0-4-19-16,-2-1 0 0,2 0-40 16,-1 0-72-16,1 0-86 0,-3 0-156 15,3 0-416-15,-8-1-1145 0</inkml:trace>
  <inkml:trace contextRef="#ctx0" brushRef="#br0" timeOffset="831.97">7739 17373 977 0,'0'0'810'0,"0"0"-430"0,0 0-150 15,0 0-4-15,0 0 86 0,0 0-1 16,0 0-28-16,0 0-43 0,0 0-41 16,0 0-23-16,0 0-2 0,-16 6-19 15,16-6-31-15,0 0-41 0,0 0-34 16,0 0-24-16,0 0-25 0,4 0-20 16,3 0 20-16,6 0 10 0,2-4 45 15,2 2-43-15,3-4-12 0,2 0-3 16,2 0-22-16,-1-4 19 0,2 2-9 15,-2-3-50-15,-3 2 41 0,-3 0-78 16,-1 3 6-16,-4 1-49 0,-2 2-42 0,-3 1-55 16,-3 2-77-16,-2 0-82 0,-2 0 0 15,0 5 33-15,-5-1-206 0,-7 7-649 0</inkml:trace>
  <inkml:trace contextRef="#ctx0" brushRef="#br0" timeOffset="1121.28">7798 17573 1539 0,'0'0'504'16,"0"0"-154"-16,0 0-53 0,0 0-1 15,0 0-12-15,0 0-16 0,0 0-34 16,0 0-46-16,0 0-30 0,0 0-2 0,-12 19-10 15,12-19-35-15,1 0-37 0,4 0 9 16,4 0 16-16,3 0-38 0,3 0-18 16,1 0 3-16,3-7-9 0,1 1-37 15,0-2 0-15,0-1-2 0,2 1 1 0,1-3-20 16,-4 4-16-16,-2 1-2 0,-3 0-121 16,-1 4-133-16,-4 0-170 15,-2 2-571-15,-4 3-862 0</inkml:trace>
  <inkml:trace contextRef="#ctx0" brushRef="#br0" timeOffset="14888.33">16655 8351 1292 0,'0'0'566'0,"0"0"-132"0,0 0-78 16,0 0-31-16,0 0-31 0,0 0-77 16,0 0-75-16,0 0-31 0,0 0-26 15,-5 11-6-15,5-10 5 0,0-1 8 16,0 0-11-16,2 0-3 0,1 0-3 15,6 0 21-15,-1 0 31 0,7 0-16 16,-1 0-34-16,3 0-40 0,5 0-25 16,1 0-11-16,3-6-1 0,3 0-15 15,1-1-1-15,0 1-5 0,1 0-1 0,-4-1-24 16,-1 4-15-16,-4-1-23 0,-4 2-24 16,-1 2-16-16,-6 0-26 0,-4 0-39 15,-3 0-101-15,-1 2-88 0,-3 0-103 0,0 0-19 16,0 2-208-16,-3-1-401 0</inkml:trace>
  <inkml:trace contextRef="#ctx0" brushRef="#br0" timeOffset="15198.52">16665 8581 2602 0,'0'0'559'16,"0"0"-269"-16,0 0-179 0,0 0 16 16,0 0 11-16,0 0 35 0,0 0 12 0,0 0-48 15,0 0-59-15,0 0-38 0,100 19-12 16,-72-19-12-16,4 0 8 0,1-1-24 15,3-5 0-15,-1 1-24 0,-1 4-11 16,-1-4-61-16,1 4-128 0,0-1-78 16,-1-2-160-16,-8 3-543 0,9-4-534 0</inkml:trace>
  <inkml:trace contextRef="#ctx0" brushRef="#br0" timeOffset="15919.4">17626 8153 29 0,'0'0'326'0,"0"0"-22"0,0 0 51 15,0 0 88-15,0 0 41 16,0 0-79-16,0 0-78 0,0 0-44 0,0 0-37 16,0 0-23-16,0 0-10 0,0 2 1 15,0 0-19-15,0-2-32 0,-1 3-10 16,1 0-14-16,0 3 3 0,0 4 24 16,0 6-16-16,0 3-30 0,0 5-53 0,0 4-25 15,1 3-20-15,-1 0-20 0,2 1-2 16,-2 1-16-16,1-2-14 0,-1-1-43 15,3-1-102-15,-3-5-73 0,0 1-120 16,0-8-365-16,0 6-778 0</inkml:trace>
  <inkml:trace contextRef="#ctx0" brushRef="#br0" timeOffset="16504.32">16691 9587 2327 0,'0'0'465'15,"0"0"-266"-15,0 0-122 0,0 0 73 0,0 0 121 16,0 0 39-16,0 0-81 0,0 0-47 16,89-12-57-16,-64 9-54 0,-3 2-31 15,2-2-12-15,2 3-4 16,3-3-24-16,-2-1-15 0,2-3-4 0,0 2-37 16,-1 0-68-16,0-2-57 0,-5 3-80 15,-1 2-211-15,-9 2-191 0,-2 0-365 16,-8 0-78-16</inkml:trace>
  <inkml:trace contextRef="#ctx0" brushRef="#br0" timeOffset="16744.81">16782 9813 2602 0,'0'0'594'0,"0"0"-301"0,0 0-192 0,0 0 4 16,0 0 84-16,0 0 97 0,0 0-93 16,0 0-54-16,78 5-52 0,-54-5-44 15,2-4-25-15,1-1-3 0,4-1-15 16,-1-1-50-16,2-1-67 0,1-2-88 16,1-1-77-16,3 1-171 0,-12 0-583 15,13-4-514-15</inkml:trace>
  <inkml:trace contextRef="#ctx0" brushRef="#br0" timeOffset="16988.02">17743 9326 2644 0,'0'0'966'15,"0"0"-575"-15,0 0-112 0,0 0-44 0,0 0-62 16,0 0 33-16,2 79-10 0,-2-47-26 16,0 2-33-16,1-4-58 0,2 0-61 15,1-3-18-15,2-3-15 0,0-5-55 16,-1-1-143-16,1-5-129 0,2-2-195 16,-5-4-709-16,-1 5-871 0</inkml:trace>
  <inkml:trace contextRef="#ctx0" brushRef="#br0" timeOffset="17435.15">16648 10528 3484 0,'0'0'511'0,"0"0"-242"16,0 0-33-16,0 0-131 0,0 0-31 16,0 0-72-16,0 0 63 0,0 0 73 15,78 7-22-15,-42-14-86 0,5-3-30 0,1-1-25 16,2-1-24-16,-3-1-70 0,-2 3-69 15,-3 1-62-15,-3 3-119 0,-4-1-275 16,-9 4-591-16,-4 3-306 0</inkml:trace>
  <inkml:trace contextRef="#ctx0" brushRef="#br0" timeOffset="17645.77">16793 10764 2677 0,'0'0'446'0,"0"0"-248"16,0 0-83-16,0 0 31 0,0 0 125 15,0 0-25-15,0 0-84 0,81 18-50 16,-57-18-56-16,2-1-16 0,1-4-40 16,1-3-11-16,3-3-14 0,-4 3-53 0,2-3-111 15,-2 1-91-15,-1 0-198 0,-7 1-616 16,8-1-537-16</inkml:trace>
  <inkml:trace contextRef="#ctx0" brushRef="#br0" timeOffset="17953.07">17638 10401 2459 0,'0'0'1036'16,"0"0"-641"-16,0 0-118 0,0 0-1 15,0 0 36-15,0 0-3 0,0 0-138 16,0 0-71-16,0 0-33 0,3 82-33 15,0-58-13-15,1-3 3 0,-1 2-24 16,1-3-9-16,1-1-36 0,-1 0-71 0,-2 0-100 16,3-3-93-16,-4 2-183 0,1-5-580 15,-2 9-571-15</inkml:trace>
  <inkml:trace contextRef="#ctx0" brushRef="#br0" timeOffset="18321.12">16706 11489 2764 0,'0'0'608'0,"0"0"-341"0,0 0-166 16,0 0 69-16,0 0 181 0,0 0-81 15,0 0-61-15,79 4-21 0,-51-4-60 16,3 0-58-16,0-4-42 0,3-4-14 15,-3 0-14-15,2-1-49 0,-1 1-73 16,-2-2-77-16,-1 3-54 0,-1 1-157 16,-4-1-242-16,-6 4-404 0,2 1-351 0</inkml:trace>
  <inkml:trace contextRef="#ctx0" brushRef="#br0" timeOffset="18562.29">16774 11690 1208 0,'0'0'1446'0,"0"0"-1195"0,0 0-132 16,0 0 210-16,0 0 17 0,0 0-6 15,0 0-93-15,0 0-55 0,100 6-31 16,-74-6-47-16,1 0-56 0,2-2-27 15,-1-3-29-15,2-1-2 0,3-1-22 0,-2 2-73 16,4-4-68-16,1 0-82 0,0-1-149 16,-5 3-405-16,9-7-790 0</inkml:trace>
  <inkml:trace contextRef="#ctx0" brushRef="#br0" timeOffset="18771.3">17730 11208 995 0,'0'0'2722'15,"0"0"-2328"-15,0 0-288 0,0 0 15 0,0 0 12 16,9 74 92-16,-5-44-46 0,0 4-30 16,5 1-14-16,-2-2-102 0,0-4-33 15,2-1-97-15,-1-5-62 0,-2-2-65 16,-3-2-141-16,2-6-411 0,-5 5-958 0</inkml:trace>
  <inkml:trace contextRef="#ctx0" brushRef="#br0" timeOffset="19597.58">14039 12501 2214 0,'0'0'674'0,"0"0"-210"16,0 0-127-16,0 0-98 15,0 0-47-15,0 0-71 0,0 0-9 16,0 0 56-16,0 0-17 0,0 0-50 0,0 0-24 15,72 10-7-15,-50-12-21 0,1-1-24 16,0-2-24-16,2-2-1 0,-4 2-2 16,1-2-75-16,-2-2-67 0,-1 4-56 15,-2 1-72-15,-1-1-167 0,-3 2-339 0,-3 0-591 16,-3 3-247-16</inkml:trace>
  <inkml:trace contextRef="#ctx0" brushRef="#br0" timeOffset="19853.93">14091 12780 1679 0,'0'0'1152'0,"0"0"-713"0,0 0-95 16,0 0 37-16,0 0-28 0,0 0-44 15,0 0-41-15,0 0-58 0,0 0-48 0,0 0-53 16,51 22-30-16,-37-21-24 0,2 0-38 16,2-1-17-16,0 0-36 0,2-2-31 0,2-3-64 15,-3-2-73-15,3-3-68 0,3-2-116 16,1 2-351-16,-7-1-746 0,11 0-22 0</inkml:trace>
  <inkml:trace contextRef="#ctx0" brushRef="#br0" timeOffset="20067.59">14979 12459 3014 0,'0'0'644'0,"0"0"-301"0,0 0-139 15,0 0 137-15,0 0 16 0,0 0 6 16,0 0-101-16,36 80-68 0,-30-49-71 15,-1 2-65-15,0 0-40 0,-2 0-18 0,0 0-18 16,-3-4-97-16,1-2-97 0,-1-5-61 16,0-3-191-16,0-6-564 0,0-2-790 0</inkml:trace>
  <inkml:trace contextRef="#ctx0" brushRef="#br0" timeOffset="20635.5">11955 12736 2786 0,'0'0'590'0,"0"0"-470"16,0 0 32-16,0 0 47 16,0 0 122-16,0 0-79 0,79-10-59 15,-61 7-29-15,1-1-47 0,2 0-49 0,0 0-40 16,0-1-18-16,2-1-3 0,-1 0-28 16,2-1-58-16,-2-1-126 0,-2 4-142 15,-6-2-237-15,-3 2-647 0,-4 4-458 0</inkml:trace>
  <inkml:trace contextRef="#ctx0" brushRef="#br0" timeOffset="20832">12054 12934 3183 0,'0'0'565'0,"0"0"-379"0,0 0-164 16,0 0-3-16,0 0 98 15,0 0-2-15,0 0-28 0,0 0-40 16,92-6-35-16,-66 0-12 0,-2-5-40 0,0 3-60 16,1-4-119-16,-3 2-134 0,1-2-243 15,-9 4-515-15,5-3-253 0</inkml:trace>
  <inkml:trace contextRef="#ctx0" brushRef="#br0" timeOffset="21048.72">12594 12636 1494 0,'0'0'1172'0,"0"0"-799"16,0 0-9-16,0 0 44 16,0 0-43-16,0 0-30 0,0 0-110 0,49 75-41 0,-45-53-58 15,-1 3-74-15,0-3-52 16,0-1-1-16,-3-2-82 0,3-5-125 0,0 0-128 15,-2-4-217-15,-1-3-636 16,0 0-769-16</inkml:trace>
  <inkml:trace contextRef="#ctx0" brushRef="#br0" timeOffset="21798.77">8162 12532 3094 0,'0'0'636'0,"0"0"-463"0,0 0-85 15,0 0-19-15,0 0 41 16,0 0 179-16,0 0-55 0,0 0-65 0,100 4-37 16,-70-12-37-16,2-1-31 0,-2-2-40 15,-1 3-12-15,-2-3-12 0,-2 0-15 0,-1 3-52 16,-5-1-74-16,0 1-52 15,-5 2-50-15,-1 3-155 0,-4 2-305 0,-5-1-588 16,-4 2-452-16</inkml:trace>
  <inkml:trace contextRef="#ctx0" brushRef="#br0" timeOffset="22005.69">8144 12861 3491 0,'0'0'511'0,"0"0"-338"0,0 0-92 16,0 0-3-16,0 0 43 0,0 0 144 15,0 0-62-15,0 0-63 0,82 5-54 16,-58-12-62-16,2-1-24 0,0-3-12 16,-3 2-28-16,2-3-73 0,-1 1-107 0,0-1-89 15,0-1-240-15,-7 2-550 0,6-7-618 16</inkml:trace>
  <inkml:trace contextRef="#ctx0" brushRef="#br0" timeOffset="22230">9044 12423 3528 0,'0'0'599'15,"0"0"-328"-15,0 0-181 0,0 0 49 16,0 0 82-16,0 0-44 0,21 74-42 0,-17-44-16 16,3 1-59-16,-4 2-60 0,0-2-9 15,-3-1-82-15,3-5-110 0,-3 0-63 16,0-4-122-16,0-7-366 16,-3 5-894-16</inkml:trace>
  <inkml:trace contextRef="#ctx0" brushRef="#br0" timeOffset="22809.58">4998 12587 3313 0,'0'0'557'0,"0"0"-444"0,0 0-85 16,0 0 17-16,0 0 102 15,0 0 33-15,0 0 15 0,98 16-75 0,-71-16-49 16,2 0-41-16,1-2-30 15,2-3-2-15,-1-4-14 0,3 1-45 0,-1-3-62 16,1-1-100-16,-2-1-95 0,1 2-209 16,-11 3-603-16,8-1-79 0</inkml:trace>
  <inkml:trace contextRef="#ctx0" brushRef="#br0" timeOffset="23051.29">5257 12932 897 0,'0'0'2132'0,"0"0"-1555"0,0 0-218 16,0 0 17-16,0 0-79 0,0 0-33 16,0 0-56-16,0 0-56 0,0 0-51 0,0 0-13 15,48 15-15-15,-31-15-70 0,0 0-3 16,2 0-46-16,1-1-30 0,0-5-70 15,2-2-64-15,1-2-57 0,2-2-180 16,-7 2-587-16,11-8-539 0</inkml:trace>
  <inkml:trace contextRef="#ctx0" brushRef="#br0" timeOffset="23276.66">5881 12593 3268 0,'0'0'709'16,"0"0"-452"-16,0 0-117 0,0 0 95 0,0 0 91 15,0 0 13-15,0 0-72 0,0 0-73 16,65 71-70-16,-51-48-85 0,-1 2-24 16,-1-1-15-16,0 2-13 0,-1-3-29 15,-3 0-98-15,1-4-96 0,0-5-80 16,-5 1-236-16,2-5-677 0,-5 1-821 0</inkml:trace>
  <inkml:trace contextRef="#ctx0" brushRef="#br0" timeOffset="25743.47">5513 8124 443 0,'0'0'1300'16,"0"0"-1128"-16,0 0-120 0,0 0 13 15,0 0 16-15,0 0 33 0,0 0-50 16,0 0-64-16,0 0-32 0,-1-19-20 15,1 15 20-15,0 0 32 0,0 0 32 16,0 0 69-16,0 1 89 0,-2-1 75 16,1 3-34-16,0-2-58 0,-2 0-16 0,1 2-17 15,1 1-10-15,-2 0-13 16,3-2-26-16,-4 2-47 0,4-2-31 0,-3 1-12 16,1 1-1-16,1-1 0 0,-2 0 15 15,-1-3 23-15,1 4 9 0,-3-2-12 16,-2-1-10-16,-1 2 13 0,-1 0 0 15,-3 0-13-15,3-1-3 0,-2 0 9 0,-2 2-15 16,1 0-14-16,-3 0 10 0,0 4 22 16,-1-2 4-16,1 4-7 0,-1-2 6 15,-2 3 6-15,0-2 4 0,-1 2-16 16,1 1 3-16,-1 4-15 0,0 0-16 16,1 1 9-16,2 1 0 0,-2 1 16 15,2 1 12-15,0 1-3 0,2-1-9 16,2 1 15-16,-1 2 9 0,2 1 19 15,-1 0 57-15,5-1 7 0,-1 5-41 0,3-2-36 16,3 0-15-16,3 3-7 16,0 0 13-16,3 0-9 0,6 2 2 15,2 2 10-15,4-1 2 0,1 2-11 0,1 1-4 16,2-1 9-16,1 4-2 16,3-2-7-16,-1-1-3 0,2-1-12 15,-1-1-8-15,0-4-13 0,-1-2 21 0,1-6-12 16,0-3-10-16,3-3-2 0,-1-3 1 15,4-2 1-15,3-1 10 0,0-5-12 16,2 0-1-16,1-6-1 0,0-3-1 0,1-6-12 16,0-1 14-16,1-4-1 0,-2-5 1 15,-1-3-1-15,-1-2-10 0,-2-1 0 16,-1-1 11-16,-4-1-1 0,-4-1-1 16,-2-2 2-16,-5-1 0 0,-1-1 0 15,-4-4 1-15,-3 3-2 0,-4-3-11 16,-3 2 11-16,-3 3-1 0,-10 3 3 15,-3 3 2-15,-7 6 1 0,-4 0 22 0,-5 3-7 16,-4 3-6-16,-4 2-10 0,-2 0 1 16,-3 6-3-16,-1 1-19 0,0 6-42 15,-3 4-51-15,0 0-48 0,3 4-37 16,1 4-77-16,3 4-131 0,5 4-191 0,11-5-507 16,-1 10-434-1</inkml:trace>
  <inkml:trace contextRef="#ctx0" brushRef="#br0" timeOffset="26671.97">8554 9133 1608 0,'0'0'276'0,"0"0"-205"15,0 0 147-15,0 0 115 0,0 0 79 16,0 0-18-16,0 0-45 0,0 0-40 16,0 0-74-16,0 0-89 0,0 0-68 15,-14-11-10-15,4 13-6 0,-2 0 2 0,-2 0 1 16,-2 2 15-16,-4 0 0 15,-2 1 6-15,-2 3-1 0,-1 0-11 0,-2 4-19 16,-4 1-22-16,0 4-2 0,-1 2 2 16,-1 0 4-1,1 4-1-15,3-1 16 0,3 2 18 0,5-1 15 0,3-1-16 16,6 2-20-16,3 1-22 0,3 1-12 16,5-1-12-16,1 0-1 0,0 2 0 15,4 0 0-15,6-1 1 0,3 0 9 16,0 0-9-16,2 1 13 0,0 0-13 0,0-2-3 15,5 0 0-15,-3-2-2 0,4-1 1 16,0-3 0 0,2 0 1-16,3-3-2 0,2-6 1 0,2-1 1 0,4-2-25 15,1-2 13-15,1-3 11 0,0-1-14 16,0 3 3-16,-1-4-2 0,-1 0 13 16,-3 0 1-16,-1-6-1 0,-4 0-2 15,1-5 1-15,-1-2-32 0,0-1-2 16,1-4 21-16,-1-4 0 0,-4-1 12 15,-2-1-9-15,-4-6 12 0,-3-1 3 16,-3-1 9-16,-4-5 6 0,-3-2-6 0,1-4 0 16,-4 2-9-16,0 3-2 0,-2-1 0 15,-5 7 0-15,-1 2-1 0,-4 6 2 16,-5 3 29-16,-3 6-1 0,-7 4 0 16,-7 4 3-16,-6 3-30 0,-5 4-3 15,-8 4 0-15,-3 5-42 0,-2 1-79 16,4-1-34-16,3-1-12 0,6-4 5 0,8-2-21 15,5-1-79-15,6-1-162 0,10 0-231 16,3 0-479-16,7-6-440 0</inkml:trace>
  <inkml:trace contextRef="#ctx0" brushRef="#br0" timeOffset="28953.3">11261 11232 355 0,'0'0'2400'16,"0"0"-2072"-16,0 0-124 0,0 0 41 15,0 0 55-15,0 0-26 0,0 0-90 16,0 0 9-16,0 0-14 0,0 0-38 16,-52 18-49-16,43-17-25 0,-2 5 16 0,-1 1 5 15,0 1 16-15,-2 1-10 0,0 3-9 16,-1 0-21-16,2 1-6 0,-1 2-7 15,4 0 4-15,0 2-13 0,3 0-8 16,1 0-13-16,3 2-18 0,-1 0 0 16,1 0 9-1,1 1-11-15,1 1 0 0,1-2 1 16,0-1-2-16,0 1 0 0,0-1-3 0,4 1-9 16,1 1 10-16,2-2 0 0,-1-3 1 0,2 1-2 15,1-3-12-15,0 1 2 0,3-3-2 16,0 1-9-16,4 0 11 0,0-2 13 0,1-2 0 15,2-2-38-15,1-1 4 0,3-2-5 16,-1-2-37-16,4-1 49 0,1 0 12 16,0 0-1-16,1 0 16 0,-3 0 3 15,0-3-2-15,-3 2 2 0,-1-2-1 16,-2 0-1-16,-2 2 2 0,0-3-2 0,0 2 0 16,-3-2 1-16,0 1 10 0,0-1 6 15,1-1-16-15,1 2 1 0,-2-1 27 16,3-2-5-16,0 1-10 0,3-3-13 15,0-3 25-15,2 1-9 0,0-2-6 16,3-3-9-16,1 2 13 0,-3-2-14 16,2-1-1-16,-4 0-1 0,0 0 0 15,0 1 12-15,-2-2-10 0,-3 0-1 0,1 3 0 16,-4-2 17-16,0 0-6 0,-2 2-10 16,0 1 16-16,-3 1 9 15,-1 0-2-15,-2 1-13 0,-3 4 18 0,0 0-9 16,-2 1-6-16,0-2 3 0,0 1 0 15,0 0 4-15,-2-1-1 0,-3-3-3 16,-1 3-15-16,0-4 9 0,-2 0-10 16,-1-3 1-16,-1 2 12 0,-5 1 6 0,4-1-18 15,-6 0 12-15,2 1 4 0,-2 0 2 16,-2 1-18-16,-1 0 12 0,-5 3 3 16,0 3-6-16,-4-1 6 0,-1 3-3 15,-2 1 15-15,-1 2 0 0,-2 0-28 0,-1 2 1 16,-3 3 9-16,-3 4-11 0,0-1-1 15,-1 5-21-15,0 2 0 0,3-1-33 16,1-1-52-16,0-1-42 0,6 1-42 16,5-5-53-16,8-2-73 0,6-4-138 15,5-2-256-15,5 0-630 0,4 0-864 0</inkml:trace>
  <inkml:trace contextRef="#ctx0" brushRef="#br0" timeOffset="39348.82">14753 10271 1474 0,'0'0'413'16,"0"0"-218"-16,0 0-104 0,0 0-36 15,0 0 16-15,0 0 23 0,0 0 29 16,0 0 28-16,0 0 20 0,0 0 12 16,-85-9 6-16,69 9-62 0,-1 0-38 15,0 0-28-15,-1 0-14 0,5 3 10 16,-4 1 16-16,3 1-35 0,2 0 0 16,-4 1-16-16,2 2-22 0,-4 0 0 15,-1 4 0-15,-1 3 13 0,3 0 15 0,-2 2 16 16,2 2 10-16,1 5 15 0,3 2 23 15,2 2-2-15,2 5-37 0,5-1-22 16,4 0 4-16,0 1-14 0,1-1-19 16,9 0 32-16,3 0-33 15,3-1 32-15,4 0-30 0,3-2-3 0,3-2 3 16,2 0 15-16,0-2-18 0,4-2 13 16,0-2-13-16,4-4 0 0,-3-3-1 0,3-3 1 15,-2-4-1-15,3-2-2 0,-3-5 2 16,1 0 0-16,-2-4 2 0,3-4 30 15,-5-6-13-15,0-2 1 0,-3 3 21 16,-3-1-37-16,-3 0 31 0,-1 3-22 0,-3 0 35 16,-1-3-44-16,-2 0 22 0,-1 0-24 15,-1-3-1-15,0-3 1 0,-5-2 39 16,0-1-22-16,-2-2 4 0,-5 2 8 16,-1-5 16-16,0 1-18 0,-4-3 3 15,-5 0-13-15,-3-1-2 16,-5 2-4-16,-3-2 34 0,-3 0-46 15,-3 1 12-15,-5 2 0 0,0 4-24 0,-2 1 9 16,-1 6-12-16,0 3 15 0,0 6-1 16,2-3-33-16,3 5-43 0,3 1-6 0,3 3-6 15,3 2-16-15,5 0-56 0,1 0-60 16,7 0-71-16,4 0-151 0,0 0-591 16,3 0-893-16</inkml:trace>
  <inkml:trace contextRef="#ctx0" brushRef="#br0" timeOffset="52219.71">6486 8311 1261 0,'0'0'466'0,"0"0"-245"0,0 0-56 15,0 0 23-15,0 0 3 16,0 0-33-16,0 0-55 0,0 0-29 0,0 0-26 16,0 0-3-16,0 0 26 0,0 0 35 15,0 0 25-15,0 0-7 0,0 0-12 16,0 0-5-16,0 0 1 0,0 0-10 15,0 0-7-15,0 0-22 0,0 0-19 0,0 0-12 16,0 0 4-16,0 0 11 0,0 0 3 16,0 0-3-16,0 0 3 0,0 0 0 15,0 0-6-15,0 0-7 0,0 0 0 16,0 0-6-16,0 0-15 0,0 0-20 16,0 0-1-16,0 0-1 0,0 0 0 15,0 0-2-15,0 0-13 0,0 0 13 0,0 0-14 16,0 0-2-16,0 0 17 0,0 0 1 15,0 0 12-15,0-1-10 0,0 1 13 16,0 0-13-16,0 0 1 0,0 0-1 16,0 0 0-16,0 0 0 0,0 0-1 15,0 0 1-15,0 0 0 0,0 0-1 16,0 0 0-16,0 0 2 0,0 0-1 16,0 0 10-16,0 0-11 0,0 0 0 15,0 0-1-15,0 0 2 0,0 0-2 0,0 0 0 16,0 0-3-16,0 0 1 0,0 0-1 15,0 0-18-15,0 0 2 0,0 0 1 16,0 0-4-16,0 0-40 0,0 0-25 16,0 0-9-16,0 0-29 0,0-2-42 15,0 2-57-15,0-1-112 0,-1 0-388 0,-8-1-897 0,19 8 598 16</inkml:trace>
  <inkml:trace contextRef="#ctx0" brushRef="#br0" timeOffset="54544.77">4735 5510 893 0,'0'0'1245'16,"0"0"-805"-16,0 0-195 0,0 0-40 15,0 0 45-15,0 0 23 0,0 0-17 16,0 0-39-16,0 0-29 0,0 0-26 0,9 4-35 16,0 5-16-16,3 4 37 0,6 7-13 15,3 5-37-15,4 3-31 0,1 2-24 16,-2 1-16-16,4 1-24 0,-2 0 0 16,0-1-3-16,-2 0-11 0,-1-3-1 0,-4-1-52 15,1 0-61 1,-4-7-35-16,0 2-19 0,-3-6-50 0,-2-2-130 15,-2-3-139-15,-5-2-196 0,-1-3-455 16,-3-1-211-16</inkml:trace>
  <inkml:trace contextRef="#ctx0" brushRef="#br0" timeOffset="54866.34">5009 5484 1997 0,'0'0'596'0,"0"0"-255"15,0 0-91-15,0 0 40 0,0 0 45 16,0 0-4-16,0 0-145 0,0 0-65 15,-22 66-22-15,14-37-9 0,-5 5-16 16,1 5-10-16,-2 1 10 0,1 2 0 16,3-4-29-16,-3 1-38 0,6-5-7 15,1-6-59-15,3-4-30 0,0-4-33 16,3-2-42-16,0-3-68 0,0-5-138 16,1 0-161-16,4-5-267 0,2-2-595 0</inkml:trace>
  <inkml:trace contextRef="#ctx0" brushRef="#br0" timeOffset="55295.76">5290 5817 2315 0,'0'0'622'0,"0"0"-394"15,0 0-43-15,0 0 44 0,0 0 17 16,0 0-79-16,0 0-35 0,0 0-38 15,0 0-20-15,0 0-33 0,1 75-20 16,4-61 1-16,1 1 0 0,-1-1-10 0,4-2 4 16,0 0-15-16,1-3-1 0,1-4 1 15,1-2-2-15,-2-3-1 0,3 0-17 16,0-5-3-16,1-6 1 0,-1-2 5 16,-1-5 4-16,1-1 11 0,-5-1-18 0,-2-3 7 15,-1 1-29-15,-4 1-43 16,-1 0-19-16,0 2-8 15,0 1-39-15,-4 5-46 0,1 1-77 0,0 5-182 16,0 1-297-16,0 1-687 0</inkml:trace>
  <inkml:trace contextRef="#ctx0" brushRef="#br0" timeOffset="55849.26">5603 5778 401 0,'0'0'2302'0,"0"0"-1894"0,0 0-274 15,0 0 54-15,0 0 27 0,0 0 0 16,0 0-49-16,0 0-30 0,30 65-49 0,-21-52-44 16,-1 0-18-16,4 0-9 0,-3 0-1 15,1-3 4-15,0 2-7 0,-2-5-12 16,0 1-2-16,0-1-13 15,-2-4 12-15,-3 0 0 0,0-1-13 0,0-2 1 16,-2 0 13-16,-1 0-1 0,3 0-21 16,-2-5 14-16,4 1 10 0,-2-5 22 15,1 1 3-15,0-3-10 0,-1-2-2 16,1 0-13-16,1-4-3 0,-1 1-1 16,1 0 2-16,0-2 0 15,1 1 2-15,-3 1 0 0,0-3 0 0,0 2 2 0,-2 0-2 16,-1 3 0-16,1 1 1 15,1 1 2-15,-2 5 9 0,0 1-11 0,1 0 0 16,1 3 1-16,-2 1 10 0,0 1-8 16,0 0 17-16,0-1 13 0,0 2 7 0,0 0-10 15,0 0-16-15,0 0-12 0,0 0 19 16,0 0 9-16,0 0 12 0,0 0 21 16,0 0 13-16,0 0-28 0,0 0-12 15,0 3 6-15,1-2-3 0,1 1 6 16,-1 3 3-16,2 0-6 0,1 0-7 15,-1 2-8-15,3-1-16 0,-2-1 0 16,4 2-9-16,0-2 0 0,-1-2-3 16,2 1 0-16,4-1-1 0,-3-1-1 15,3-2-38-15,1 0-2 0,1-5-29 16,3-2-54-16,0-4-87 0,2-2-78 16,-4 1-406-16,-2-8-1202 0</inkml:trace>
  <inkml:trace contextRef="#ctx0" brushRef="#br0" timeOffset="60830.39">6336 5772 2300 0,'0'0'648'0,"0"0"-312"0,0 0-50 16,0 0 2-16,0 0-8 0,0 0-22 15,0 0-45-15,0 0-38 0,0 0-18 16,5 3-44-16,-1-3-46 0,2 0-9 0,5 0 9 15,4-6-27-15,5-2-29 0,3-2-11 16,3 0-3-16,0-1-46 0,-3 3-64 16,3 2-55-16,-4 1-139 0,2 0-160 15,-1 2-233-15,-6 0-488 0,3 1-603 0</inkml:trace>
  <inkml:trace contextRef="#ctx0" brushRef="#br0" timeOffset="61632.35">7135 5325 1486 0,'0'0'705'0,"0"0"-517"0,0 0-33 15,0 0 83-15,0 0 3 0,0 0-4 16,0 0-52-16,0 0-36 0,0 0-10 16,0 0-41-16,0 0-4 0,-48-12 16 15,44 12 19-15,1 0-1 0,0 1-19 0,0 1-16 16,-1-2-13-16,0 2-3 0,1 0-25 15,-2 0-15-15,1 2-9 0,-3 1-13 16,1 2-13-16,-2 2 14 0,2 1-1 16,-2 1-15-16,1 2 0 0,3 2-2 0,0-2 2 15,-1 1 1-15,2-2 1 16,2 4 13-16,-2-2 1 0,2 2-1 16,1-1-3-16,0 0 1 0,0-1-1 0,0 2 0 15,0-2-10-15,1-2-2 0,3 0-1 16,1 0-11-16,2-1 0 0,0-3 10 15,2 0-1-15,0-1-22 0,-1-1 3 16,4-1 1-16,-2 0 18 16,1 1-9-16,1-1 9 0,-2 0 3 0,0-1 0 15,-3 2 1-15,0-2 2 0,-1 1 9 16,0 0-9-16,-2 0 15 0,-1 1-14 16,1 0 8-16,1 2 0 0,-4-3 0 0,1 2-9 15,-1 4 25-15,-1-1 12 0,0 2 6 16,-4 1-7-16,-2 1 7 0,-4 3 9 15,-3-1-12-15,0 2-7 0,-3 0 4 16,0 2 9-16,0-2-19 0,-1-1-27 0,0-2 12 16,1 3-2-16,0-4-12 0,6-2-1 15,-1 0 0-15,3-4 0 0,4 0 0 16,-2-2 0-16,5-1 0 0,-2 2 2 16,1-3 1-16,1 1 18 0,1-3-9 15,0 2-10-15,0-3 10 0,0 2-12 16,0 1 1-16,1 0 0 0,4 1 1 15,-1-2 1-15,0 4-1 0,4-2 0 16,-3 2-1-16,4 0 0 0,1 2-1 0,0-1 0 16,3 1-1-16,2 0-1 0,2 3 2 15,-3-2 0-15,3-1 0 16,-2-1-15-16,1 0-18 0,-5-3-16 0,2 0-39 16,-1-2-46-16,-2-3-80 0,3 0-116 15,0-4-123-15,0-1-277 0,1-11-740 16</inkml:trace>
  <inkml:trace contextRef="#ctx0" brushRef="#br0" timeOffset="62280.89">7469 5294 316 0,'0'0'1880'15,"0"0"-1443"-15,0 0-196 0,0 0 3 16,0 0 27-16,0 0 18 0,0 0-37 0,0 0-13 16,0 0-22-16,0 0-31 0,0 0-20 15,6 12-21-15,-2-4-1 0,2 6 20 16,0 3-15-16,0 5-24 0,-1 2-37 16,-1-1-34-16,1-2-21 0,-2 3-33 15,1-5-18-15,0 1-37 0,1-3-100 16,0 0-97-16,0-2-112 0,-1-6-339 15,-3 7-870-15</inkml:trace>
  <inkml:trace contextRef="#ctx0" brushRef="#br0" timeOffset="64782.98">8262 5247 261 0,'0'0'215'0,"0"0"-55"16,0 0 71-16,0 0 17 0,0 0 6 16,0 0 16-16,0 0-4 0,0 0-29 0,0 0-26 15,0 0-8-15,0 0-16 0,3-6 6 16,-3 6-19-16,0 0-40 0,0 0-19 15,0 0 9-15,0 0 9 0,0 1-4 16,0 0-6-16,0-1-26 0,0 2-18 16,0 0-22-16,0-1-16 0,0 4-16 15,0 1-10-15,0 2 1 0,0 3 6 16,0 2 3-16,0 5 9 0,0-2-3 16,3 1-6-16,3 1-7 0,2 0 10 15,-2-2-3-15,1 0-3 0,3-3 3 16,-3-2-24-16,2-3-1 0,-3 1-1 0,2-4-12 15,-2-2-2-15,1-2 15 16,-1-1 1-16,4 0 2 0,-1-3 25 0,-1-4-7 16,4-4 4-16,-5-1 3 0,2-4-6 15,-3 2-7-15,-2-3 7 0,-1-2-10 16,-1 2-12-16,-2-1 0 0,0 1-31 0,0 2-12 16,-2 0-34-16,-3 3-17 0,3 4 8 15,-1 2-30-15,-2 1-44 0,4 0-26 16,-2 2-57-16,3 3-94 0,-2 0-115 15,1 0-175-15,1 1-450 0,-3 10 76 0</inkml:trace>
  <inkml:trace contextRef="#ctx0" brushRef="#br0" timeOffset="66268.08">8796 5255 635 0,'0'0'687'0,"0"0"-264"0,0 0-36 15,0 0-25-15,0 0-7 16,0 0-32-16,0 0-48 0,0 0-54 0,0 0-35 16,0 0-35-16,0 0-43 0,-14 0-43 15,10 5-12-15,-5 1 6 0,3 1-3 16,-4 2 6-16,3 1-3 0,0 2-3 15,-3 1 12-15,4 0-10 0,2 1-5 0,1 1-29 16,1-4-23-16,2 0-1 0,0 0-24 16,2 0-1-16,5-3-18 0,3-2-31 15,0 0-25-15,2-1-13 0,0-3-15 16,2 0-29-16,0-2-40 0,2 0-56 16,1-2-69-16,-1-5-89 0,3 1-99 15,-3-2-120-15,-2 2-185 16,3-8 116-16</inkml:trace>
  <inkml:trace contextRef="#ctx0" brushRef="#br0" timeOffset="66963.42">8955 5313 476 0,'0'0'486'16,"0"0"-69"-16,0 0-40 0,0 0-7 15,0 0-40-15,0 0-59 0,0 0-119 16,0 0 18-16,0 0-4 0,0 0-3 16,0 0-33-16,-3 69-16 0,9-59-10 15,0-3-28-15,1 0-26 0,1-2 13 0,1-2-16 16,0-3-12-16,5 0-4 0,-2 0-5 15,1-7-7-15,1-1-16 0,1 0 0 16,-4-3-1-16,-1 1-1 0,-1 1-1 16,-5 0-22-16,0-1 0 0,-4 2 0 15,0 0-10-15,-1-1-12 0,-6 1-6 16,-2 1-10-16,-1 0-6 0,-1 3-6 0,-3 3-23 16,3 1 9-16,-5 0-12 0,3 0-30 15,0 4-12-15,3-1-1 0,4-2-26 16,5 2-81-16,1-3-176 0,0 0-183 15,4 0 148-15,5-4 195 0,1 1 117 16,3 0 59-16,0 0 39 0,1 0 49 0,1 2 7 16,-1-1 84-16,0 1 59 15,4 1 45-15,-5 0-6 0,4 1-13 16,-4 2 10-16,3 2-7 16,-6 0 12-16,2 2 27 0,-3 0 15 0,-1 2-36 15,-3 1-23-15,0-2-16 0,-2 0-40 0,0 0-34 16,0-1-27-16,1-3-15 0,-4 1-13 15,3-3-17-15,-3 1-12 0,1-3 0 16,2 0-22-16,0 0-7 0,3-5-19 16,0-2 4-16,2-2 15 0,-1-3-48 0,2 0-36 15,-2 0-12-15,2 0 28 0,-2 3 55 16,0-1 23-16,-1 3-4 0,0 2 4 16,1 3 19-16,-1 1 6 0,-2 1 56 15,2 0 41-15,-3 1 35 0,3 4 32 16,-2 1-41-16,-3 2-18 0,2 0-2 0,0 3-11 15,0-2-12-15,0 1-26 16,0 0-19-16,0-3-6 0,1 0-13 16,-1 1 41-16,4-5-25 0,-1 0-38 15,-2-2-13-15,2-1-15 0,0 0-51 0,1-4-13 16,0 0 10-16,-1-3 6 0,1 0 12 16,1 0 26-16,-2-1 13 0,-1 1-1 15,-1 2 1-15,2 0-1 0,-3 1 4 16,0 1 2-16,1 1 8 0,0 1 10 15,-3 1 2-15,1 0 47 0,1 0 56 16,0 1 5-16,0 4-13 0,1-1-29 0,2 1-34 16,1-1-29-16,-1 2 0 0,1-3-3 15,-1-2-24-15,4 1-147 0,-2-2-161 16,0 0-272-16,2-2-795 0,-91-27 281 0</inkml:trace>
  <inkml:trace contextRef="#ctx0" brushRef="#br0" timeOffset="67346.72">9735 5356 1861 0,'0'0'425'0,"0"0"-247"16,0 0 77-16,0 0 5 0,40 67 76 0,-27-45-79 16,-4-4-108-16,-2 0-51 0,0-3-42 0,-3-4-21 15,-2 1-4-15,-1-4 1 0,0-1-1 16,-1-5 0-16,0 0-1 0,0-2 9 15,-4 0-39-15,-4-6-167 0,-2-3-18 16,-2-4 39-16,-2-4-16 0,0-2-25 16,2-5-8-16,-1-4 44 0,1-3 19 15,1-3 3-15,5 0 32 0,3 2 68 16,3 2 3-16,0 5-29 0,6 5-42 16,4 2 23-16,4 4 29 0,1 2 25 15,0 3 20-15,2 1 13 0,3 4 81 0,-2 3 48 16,0 1-13-16,2 0 26 0,-7 6 25 15,1 2 3-15,-5 4-10 0,-3-2-17 16,-6 5-39-16,0 1-15 16,-2-2-36-16,-8 3-31 0,-4-1-17 0,-2-1-18 15,-1 0-22-15,0-3-63 16,2-5-67-16,5-4-125 0,4-3-156 0,3 0-352 16,3-12-586-16</inkml:trace>
  <inkml:trace contextRef="#ctx0" brushRef="#br0" timeOffset="67781.25">9975 5129 783 0,'0'0'1400'0,"0"0"-1179"16,0 0-31-16,0 0 32 0,0 0 6 16,6 76 22-16,-2-59-53 0,2-3-39 15,3 4-47-15,-2-5-73 0,2-1-19 16,-1 0-7-16,4-2 13 0,-2-4-9 15,0-2-14-15,0 1-2 0,0-5-28 16,-1 0-26-16,2 0-18 0,-1-5-20 0,2 0 10 16,1-3 9-16,-1-2 6 0,2 0 13 15,-1-2-6-15,4 0-17 16,-4 0-29-16,3 1-92 0,-3 2-66 0,0-2 54 31,-3 1 116-31,-4 0 46 0,0 1 48 0,-4 0 36 0,-2 1 45 0,0 2 19 16,-2-2 29-16,-7 2 29 0,0 2 22 15,-2-1 12-15,1 5-3 0,-2 0-15 16,1 0-15-16,0 5-21 0,3 1-40 16,-1 3-10-16,2 0 10 0,3 4-2 15,-1 1 26-15,2 1 17 0,2 1-15 16,1-1-47-16,0 1-34 0,4-3-31 0,3-2-12 16,4-1-14-16,3-4-29 0,-1-2-78 15,3-4-30-15,3 0-64 0,1-1-52 0,1-6-70 16,4-4-131-16,1 3 50 15,-5-2-349-15,10-6-1130 0</inkml:trace>
  <inkml:trace contextRef="#ctx0" brushRef="#br0" timeOffset="68114.03">10461 4990 676 0,'0'0'1197'0,"0"0"-818"0,0 0-39 0,0 0-40 16,0 0-47-16,0 0 2 0,0 0-23 15,0 0-43-15,-9 82-26 0,15-60-36 16,1 4-25-16,0-1-52 0,1-1-19 16,0 0-9-16,-1-1-21 15,1-4-1-15,-2-2-25 0,-4-5-81 0,0-2-54 16,-1-2-66-16,-1-1-100 0,0-5-153 0,-5-1-194 16,-1-1-571-16</inkml:trace>
  <inkml:trace contextRef="#ctx0" brushRef="#br0" timeOffset="68453.13">10465 5211 969 0,'0'0'411'15,"0"0"-229"-15,0 0 120 0,0 0-45 16,0 0-121-16,91-5-78 0,-69-1-35 16,1-2-23-16,3 0-13 0,-3 0 13 0,-3-1-88 15,-1 1-15-15,-5 0-40 16,-5 0 16-16,-4 0 4 0,-2 1 45 0,-3-1 78 15,0-1 45-15,0-1 11 0,-4 0 48 16,-2-1 9-16,-1 4 4 0,0 0 103 16,-2 4 39-16,2 1 8 0,-3 2-13 15,1 2-56-15,-1 3-61 0,0 6-13 0,-1-1 24 16,2 4 16-16,0-1 25 0,1 1 2 16,5 3-20-16,0 1-42 0,3 1-24 15,0 1-22 1,3-1-12-16,4 0-10 0,3-2-24 0,2-3-37 0,2-3-18 15,2-4-65-15,1-4-43 0,3-3-38 16,5 0 25-16,1-6-29 0,1-4-55 16,0-4-142-16,1-2-212 0,-4 0-196 15,-5 3-502-15</inkml:trace>
  <inkml:trace contextRef="#ctx0" brushRef="#br0" timeOffset="68694.91">10976 5028 1808 0,'0'0'532'0,"0"0"-161"0,0 0-4 15,0 0-67-15,0 0-12 0,0 0-64 16,0 0-54-16,0 0-17 0,0 0-34 16,0 0-45-16,-70 44-18 0,70-36-7 15,0 1-18-15,3 1-12 0,4 2-1 16,5 0 4-16,-2 0 9 0,4 0 0 16,1 0-31-16,0 1 0 0,0-3-16 15,1 0 14-15,-3 2-10 0,-4-3 10 16,-1 2 0-16,-2 1 2 0,-5 0 12 15,-1-1 19-15,-4 2 0 0,-7 0-31 16,-6 0-65 0,-1-2-130-16,0-2-109 0,-2-1-143 0,5-4-334 0,-4-4-1176 0</inkml:trace>
  <inkml:trace contextRef="#ctx0" brushRef="#br0" timeOffset="69849.62">11555 5084 1748 0,'0'0'387'16,"0"0"-144"-16,0 0 31 15,0 0 25-15,0 0 18 0,0 0-49 0,0 0-38 16,0 0-28-16,0 0-39 0,0 0-35 16,0 0-19-16,6 13 6 0,-2-1-14 15,0 1-33-15,2 1-25 0,-2 3 7 0,2 0-14 16,0 1 1-16,1 0-6 0,-1-2-16 15,-2-2-15-15,2-2-1 0,0-1-1 16,1-3 0-16,0-2 1 0,-1-1-11 16,0-4 10-16,-2 2 1 0,2-3-1 15,-1 0-17-15,0 0-17 0,-1-4 5 16,0-1 3-16,1-2 16 0,1-4 11 16,-1-2-1-16,1-2-11 0,0-2-11 15,1-2-7-15,-1 0 9 0,2-2-8 16,-2-1 11-16,1 3 16 15,-1 1 0-15,0 2-9 0,1 3-1 0,-3 3 11 16,1 1 2-16,-2 3-1 0,1 0 0 16,-1 3 1-16,-2 2 0 0,1-1 0 0,-2 2 2 15,0 0 23-15,0 0 21 0,0 0 4 16,0 2-1-16,0 0 3 0,0 2-3 16,0 1-21-16,0 4 6 0,0 3 5 0,0 0 7 15,4 1 12-15,-1 1 0 0,1 1 3 16,2-2-9-16,3-2-9 0,2-2-13 15,1 0-11-15,-1-4-17 0,3-2-2 16,3-2-1-16,1-1-2 0,2 0-25 16,-1-2-18-16,3-6-30 0,-5 0-34 15,2-1-73-15,-4-1-91 16,-4-1-111-16,-4 5-604 0,-7-4-978 0</inkml:trace>
  <inkml:trace contextRef="#ctx0" brushRef="#br0" timeOffset="70946.36">7641 5923 2062 0,'0'0'1118'0,"0"0"-799"0,0 0-57 16,0 0-39-16,0 0-50 0,0 0-26 16,0 0-11-16,0 0-15 0,0 0-23 15,-61 76-30-15,58-59-6 0,3-2 8 0,0 3 16 16,2-2 15-16,5-2-28 0,3-2-39 15,0 0-22-15,5-6-10 0,0 0 1 16,4-4-2-16,0-2 0 0,1 0 11 16,3-4-10-16,-6-6-2 0,2 1-1 15,-7-1-2-15,-2-2-9 0,-3 1-6 16,-4 3-4-16,-3-3 22 0,0-1 0 16,-3-1 3-16,-7-1 10 0,-3 1-4 0,-4 1-9 15,-1 2-40-15,-3 1 22 0,-2 6 3 16,-2 0-19-16,2 3-18 0,0 0-12 15,3 0-10-15,7 4-33 0,2-2-41 16,5 2-10-16,6 0-90 0,0-1-173 16,14 0-42-16,2 2-14 0,7-3-46 15,-5 0-168-15,13 1-427 0</inkml:trace>
  <inkml:trace contextRef="#ctx0" brushRef="#br0" timeOffset="71557.46">8818 5838 2707 0,'0'0'446'16,"0"0"-334"-16,0 0 25 0,0 0-38 16,0 0 68-16,0 0 35 0,-69 67-39 15,63-52-21-15,2-3-55 0,4-2-43 0,0 0-4 16,4-2 7-16,5 0-4 0,2-1-15 16,1-2-25-16,2-4-2 0,5-1-1 15,1 0-2-15,0-5-26 0,2-5-12 16,1-3-10-16,-3 1 1 0,-1-1-4 15,-5-2 21-15,-2 4 14 0,-6 0-10 16,-5 1 5-16,-1 3 23 0,-1 2 37 0,-11 2 1 16,-2-2-10-16,-5 3-26 0,-6 2-2 15,-2 0-2-15,0 0-11 0,-2 0 12 16,1 2-33-16,4 0-25 0,5 1-19 16,5-2-30-16,7-1-37 0,4 0-16 15,3 0-111-15,3-4-179 0,11-3 158 16,2-1 70-16,4-1-107 0,0-1-119 15,3 0 43-15,0-2 54 0,-1 2 88 16,-3-3 48-16,-4 6-12 0</inkml:trace>
  <inkml:trace contextRef="#ctx0" brushRef="#br0" timeOffset="72297.14">8968 5700 414 0,'0'0'470'0,"0"0"-112"16,0 0-36 0,0 0-68-16,0 0-4 0,0 0 67 0,0 0 16 0,0 0-79 15,0 0-21-15,0 0-19 0,52 72-27 16,-42-51-7-16,0-1-22 0,1 1-26 15,0-4-38-15,0 1-44 0,-2-3-10 16,1-4-25-16,-3-2-15 0,0-3-13 16,-1-2 10-16,-3-2-9 0,-2-2-13 15,1 0-13-15,-2 0-40 0,0-6-57 16,0-1 6-16,0-5 0 0,0-1 5 16,0-2-3-16,0-3-22 0,0-2-8 15,0 0-32-15,0-1-36 16,6 2 3-16,2-1 38 0,1 3 86 15,-1 0 56-15,3 5 29 0,-3 4 10 0,1-1 3 16,-2 7 121-16,-1 2 67 0,1 0-11 0,-1 0 45 0,-1 8-20 16,3 1-29-16,2 3-23 15,-3 1-11-15,0 1-18 0,1 4-8 16,0 0-15-16,-2-1 2 0,0 0 8 0,-1-1-15 16,0-2-30-16,-1 0-10 15,2-3-7-15,-2 0-21 0,-1-4-25 0,3-1-1 16,0-3-15-16,-2 0-5 0,3-3-13 15,0 0-35-15,0-1-12 0,1-4-13 16,3-2-23-16,-2-2 1 0,1-1 6 16,0 1 5-16,-1-2 10 0,-2 4 16 15,0 0 25-15,2 2 25 0,-2 2 26 16,-1 1 0-16,0 1 0 0,1 1 3 0,0 0 30 16,0 0 66-16,2 3 12 0,1 4 6 15,-2 0-29-15,3 0 6 0,-1 2-3 16,3-1-44-16,0-2-41 0,-1-1-1 15,2-4 0-15,0-1-2 0,-3 0-1 16,3-3-30-16,-2-5-29 0,0 0-15 0,2-2-26 16,-2 0 3-16,0-1 25 15,-1 0 0-15,-1 0 0 0,-1 0 0 0,1-1 3 16,-3 4 6-16,-1-2 10 16,0 3 9-16,2-4 6 0,-5 4 14 0,0 0 22 15,0 0 3-15,-3-1 12 0,0 1 27 16,0 1 15-16,-6 3 16 0,-1 0 17 15,0 0 27-15,-1 3 26 0,1 0 9 16,-3 3-36-16,2 3-47 0,-1 2 3 0,0 3 13 16,-1 3 9-16,3-2 25 0,1 2 11 15,3-1 16-15,2 0-14 0,1-1-37 16,0 0-39-16,5-2-35 0,6-3-15 16,0 1-3-16,4-2-24 0,2-4-44 15,2-2-27-15,1 0-38 0,3-1-47 16,-3-6 27-16,2-1-76 0,-4-1-108 15,-2 1-112-15,-2-2-139 0,-3 1-122 16,-4 2-285-16,-1-3 376 0</inkml:trace>
  <inkml:trace contextRef="#ctx0" brushRef="#br0" timeOffset="73029.28">9898 5757 450 0,'0'0'427'0,"0"0"29"0,0 0-17 0,0 0-10 16,0 0-45-16,0 0-65 0,0 0-43 15,0 0-40-15,0 0-84 0,0 0-47 16,0 0-17-16,15 65-31 0,-15-65-26 0,0 0-31 15,0 0-16-15,0-3-56 0,0-3 12 16,0-2-35-16,0-1 7 0,0-3 2 16,2 0 3-16,2 1-6 0,2-1-13 15,0 2 15-15,1 0 23 0,-2 3 35 16,3 2 13-16,-1 1 3 0,3 2-2 16,0 2 15-16,2 0 39 0,2 0 19 15,1 0 12-15,0 4 20 0,1 3-23 0,0 0 16 16,-1 0 25-16,-3 4-4 15,-2-1-21-15,1 0-20 0,-2 1-35 0,-1-1-5 16,-2-2-1-16,0-1 12 0,-4-1 1 16,0-1 3-16,2-2-1 0,-4 0-2 15,1-1-32-15,-1-1 0 0,2-1 13 16,-2 0-14-16,0 0-2 0,0 0 0 16,0 0-19-16,0-3-3 0,3 2-6 0,-2-3 0 15,1 0 9-15,1 0-13 16,-1 2-21-16,0 0 5 0,1 0 14 0,0-1 18 15,0 2 14-15,1-1 1 0,0-2 1 16,2-2-29-16,0 2-15 0,1-5 9 16,0 3 34-16,2-1 0 0,-3-1-11 15,1 2-32-15,-1-3 24 0,-2 7 20 16,0-3 19-16,-1 1-18 0,-2 2 2 0,1 1 13 16,-2-1 0-16,3 0 0 15,-3 1-1-15,1 0 1 0,1 0 0 0,-2 1 3 16,3-4 0-16,-3 4 0 0,3 0-16 15,-3 0 16-15,1 0 0 0,0 0 0 16,1 0 0-16,-2 0-6 0,0 0 12 16,0 0 32-16,1 0 21 0,2 5-3 0,-2 1 24 15,1 0-18-15,2 2-19 16,1 3 0-16,-3-1-9 0,6 0-28 0,-2 2-24 16,3 0-1-16,2-3-2 0,3-2-11 15,-2 0 12-15,1-4-2 0,-1 0-12 16,2-3-13-16,-3 0-41 0,1 0-18 15,-2-6-17-15,0-1 16 0,-3-2 26 16,2-1 27-16,-2-1-6 0,-3-2-13 16,2-3 29-16,-3 2-3 0,0 0 28 15,-2 0 1-15,-1 2 18 0,0 2 0 0,0 2 25 16,0 2 22-16,0 0 16 0,0 3-32 16,0 1-31-16,0 0-19 0,0-1-1 15,0 1-34-15,0-1-15 0,0-1-16 0,0 1-32 16,3 0-88-16,0-2-151 0,0 2-286 15,0 0-527-15,5 1-181 0</inkml:trace>
  <inkml:trace contextRef="#ctx0" brushRef="#br0" timeOffset="73241.73">10680 5676 85 0,'0'0'2255'0,"0"0"-1964"16,0 0-108-16,0 0 52 0,0 0-15 15,0 0-16-15,0 0-45 0,0 0-43 16,0 0-53-16,0 0-37 0,29 70-23 16,-26-67-1-16,-1 1-1 0,0-3-1 15,2-1-22-15,1 0-123 0,1 0-61 0,2-1-55 16,1-7-34-16,1-3-169 0,4-1-243 16,-5 1-437-16,9-6 577 0</inkml:trace>
  <inkml:trace contextRef="#ctx0" brushRef="#br0" timeOffset="73434.2">10915 5520 646 0,'0'0'1010'0,"0"0"-526"0,0 0-21 16,0 0-52-16,0 0-62 0,0 0-83 15,0 0-123-15,0 0-40 0,0 0-24 16,0 0-1-16,-36 71 20 0,36-53 11 16,0 1-25-16,3-2-9 0,4-1-32 15,-1 1-6-15,-2-3-15 0,-1-2-22 16,-2 0 12-16,-1 0 7 0,0-5-7 15,0 0-12-15,-1-2-1 0,-4-3-95 16,0-2-99-16,-5 0-119 0,0-7-137 0,1 0-234 16,-13-10-756-16</inkml:trace>
  <inkml:trace contextRef="#ctx0" brushRef="#br0" timeOffset="73580.8">10604 5567 2224 0,'0'0'250'0,"0"0"-186"16,0 0 81-16,79-1-135 0,-46-4-10 16,2 4-152-16,1 0-100 0,0 1-111 15,-7 0-310-15,14 0-580 0</inkml:trace>
  <inkml:trace contextRef="#ctx0" brushRef="#br0" timeOffset="73844.98">11186 5610 992 0,'0'0'544'0,"0"0"-385"0,0 0 75 16,0 0-49-16,0 0-10 0,0 0-68 16,0 0-68-16,0 0 12 0,0 0-18 15,52-72-30-15,-49 65 33 0,-3-1 83 16,0 2 32-16,0 0 3 0,-5 1-6 0,1 3-17 16,-5 1-4-16,1-1 0 0,-1 2 22 15,-1 0 15-15,-2 4-13 0,1 4-18 16,-1 3 7-16,2 3 18 0,0 4 46 15,3 0 5-15,3 5-34 0,1 0-31 0,3-2-38 32,1 2-36-32,8-1-12 0,1-2 12 0,2-3-40 15,5-2-30-15,0-5-31 0,8-4-79 0,2-3-63 16,5-3-96-16,4-4-131 0,-7-3-329 16,18-14-1348-16</inkml:trace>
  <inkml:trace contextRef="#ctx0" brushRef="#br0" timeOffset="75183.56">6551 8299 2020 0,'0'0'676'0,"0"0"-306"15,0 0-73-15,0 0-18 0,0 0 27 16,0 0-58-16,0 0-65 0,0 0-37 15,0 0-26-15,0 0-12 0,0-3-1 0,0 6 7 16,0-3-14-16,0 2-36 0,0 4-21 16,0 3 9-16,4 7 51 0,2 2 34 15,3 4-28-15,1 3-39 0,0 0-22 16,2 0-20-16,0 2-4 0,0-1-12 16,-2 0-9-16,0-1 12 15,-1 2-14-15,-3-4-1 0,0 1 3 16,-3-2-3-16,2-4-9 0,-2-1-45 0,-2-6-10 0,1-3-21 15,1-3-51-15,-3-4-62 0,3-1-52 16,-3 0-168-16,1-6-616 0,-1-8-891 16</inkml:trace>
  <inkml:trace contextRef="#ctx0" brushRef="#br0" timeOffset="76063.8">9376 8474 2327 0,'0'0'593'0,"0"0"-375"0,0 0-61 16,0 0-36-16,0 0 41 0,0 0 68 16,0 0-73-16,-65 80-33 0,63-60-9 15,2-1-25-15,5-1-18 0,5 0-4 16,3-3-18-16,4-2-13 0,0-1-7 15,5-5-16-15,1-2-12 0,1-5-2 16,0 0 2-16,2-10 0 0,-3 0-2 0,-2-2-2 16,-3-2 1-16,-1-1-2 0,-7 1-9 15,-1 0 10-15,-2 1 0 0,-6 0 2 16,-1 0 16-16,0-2 18 0,-8 2-17 16,-1-5-16-16,-4 4-2 0,-4-1-29 15,-2 0 3-15,-1 3 11 0,-2 2-2 0,-2 4-16 16,2 3 18-16,-4 3-61 15,1 3-16-15,3 5-16 0,4 5-45 16,4 3-22-16,7 0-86 0,5 2-97 0,4 0-225 16,5-4-494-16,16 2-413 0</inkml:trace>
  <inkml:trace contextRef="#ctx0" brushRef="#br0" timeOffset="76727.49">12372 8313 2448 0,'0'0'425'0,"0"0"-191"0,0 0 50 16,0 0-23-16,0 0 32 0,0 0-67 15,0 0-58-15,0 0-44 0,-79 69-38 16,73-50-21-16,-2 2 28 0,4 0 30 16,-1 3 14-16,5-1-45 0,0 1-31 0,0-1-6 15,5-6-21-15,4-2-22 16,3 0 3-16,5-6-13 0,0-3 10 0,5-5-11 16,2-1 14-16,2-3-3 0,1-9-12 15,-2-4-13-15,0 0 11 16,-4-4-13-16,-3 3-18 0,-3-2-28 15,-6 0 36-15,-3 1 22 0,-2 1-15 0,-4-2 15 0,-4 2-9 16,-6 3 11-16,-4 2-1 0,-3 1-32 16,-4 4-21-16,-1 2-52 0,-4 3-31 15,-1-1-32-15,1 3-40 0,4 0-137 16,5 0-256-16,7-2-438 0,3 2-548 0</inkml:trace>
  <inkml:trace contextRef="#ctx0" brushRef="#br0" timeOffset="77529.61">15472 8388 1026 0,'0'0'309'0,"0"0"-179"16,0 0 170-16,0 0 57 0,0 0 25 15,0 0-34-15,0 0-50 0,0 0-40 0,0 0-48 16,0 0-52-16,0 0-20 0,-16 40 20 16,10-28-11-16,-2 2-54 0,0-1-22 15,3 2 1-15,0 0-4 0,1 2-13 16,2 1-2-16,1 1 14 0,1-1 23 16,0 1-29-16,6-3-30 0,1-2-1 15,3-2-27-15,3 0-3 0,2-3-11 16,2-3-10-16,-1-3-19 0,4-3-19 15,-2 0-17-15,0-2 20 16,2-5 35-16,-3-2 19 0,1-1 1 0,-2-1 1 16,-5-2 15-16,-1 1-15 0,-4-3 12 15,-2 0 22-15,-1-2 18 0,-3-2-21 16,0-2-9-16,-7 2 8 0,0-2-11 16,-4 3-4-16,-1 2 4 0,-4 0-19 0,-2 3 0 15,1 4-3-15,-2 0-34 0,-2 3-19 16,0-1-73-16,0 2-44 0,-2 3-34 0,1-1-113 15,4 3-271-15,-17 0-754 0</inkml:trace>
  <inkml:trace contextRef="#ctx0" brushRef="#br0" timeOffset="78524.35">6525 9457 1144 0,'0'0'1255'0,"0"0"-1035"0,0 0-43 0,0 0 32 16,0 0 18-16,0 0 41 0,0 0-113 16,0 0-38-16,0 0-51 15,-79 36-35-15,66-20 13 0,-1 6 44 0,2 1 35 16,0 3 33-16,1 2 5 0,7-1-19 16,1 0-34-16,3-1-37 0,0-2-25 15,7-3-12-15,7-1-16 0,2-5-18 16,6-2-10-16,1-6 9 0,4-2-10 15,2-5-8-15,1-3-5 0,2-8 5 16,-2-4 4-16,-1-3-3 0,-1-3-22 16,-5 1 12-16,-6 0 12 0,-6 0 15 0,-5 4-17 15,-4-1 18-15,-2 1 49 0,-12 1-6 16,-4 1-32-16,-4-2-11 0,-6 1-31 16,-1 3-3-16,-2 5-12 0,1 3-1 0,3 4-36 15,3 0-59-15,2 7-64 0,7 2-86 16,3-2-227-16,5-2-569 0,5 5-594 0</inkml:trace>
  <inkml:trace contextRef="#ctx0" brushRef="#br0" timeOffset="79125">9546 9351 160 0,'0'0'2002'0,"0"0"-1363"0,0 0-136 16,0 0-52-16,0 0-46 0,0 0-35 16,11 78-93-16,-11-53-35 0,0 3-71 15,-1 1-53-15,-3-2-63 0,-2 3-49 16,1-1-6-16,1 2-36 0,0-2-34 16,0 2-82-16,1-2-53 0,0-3-109 0,3-9-390 15,0 1-816-15</inkml:trace>
  <inkml:trace contextRef="#ctx0" brushRef="#br0" timeOffset="80011.66">12775 9493 650 0,'0'0'1945'16,"0"0"-1520"-16,0 0-64 0,0 0-6 15,0 0-57-15,0 0-28 0,-82 20-81 16,68-15-32-16,-1 2 3 0,1-1-34 15,-3 5-31-15,1 0-10 0,0 4 22 16,1 1 5-16,3 1-24 0,1 4-15 16,6 1-21-16,5 2-19 0,0-4-30 15,3 1-3-15,7-5-1 0,2 0 1 0,5-3-18 16,3-3-18-16,-1-3 2 0,2-3 4 16,1-4-13-16,2 0 1 46,-2-3 12-46,4-4-16 0,-3-4-6 0,1 0-33 0,-3-3 6 0,-4 0 18 0,-4-1 2 0,-3 2 29 0,-7 0 30 0,-3-4 3 16,0 2-1-16,-5-2 22 0,-6-2-2 16,-2 0-4-16,-3 1 4 0,-1 2-4 15,-5 1-3-15,1 3-15 0,0 5-1 16,0 4-39-16,4 3-12 0,0 0-12 0,5 2-59 16,4 4-64-16,6 1-151 0,2 5-199 15,2-1-195-15,4-3-502 0,11 6-362 0</inkml:trace>
  <inkml:trace contextRef="#ctx0" brushRef="#br0" timeOffset="80894.47">15420 9529 881 0,'0'0'502'0,"0"0"-160"0,0 0 18 16,0 0 0-16,0 0-6 0,0 0-26 15,0 0-32-15,0 0-17 0,0 0-46 16,0 0-28-16,3-3-6 0,-3 3 24 15,0 4-2-15,-6-1-67 0,-3 4-114 16,1 2-7-16,-3 0 10 0,-1 4-6 16,2 0 11-16,1 2 13 0,-2 1 9 15,6-2-12-15,2 1-27 0,3-2-13 16,0 1-18-16,5-3 0 0,2 0-18 16,7-1 2-16,1-4-8 0,5-3-12 0,0-3-1 15,2 0-2-15,4-2-1 0,-2-4-3 16,0-4 13-16,1 3 18 15,-3-4 12-15,-4 3 0 0,-3-3 0 0,-2 3 0 16,-5-2 21-16,-3-1-3 0,-2 1 16 0,-3-2-4 16,0-1 4-16,-6-1-4 0,-1 1-5 15,-8-3-22-15,1 3 12 16,-6-2 0-16,-1 4-12 0,-3-1-3 16,-1 3-24-16,0 4-46 0,-1 1-64 0,1-1-53 15,0 5-25-15,4 0-60 16,-2 0-178-16,8 4-342 0,-9 4-864 0</inkml:trace>
  <inkml:trace contextRef="#ctx0" brushRef="#br0" timeOffset="81885.82">6224 10488 1676 0,'0'0'707'0,"0"0"-410"0,0 0-110 16,0 0-30-16,0 0-3 0,0 0 34 15,0 0 6-15,0 0 30 0,0 0 21 16,0 0-7-16,0 0-39 0,-12 19-51 15,4-4 9-15,2 2-10 0,-1 2-24 16,-2 1-16-16,5 3-16 0,-3 4-18 16,5-2-21-16,2 1-31 0,0-2-6 15,3-3-15-15,7-4-15 0,0-2 0 16,2-7-9-16,5 0-7 0,-1-4-2 0,3-4 5 16,1 0 10-16,3-11-6 15,0-1 5-15,3-1 16 0,0-5 1 0,-3-1 0 16,-1 2 0-16,-1-2-16 0,-4 1 0 0,-5 0 2 15,-3 0 13-15,-1 2-18 0,-5 1 18 16,-3-2 3-16,0 1 12 0,-3 1 9 16,-5 0 7-16,-4 5 12 0,-5 1-10 15,-1 6-6-15,-6 1-24 0,-2 2 0 16,-4 2-64-16,2 2-18 0,4 4-31 16,4-1-34-16,2 1-62 0,10-4-88 15,3 3-216-15,4-2-450 0,1 2-454 16</inkml:trace>
  <inkml:trace contextRef="#ctx0" brushRef="#br0" timeOffset="82675.42">9614 10528 2139 0,'0'0'469'0,"0"0"-128"0,0 0 37 15,0 0-42-15,-79 12 23 0,57-1-83 16,-1 3-53-16,0 1-26 0,2 4-34 0,1 0-38 16,4 0-15-16,2 3-9 0,5-2-10 15,5 1-24-15,2 0-28 0,2-2-20 16,3 0-5-16,7-2-14 0,4 0-3 0,6-4-9 15,0-5 10-15,5-3-1 0,2 0-13 16,2-5-2-16,1-2-9 0,0-6-4 31,-1-3-11-31,0-3-7 0,-2-3 3 0,-3-2 10 0,-2-1 24 0,-7 2-7 16,-5 3 16-16,-6 1 3 0,-4 0 0 16,0 1 22-16,-10-2-1 15,-3 2-6-15,-4-3-15 0,1 2 0 0,-4 0-20 16,0 2-35-16,1 3-6 0,-1 4-19 15,1 5-70-15,0 0-56 0,5 4-7 16,4 6-149-16,4-1-247 0,3 0-512 0,3 5-660 0</inkml:trace>
  <inkml:trace contextRef="#ctx0" brushRef="#br0" timeOffset="84986.79">15900 10504 2312 0,'0'0'474'0,"0"0"-146"0,0 0-9 16,0 0-40-16,0 0 13 0,0 0-29 15,0 0-48-15,0 0-24 0,0 0-10 16,0 0 0-16,-7 49 14 0,4-31 3 15,0 4-35-15,-3 4-17 0,0 2-4 16,4 0-34-16,-4 2-29 0,1-3-43 16,2-2-36-16,0-2-10 0,1-4-20 15,2 0-64-15,0-6-114 0,0-1-98 16,-3-4-240-16,1-3-858 0,-12-5-1723 0</inkml:trace>
  <inkml:trace contextRef="#ctx0" brushRef="#br0" timeOffset="88157.08">12741 10703 1630 0,'0'0'286'15,"0"0"-149"-15,0 0-40 0,0 0 117 16,0 0 80-16,0 0-5 0,0 0-77 16,0 0-50-16,0 0-18 0,0 0-8 15,-25-36 19-15,18 41 5 0,-3 1-21 0,-2 2-26 16,-1 6-14-16,-5 3 26 0,-1 3 14 16,-1 5-16-16,0 0-21 0,0 2 5 15,2 1-9-15,2-2-24 0,6-2-13 0,4-1-6 16,5-1-25-16,1-3-30 15,6-1-16-15,5 1 14 0,8-7 2 0,5 0-24 16,4-7 23-16,2-3-1 0,5-4-10 16,1-10 10-16,-2-7-1 15,3-4-12-15,-7-5-3 0,-7 2-31 16,-7-3 12-16,-5 3 23 0,-8 4 14 16,-3 3 3-16,-3 1 24 0,-10 5-2 0,-1 0-25 15,-6 1-9-15,-1 3-62 0,-3 5-11 16,1 1-44-16,-2 3-37 0,5 0-153 15,-2 5-259-15,8 1-521 0,-3 1-754 0</inkml:trace>
  <inkml:trace contextRef="#ctx0" brushRef="#br0" timeOffset="89360.21">6537 11605 2267 0,'0'0'449'0,"0"0"-288"0,0 0-72 15,0 0 62-15,0 0 120 0,-88 14 5 16,72-4-102-16,0 2-49 0,4 3-23 16,2 1-43-16,2 2-3 0,2 4 28 15,5-1 3-15,1 3 19 0,0 2 5 16,7-1-22-16,4-2-27 0,4-3-22 0,2-1-28 16,2-6 5-16,4-3-17 0,3-5-25 15,1-5-8-15,2 0 32 0,3-9 2 16,-2-6 13-1,-4-3-13-15,-4-1-2 0,-4-2 1 0,-6 2-10 0,-9 2 10 16,-3 3 28-16,0-2 3 0,-12 3-7 16,-4 2-5-16,-4 2-1 15,-4 0-18-15,-2 1-6 0,-3 1-31 16,2 0-27-16,-1 4-16 0,3 3-13 0,2 0-43 16,5 3-72-16,5 4-150 0,5 0-298 15,7-2-699-15</inkml:trace>
  <inkml:trace contextRef="#ctx0" brushRef="#br0" timeOffset="90192.85">9726 11656 2587 0,'0'0'363'0,"0"0"-260"0,0 0-13 16,0 0 28-16,0 0 70 0,-97 65-36 15,76-43-26-15,-2 1-25 0,4 1 22 16,5 0-16-16,5-3 18 0,3 2-22 15,6-5-28-15,0-1-20 0,10-2 14 0,5-3-23 16,2-1-3-16,6-6 10 0,3-5-38 16,2 0-3-16,3-7 16 0,-2-6-16 15,1-2-12-15,-2-3 13 0,-5 0-11 16,-6 0-1-16,-6 4-1 16,-6 1 18-16,-5 2 31 0,0 1 22 0,-11 3-22 15,-4-2-49-15,-3-1 0 0,-5 1-15 16,-3-1-50-16,-1-3-18 0,-2-2-21 0,1 1-54 15,4-3-34-15,3-2-75 0,4 8 19 16,6 1-68-16,7 6-147 0,4 3-214 16,0 1-681-16,9 3 407 0</inkml:trace>
  <inkml:trace contextRef="#ctx0" brushRef="#br0" timeOffset="90760.65">12692 11594 3676 0,'0'0'472'0,"0"0"-341"15,0 0-119-15,0 0 75 0,-6 82 93 16,12-49 60-16,3 3-121 0,2-1-78 16,1 0-41-16,2-4-70 0,2-6-117 15,5-3-113-15,-5-7-213 0,12-3-786 0</inkml:trace>
  <inkml:trace contextRef="#ctx0" brushRef="#br0" timeOffset="91518.16">15714 11637 2459 0,'0'0'569'16,"0"0"-335"-16,0 0-148 0,0 0 60 0,0 0 126 15,-78 23-45-15,61-7-82 0,4 4 4 16,-2 3-31-16,4 2 64 0,2 0-52 16,1 3-26-16,5-4 4 15,3-1-32-15,0-2 19 0,6-4-34 0,6-5-25 16,6-1 16-16,6-8 6 0,4-3 9 15,3 0-46-15,4-10-21 0,1-4-55 16,0-4-8-16,-2-1-23 47,-3 0 56-47,-4-3 7 0,-5 1 23 0,-4 0 3 0,-7 3 12 0,-5 2 3 0,-6 0 31 0,0 3-4 0,-11-1-5 0,-5 3 6 0,-10 2-19 16,-5 6-27-16,-8 3-28 0,-4 5-36 15,-2 5-58-15,-3 2-83 0,6 0-200 0,5 0-552 16,14-2-338-16,-4-2-911 0</inkml:trace>
  <inkml:trace contextRef="#ctx0" brushRef="#br0" timeOffset="121925.55">25554 9668 1056 0,'0'0'407'0,"0"0"-176"0,0 0-55 16,0 0 38-16,0 0 16 0,0 0-55 16,0 0-62-16,0 0 22 0,0 0-26 0,13-40 26 15,-4 25-32-15,2-1-14 0,1-3 14 16,3-6-8-16,0-2 29 0,5-4-63 16,-2-1-30-16,2-3-9 0,-2 1 1 0,1 3-23 15,-3 0 0-15,-3 3-19 0,0 3 3 16,-3 2-41-16,-4 2-86 15,-2 4-42 1,-4 6-68-16,0 3-59 0,-1 5-102 0,-7 3-151 0,1 0-151 16,-8 4 57-16</inkml:trace>
  <inkml:trace contextRef="#ctx0" brushRef="#br0" timeOffset="122298.84">25469 9410 1630 0,'0'0'442'16,"0"0"-89"-16,0 0-104 0,0 0 11 16,0 0 28-16,0 0-14 0,0 0 5 15,0 0-131-15,0 0-67 0,-59 80 11 16,50-63 2-16,6 2 33 0,-1-2-12 0,0 1-59 16,1-1 36-16,-1-1 35 0,1 1-32 15,0 0-31-15,1 1-8 0,2-1-4 16,0 1-11-16,2-6-41 0,2 0-33 15,5-2-4-15,2-3-15 0,2-4 12 16,4-2 12-16,0-1 2 0,3 0 26 16,1-2 2-16,-2-5 10 15,4-1 0-15,-2-1 4 0,0 2-15 0,-1-1 11 16,0-2-11-16,-4 4-1 0,1-1-1 16,-4 3-1-16,-4 1-13 0,2-1-7 0,-3 2 19 15,-1-3 0-15,3 1-22 0,-1 1-24 16,1-3-43-16,1-3-41 0,-2 2-143 15,-2-4-138 1,0 3-234-16,-1-1-503 0,-6-2-482 0</inkml:trace>
  <inkml:trace contextRef="#ctx0" brushRef="#br0" timeOffset="124602.76">25186 8474 650 0,'0'0'1344'16,"0"0"-1013"-16,0 0-266 0,0 0-1 16,0 0 111-16,0 0 8 15,0 0-96-15,0 0-42 0,0 0-10 0,0 0 13 16,3 7 80-16,-3 0 112 0,0 4 17 15,0 3-100-15,0 1-75 0,0 2-13 16,0 1 6-16,0-1-20 0,0-1-33 16,0-2 9-16,0-3-28 0,3-1-3 0,0-2 0 15,0-1-31-15,0-4-13 0,0-1-23 16,2-2-2-16,0 0-9 0,1 0 5 16,2-2 23-16,1-6 50 0,1-3 9 15,0 1 16-15,-1-4-25 0,1 1-12 16,-3-1 9-16,2-1-16 0,-5 2-10 15,3 0 28-15,-2 5-21 0,-1-1 20 0,-1 2-20 32,-2 3 20-32,-1 3-1 0,2 1 3 15,-2 0 3-15,0 0 32 0,0 3 3 0,1 1-38 0,2 1 12 16,0 4-6-16,1-1 64 0,3 3-29 0,-1-3-17 16,3-2-23-16,-2-1 1 0,3-1-1 15,0-2 24-15,1-1 3 0,1-1-14 16,0-1-12-16,1-5-1 0,1-5 37 15,-1-1 28-15,2 0-34 0,-4 3-17 16,-1-2-2-16,-6 1-12 0,1 2 33 0,-5-1 4 16,0 1 2-16,0 4-18 0,0-3-6 15,-2 3-16-15,-1-2-69 0,-2 3-71 16,-1-2-100-16,2 3-117 0,-2-2-215 16,3 2-217-16,0 1-501 0</inkml:trace>
  <inkml:trace contextRef="#ctx0" brushRef="#br0" timeOffset="125793.07">25587 8416 1079 0,'0'0'430'15,"0"0"-69"-15,0 0 18 0,0 0 45 16,0 0-71-16,0 0-138 0,0 0-129 16,0 0-48-16,7 75 0 0,-7-60-25 15,0-5-10-15,0 0 32 0,0-3-32 16,3 2 10-16,0-6 4 0,0 1-17 0,3-4-2 15,-1 0 2-15,1 0 9 0,0-2-8 16,3-3 12-16,1-4 38 0,-3 2 6 16,2-5-29-16,-2 2-25 0,-1 0 32 15,-2-2 6-15,-1 1-6 0,-3 0-7 16,0 0 16-16,0 3-6 0,-5 0 6 0,-3 1-9 16,1 5-35-16,-3-3-22 0,-1 4-13 15,0 0-31-15,2 0-3 0,1 1-20 16,-1 0-15-16,5 0-14 0,1 0-60 15,3 0-75-15,0 0-91 0,0 0-153 16,3 0-29-16,3 2 229 0,3-1 82 16,0 2-13-16,1-1-3 0,3-2 88 0,-1 0 94 15,-2 0 49-15,4 0 15 16,-3 1-13-16,1 2 31 0,-2 1 9 16,1 1 33-16,0 1 33 0,-1-2 51 0,-1 2 17 15,-1-2-6-15,1 1 31 16,-3 0 27-16,-2 0 26 0,-1-1-37 0,-1-1-29 15,-1 3 22-15,-1-3 44 0,0-1 26 0,0-1-47 16,0 1-61-16,0-2-46 0,0 0-59 16,0 0-67-16,0-2-16 0,0-1-54 15,0-7-9-15,0 1 28 0,3-4 7 16,4-2 28-16,-1-2-3 0,1 0-3 16,0-1 2-16,3-1 19 0,0 0-24 15,1-3-36-15,3 0-22 0,-2 2-32 16,0 1-29-16,1 0-27 0,-4 5-29 15,1 1-87-15,-6 4-90 0,-1 2-55 0,0 2 123 16,-3 3 218-16,0 2 91 16,0 0 127-16,0 0-4 0,0 2 53 15,-4 4 39-15,1 5 51 0,0 1-104 16,0 0 36-16,-1 2 57 0,4-2-42 0,0 5-43 16,0-2-41-16,0 1-34 0,4 0 4 15,-3-2-6-15,2-2-30 0,-1 2-8 16,-1 0-27-16,1-3-6 0,-1-1 0 15,4 1-22-15,-1-5-10 0,2 1-44 16,-2-3-6-16,2-3 18 0,-2 0 4 0,0 0 0 16,1 1 6-16,-4-2 10 0,2 0-4 15,0 0 10-15,-1 0 14 0,-1 0 0 16,3 0-11-16,-1 0 12 0,1 0 1 16,5 0 1-16,1 0 0 0,3 0-1 15,3 0 2-15,1-4 9 0,1-1-11 0,2-1 0 16,-2 0 0-16,0 0 23 0,-1-1-23 15,-2 1-16-15,0-1 16 16,-3-4-16-16,-1 4 14 16,-2-5-11-16,-2 0-31 0,-2 2 12 0,-1-3-13 15,-4 1-9-15,0 0 18 0,0 1 36 0,-3 2 52 16,-4 1 2-16,-2 4 4 0,-1 0 31 16,0 4 7-16,0 0-23 0,-3 0-25 15,3 6-10-15,1 0 19 0,-1 3 19 16,4 1 50-16,1 4 16 0,2-1-17 0,1 2-30 15,2-2-42-15,0 1-22 0,3-3-6 16,6-1 6-16,1 0-20 0,1-4-11 16,1-1-44-16,4-2 16 0,0-3 3 15,1 0-34-15,1-6-4 0,0-1-7 16,2-5-33-16,-4 0-51 0,1-1 8 16,-1 1-70-16,-3 0-36 0,-6 1-69 15,-1 1 108-15,-1 3 120 0,-4 0 76 0,0 4 17 16,-1 2 78-16,3 1 45 0,-3 0-33 15,0 1 0-15,0 4 19 0,1 2 45 16,1 2-4-16,1 1 6 0,0 1-16 16,0 0 2-16,1-2 6 0,-1 2-41 15,0-4-35-15,0-2-53 0,0-3-19 16,-2-1 2-16,3-1 24 0,-4 0 24 16,2 0 0-16,-1-3-6 0,3-5-4 15,2-2 38-15,0-7-41 0,0 3-34 0,2-5-3 16,-2 1-42-16,3 0-48 0,2 1-54 15,-1 1-38-15,2 0-55 0,1 5-134 16,-3 3-383-16,3 0-640 0</inkml:trace>
  <inkml:trace contextRef="#ctx0" brushRef="#br0" timeOffset="126005.05">26855 8093 1755 0,'0'0'1607'0,"0"0"-1290"16,0 0-207-16,0 0 95 0,0 0 173 15,0 0-81-15,3 79-134 16,-3-54-59-16,0-1-60 0,0 0-44 0,0-1-31 16,0-2-36-16,0-3-59 0,0-3-96 15,3 0-107-15,0-5-218 0,0-4-445 16,-1-1-922-16</inkml:trace>
  <inkml:trace contextRef="#ctx0" brushRef="#br0" timeOffset="127736.6">27472 8053 218 0,'0'0'587'0,"0"0"-111"0,0 0-63 16,0 0-39-16,0 0 8 15,0 0-31-15,0 0-36 0,0 0-2 0,0 0-25 16,0 0-21-16,0 0 6 0,0-7 9 0,-7 12-155 16,-6 5-57-16,3 3-20 15,-2 1-14-15,1 3-5 0,2 2-9 0,2-3-10 16,4 1-12-16,3-3-25 0,0-3-18 16,3 1-24-16,7-5-41 0,3 3 3 15,2-3 6-15,3-6 0 0,1-1-13 16,1-1-28-16,3-6-27 0,-1-4-54 15,-1 1-48-15,1-2 1 0,-4 0 31 16,0 0 12-16,-5 1 44 0,-3 1 65 16,-1 1 61-16,-5 2 55 0,-2 1 16 15,-1 2 84-15,-1 3 58 0,0 1 10 0,0 0-46 16,-3 3 9-16,0 1 23 0,-1 5-49 16,-1 0-28-16,4 3-1 0,-2 2 23 15,3-2-4-15,0 1-7 0,3-2-28 0,6-3-3 16,-2-2-7-16,4 0 0 0,1-3-25 15,0-1-3-15,3-2 0 0,-1 0-6 16,1-7-3-16,-2-1-10 0,0 2 0 16,-4-3-3-16,-3-1 0 0,-2 4 0 15,-4-2 3-15,0 1 0 0,0-1 0 16,-3 2-3-16,-3-1-20 0,-2-1-8 16,-4 4-32-16,2-2-15 0,0 1-13 15,0 3-29-15,3 0-25 0,2 2-17 16,2-2 12-16,3 1-35 0,0 0-104 15,0 1-24-15,3-1 168 0,6-3 93 16,2 3 17-16,1-2-39 0,3 1-27 0,0 1 43 16,0 1 36-16,-1 0 16 0,-1 0-30 15,1 1 30-15,-2 4 3 0,-2 1 31 16,0-1 50-16,0 3 59 0,-2-1 54 0,0 3 22 16,-1 0-16-16,-1-1-46 0,-1 3-54 15,-1-3-27-15,-1-2-31 0,1 1-1 16,-3-3-18-16,1-1-10 0,-1-2-13 15,1-2-39-15,1 0-21 0,1 0-24 16,2-6 49 0,1-1 3-16,4-5-39 0,-2 0-38 0,3-3-23 0,-1 1 10 15,-2 1 15-15,-2 1 39 0,1 2 23 16,-2 3 42-16,0 3-26 0,-3 1 6 16,2 3 23-16,-1 0 23 0,-1 0 90 15,2 0 26-15,-2 7-4 0,3-4-9 16,-3 4-20-16,0-3-26 0,-2 2-6 15,2 2-14-15,0-5-21 0,-1 2-17 0,-1-1-22 16,4-1-3-16,0-1-23 0,-1-2 26 16,2 0 2-16,0 0-2 0,1 0-14 15,2-5-6-15,-2-2-5 0,2-1-36 0,2 0-26 16,-1-2-47-16,3-2-37 0,0 2-32 16,0 1 18-16,1-2 39 0,-3 4 59 15,-1 5 48-15,-2-1 11 0,-3 3 28 16,-3 0 152-16,1 0 156 0,-3 4 21 15,2 2-59-15,-2 1-101 0,0 4-48 16,1 0-12-16,-1-2-27 0,0 2-12 16,2 0-45-16,1-3-25 0,0-3-2 15,1 1-20-15,3-3-16 0,-3-1-86 16,4-2-16-16,-1 0-45 0,1-2-59 0,1-5-191 16,-2 0-318-16</inkml:trace>
  <inkml:trace contextRef="#ctx0" brushRef="#br0" timeOffset="128152.58">28409 8203 1858 0,'0'0'386'0,"0"0"-127"16,0 0 60-16,0 0-34 0,13 72-10 15,-12-56-110-15,2-4-73 0,-1 0-32 16,-1-5-39-16,2-1-21 0,-3-2 0 0,0-2 0 15,2-2 3-15,-2 0 38 0,0 0 25 16,0 0-9-16,0-2-13 0,0-2 0 16,-2-2-44-16,-2-4-107 0,-1-3 9 15,-2-2 86-15,3-3-32 0,-2-4-13 16,5-3-22-16,-1 3 78 0,2-3 1 16,0 3 22-1,0 1-19-15,2 3-3 0,6 0-29 0,1 1-15 0,0 4 28 16,3 0-15-16,0 2 8 0,0 3-12 15,0 1 16-15,-3 3 19 0,0-1 18 16,2 3 17-16,-5 2 13 0,1 0-7 0,1 0 0 16,-4 0 23-16,0 6 18 0,-1 3 50 15,-3 4-3-15,0 3-50 0,-1 2-38 16,-9 4-13-16,-2-1-13 0,-4 2-12 0,2-3 1 16,-2 0-4-16,3-4-19 0,3-4-53 15,0-3-61-15,6-3-52 0,2-4-56 16,2-2-103-16,0 0-179 0,0-1-254 15,0-10-461-15</inkml:trace>
  <inkml:trace contextRef="#ctx0" brushRef="#br0" timeOffset="129178.91">28726 7956 1774 0,'0'0'642'0,"0"0"-303"0,0 0-27 15,0 0 45-15,0 0 7 0,0 0-77 16,0 0-106-16,0 0-78 0,0 0-20 16,0 0 19-16,-13 57 9 0,9-35 22 15,1 0-47-15,0 2-53 0,0-4-33 16,3 0-11-16,0-3-23 0,0-1-27 0,2-1-68 15,2-3-41-15,0-3-87 0,1-2-98 16,0-3-189-16,1-2-249 0,-2-2-650 0</inkml:trace>
  <inkml:trace contextRef="#ctx0" brushRef="#br0" timeOffset="129513.9">28784 8190 1527 0,'0'0'264'0,"0"0"-95"0,0 0 48 15,0 0-52-15,0 0-68 0,0 0-29 16,82-43-13-16,-68 32-26 0,-5-1-26 16,1 1 16-16,-3-2 17 0,-4 2 28 15,0 1 7-15,-2 0-6 0,-1 4 28 0,0-1 93 16,-1 2 5-16,-5 0-48 0,-1 2-57 16,-3-1-48-16,0 4-3 0,-3 0 31 15,1 0 38-15,-2 2 16 0,1 6-38 16,1 1-19-16,-2 3 25 0,5 4 12 15,2 1 15-15,0 1 5 0,6-3-36 16,1 3-29 31,0-3-41-47,5-2-14 0,4-1-22 0,1-3-21 0,4-1-13 0,2-5-33 0,3-1-26 0,0-2 3 0,1-2-42 0,1-5-31 0,0-5-74 0,-1-2-59 16,-2-1-25-16,0-4-95 15,-2 1-119-15,-2-1-109 0,-1-2 89 0,-4 6 124 16</inkml:trace>
  <inkml:trace contextRef="#ctx0" brushRef="#br0" timeOffset="130136.29">29090 7938 7 0,'0'0'286'16,"0"0"138"-16,0 0 192 0,0 0-37 0,0 0-83 16,0 0-112-16,0 0-6 0,0 0-43 15,0 0-208-15,0 0-39 0,0 0 3 16,-5 50 10-16,5-28 6 0,0 0 9 16,0 1-16-16,0-3-10 0,0-1-34 15,0 0-34-15,0-3-22 0,0 0 1 16,-3-2 1-16,0-4 0 0,2-1-2 15,-2-2 0-15,0-4-59 0,0 0-31 0,3-1 3 16,-1-1 15-16,1-1 5 0,0 0-36 16,0 0-48-16,1 0-23 15,6-4 28-15,2-3 143 0,4 2-16 0,0-1 18 16,1 0-12-16,2-1 11 0,1 1-20 16,-2 0-4-16,3 0 11 0,0 1 4 15,2 0 11-15,0 0 3 0,2 3 13 16,2-4-14-16,-1 1-2 0,0-1-19 15,-4 2 16-15,-2-2 3 0,-2 2 0 0,-4-3-2 16,-5 3-21-16,-1 1 8 16,-4-2 15-16,-1 1 88 0,0 1-22 0,0-1 1 15,0-1-10-15,0 3-19 0,0 1 3 16,0 1-9-16,0 0-31 0,0 0-1 16,0 0-13-16,0 0 2 0,0 0 11 15,0 0 22-15,0 0-22 0,0 0-41 16,1 0-73-16,4 0-8 0,3 0 122 0,-1-4 0 15,2 3-1-15,-3-3 1 16,4 0 0-16,-6 1-3 0,2 0-1 16,0-1 4-16,-2 0 29 0,1-2-16 15,2 0-12-15,-3-2-1 0,3-1-19 0,-4-1 19 16,0 0 13-16,0-1 21 0,-3 4 8 16,0 0 31-16,0 2 63 0,-3 5 15 15,-3-2-48-15,-1 2 30 0,-4 0-2 16,-1 2-50-16,-1 3-38 0,-4 2 0 15,-2 7 1-15,3 0 15 0,-1 3 18 0,4-1 31 16,3 1 30-16,3 1-62 0,1-1-42 16,4-3-22-16,1 2-11 0,1-3 1 15,0-1-1-15,1-1-1 0,5-2-18 16,4-1-34-16,3-1-12 0,4-2-56 16,4-3-25-16,3-2-22 0,5-3-44 0,1-5-110 15,5-1-255-15,1-2-449 0,-7 2 226 16,14-4-19-16</inkml:trace>
  <inkml:trace contextRef="#ctx0" brushRef="#br0" timeOffset="130372.66">29938 7936 166 0,'0'0'2330'16,"0"0"-1821"-16,0 0-107 0,0 0-31 16,0 0-12-16,0 0-104 0,-78 7-104 15,65 2-61-15,0 0-38 0,2 5-30 16,-1 0 2-16,5 0 22 0,0 3 10 15,1-1-33-15,6 1-23 0,0 0-12 16,3 1 10-16,7-1-1 0,3-1-13 16,0-1-5-16,-2-4-16 0,0 2-6 15,-1-1-6-15,-5-3-4 0,-2 0-5 16,-1-2-13-16,-2 2-7 0,0-4 4 0,-5 2-1 16,-2-4-68-16,-4 0-103 0,2-3-253 15,2 0-513-15,-3-11-540 0</inkml:trace>
  <inkml:trace contextRef="#ctx0" brushRef="#br0" timeOffset="130755.66">30454 7869 2674 0,'0'0'689'0,"0"0"-511"16,0 0-137-16,0 0 127 0,0 0 89 0,0 0-15 15,-6 72-75-15,2-50-37 0,-2 3-40 16,5 0-41-16,-1-2-6 0,2 1 0 16,0-2-18-16,0 0-10 0,2-2-15 15,-1-4 0-15,2-2-3 0,-3-2-18 16,3-3 17-16,-2-5-14 0,-1 0-10 0,0-2-12 15,0-1 16-15,0-1 24 0,0 0 12 16,-8 0-12-16,-2 0-28 0,-4-3-49 16,-1 1 50-16,2-3 27 15,0 0 0-15,7 0-25 0,0-1-31 0,3 0-49 16,2 1-23-16,1-1-56 0,0 3-68 16,3-4-86-16,4 2-141 0,5 1-176 15,-1-2-425-15,7-1-149 0</inkml:trace>
  <inkml:trace contextRef="#ctx0" brushRef="#br0" timeOffset="131055.86">30833 8069 2088 0,'0'0'1083'0,"0"0"-837"16,0 0-8-16,0 0 73 0,0 0 6 0,0 0-94 15,0 0-106-15,0 0-76 0,-71 67-26 16,71-60-13-16,2-1 11 0,2-1-13 15,5 0-1-15,4-1-14 0,1-3 3 16,2-1-1-16,1 0 10 0,2 0-40 16,0-5-13-16,-3-1 1 0,-1-2 12 15,-4-1 12-15,-3 2 8 0,-2 2 23 16,0-6 15-16,-5 3-2 0,0-3 5 16,-1 3 4-16,0-3-3 0,-8-1-17 15,-2 5 10-15,-5 0 13 0,-2 1-25 0,-1 1-62 16,0 1-50-16,1 2 10 0,4-1-73 15,4 2-64-15,2-1-135 0,7 1-169 16,0-2-475-16,0 3-103 0,13-4 355 0</inkml:trace>
  <inkml:trace contextRef="#ctx0" brushRef="#br0" timeOffset="131420.17">31104 7922 1509 0,'0'0'409'0,"0"0"-58"0,0 0 75 0,0 0-31 15,0 0-28-15,0 0-91 0,0 0-91 0,0 0-59 16,4 72-35-16,-7-53-6 16,2 0 30-16,-2-1-32 0,3-1-48 15,0-5-23-15,0 0-2 0,0-3-10 16,3-3-2-16,0-1-16 0,-2-3 2 16,1 1-18-16,-1-3-19 0,2 0-3 0,0 0-28 15,5-6-22-15,3-1 88 0,3-3-1 16,3-1-26-16,2-2-30 0,-2 1 3 15,2 1 2-15,-4 1 10 0,-1 3 16 16,-2 2 22-16,-2 3 20 0,-2 0 1 16,-1 2 1-16,-1 0 38 0,0 2 116 15,1 1-22-15,-3 4-12 0,-1 0-30 16,0 1 13-16,-3 2 12 0,0 2-16 0,-6 0 0 16,-5 0 18-16,1 1 24 0,-3-1-13 15,0-2-57-15,4-3-53 0,0-4-18 16,3 0-70-16,1-1-86 15,2-2-72-15,2 0-97 0,-2-8-167 0,3 1-608 16,-3-8-684-16</inkml:trace>
  <inkml:trace contextRef="#ctx0" brushRef="#br0" timeOffset="131987.68">31784 7900 1823 0,'0'0'581'0,"0"0"-233"16,0 0-43-16,0 0 30 0,0 0-43 15,0 0-74-15,0 0-4 0,0 0 7 16,0 0-23-16,0 0-19 0,0 0-7 16,2 26-7-16,-2-9-28 0,-2 1-48 15,2 3-32-15,0 1-26 0,0 2-31 16,0-1-11-16,0 0-35 0,0-4-121 16,0-1-93-16,-3-3-212 0,2-3-790 0,-11-3-1588 0</inkml:trace>
  <inkml:trace contextRef="#ctx0" brushRef="#br0" timeOffset="133222.51">24282 9171 2194 0,'0'0'524'0,"0"0"-286"0,0 0-171 16,0 0 55-16,0 0 139 0,0 0 34 15,60 83-2-15,-41-59-95 0,-1-1-55 16,0 4-78-16,-1 0-40 0,-1-1-24 16,1 0-1-16,-1-1-41 0,1-2-5 15,-3-2-66-15,-2-2-86 0,1-3-53 0,-4-2-142 16,-2-2-260-16,-3-5-557 16,-4 5-232-16</inkml:trace>
  <inkml:trace contextRef="#ctx0" brushRef="#br0" timeOffset="133572.85">24382 9476 1056 0,'0'0'742'0,"0"0"-365"0,0 0-196 15,0 0 48-15,0 0 39 0,0 0-63 16,0 0-35-16,0 0-39 0,0 0-77 0,0 0-54 15,48 81 9-15,-31-64-9 16,1-1 1-16,3-2-1 0,-1 1 16 16,5-2-15-16,-2-5-2 0,0 1-8 0,0-7 9 15,-4 3 1-15,-1-4 2 0,-4-1 19 16,-3 0-6-16,-5 0 6 0,-2-1 16 16,-1-4 13-16,-1 3 25 0,-1-7 25 15,0 1-13-15,1-5-19 0,-1-3-25 16,-1 2-19-16,3-3-12 0,-2 2-1 15,-1 0 1-15,0-2-12 16,0 3 15-16,0 2 0 0,0 0-3 0,-1 1-11 0,-6 3-2 16,1-1-98-16,-1 3-170 0,-2-2-154 15,2 1-290-15,-3-3-876 0</inkml:trace>
  <inkml:trace contextRef="#ctx0" brushRef="#br0" timeOffset="134238.37">22748 8454 316 0,'0'0'1812'0,"0"0"-1294"16,0 0-216-16,0 0 18 0,0 0 27 15,0 0-23-15,0 0-41 0,0 0-66 16,0 0-69-16,0 0-37 0,0 0-12 15,-50 58 8-15,38-42 37 0,1 5-16 16,2-2-40-16,3 0-21 0,2 0-39 16,2-3-28-16,2 1-22 0,3-3-5 15,6-1-3-15,4-1-34 0,3-2-25 16,1-4-24-16,3 0-49 0,3-5-44 0,0-1-109 16,2 0-171-16,1-8-228 15,-6 3-526-15,10-9-223 0</inkml:trace>
  <inkml:trace contextRef="#ctx0" brushRef="#br0" timeOffset="134503.01">22973 8513 2085 0,'0'0'492'15,"0"0"-173"-15,0 0-47 0,0 0-1 16,0 0 2-16,0 0-91 0,0 0-66 16,-35 71-21-16,38-56-23 0,6-3-10 15,2-2 1-15,2-2-8 0,2-2-2 16,-1-2-25-16,2-4-9 0,0 0 12 0,-1 0-19 15,-3-7-12-15,1-1-2 0,-3 0-1 16,-1-4-13-16,-2 2 1 16,-4-2 12-16,0-1-16 0,-3 1-6 0,0 2-12 15,-6 0 19-15,-7-1-16 0,-1 3 2 16,-4 3-36-16,-3 1-32 0,-1 4-17 16,0 0-2-16,1 3-48 0,1 1-61 0,5 2-116 15,4-2-163-15,7 1-264 0,4-4-608 16</inkml:trace>
  <inkml:trace contextRef="#ctx0" brushRef="#br0" timeOffset="134771.29">23312 8288 1311 0,'0'0'1292'0,"0"0"-800"0,0 0-84 0,0 0-187 15,0 0-26-15,0 0-12 0,0 0-55 16,-44 78-41-16,37-56-22 0,4 0-21 15,2-3-13-15,1 1 15 0,1-2 0 16,5-3-5-16,3 0 5 0,1-5 0 16,2 1-21-16,0-3-4 0,3-1-19 15,-1-2-2-15,-2 1-15 0,-2-1 12 16,-2-4-28-16,-2 2 13 0,-3 1 5 0,-3 0 11 16,0 3-19-16,-7 1-4 0,-7 3-40 15,-3 1-40-15,-4 0-35 0,-5-1-53 16,4-4-94-16,-1-2-181 0,6-4-257 15,1-1-722-15</inkml:trace>
  <inkml:trace contextRef="#ctx0" brushRef="#br0" timeOffset="135005.69">23493 8213 833 0,'0'0'2044'16,"0"0"-1657"-16,0 0-196 0,0 0-36 16,0 0 66-16,0 0 60 0,10 86-45 15,-4-60-31-15,4 2-24 0,0 1-64 16,0-4-68-16,2 0-43 0,-2-3-6 0,0-4-46 16,1-2-107-16,-2-4-32 0,0-5-104 15,-2 0-172-15,-4-3-503 0,0-3-792 0</inkml:trace>
  <inkml:trace contextRef="#ctx0" brushRef="#br0" timeOffset="135149.29">23523 8406 3402 0,'0'0'584'0,"0"0"-411"0,0 0-57 16,0 0-57-16,0 0-7 0,0 0-36 15,0 0-16-15,94-49-106 0,-71 38-219 0,-5-1-225 16,-6 4-586-16,0 0-800 0</inkml:trace>
  <inkml:trace contextRef="#ctx0" brushRef="#br0" timeOffset="148851.49">30186 13436 1850 0,'0'0'603'0,"0"0"-239"15,0 0-65-15,0 0-34 0,0 0 1 0,0 0-51 16,0 0-77-16,0 0-52 0,0 0-21 0,0 0-9 15,0 0-22-15,29 28 1 16,-16-27-7-16,-2 0-10 0,1-1 1 0,2 0-7 16,-2 0-11-16,-1-1 0 0,2-2 1 15,-3-1-2-15,3-3-26 0,-4-3-2 16,1 3 15-16,0-5 1 0,-3 1-10 16,1-3-9-16,-4 2 6 0,-4 0-6 15,0 0 14-15,0 0 17 0,-3 0 13 0,-6 3-11 16,-1 2 23-16,0 0 12 15,-3 5-6-15,-1 2-15 0,-1 0 12 0,0 0-25 16,1 6-2-16,0 2 58 0,3-1 12 16,0 0-37-16,2 2 25 0,1 0 6 15,4 2 0-15,-1 4-16 0,4 0 9 16,1 2 7-16,0 2-10 0,0 2-12 16,4-2-7-16,2 0-24 0,3 1-12 15,2-2-2-15,1-2-1 0,1 1 0 16,1-4-30-16,2-1-4 0,0-2-6 15,4-2-6-15,-1-2 15 0,1-6-6 16,0 0-9-16,-1 0-46 0,3-7-75 0,-4-4 49 16,0-1-23-16,-1 0-44 0,-3-5-83 15,-1-1-72-15,-1 0-76 0,-5-1-77 16,0-1-22-16,-1-1 14 0,-3 1 194 16,0 2 147-16,-2 0 98 0,1 1 65 15,-1 4 17-15,1 2 12 0,-1 3-6 0,-1 3 16 16,0 0 16-16,1 5 40 0,1 0 54 15,-2 0 44-15,3 0 138 0,-2 5 101 16,1 3-19-16,2 1-78 0,2 3-9 16,-1 1-110-16,1 4-76 0,3 2-52 15,1-2 6-15,-1 0 7 0,1-1 0 16,0 0-26-16,0-3-34 0,-3-1-7 16,2-3-3-16,-1-2 7 0,-2-2-7 0,0-3 0 15,-3-2-9-15,1 0-4 0,-1 0 22 16,4-4 44-16,-1-4-10 0,1-1-12 15,5-3-22-15,-1-6 6 0,1-1-15 16,-1-1 3-16,-2-3-33 0,-2 4 0 16,-1-1-1-16,-2 2-2 0,-1 1-38 15,0 2-62-15,-2 1-74 0,-1 1-54 16,3 3-42-16,-3 2-145 0,3 4-276 16,-1 3-515-16,-1 1-92 0</inkml:trace>
  <inkml:trace contextRef="#ctx0" brushRef="#br0" timeOffset="149177.62">30872 13458 1099 0,'0'0'631'0,"0"0"-290"16,0 0-92-16,0 0 58 0,0 0 51 15,0 0-58-15,0 0-182 0,0 0-54 16,82-31-26-16,-73 20-35 0,-1-3 7 16,0-1 18-16,-4 1-10 0,-3 2-17 15,-1-2 23-15,0 3 33 0,-1 0-12 16,-6 0 11-16,-3 2 45 0,-2 1-7 15,2 5-21-15,-4-1 6 0,2 4-20 16,-2 0-6-16,2 1 16 0,-1 8 30 16,2-1-15-16,1 5-26 0,1-1-8 15,2 5-10-15,2 1 16 0,4 1 20 16,1-1-26-16,0 0-7 0,11 0-24 0,0-3-19 16,2-2-31-16,2-5-21 0,0 2 6 15,2-4-12-15,-1-3-13 0,3-1-34 16,-2-2-50-16,0 0-82 0,0-5 20 0,1-4-96 15,-1 0-110-15,-1-2-92 0,1-2-129 16,-4 1-104-16,-3 0-8 0</inkml:trace>
  <inkml:trace contextRef="#ctx0" brushRef="#br0" timeOffset="150117.68">31133 13377 215 0,'0'0'450'16,"0"0"-29"-16,0 0-5 0,0 0 46 16,0 0-93-16,0 0-100 0,0 0 30 15,0 0-23-15,0 0-123 0,29 75 9 16,-22-62-54-16,-3-1 28 0,2-2-1 15,-2-4-15-15,-1-1-16 0,-3-2-1 0,0-3-7 16,1 0 4-16,-1 0-17 0,0-1-30 16,0-6-38-16,0 1-15 0,-1-4-61 15,-2-2-8-15,-1-1 23 0,4 0 15 16,0-3 3-16,0 4-16 0,0 0-15 16,4 3 22-16,5-1-22 0,-2 2 12 15,5-2 8-15,-1 2-21 0,2-1-12 16,3 1-10-16,-3 2 26 0,4 1 21 0,-2-2 33 15,2 2-11-15,-1 3-6 0,-2-2-60 16,1-1 6-16,-1 4-41 0,-4 1-68 16,-1 0 67-16,-3 0 115 0,-1 0 4 15,-2 0 28-15,-3 6 31 0,2 0 43 16,-2-1 59-16,0 2 63 0,0 0-30 16,1 1-82-16,-1 1-14 0,3-1-25 15,-2 0-24-15,2 1-31 0,0 0 19 16,0-3 8-16,2 1-12 0,0 0-12 15,-2 0-6-15,1-2 9 0,-1 2-7 0,0 0-19 16,0-1 10-16,1-2-12 0,1 2-2 16,0-3-11-16,0 1 13 0,-1-1-3 15,0-1-22-15,1-1 10 0,-2 2 3 16,1-1 11-16,-1-2-12 0,-1 0 10 16,0 1-16-16,1-1-12 0,-2 0 7 15,-1 0 11-15,0 0 12 0,0 0 1 0,0 0 0 16,0-1 59-16,0 1 3 0,0 0-25 15,0 0-3-15,0 0 6 0,0 0-6 0,0 0-18 16,0 0-16-16,0 1 21 0,0 0 29 16,0-1-1-16,0 3-3 15,0-2 3-15,0-1 3 0,0 0-3 0,0 1-6 16,0-1-19-16,0 0-22 0,0 0-2 16,0 0-12-16,0 1 9 0,0 1-9 15,2-2-7-15,-1 1 1 0,-1-1 15 16,3 2-6-16,-1-2-13 0,2 0-8 15,-1 0 8-15,3-2-2 16,1-2-28-16,0-1 39 0,-1-3 12 0,1 1-11 16,1-5 9-16,0 0-12 0,-1-3-7 15,2 0-18-15,1-4 6 0,-3 2 10 16,0-1 21-16,1 1 1 0,-3 5 2 0,-1 1 0 16,-2 6 16-16,-1 3-1 0,-1 2 13 15,0 0-16-15,0 0 13 0,0 0-1 16,0 0-2-16,0 1-19 0,2 2-3 15,-1-1-2-15,2 3-23 0,0 2 25 0,3-2 0 16,1 6 22-16,3 2-7 0,0 1-13 16,3 5 14-16,-1 2-2 15,-1 3-13-15,2 2 0 0,-1 4 14 16,-4 3-13-16,1-2 2 0,-8 5 8 16,-1-3 3-16,0 1 13 0,-8-2 9 0,-5-1-10 15,-4-2 7-15,-1 0 2 0,-5-4 13 16,0 0 12-16,-3-1-3 0,0-3-9 15,-3-4-19-15,5-4 1 0,2-5-13 16,6-4 16-16,5-4 14 0,2-9-48 0,5-5-42 16,-1-7-31-16,4-7 24 15,1-6 9-15,3-3-5 0,4 1-47 0,5 3-42 16,4 4-23-16,1 1-59 0,2 3-162 16,2 1-382-16,-3 8-698 0,9-5-457 0</inkml:trace>
  <inkml:trace contextRef="#ctx0" brushRef="#br0" timeOffset="150732.07">32232 13272 2428 0,'0'0'660'15,"0"0"-506"-15,0 0-11 16,0 0 6-16,-8 67 7 0,5-48-37 0,3-1-9 16,0-1-12-16,0-2-35 15,0-3-22-15,0-5 3 0,0 0 9 0,0-2-4 16,0-5-8-16,0 0 8 0,0 0 1 16,0 0-13-16,0-5 1 0,0-2-38 15,0-4-19-15,0-1-37 0,0-2-6 0,3-4 22 16,1-2-38-16,3 1-28 0,0 1 8 15,2 3 16-15,1 4 7 0,-3 0 3 16,2 4-1-16,-2 2 16 0,3 3 10 16,-1-1 18-16,1 3 17 0,1 0 11 15,0 0 1-15,-1 5 0 0,1 1 19 16,-2 2 22-16,1 2-3 0,0 0-13 16,-3 2-6-16,-1-2-6 0,0 1-10 15,0 1 19-15,-1 0 22 0,0-1-6 16,-1-1 3-16,0-2-19 0,2-1-20 15,0-3-2-15,1-2-12 0,0-2 12 0,2 0 44 16,1 0 9-16,1 0 14 0,0-2-23 16,-1-4-10-16,4 0-6 0,-4-1 0 15,3-2-6-15,-4 2-3 0,-2-1-7 16,0 0-8-16,-1 1 11 0,-5-1 7 16,-1-1 21-16,0 1 19 0,-3-4-12 0,-5 0 6 15,-2 0-19-15,-2 3-6 0,-2 0-28 16,1 2 28-16,-3 2-8 0,6 3-23 15,-3 0-12-15,6 1-19 0,1 1-46 16,3 0-81-16,3 0-57 0,0 0-33 16,0 0-93-16,5 0-157 0,5 0-59 15,4 0 62-15,2 0 192 0,4 0 50 16,0-2-1-16,-1 2-36 0,1-1 0 0,-4-2-92 16</inkml:trace>
  <inkml:trace contextRef="#ctx0" brushRef="#br0" timeOffset="151366.85">32679 13260 7 0,'0'0'743'0,"0"0"-56"0,0 0-202 15,0 0-125-15,0 0-53 0,0 0-33 16,6 76 11-16,-6-62 11 0,0 0-39 0,-1 0-77 16,-1-1-67-16,2-1-28 15,0 0-22-15,0-5-20 0,0-2-43 0,5-1 0 16,1-2-2-16,2-2 2 0,2 0 2 16,0-6-1-16,3-1 15 0,0-4-15 15,3-1 1-15,-3-4 1 0,1 1-2 16,-1-4-1-16,1 3-1 0,-2-1-2 0,-2-1 0 31,1 5-15-31,-2-4 18 16,-3 7 2-16,0 2 13 0,-3 3-15 0,-3 3 0 0,1 2 3 0,-1 0 19 0,0 2 0 15,0 5 43-15,0 3 50 0,0 4-53 16,0 2-38-16,0 1-22 0,0-2 0 16,3 2 0-16,1-4-2 0,4 1 0 15,0-3-4-15,5-2 2 0,0-2 0 16,0-3 2-16,1 1 3 0,0-5-3 15,0 0-15-15,-4 0 0 0,1-5 14 16,-2-1 1-16,0 0 2 0,1-3 19 0,0 1-6 16,-3 2-15-16,2-2 0 0,1 1-1 15,-3 0-15-15,2 0 13 0,-2 1-15 16,0 0-32-16,-1 0-28 0,-2 1 20 16,1 0 5-16,-4 2 0 0,2-4 18 0,-3 2 22 15,0-1 13-15,0-1 3 0,1 1 9 16,1-5 4-16,-2 2-16 0,3-1-11 15,1 3-18-15,-3 1 26 0,2 0 1 16,2 6-20-16,-3-3-6 0,0 3 13 16,1 0 14-16,-2 0 1 0,1 0 28 15,-2 0 19-15,1 0-7 0,-1 0-6 16,2 0-12-16,-2 0-19 0,1 0 16 16,-1 0-6-16,0 0 2 0,0-1 13 15,0-1 6-15,0 1 3 0,3-3 7 16,0 1 2-16,1-3-24 0,0 0-20 15,-1-1 13-15,0-2-15 0,0-1 2 0,0-1 2 16,-1 2 14-16,-2-2-2 0,0-1 2 16,0 0 4-16,0 1-1 0,-2 4-2 15,-1 3-7-15,3 1-9 0,-1 3 16 16,-1 0-19-16,2 0-10 0,-4 0-132 16,1 3-106-16,-4 1-156 0,1 1-348 0,-4 1-1042 0</inkml:trace>
  <inkml:trace contextRef="#ctx0" brushRef="#br0" timeOffset="152534.32">22102 14734 1243 0,'0'0'1005'15,"0"0"-711"-15,0 0-135 0,0 0 75 0,0 0 48 16,0 0-27-16,0 0-81 15,0 0-63-15,0 0-26 0,0 0 9 0,0 0 6 16,-44-20 17-16,34 26 26 0,-2 1-25 16,-2 5-31-16,1 0-4 0,-2 5 4 15,1-2 8-15,1 1-12 0,3 1-43 16,3-3-10-16,2-1-30 0,5-2-22 0,0-1-15 16,3-2 0-16,9 3 7 0,1-1 2 15,3-1 3-15,2-1 13 0,1 0-9 16,1-2-4-16,-1 1 8 0,-2 0 16 15,-1 0 0-15,-3 0 0 0,-3-1-2 16,0 2 3-16,-4-2 13 0,-2 1 5 16,-2 0 1-16,-2 0 5 0,0-1 10 0,0-1-9 15,-5 0-4-15,-2 1 4 0,-3-1-7 16,-3-1-18-16,1 1 0 16,-5-3-1-16,2 0-2 0,3-1-15 15,0 0-10-15,4-1 6 0,2 0-36 0,3 0-40 16,2 0-44-16,1 0-72 0,0-1-188 15,1-2-216-15,7-1 2 0,0 0-155 16,7-3-456-16</inkml:trace>
  <inkml:trace contextRef="#ctx0" brushRef="#br0" timeOffset="152815.72">22326 14907 88 0,'0'0'1328'0,"0"0"-857"15,0 0-231-15,0 0 26 0,0 0-14 16,0 0-27-16,0 0-61 0,0 0-55 0,37 66-33 16,-28-60-28-16,2-6-3 0,0 0 38 15,-1 0 82-15,3-7 100 16,-2-1-105-16,1-1-62 0,-1-3-41 0,0 2-4 16,-2-4 3-16,0 0-6 0,-2 0-10 15,-2 0-37-15,-1 1 22 0,0 0-24 16,-1 3-1-16,-2-1-3 0,2 3-13 15,-1 1-9-15,-2 0-49 0,0 4-95 0,0-1-67 16,0 2-77-16,0 2-53 0,0 0-164 16,-2 2-711-16,-1 3-154 0</inkml:trace>
  <inkml:trace contextRef="#ctx0" brushRef="#br0" timeOffset="153316.76">22646 14868 65 0,'0'0'1794'0,"0"0"-1440"0,0 0-128 0,0 0 29 0,0 0 6 16,0 0-31-16,0 0-67 0,0 0-39 0,0 0-19 15,0 0-48-15,0 0-26 0,23 65-5 16,-23-65-11-16,1 0-14 0,-1 0 2 0,2-2 38 16,-1-5-41-16,2 1-8 15,4-3 8-15,-1-3 3 0,1 1-3 16,1-3-25-16,-1 1-13 0,1 1 3 15,1 2 7-15,-2 2-4 0,3 1 4 0,-4 1 6 16,-2 6-1-16,1 0-2 0,-2 0 25 16,0 0 19-16,-1 6 44 0,3 1 17 15,-1 1 5-15,0 3-32 0,1 1 1 16,-3 0 6-16,3 0-19 0,-2 0-4 16,1-1 1-16,-1 0-19 0,4-2-18 15,-3 1 22-15,1-4-23 0,-1-2-3 16,3-2-35-16,0-2 19 0,-1-2 18 0,1-7-37 15,1 0 7-15,2-5 28 0,-2 1 0 16,3-5-13-16,-3 2-6 0,2 0 6 0,0 1 1 16,-2 3-20-16,1 3 3 15,-3 4 17-15,-3 2 12 0,0 1-10 16,0 2 13-16,-1 0 88 0,-2 2 69 0,1 2-6 16,0 2-42-16,1 5-43 15,-1-3-14-15,2 2-8 0,0 1-16 16,-2-3-4-16,2 3-8 0,2-1-15 0,-4 0 0 15,2 0 1-15,0-2-2 0,-2-1-19 16,2-3-30-16,0 0-94 0,0-3-192 16,2-1-231-16,-2 0-657 0,3-9-323 0</inkml:trace>
  <inkml:trace contextRef="#ctx0" brushRef="#br0" timeOffset="154089.31">23336 14849 1562 0,'0'0'601'0,"0"0"-278"16,0 0-13-16,0 0 8 0,0 0-50 16,0 0-160-16,0 0-29 0,0 0-9 15,0 0-13-15,0 0 0 0,-6 75 53 0,6-66-13 16,3-2-47-16,3-4-48 0,1 0-2 16,-1-3 19-16,4 0 39 0,0-3 1 15,0-6-9-15,2 1-7 0,-1-4-18 16,2 0-21-16,0-2-1 0,-1-2-2 0,-1 4-1 15,-4-1-19-15,-2 3 0 0,-5 2-18 16,0 3-7-16,0-1 10 0,-8 2 12 16,-3 1-9-16,-2 2-14 0,1 1-15 15,-2 0 13-15,1 0 10 0,0 0-20 16,3 2-6-16,4 1 9 0,3-2 7 16,2-1-45-16,1 0-67 0,0 0 10 15,1 0 72-15,5 0 74 0,4-4 3 0,3 0 15 16,2-5 7-16,2 0-6 15,-1-1-14-15,2-2 14 0,2-4 10 16,-2 3-23-16,-2-5 0 0,0 5-2 0,-3-4 0 16,-2 3 0-16,-1 1 1 0,-4 1 11 15,3 0 19-15,-4 2 13 0,0 2 15 16,-4 2-3-16,2 4-22 0,-3 2 9 16,2 0 58-16,-2 1 77 0,0 8 58 15,0 6-66-15,0 3-171 0,0 5 3 16,0 5 10-16,0-2-11 0,3 5 1 0,5 1 16 15,5 1 2 1,0 1 38-16,3-2-6 0,-1-4-53 0,-4-3-1 16,-2-6-80-16,-4-2-24 0,-2-5-48 0,-3 0-74 0,0-5-29 15,0-3 37-15,-3-3 31 0,-2-1-74 16,-3 0-28-16,1-5 145 0,2-6 12 16,-3-1 62-16,2-2 26 15,0-4 42-15,1-5 3 0,2 1 19 0,2 2 4 16,1 3 35-16,0 2 0 15,0 5 4-15,4 3 15 0,1 1 10 0,1 5 29 16,0-3 13-16,4 1-36 0,0-1 6 16,3 4-25-16,2-5-43 0,-1 1-31 15,-1 0-42-15,2-1-143 0,-4 0-312 16,0 0-590-16,-2-2-283 0</inkml:trace>
  <inkml:trace contextRef="#ctx0" brushRef="#br0" timeOffset="154983.76">23627 14680 1403 0,'0'0'701'0,"0"0"-312"16,0 0-118-16,0 0-40 0,0 0-51 15,0 0-53-15,0 0-31 0,0 0 25 16,0 0 62-16,0 0 50 0,0 0 25 16,2 6-13-16,-1 1-16 0,2 4-54 15,0 5-95-15,4 4-35 0,0 4-11 16,1 1 3-16,3 2-4 0,1-2-17 15,-1-1-14-15,0 1 10 0,1-2-9 16,-2-2-1-16,0 0-2 0,-2-4-2 16,-1-4 2-16,-3-5-15 0,3-2-13 0,-3-3-12 15,1-3-27-15,-2 0-22 0,1-5 34 16,-1-1 55-16,3-1 10 0,-2-6 9 16,2-3-4-16,-2-2-3 0,0-4 2 15,-1-2-14-15,-1-2-2 0,-1 1-1 0,1 1 0 16,-1 1-25-16,1 7 16 0,-1 1 9 15,2 5-16 1,-1 4-2-16,3-1-7 0,-1 1 16 0,2 0 9 0,2-5-19 16,-1 3 1-16,3-3-19 0,0-1-13 15,-1 1-33-15,0 3-16 0,-3 0-19 16,0 4-45-16,-2 0-126 0,-2 4-205 16,-2 0-160-16,0 0-62 0,0 4-340 0</inkml:trace>
  <inkml:trace contextRef="#ctx0" brushRef="#br0" timeOffset="155553.24">24002 14902 1011 0,'0'0'1203'15,"0"0"-1109"-15,0 0-33 0,0 0 78 0,0 0-29 16,0 0-26-16,0 0-36 0,0 0-16 15,0 0-6-15,86-59-24 0,-77 48-1 16,1 1 34-16,-4-2 46 0,-2 1-1 0,-1 1 26 16,-3-2 15-16,0 3 0 0,0-3-6 15,0 2-23-15,-3-1-38 0,-1 3-13 16,-3-3 25-16,-2 4-9 0,2 2 15 16,-2 5 26-16,2 0 38 0,-3 0 19 15,0 10-43-15,1 1-37 0,-1 3-19 16,2 3-13-16,0 4 0 0,2 0 25 15,3 3 24-15,2 0 16 0,1 1-26 16,0-1-26-16,3-5-39 0,4 0-17 16,5-5-22-16,2-3-8 0,-1-3-13 0,4-6-40 15,-1-2-30-15,2 0-35 16,-4-6-20-16,3-4-74 0,-2-2-76 0,-1-4-154 16,-1 1-149-16,-2 1 13 0,-3-2 134 15,-2 2 171-15,-2 1 124 0,-1 2 91 0,-2 2 88 16,1 2 39-16,-2 0 82 0,1 5 45 15,1 2 13-15,-1 0 146 0,3 6 35 16,-2 2-108-16,1 3-168 0,-1 4-16 16,0 0 64-16,-1-2 38 0,2 1 13 15,0-3-36-15,-1-1-4 0,-1-3 44 16,1 0 5-16,-1-6-63 0,-1 1-41 16,3-2-34-16,1-3-7 0,0-3 12 15,2-6 16-15,1-1-1 0,1-5-33 16,0-2-38-16,-1-3-3 0,-1-3-1 15,2 0-27-15,0-2-65 0,-4 1-57 16,2 1-70-16,1 3-67 0,-1 2-251 0,-3 7-675 16,8 3-372-16</inkml:trace>
  <inkml:trace contextRef="#ctx0" brushRef="#br0" timeOffset="156173.18">24799 14609 2974 0,'0'0'453'0,"0"0"-300"0,0 0-17 16,0 0 40-16,0 0 51 15,-55 74-59-15,50-55-72 0,0 0-24 0,5 3-4 16,0-3-22-16,7 2-12 0,3 0 3 16,3-3-9-16,3 0-18 0,0-4-10 15,1-4-25-15,2-2-15 0,4-4-71 16,-1-4-53-16,-2-2-48 0,3-6-71 15,-3-3-192-15,-2-3-156 0,-1 2-132 16,-4-3 34-16,-5 6 12 0</inkml:trace>
  <inkml:trace contextRef="#ctx0" brushRef="#br0" timeOffset="156423.57">25003 14729 365 0,'0'0'519'0,"0"0"-89"0,0 0-4 16,0 0-102-16,0 0-68 0,0 0-13 15,0 0-27-15,-14 82-1 0,14-64 12 16,6-1-26-16,1-2-26 0,3 0-36 15,3-5-38-15,0-3-29 0,0-3-25 16,4-4-16-16,-2 0-12 0,-1-2 3 0,1-7 7 16,-1-1 3-16,-4-2-1 0,-1-4-19 15,-1 2-10-15,-5-2-2 0,0 2-12 16,-3-1 0-16,0 0-10 0,-6-1-36 16,-2 2-8-16,-1-1 1 0,-1-2-5 15,-3 1-59-15,3-3-35 0,-2 3-30 16,1 0-39-16,2 4-34 0,1 2-13 15,2 3 8-15,0 5 3 0,3 2-23 0,0 0-14 16,1 0-78-16,0 4-95 0,2 5-81 0</inkml:trace>
  <inkml:trace contextRef="#ctx0" brushRef="#br0" timeOffset="156916.39">25267 14530 1304 0,'0'0'1610'16,"0"0"-1213"-16,0 0-248 0,0 0 73 15,0 0-17-15,0 0-67 0,13 70-59 16,-7-43 27-16,-3 3 31 0,1 2 6 16,-1-1-29-16,0 0-15 0,1 0 11 0,-1-5-27 15,1-2-43-15,2-4-40 0,0-6-10 16,4-1-27-16,-1-6-37 0,1-5-86 15,4-2-19-15,-2-2 15 0,2-8-48 16,-1-5-93-16,0 1-66 0,-1-3 23 16,-4 3 127-16,0-3 147 0,-1 4 73 15,-2-2 1-15,-2 2 19 16,0-2 17-16,0 2 12 0,0 1 13 0,0 3 9 16,-2 4-5-16,1 3-24 0,-2 2 65 0,1 0 98 15,1 6 30-15,-2 1-54 16,1 5-79-16,1 0-23 0,-1 3 11 15,3-1 7-15,-1-2-5 0,1 1-23 0,1-1 6 16,-1-5-3-16,2-1-37 0,0-2 0 16,1-2 3-16,0-2-6 0,-1 0 0 0,0 0 6 15,-2-6 3-15,3 2-3 0,0-4-16 16,-1-1 7-16,0-1-13 0,0-3-15 16,-1-3-1-16,1-2-11 0,-3-1-7 15,3-2-54-15,-3 1-57 0,-2 1-43 16,2 1-28-16,-3 6-41 0,3 4-126 15,-3 3-302-15,0 1-597 0,0 4-155 0</inkml:trace>
  <inkml:trace contextRef="#ctx0" brushRef="#br0" timeOffset="157468.91">25674 14716 1129 0,'0'0'436'0,"0"0"-198"0,0 0 31 16,0 0 45-16,0 0-36 15,0 0-78-15,0 0-66 0,0 0-21 16,0 0 14-16,0 0 26 0,0 0 9 0,59 58-32 16,-58-55-32-16,0 2-22 0,1-3-10 15,-2 0-32-15,0-2-22 0,0 0-12 16,1 0-19-16,1-4-50 0,1-3 17 16,0 0 52-16,1-5 0 0,2 0 0 15,1-3-15-15,-1 1-11 0,1-2-8 16,-1 2 2-16,0 1 16 0,1 2 15 15,-2 4-14-15,0-2-4 0,-1 5 6 0,-1 2 11 16,0 0-17 0,1 2 19-16,-2 0 9 0,2 2 55 0,-1 4 33 0,-2 3 17 15,2 1-33-15,0 3-20 0,-3 0-27 16,2-1-15-16,-1 1-1 0,0-1-6 16,1-4-12-16,-1 0-19 0,2-2-12 15,2-3 6-15,0-1-14 0,2-2-5 16,-1 0-6-16,0-7-19 15,3-1-47-15,2-4 43 0,-2 0 35 0,1-3 13 16,0 1-35-16,-3 1 12 0,1 2 16 0,-4 3 29 16,0 0 1-16,-1 5 2 0,-2 3 3 15,-1 0 51-15,3 0 54 0,-3 0 2 16,2 4-28-16,-1 4-25 0,2 1-29 16,-2-1-25-16,2 0 19 0,0 1 32 15,2-1-11-15,-1-1-16 0,3-2-2 16,-1 1-25-16,0-3-2 0,2 0 2 15,-1-1 19-15,2 0-8 0,-2-2-11 0,1 0-19 16,0 0-3-16,-1-3-10 0,1-3-37 16,0-2-82-16,2-3-23 0,-1 0-60 15,-2 1-124-15,2 0-205 0,-1-1-95 16,-3 3 131-16,1 1-177 0</inkml:trace>
  <inkml:trace contextRef="#ctx0" brushRef="#br0" timeOffset="157785.18">26172 14622 763 0,'0'0'525'0,"0"0"-80"0,0 0-19 16,0 0-67-16,0 0-82 0,0 0-36 15,0 0-1-15,9 74-40 0,-9-62-51 16,4 0-38-16,-1 1 2 0,0-6 44 16,1 0-81-16,-1-2-72 0,0-3-4 15,0-2-22-15,0 0 8 0,-2 0 11 0,2 0-25 16,0-5 6-16,0-1 20 0,3-4 2 15,1-1-2-15,0-3-11 0,2-1 10 16,2-1-16-16,1 0 3 0,-2 1-31 16,-2 5 13-16,-2 3 18 0,-1 2 0 15,-4 5 16-15,1 0 0 0,-1 0 60 0,1 6 47 16,-1 0-31-16,2 1-42 0,-2 4-12 16,1-4-3-16,1 0-19 0,1 2 0 15,0-2-13-15,2-1-8 0,0 0-26 16,0-5-80-16,2-1-102 0,-1 0-194 15,2-1-154-15,3-9-122 0,-2 3-39 16,6-8-83-16</inkml:trace>
  <inkml:trace contextRef="#ctx0" brushRef="#br0" timeOffset="158089.16">26636 14439 1079 0,'0'0'1504'0,"0"0"-1005"15,0 0-142-15,0 0-69 0,0 0-96 16,0 0-15-16,0 0-34 0,0 0-49 16,0 0-35-16,-53 77-16 0,46-60-9 0,2-2-9 15,1 1-22-15,4-3-2 0,0-1-1 16,0-2-19-16,0-1-8 0,7-3-1 16,1 1 0-16,2-1 25 15,1 0-16-15,1-2 18 0,2 2 1 0,-1-2 3 16,1 3-3-16,-2-4-3 0,-3 2 3 15,-5 1 0-15,-1 0 25 0,0 1 3 0,-3 2-3 16,0 0-1-16,-4 1-8 0,-4 2-1 16,-2 1-15-16,-4 0-24 15,-1-1-85-15,-2 1-152 0,1 1-127 0,2-7-245 16,-4 5-784-16</inkml:trace>
  <inkml:trace contextRef="#ctx0" brushRef="#br0" timeOffset="167284.23">213 8433 843 0,'0'0'1280'0,"0"0"-824"0,0 0-275 16,0 0-33-16,0 0 41 0,0 0 47 15,0 0-20-15,0 0-35 0,0 0-2 0,-2 3 19 16,2 1-45-16,2-1-13 0,1 3-1 16,1 0 21-16,0 1 71 0,5 2-45 15,0 2-94-15,1 2-71 0,4 4-19 16,4 2-2-16,0 3 0 0,4 0-2 0,-2 2-19 16,2-5-7-16,-1-2-54 15,-3-3-10 1,-1 0-116-16,-4-6-48 0,1 0-51 0,-1-3-104 0,-1-2 6 15,-2-3-84-15,-3 0-201 0,-3-5-361 0,-2-1-95 0</inkml:trace>
  <inkml:trace contextRef="#ctx0" brushRef="#br0" timeOffset="167534.07">347 8388 2385 0,'0'0'641'16,"0"0"-382"-16,0 0-93 0,0 0-90 0,0 0-9 15,-6 65 21-15,5-39 0 0,-1 8-15 16,2 2-1-16,0 0-40 0,-1 3-22 16,-2 0-10-16,1-1-2 15,1-3-23-15,-2-5-13 0,1-6-63 0,1-5-60 16,1-3-73-16,-1-8-121 0,1-3-156 15,0-3-196-15,0-2-48 0</inkml:trace>
  <inkml:trace contextRef="#ctx0" brushRef="#br0" timeOffset="167817.64">305 8386 722 0,'0'0'172'16,"0"0"-103"-16,0 0 81 0,0 0 55 15,0 0 42-15,0 0 140 0,0 0 67 16,0 0-86-16,0 0-73 0,0 0-84 16,0 0-100-16,16 47-12 0,-9-14-29 15,2 2-48-15,-2 4 73 0,0 0-29 16,3-5-28-16,-4 0-29 0,3-6-9 15,-3-2-22-15,-1-3-15 0,1-4-11 16,-2-3-59-16,-2-4-74 0,-1-5-55 16,1-3-82-16,-2-3-85 0,0-1-93 15,-2 0-510-15</inkml:trace>
  <inkml:trace contextRef="#ctx0" brushRef="#br0" timeOffset="167980.21">261 8661 1497 0,'0'0'666'0,"0"0"-362"15,0 0-117-15,0 0-32 0,0 0-43 0,0 0 10 16,0 0 141-16,0 0 38 0,0 0-92 16,0 0-106-16,70 10-71 0,-51-15-32 15,2-3-15-15,1-4-26 0,2-3-233 16,0-1-76-16,-6 2-433 0,8-6-1072 0</inkml:trace>
  <inkml:trace contextRef="#ctx0" brushRef="#br0" timeOffset="170518.46">15998 13903 821 0,'0'0'371'16,"0"0"-234"-16,0 0-111 0,0 0-7 15,0 0-19-15,0 0-39 0,0 0-29 16,0 0 6-16,0 0 16 0,0 0 15 16,0-1 31-16,0 1 39 0,0 0 52 15,0 0 7-15,0 0 16 0,0 0 26 16,0 0 3-16,0 0-7 0,0 0-9 0,0 0 6 16,0 0-10-16,0 0-29 0,0 0-10 15,0 0-20-15,0 0 4 0,0 0 10 16,0 0 25-16,0 0 48 0,0 0 29 15,0 0-17-15,0 0-33 0,0 0-31 16,2 0-14-16,0 1-15 0,1 4-34 16,4 1-34-16,3 6 65 0,7 3-13 0,2 8-35 15,4-1-16-15,2 4-3 0,1 1-1 16,-3-1-15-16,-1-2-12 16,-2-5-1-16,0 0-56 0,-4-3-108 0,-1-1-27 15,-1-3-45-15,-6-2-6 0,1 1-51 16,-5-5-135-16,-1 0-31 0,-3-1-115 15,0-3-159-15</inkml:trace>
  <inkml:trace contextRef="#ctx0" brushRef="#br0" timeOffset="170768.41">16178 13884 615 0,'0'0'1413'0,"0"0"-1073"16,0 0-107-16,0 0 66 0,0 0 133 0,0 0 46 16,0 0-207-16,0 0-196 0,0 0-50 15,-27 93-22-15,18-58-3 0,0 2 1 16,0 3 1-16,0-4 17 0,0 0-19 16,3-4-25-16,2-3-9 0,1-5-32 0,3-4-107 15,0-5-105-15,0-5-125 0,6-5-178 16,-1-2-425-16,6-3-24 0</inkml:trace>
  <inkml:trace contextRef="#ctx0" brushRef="#br0" timeOffset="170990.36">16391 14222 1190 0,'0'0'1043'15,"0"0"-800"-15,0 0-46 0,0 0 60 16,0 0 22-16,0 0-82 0,-3 73-85 16,0-57-27-16,2-3-12 0,0 2-73 15,-1-4 0-15,2-2-25 0,0-2-17 16,0-1-18-16,2-1-105 0,0-5-157 0,3 0-132 16,2 0-281-16,-1-5-78 0</inkml:trace>
  <inkml:trace contextRef="#ctx0" brushRef="#br0" timeOffset="171183.67">16486 14250 1284 0,'0'0'716'0,"0"0"-415"0,0 0-65 0,0 0 48 0,0 0 17 0,0 0-87 0,0 0-96 15,0 0-51-15,15 73-29 0,-14-60-22 16,1-2-4-16,-1 1-9 0,2 0-3 15,-2-2-25-15,4-2-13 0,-1-1-19 16,2-4-128-16,-1-1-160 0,1-2-123 16,-1 0-280-16,1-4-354 0</inkml:trace>
  <inkml:trace contextRef="#ctx0" brushRef="#br0" timeOffset="171665.22">16852 13974 912 0,'0'0'1188'0,"0"0"-838"0,0 0-182 15,0 0 41-15,0 0 118 0,0 0-30 16,0 0-59-16,0 0-46 0,18 69-48 16,-17-46-65-16,2 1-51 0,-2 2-3 15,1-2-23-15,-1 0-2 0,-1-2-12 16,2-5-1-16,-1 1-24 0,1-6-111 15,1-4-123-15,-2-1-97 0,1-3-193 0,2-4-471 16,-4 0-165-16</inkml:trace>
  <inkml:trace contextRef="#ctx0" brushRef="#br0" timeOffset="171855.58">16757 14155 2035 0,'0'0'776'15,"0"0"-509"-15,0 0-219 0,0 0 35 16,0 0 86-16,0 0 31 0,0 0-80 16,0 0-66-16,98-8-23 0,-70 0-31 15,-2-4-18-15,1 4-13 0,-1-3-89 16,0 4-128-16,-4-3-145 0,-2 3-216 16,-6 0-525-16,3 0-96 0</inkml:trace>
  <inkml:trace contextRef="#ctx0" brushRef="#br0" timeOffset="172051.14">17221 13959 756 0,'0'0'1817'0,"0"0"-1415"0,0 0-226 16,0 0-35-16,0 0-1 16,0 0 18-16,0 0-18 0,42 69-14 0,-27-56-48 15,2 3-53-15,0-2-25 0,2-1-1 16,0 2-15-16,4-2-5 0,-2 0 2 15,2-1-95-15,-2-1-145 0,-1-3-82 16,-3-2-182-16,-4 0-449 0,-1-2-99 0</inkml:trace>
  <inkml:trace contextRef="#ctx0" brushRef="#br0" timeOffset="172282.44">17438 13952 2247 0,'0'0'469'0,"0"0"-148"0,0 0-37 16,0 0 28-16,0 0-76 0,0 0-145 15,0 0-22-15,0 0 17 0,-23 83-40 16,17-60-2-16,-2 3-3 0,0-1-4 16,-2 3 0-16,3-1-18 0,-2-2-19 15,3 0-10-15,2-6-18 0,0-2-50 16,4-6-142-16,0-3-167 0,2-3-238 15,3-3-442-15,2-2-110 0</inkml:trace>
  <inkml:trace contextRef="#ctx0" brushRef="#br0" timeOffset="172502.85">17573 14191 1349 0,'0'0'495'0,"0"0"-174"16,0 0 28-16,0 0 29 0,0 0-45 15,0 0-94-15,6 66-71 0,-5-54-64 16,-1 2-72-16,2-3-32 0,-1 0-18 16,0-2-27-16,2-4-37 0,0-1-239 0,2-4-201 15,-2 0-464-15,2-1-74 0</inkml:trace>
  <inkml:trace contextRef="#ctx0" brushRef="#br0" timeOffset="173169.44">17734 14114 1747 0,'0'0'471'0,"0"0"-225"0,0 0-43 0,0 0-6 16,0 0 2-16,0 0-27 0,0 0-3 0,0 0-10 15,0 0-48-15,0 0-29 0,8 54 6 16,-8-52 3 0,0-1-28-16,1-1-13 0,-1 0 4 0,0 0-1 0,0 0-12 15,0 0-41-15,2 0 0 0,-2 0-31 16,1 0-13-16,2 0 13 0,1-1 6 15,2-3 22-15,0-1-1 0,-1 2 1 16,1-4-13-16,2 2 13 0,-2 0 3 16,0 1-3-16,2-1 0 0,-3 0 0 15,1 3 0-15,0-1 0 0,-2 1 1 16,-1 1 0-16,1 0 0 0,-1-1 2 16,0 1-3-16,-1 1 2 0,1 0 0 15,0 0 0-15,-3 0 1 0,3 0 12 0,-1 0 20 16,1 3-4-16,-2-2 1 0,2 1-5 15,-1 1-8-15,1-2-14 0,0 1 17 16,-3 3 0-16,2-3 5 0,0 3-2 0,1-1-3 16,0 2 6-16,-2 1 28 0,-1-1-25 15,3 2-1-15,-3 1 1 0,0-2 0 16,0 0-9-16,0-1-17 0,0 1 0 16,-4 1 0-16,2-1 0 15,-1-1-2-15,0 0-1 0,1 2 1 0,-4-1-1 16,1 2 0-16,-1-2 0 0,1 0-1 15,1-1-14-15,-1 0 4 0,1-2 10 16,2-1-1-16,1 0-13 0,1-3-12 16,0 1 1-16,0-1-1 0,0 0-13 15,0 0-5-15,3 0 46 0,3 0 0 16,1 0 18-16,1 1 7 16,1-1 19-16,0 0-13 0,1 0-19 0,0 0-11 0,-3 0 1 15,4 0 1-15,-3 0-3 0,-1 0-1 16,-1 1-1-16,-2-1-10 0,1 0-16 15,2 0-106-15,-3 0-98 0,0-1-124 0,2-3-211 16,-1 0-420-16,0-2-197 0</inkml:trace>
  <inkml:trace contextRef="#ctx0" brushRef="#br0" timeOffset="173716.37">18223 13897 802 0,'0'0'717'15,"0"0"-415"-15,0 0-107 0,0 0 32 0,0 0 28 16,0 0 3-16,0 0-26 0,0 0-11 16,0 0-14-16,0 0-10 0,0 0 14 15,6-13 19-15,-6 13-8 0,0 0-45 16,1 0-75-16,-1 0-47 0,2 0-15 16,-2 0-9-16,0 2-16 0,0-2 7 15,0 0 9-15,0 0 15 0,0 0-9 16,0 0-19-16,0 1 4 0,0-1-1 15,0 0-18-15,0 0-2 0,0 0 1 16,0 0-2-16,0 0 0 0,0 0 0 0,0 0 2 16,0 0 16-16,0 0-2 0,0 0 11 15,0 0 7-15,0 0-19 0,0 0-15 16,0 0-1-16,0 0-2 0,0 0-12 16,0 0 3-16,0 0 12 0,0 2 0 15,0 0 12-15,0 0 12 0,1 7 28 0,0-1 0 16,1 9-3-16,-1 1-22 0,2 2-24 15,-1 4 10-15,-1-1-13 16,-1 1 0-16,0-2-3 0,0 0-25 0,2-3-30 16,-2 0-67-16,1-5-37 0,2-2-20 15,-2-1-28-15,1-4-54 0,0-1-163 16,0-6-263-16,-1 0-516 0,-1-2-147 0</inkml:trace>
  <inkml:trace contextRef="#ctx0" brushRef="#br0" timeOffset="173898.96">18125 14046 2621 0,'0'0'575'0,"0"0"-381"0,0 0-98 16,0 0 15-16,0 0 85 0,0 0 27 16,0 0-94-16,0 0-54 0,0 0-58 0,93-3-17 15,-72-5-37-15,2 0-85 0,-2-3-127 16,-2 3-114-16,1-1-251 0,-7 4-553 15,9-3-209-15</inkml:trace>
  <inkml:trace contextRef="#ctx0" brushRef="#br0" timeOffset="174115.38">18623 13853 2835 0,'0'0'483'0,"0"0"-311"0,0 0-58 0,0 0-13 15,0 0-3-15,0 0-16 0,0 0 25 16,57 68-3-16,-44-53-48 0,4 1-12 16,-3 3-1-16,4 0 4 0,-2 0-10 15,-1-4-18-15,1 1-19 0,0-2 0 0,-3-2-59 16,-3-4-134 0,2 0-47-16,-7-1-72 0,1-6-163 0,-3-1-266 0,2 1-503 15</inkml:trace>
  <inkml:trace contextRef="#ctx0" brushRef="#br0" timeOffset="174331.8">18862 13848 2141 0,'0'0'563'0,"0"0"-114"0,0 0-54 16,0 0-51-16,0 0-30 0,0 0-165 15,0 0-96-15,-39 74 0 0,28-46 2 16,-1 3 4-16,0 2-19 0,-1 0 0 15,0-3-6-15,3-1-20 0,2-5-14 16,3-5-28-16,4-3-9 0,1-6-90 0,0-3-111 16,6-3-79-16,2-4-99 0,1 0-242 15,-2-4-433-15,6-8-190 0</inkml:trace>
  <inkml:trace contextRef="#ctx0" brushRef="#br0" timeOffset="174613.06">19042 14112 2308 0,'0'0'584'0,"0"0"-271"16,0 0-45-16,0 0-62 0,0 0-48 0,0 0-20 16,-2 77-15-16,2-63-33 0,0 1-80 15,0-4-10-15,0 0-28 0,0-5-56 16,2 0-121-16,2-6-130 0,1 0-172 16,-2 0-479-16,5-5-191 0</inkml:trace>
  <inkml:trace contextRef="#ctx0" brushRef="#br0" timeOffset="175034.09">19191 14097 2100 0,'0'0'711'0,"0"0"-573"0,0 0-125 0,0 0 38 15,0 0 10-15,0 0-16 0,0 0-16 16,0 0 9-16,0 0-15 15,0 0-22-15,80-13 11 0,-76 13 52 16,0 0 45-16,-1 1 18 0,-3 3-4 0,3-3 4 16,-3 5-24-16,0-3-27 0,0 1-26 15,0 1-22-15,-3 1-9 0,0 0-18 0,-1 1 1 16,0 0 1-16,-2 0-2 16,-3 3-1-16,3-1 2 0,1 0 11 0,-1-1-12 15,1-1 0-15,3-2 0 0,0-3-1 16,2 0-26-16,0 1-5 0,0-2 9 15,0 0 0-15,6-1 0 0,0 1 19 16,1-1 3-16,3 0-1 0,2 0 1 16,-1 0-2-16,2 0 0 0,-1 0-1 0,-4 0 0 15,0 0 2-15,-1 4 1 0,-3 1 31 16,-1-1 32-16,-2 2 32 0,-1 0-20 16,0 0-13-16,0 1-28 0,0-3-12 15,-3 5 0-15,-2-2-22 0,-4 0 0 0,2-2-56 16,-2 2-84-16,0-4-112 15,1-1-76-15,1-2-160 0,2 0-269 16,2-2-696-16</inkml:trace>
  <inkml:trace contextRef="#ctx0" brushRef="#br0" timeOffset="175598.51">19707 13770 1520 0,'0'0'750'0,"0"0"-298"0,0 0-79 15,0 0 9-15,0 0-9 0,0 0-102 16,0 0-44-16,0 0-19 0,0 0-107 15,0 0-5-15,18 81-16 0,-16-49-1 16,-2 4 10-16,0 0 15 0,0 0-16 16,0-3-48-16,0-4-39 0,-2-4-1 0,2-4-34 15,-2-6-78-15,2-4-115 0,0-3-99 16,-1-2-156-16,-1-5-547 0,-3-1-496 16</inkml:trace>
  <inkml:trace contextRef="#ctx0" brushRef="#br0" timeOffset="175780.03">19619 14019 2932 0,'0'0'673'0,"0"0"-427"16,0 0-180-16,0 0-15 0,0 0 53 16,0 0 64-16,0 0-22 0,81-10-68 15,-58 0-78-15,0-2-119 0,-3 2-52 16,-1-2-77-16,0 2-185 0,-7 2-562 15,8-2-533-15</inkml:trace>
  <inkml:trace contextRef="#ctx0" brushRef="#br0" timeOffset="176104.05">20225 13708 2183 0,'0'0'1153'15,"0"0"-946"-15,0 0-55 0,0 0-29 0,0 0 3 16,0 0 0-16,27 82-11 15,-15-60-2-15,-1 2-14 0,2-2-28 0,-1 0-40 16,0 0-10-16,-1-3-21 16,-3-1-16-16,1-5 1 0,1 3-66 0,-3-4-87 15,2-3-92-15,-1-3-147 0,-2-1-231 16,0-3-493-16,-2 0-191 0</inkml:trace>
  <inkml:trace contextRef="#ctx0" brushRef="#br0" timeOffset="176316.52">20460 13793 2906 0,'0'0'604'0,"0"0"-269"0,0 0-8 0,0 0-47 16,0 0-80-16,0 0-55 0,0 0-44 15,-59 79-21-15,46-53-35 0,-5 4-17 16,1 2-4-16,0-1-12 0,1 0-12 15,2-6-16-15,2-1-14 0,5-6-105 16,2-3-120-16,4-4-94 0,1-5-238 16,0-2-517-16,7-4-335 0</inkml:trace>
  <inkml:trace contextRef="#ctx0" brushRef="#br0" timeOffset="176581.81">20602 13995 1994 0,'0'0'815'15,"0"0"-446"-15,0 0-38 0,0 0-21 16,0 0-24-16,0 0-61 0,-7 70-83 15,4-53-58-15,-2-2-50 0,0-1-31 16,2-1-3-16,-1-4-16 0,2-1-67 16,1-1-134-16,1-4-119 0,0-3-153 15,0 0-264-15,1 0-487 0,7-5 49 0</inkml:trace>
  <inkml:trace contextRef="#ctx0" brushRef="#br0" timeOffset="176884.27">20743 13971 1289 0,'0'0'1336'0,"0"0"-985"15,0 0-143-15,0 0 6 0,0 0-5 16,0 0-66-16,0 0-24 0,0 0-9 16,0 0-24-16,-8 66-46 0,4-51 10 15,-2-2 13-15,1-1-4 0,1 0-10 16,1-4-5-16,2-1-29 0,-2 0-15 15,3-3-24-15,0 0-11 0,3-3-2 0,4-1 19 16,0 0 15-16,2 0 2 0,1 0-2 16,1-1-43-16,3-4 21 15,1-1 3-15,0-1-16 0,1-3 13 16,0 3 13-16,-2 0 10 0,-1 1-23 0,-2 1-36 16,-1 3-55-16,-1-1-70 0,-1 0-58 15,-2-1-78-15,0 0-98 0,-1 1-181 16,-2-1-215-16,-1-2-287 0</inkml:trace>
  <inkml:trace contextRef="#ctx0" brushRef="#br0" timeOffset="177094.76">20863 13973 1554 0,'0'0'1420'16,"0"0"-973"-16,0 0-58 0,0 0-89 15,-31 67-86-15,23-48-40 0,2 0-32 16,2 2-62-16,0-2-59 0,-1-3-21 16,3-1-2-16,0-2-50 0,1-1-80 15,1-3-144-15,0-3-223 0,0-4-633 16,5 0-562-16</inkml:trace>
  <inkml:trace contextRef="#ctx0" brushRef="#br0" timeOffset="177416.43">21298 13801 2179 0,'0'0'1316'0,"0"0"-984"0,0 0-86 16,0 0-93-16,0 0-50 0,0 0-1 16,0 0 12-16,0 0 10 0,0 0-38 0,0 0-65 15,87 18-21-15,-67-22-37 0,0-2 1 16,-1 2-103-16,-2-2-65 0,-4 1 1 15,0 1-54-15,-6 3-110 0,-1 1-140 16,-1 0-590-16,-5 0-290 0</inkml:trace>
  <inkml:trace contextRef="#ctx0" brushRef="#br0" timeOffset="177621.92">21291 14022 2365 0,'0'0'1041'0,"0"0"-705"16,0 0 39-16,0 0-170 0,0 0-102 16,0 0-14-16,0 0 19 0,0 0-27 15,0 0-54-15,0 0-27 0,85 12-17 16,-65-19-8-16,-1-1-12 0,1 1-6 0,-1-1-68 16,-2-1-103-16,0 0-106 0,0-1-306 15,-6 3-651-15,5-2-455 0</inkml:trace>
  <inkml:trace contextRef="#ctx0" brushRef="#br0" timeOffset="178132.31">21948 13596 942 0,'0'0'2457'15,"0"0"-1967"-15,0 0-148 0,0 0-19 16,-29 78-74-16,24-49-38 0,-1 1-58 16,2 2-28-16,1 0-19 0,3 0-63 15,-2-3-41-15,2 0-2 0,0-4-22 16,0-1-84-16,0-3-104 0,3-5-78 16,-1-3-131-16,-1-5-539 0,5 0-647 0</inkml:trace>
  <inkml:trace contextRef="#ctx0" brushRef="#br0" timeOffset="184731.15">29291 14177 202 0,'0'0'1710'0,"0"0"-1395"16,0 0-150-16,0 0 67 15,0 0-51-15,0 0-53 0,0 0-19 0,-33 75-19 16,27-55-26-16,-1 1 3 0,0-2 13 16,1-1 47-16,2-1 3 0,1 1-45 15,1-6-22-15,2 1-12 0,0-1-7 16,0-3-22-16,6 0-9 0,1-2 24 15,6 0-16-15,3-1-21 0,4 0-25 16,0-5 0-16,5-1-3 0,1 0 9 0,0 0 0 16,1-1-3-16,-1-4 6 0,-4 3-9 15,-1-2-45-15,-2 2-47 0,-3 1-10 16,0-1-51-16,-3-1-100 0,-2 1-131 0,-1-1-222 16,-4 1-364-16,0-4 43 0</inkml:trace>
  <inkml:trace contextRef="#ctx0" brushRef="#br0" timeOffset="184962.43">29520 14307 2453 0,'0'0'358'0,"0"0"-217"0,0 0 144 16,0 0 27-16,-23 70-5 0,17-44-90 15,1 3-67-15,2 0-54 0,0 1-34 16,1 1-28-16,2-4-34 0,0 1-15 0,0-3-32 16,0-3-68-16,3-3-120 0,3-3-98 15,4-4-224-15,-3-6-516 0,6-3-340 0</inkml:trace>
  <inkml:trace contextRef="#ctx0" brushRef="#br0" timeOffset="186031.2">30115 14390 333 0,'0'0'2049'0,"0"0"-1758"0,0 0-169 15,0 0 90-15,0 0-20 0,-3 78 34 16,2-62-80-16,1-2-60 0,0-1-26 16,0-2-19-16,0-4-19 0,0 0 6 15,0-3 16-15,0-3 4 0,0-1-8 16,0 0-5-16,0 0-35 0,0-4-38 0,0-4-31 16,0-3 9-16,0-4 7 0,0-4 2 15,1-1-12-15,5-1-16 0,4 0 12 16,3 2 13-16,-1 2 3 0,2 3-38 31,-1 3 29-31,-1 2 28 0,2 0 12 0,-4 5 19 0,3 0 1 16,-3 2 4-16,-1 2-1 0,-2 0-2 0,2 0 12 15,-4 4 82-15,1 2 17 0,-3 1-52 0,3 2-22 16,-3-2-9-16,2 4-26 0,0 1 35 16,-4 1-3-16,2-1-3 0,0-1 12 15,0 3-3-15,-1-2-16 0,-1 1 0 16,3 0-3-16,-1-1-21 0,4-3-1 15,-1-2-1-15,3-2-37 0,0-3-6 16,2-2 22-16,-1 0 22 0,3-2 29 16,-2-6-7-16,1-1-7 0,2-1 1 0,-2-1 16 15,-2-3-13-15,3 2-19 0,-6-1 2 16,2 0 0-16,-4 1-1 0,-2 1 18 16,-3 0 6-16,0 2 13 0,0-2-13 15,-7 0 19-15,-1 3-19 0,-4-3 6 0,-1 2 1 16,0 3 9-16,-1 0 6 15,1 5-22-15,1-1-25 0,-1 2-25 0,3 0-16 16,1 0-51-16,1 0-39 0,4 2-39 16,2 0-4-16,2 0-55 0,0-2-78 15,5 0-95-15,6 0 128 0,2 0 73 16,1 0 19-16,2 0-81 0,0 0-27 16,-3 0 56-16,0 0 45 0,3 0 39 15,-3 0 147-15,4 0-17 0,-4 0 1 16,0 0 19-16,-3 1 24 0,-1 3 135 15,1 1 82-15,-3 2 101 0,-3 1-7 16,1 3-17-16,-2 1 12 0,-2 2-92 0,2 2-55 16,-3-1-19-16,0 1-23 0,3 0-11 15,-2-1-9-15,-1 1-26 0,3-3-25 16,-2-2 2-16,4 0-6 0,-1-4-22 0,2-1-41 16,0-1 0-16,4-4-3 0,-1-1-3 15,2-4-22-15,2-4 25 16,2-5 3-16,0-1 10 0,1-5 0 0,1 0-11 15,-2-2 1-15,-1-1 9 0,-2 1-12 16,-5 2 3-16,1 4 0 16,-3 3 22-16,-2 4-10 0,-3 5 7 0,1 0 22 15,-1 3 39-15,0 0-5 0,0 0-7 16,0 0-24-16,0 1-10 0,0 4 3 16,0 2-40-16,0 0-59 0,3 5 25 15,-1 0 9-15,2 2 10 0,0 0 15 16,3 1 3-16,2-2 0 0,1-1 38 15,3-2 55-15,3-1-87 0,0-3-9 0,0-5-15 16,1-1-32-16,-4 0 32 0,3-4 13 16,-6-2 1-16,0-3 2 0,-2 0-1 0,-3-3 28 15,-2-1 3-15,-2-2 3 0,-1 2 3 16,0-3-3-16,-3 1-9 0,-1-1-22 16,-3 2 0-16,3 2-3 0,-1 0-28 15,1 0-21-15,1 2-119 0,2 1-32 16,1-1-84-16,0 2-121 15,0-1-226-15,4 7-473 0,5-4-211 0</inkml:trace>
  <inkml:trace contextRef="#ctx0" brushRef="#br0" timeOffset="186446.8">31601 14268 726 0,'0'0'1310'15,"0"0"-966"-15,0 0-215 0,0 0 81 16,0 0 63-16,0 0-33 0,0 0-65 15,0 0 28-15,0 0 66 0,0 0-97 16,0 0-111-16,-30 19 1 0,14-6 13 16,-1 3 6-16,-2 1-16 0,3 3 9 15,0-2 28-15,5 1 3 0,2-1-44 16,3-1-42-16,2-2-19 0,4 1-3 0,0-4-19 16,0 2-5-16,4-5-1 15,5-1-6-15,-2-1-46 0,3-3-16 0,3-4-22 16,-1 0-12-16,2 0 14 0,-1-7-13 15,6-3-54-15,-3-1-146 0,4-3-121 32,0 1-184-32,-4 1-382 0,8-4 13 0</inkml:trace>
  <inkml:trace contextRef="#ctx0" brushRef="#br0" timeOffset="186736.64">31722 14304 1357 0,'0'0'452'15,"0"0"-82"-15,0 0 21 0,0 0-43 16,0 0-53-16,-65 73-97 0,59-53-71 15,5 1-45-15,1 0-41 0,0-4-38 0,3-2 19 16,4-3-9-16,1-2-11 16,1-2 17-16,0-4-16 0,3-3 16 15,1-1-17-15,-2 0-2 0,2-8 1 0,0-1 2 16,0-3-3-16,0-3-10 0,-3 0 9 16,-1 0-14-16,-1-1-13 0,-3 2 14 15,-2 1 14-15,-2 1 18 0,-1 0-17 16,0 1 0-16,0 0-1 0,-6 4-1 15,-2 2-11-15,2 1 12 0,-3 1 0 0,2 2-6 16,-1 1-41-16,2 0-61 0,0 1-26 16,0 5-12-16,3 0 18 0,0 1 19 15,0 0 10-15,3-2-75 0,0 1-133 16,6-5-120-16,4-1-129 0,5 0 32 16,-1-7 162-16,5 1 36 0</inkml:trace>
  <inkml:trace contextRef="#ctx0" brushRef="#br0" timeOffset="187062.1">31872 14316 154 0,'0'0'343'0,"0"0"-30"0,0 0 13 15,0 0 32-15,0 0-10 0,0 0-11 16,0 0-84-16,0 0-82 0,0 0-52 16,0 0-39-16,59 56 1 0,-59-42 18 15,2 3 55-15,-2-2 28 0,0-1-89 16,0-3-43-16,0-1-18 0,0-2 19 16,0-5 6-16,0-1-57 0,0-2-36 0,2 0 8 15,3-2-6-15,4-4 34 0,2-5 19 16,1-1-17-16,2-2-2 0,-1 1-16 15,0 1-22-15,0 1 12 0,-3 3 4 16,3 2-3-16,-3 1 24 0,0 3 0 16,0 0-3-16,-4 1-11 0,1 1 3 15,-2 0 12-15,-1 5 73 0,0 2 73 0,2 4-29 16,-2 1-22-16,-1 3-32 16,0 1 34-16,0-2 4 0,-3 3-51 0,3-1-22 15,-2-4 1-15,1-1-17 0,-1-3-12 16,2-2 0-16,0-2-47 0,1-4-129 15,3 0-146-15,2-5-14 0,4-7-19 16,0-3-184-16,-3 2-269 16,7-10-454-16</inkml:trace>
  <inkml:trace contextRef="#ctx0" brushRef="#br0" timeOffset="187365.41">32499 14156 1117 0,'0'0'1613'0,"0"0"-1222"16,0 0-129-16,0 0-5 0,0 0-87 0,0 0-12 16,0 0-26-16,0 0-29 0,0 0-50 15,0 0-6-15,-88 66 9 0,72-47 40 16,1 0 21-16,1 2 3 0,4-3-43 16,2-3-37-16,2 1-40 0,6-5-28 15,0-3-2-15,0 1-4 0,7-2-6 16,3-3 0-16,3 0-13 0,0 1-5 15,0 1 15-15,0-1 30 0,0 2 13 16,-6-1-18-16,-1 0 18 0,-3 2 6 16,-3 3 19-16,0 1-10 0,-3-4-14 0,-4 3 2 15,-3 1-3-15,-3-2-28 16,1 1-65-16,-2-4-68 0,1 0-59 0,1-3-133 16,1-4-31-16,2 0-58 0,3-3-305 15,6-12-680-15</inkml:trace>
  <inkml:trace contextRef="#ctx0" brushRef="#br0" timeOffset="188479.67">32557 14179 1618 0,'0'0'442'16,"0"0"-247"-16,0 0 5 0,0 0 161 15,0 0-11-15,0 0-197 0,0 0-70 0,0 0-3 16,10 85 2-16,-10-60-19 0,-3 0 54 15,0 1 6-15,-3 0 9 16,2-2-3-16,-2 0-10 0,2-4-42 0,-2-3-42 16,2-3-33-16,1-2 1 0,1-3-3 15,1-4-3-15,0-2-41 0,-1-1-59 16,2-2-72-16,0 0-58 0,0-2 28 0,0-1 75 16,0-1 73-16,2-3 57 15,2 1 11-15,0-4-11 0,3-2-25 0,2-1-10 16,3 1-45-16,-1-3-54 0,2 0-36 15,-3 4 13-15,3 2 70 0,-3-2 39 16,2 3-7-16,-1 3 0 0,1 1 20 16,1 2 35-16,-2 2 22 0,1 0-19 15,-2 0 17-15,-3 2 25 0,-1 4 10 16,-3 5 54-16,-2 0 13 0,-1 3-19 16,0 3-7-16,0-4 51 0,0 3-96 0,-1-4-6 15,-5 3-20-15,0-2 26 0,0-1 38 16,2-3-19-16,0-4-35 15,1 1-1-15,2-5-5 0,-1-1-29 0,2 0-11 16,0 0-65-16,0-2-31 0,3-7-40 16,4 1 96-16,2-6 39 0,1-1 8 15,4-1-43-15,-1-2-72 0,-1 2-6 16,2 1 35-16,-2 2 17 0,-1 1-11 16,-2 2 29-16,-2 3 29 0,0 2 24 15,0 2 2-15,-1-1 1 0,3 2 0 0,-2-2 0 16,0 3 3-16,2 0-3 0,-3-1 2 15,1 2 10-15,3 0 3 0,-3 0 19 16,2 0 84-16,3 2-6 0,-1 0-81 16,1 1-29-16,-1-2 10 0,-2 1-11 15,-2 0 1-15,-3 0-1 0,-1-2 1 0,-1 0 0 16,-2 0 45-16,0 0 45 16,0 2 73-16,0 1 59 0,-2 0-82 0,-2 1-143 15,-1 2 0-15,0 0 0 0,-1 0 34 16,-1 1 4-16,-2 3 3 0,0 0 0 15,-1 2 19-15,0 2 12 0,2-1-5 16,-1 2-14-16,0-1 15 0,5 0-15 16,-2-4-28-16,3-1-25 0,3-2-1 0,0-1-49 15,0-4-18-15,6-2-17 16,1 0-13-16,6-2 20 0,0-4-17 0,3-3-6 16,0-3-28-16,1 0-27 0,-5-3 3 15,2 2 44-15,-4 1 39 0,-1 0 22 16,-3 1 19-16,1 3 29 0,-3-3 13 15,-1 3-10-15,0 0 16 0,-2 4-16 16,1 0 30-16,-2 3 15 0,0 1 6 0,0 0 23 16,0 0 47-16,0 5 38 0,0-2-16 15,0 3-14-15,0 2-81 0,-3 0 2 16,1-2 16-16,1 2 0 0,1 1-24 16,0-2-23-16,0 0-21 0,0-3-1 15,0 0-3-15,3-2-26 0,4 1-9 0,3-3-28 16,-1 0 50-16,1 0-21 15,1 0-83-15,-2-3 13 0,0 0 28 16,-5 0 22-16,-1 1 38 0,0 1 6 16,1 0 11-16,-1 1 2 0,3-5 0 0,0 3 0 15,1-2-1-15,1 3-1 0,1-1 0 16,-3 2-11-16,1 0 13 0,-1 0 31 16,1 0 4-16,-3 2 15 0,-1-1 14 15,0 3 71-15,0-2 10 0,0 1-28 16,0-1-21-16,0-1-18 0,4 2-31 15,0-3-4-15,0 0-9 0,4 0-18 0,1 0-13 16,3 0-3-16,-1-4-9 16,-1-1-103-16,0 1 12 0,-1-1 41 0,-2 0-33 15,3-1-61-15,-3 0-81 0,0-1-20 16,1-1-129-16,0-1-80 0,-4 2-273 16,4-4-769-16</inkml:trace>
  <inkml:trace contextRef="#ctx0" brushRef="#br0" timeOffset="188709.06">33302 14205 2884 0,'0'0'458'0,"0"0"-242"0,0 0 93 16,0 0-54-16,0 0-171 0,0 0-84 15,0 0-14-15,0 0-5 0,0 0-78 16,0 0-92-16,0 0-25 0,75 22-5 15,-58-34-62-15,3-1-68 0,3 0-106 16,-2-4-103-16,3 3-158 0,2-5 48 16,1 1 241-16,0 0 427 0,-2-1 0 15</inkml:trace>
  <inkml:trace contextRef="#ctx0" brushRef="#br0" timeOffset="188878.03">33656 14033 192 0,'0'0'555'0,"0"0"8"16,0 0-6-16,0 0 123 0,0 0-124 0,0 0-323 15,0 0-105-15,0 0-46 0,-6 86 4 16,-2-61 21-16,2 5 16 0,-1 2-16 15,1 2-6-15,3-2 42 0,0 3-9 0,3-6-69 16,0 0-31-16,0-5-34 0,0-4-28 16,0-4-58-1,0-4-67-15,2-6-35 0,-2-2 24 0,0-4 3 0,1 0-13 16,-1 0-116-16,3-7-198 0,-2-3 130 16,4-4 92-16,-2-1-172 0,0 0-379 15,1-7 41-15</inkml:trace>
  <inkml:trace contextRef="#ctx0" brushRef="#br0" timeOffset="189133.54">33766 14177 551 0,'0'0'469'15,"0"0"-71"-15,0 0-40 0,0 0-73 16,0 0-68-16,0 0-26 0,0 0-36 16,0 0-52-16,0 0-35 0,0 0 35 15,30 6 96-15,-30 0-4 0,0 2-55 16,0 4-39-16,-4 0-15 0,-2 0-1 0,0 2 13 15,-1 3 0-15,0-3 14 0,3 2 18 16,-1-1-21-16,1 0-28 16,2 1-16-16,2-2-22 0,0-2-40 0,2 0-3 15,2 0-31-15,2-1 6 0,1-4 4 16,-3 1 19-16,1 1-11 0,-2-2 12 16,-2 0 0-16,-1-3-36 0,0 0-50 15,-3 2-75-15,-7-1-132 0,-3 5-152 16,0-6-373-16,-13 10-907 0</inkml:trace>
  <inkml:trace contextRef="#ctx0" brushRef="#br0" timeOffset="190045.91">29498 16231 1918 0,'0'0'470'0,"0"0"-253"16,0 0-37-16,0 0 20 0,0 0 11 15,0 0-52-15,0 0-44 0,0 0 5 16,0 0 48-16,0 0 74 0,0 0 80 15,-1 31-105-15,-2-9-84 0,-4 2-66 16,3 3-27-16,-2 3 0 0,2 1-12 16,1-3-27-16,1-1-1 0,2-2-15 0,3-6-19 15,3-2-9-15,4-2-9 0,6-5-1 16,1-2-18-16,2-3-15 0,1-4-10 16,4-1-22-16,-2 0 37 15,1-5 28-15,0-1-42 0,0-3-15 0,-4 1-3 16,0-1-54-16,-3 1-61 0,-1 0-91 15,-3 0-121-15,1 1-152 0,-6 1-182 0,-1-3-31 16</inkml:trace>
  <inkml:trace contextRef="#ctx0" brushRef="#br0" timeOffset="190233.99">29674 16423 2433 0,'0'0'534'0,"0"0"-277"0,0 0-6 16,0 0 37-16,-14 68-71 0,14-42-100 15,0 3-48-15,0 5-38 0,0 1-31 0,0 2-6 16,-2-2-119-16,1-1-124 16,1-3-144-16,0-6-227 0,0 0-741 0</inkml:trace>
  <inkml:trace contextRef="#ctx0" brushRef="#br0" timeOffset="190935.64">30392 16223 980 0,'0'0'632'0,"0"0"-301"0,0 0-168 16,0 0 151-16,0 0 89 0,0 0-28 16,0 0-56-16,0 0-70 0,0 0-51 15,0 0-12-15,-9-30-15 0,-2 37-44 16,-4 3-15-16,-2 3-10 0,0 6-23 0,-2 1 4 16,2 8-24-16,4 0-16 0,1 5-10 15,1-1-22-15,7 2-11 0,2-3-12 16,2 0-9-16,6-5-22 0,8-2-21 15,2-5-44-15,4-6-68 0,2-3-44 0,1-5-41 16,0-5-83-16,1 0-113 16,1-3-162-16,-9-4-165 0,10-9-447 0</inkml:trace>
  <inkml:trace contextRef="#ctx0" brushRef="#br0" timeOffset="191201.34">30558 16359 1299 0,'0'0'586'0,"0"0"-245"0,0 0-21 0,0 0 44 16,0 0-127-16,-29 70-77 0,29-53-103 16,0-1-6-16,8-1-10 0,1-4-29 15,3-1-12-15,1-6-2 0,0 0 2 16,1-4 25-16,2 0-25 0,-3-2 1 16,1-6-1-16,-2-2 11 0,-1-3-11 15,-2 0 0-15,-2 1 3 0,-2-2 16 0,-4 2-16 16,-1 0 16-16,0 0 16 0,-1 1-13 15,-8 4-6-15,-3-2 12 0,-2 4-28 16,-2 1-32-16,-1 1-70 0,1 3-47 16,-3 0-46-16,6 3-103 0,2 3-189 15,5 0-308-15,0 0-509 0</inkml:trace>
  <inkml:trace contextRef="#ctx0" brushRef="#br0" timeOffset="191464.89">30840 16146 1277 0,'0'0'974'0,"0"0"-621"0,0 0-211 16,0 0 124-16,0 0 169 0,0 0-100 16,0 0-231-16,0 0-66 0,10 85-26 15,-10-55 10-15,3 1 0 0,0 0 0 0,-1 0-6 16,-1-4-15-16,2 2-1 15,0-5-13-15,1-4-15 0,-1-3-32 0,4-5-75 16,-1-3-64-16,1-3-49 0,3-6-129 16,3 0-139-16,-1-3-106 0,-2-4-126 15,4-8 34-15</inkml:trace>
  <inkml:trace contextRef="#ctx0" brushRef="#br0" timeOffset="191682.61">31032 16379 62 0,'0'0'411'0,"0"0"13"0,0 0-24 15,0 0-38-15,0 0-80 0,0 0-45 16,0 0-17-16,33 65 42 0,-27-45 37 16,0-3-123-16,-1 0-32 0,1-3-14 15,1-4-40-15,0-2-37 0,1-7-24 16,1-1 12-16,2 0 7 0,1-5-20 0,0-7 4 16,0-1-1-16,-2-1 13 0,3-2 13 15,-6-1-16-15,-1 0-16 0,-2 2-9 16,-2-1-14-16,1 6-2 0,-3 0 0 15,0 1-54-15,0 3-31 0,0 3-73 16,0 0-44-16,0 0-108 0,0 2-210 16,0-1-284-16,1 2-601 0</inkml:trace>
  <inkml:trace contextRef="#ctx0" brushRef="#br0" timeOffset="192131.75">31362 16383 1345 0,'0'0'634'0,"0"0"-475"0,0 0-59 16,0 0 108-16,0 0-28 16,0 0-51-16,11 68-32 0,-9-58-4 15,-1 1-19-15,2-4-49 0,0-5-25 0,3 0-16 16,-2-2-9-16,3 0-1 0,2-7 7 16,1-5 16-16,-1-4-23 0,4-2 7 15,-3-1-33-15,1 0 7 0,-2 1 13 16,0 0 3-16,-5 6-10 0,0 3 14 0,0 3 21 15,-2 3 4-15,-1 3 3 0,1 0 48 16,-2 0 10-16,0 1 52 0,0 5-1 16,1 3-73-16,-1 1-37 0,3 1 1 15,-3 2 39-15,3-2-7 0,-1 0 9 16,-1 1 24-16,-1-4 5 0,2 0-6 16,-1-1-10-16,-1-3-12 0,3 0-45 15,0-4-42-15,1 0-34 0,6-1 12 16,0-10 23-16,4 0-14 0,1-3-21 0,1-3 21 15,-2 4-31 1,-3 0-10-16,-2 3 28 0,-3 3 47 0,-3 5 21 0,0 2 2 16,-2 0 17-16,1 0 65 15,1 4 79-15,-2 4 64 0,2 0-119 0,0 4-60 16,1 1-26-16,-1-1-22 0,0 0-3 16,0 0-29-16,-2-1-76 0,2-3-20 15,-1-1-12-15,1-2-56 0,1-4-268 16,-1-1-548-16,5-1-125 0</inkml:trace>
  <inkml:trace contextRef="#ctx0" brushRef="#br0" timeOffset="192486.81">31823 16393 1929 0,'0'0'428'0,"0"0"-292"16,0 0 83-16,0 0 51 0,0 0-61 15,0 0-88-15,0 0-74 0,0 0-47 16,0 0-35-16,0 0-13 0,16 56 48 0,-6-65 20 16,0-5-1-16,3-2-19 15,0-5-2-15,0 0-11 0,-1 0-22 16,-2 1-6-16,1 2 12 0,-1 5 13 0,-1-2 3 16,1 3-9-16,-3 4 18 0,2 2-21 15,-5 5-1-15,2 1 26 0,-2 0 42 16,1 5 134-16,-1 4-11 0,0 3-38 15,-1 1-7-15,0 5-22 0,0 0-23 16,0 2-9-16,-1-1-13 0,3 3 14 16,2-1-1-16,2-2 96 0,2-3-41 15,1-4-121-15,-2-6-41 0,0-3-164 16,0-3 13-16,2-3-24 0,-1-6-98 0,1-4-383 16,-5 2-528-16,3-7-41 0</inkml:trace>
  <inkml:trace contextRef="#ctx0" brushRef="#br0" timeOffset="193143.11">30475 17006 2481 0,'0'0'425'0,"0"0"-271"0,0 0-105 16,0 0 62-16,0 0 96 15,0 0-26-15,0 0-32 0,0 0-74 0,-73 66 42 16,63-45-7-16,1 3-10 0,1 2 3 16,1 1 6-16,2 1-38 0,2-3-46 0,3-1-25 15,0-5-43-15,3-2-4 16,6-6-9-16,2-1-37 0,5-5-60 0,3-1-74 16,3-4-22-16,4 0-40 0,1-7-115 15,2-7-134 1,-8 5-231-16,8-12-272 0</inkml:trace>
  <inkml:trace contextRef="#ctx0" brushRef="#br0" timeOffset="193394.54">30683 17086 848 0,'0'0'622'15,"0"0"-154"-15,0 0-98 0,0 0 11 16,0 0-111-16,0 0-75 0,0 0-80 0,-20 69-19 16,20-50-1-16,7 5-22 0,2-4 0 15,2 2-3-15,-1-3 21 0,2-2-18 16,2-3-29-16,-2-3-32 0,2-4 1 15,-2-3-11-15,-2-3 17 0,1-1-19 0,1-1 1 16,-2-5-1-16,0-6 3 16,0-2-3-16,-1-1-1 0,-5-3-27 15,-2-2-38-15,-2 2 18 0,0 1 23 0,-9-1-9 16,-1 6 8-16,-6 0-27 16,0 3 2-16,1 2 7 0,0 4-39 0,-1 2-57 15,3 1-122-15,3 0-156 0,0 0-138 16,6 1-230-16,2 5-299 0</inkml:trace>
  <inkml:trace contextRef="#ctx0" brushRef="#br0" timeOffset="193697.34">30934 17162 522 0,'0'0'362'0,"0"0"-63"0,0 0 102 15,0 0-54-15,0 0-29 0,34 69-78 0,-28-55-63 16,-3-1-38-16,0 0-20 0,1-1 2 15,-1-5-40-15,3-2-81 0,-3-3-36 16,5-2-37-16,1-2-11 16,0-7 65-16,5-4 19 0,-2-2 19 15,2-5-19-15,2 0-1 0,-2 1-1 0,2 1 1 16,0 4 1-16,-4 3-13 0,-2 5-6 16,-2 4 19-16,-2 2 48 0,0 0 61 15,0 7 13-15,0 2 9 0,2 3-46 16,-1 4-46-16,2 0-14 0,0 0 26 15,1 2-51-15,-2-1 0 16,1-3-16-16,1 0-13 0,0-4-75 0,-1-3-145 0,2-5-124 16,1-2-163-16,-5 0-277 0,7-7-403 15</inkml:trace>
  <inkml:trace contextRef="#ctx0" brushRef="#br0" timeOffset="194045.08">31561 16942 1770 0,'0'0'493'0,"0"0"-354"16,0 0 42-16,0 0 202 0,0 0 14 16,0 0-64-16,0 0-138 0,0 0-88 15,0 0-12-15,0 0-23 0,0 0-13 0,-62 64 22 16,56-45-19-16,-1 0-31 0,4 0-28 15,3-1 0-15,0-1-3 0,3-1-27 16,7-1-7-16,3-3 15 0,1-1 16 16,2-1-28-16,3-3 3 0,-3-2 16 15,-2 2-1-15,-2-2-2 0,-3-1 13 16,-3-1 2-16,-3 3 28 0,0 0 3 0,-3 1-12 16,0 1-19-16,-6 1-10 0,-3 0-55 15,-2 1-44-15,0-3-14 0,-2 0 0 16,0-1-34-16,-3-1-33 15,3-5-58-15,-3 1-166 0,3-1-183 0,4 0-388 16,0-1-84-16</inkml:trace>
  <inkml:trace contextRef="#ctx0" brushRef="#br0" timeOffset="195130.6">31730 16981 1000 0,'0'0'436'0,"0"0"-263"16,0 0 87-16,0 0 245 0,0 0-46 15,0 0-203-15,0 0-99 0,18 73-42 0,-15-48-10 16,0 1-13-16,0 0 6 0,0 3 15 16,-2-2-28-16,1-2-37 0,-1-3-23 15,-1-4-22-15,0-5-3 0,2-5-1 16,-2-4-21-16,2-1 0 0,-2-3 9 0,0 0-65 15,0-3-83-15,0-4 8 16,2-2 135-16,-1-3 17 0,2 0 1 0,0-1-1 16,3 1-18-16,0 0-13 0,1 0-15 15,1 3-20-15,-2-1-7 0,3 3 4 16,-2 0 13-16,4 0 5 0,-2 0 17 16,3 0 6-16,-1 2-9 15,2 2 22-15,0-1 12 0,-1 1-21 0,-1 3-27 16,1 0-15-16,-5 0 15 0,0 4 26 15,-1 3 26-15,-2 1 30 0,-1 4 28 16,-3-2-19-16,1 2 13 0,1-1 34 16,-2 2-9-16,0-1-35 0,0-2-40 0,0 1 11 15,0-3 6-15,0 0-3 0,0 1 6 16,0-5 1-16,-3 0-11 0,2-1-12 16,-1-3-3-16,1 0-25 0,-2 0-27 0,2-6-51 15,-1-1-6-15,2-5 35 0,0-4 22 16,2 0 13-16,6-2 4 0,-1 1 5 15,5 0 11-15,1 2 2 0,0 3-5 16,0 0 21-16,-2 0-9 16,2 3 13-16,0-1 0 0,-1 3 2 15,-2 1-2-15,1 0 0 0,0 1-17 0,0 1 14 16,-1 1 3-16,3 0 0 0,0 0-2 16,0 2-11-16,0 1-26 0,-3 0-61 15,0 0-33-15,-1 0 23 0,-2 4 110 16,-4 0 16-16,-2 1 82 0,1-1-37 15,-2-1 23-15,0 1-9 0,0-1-30 0,-2 1-6 16,-2 1-1-16,-4 2-9 16,0 0 4-16,-2 3 66 0,0 1 11 0,-1 1-1 15,0 2-19-15,0 0-13 0,4 0-26 0,1 1-3 16,0-1-13-16,3 0-10 0,0-1-5 16,3-2-20-16,0-1 0 0,0-2 2 15,3 0-2-15,6-4-29 0,0-1 7 16,2-3 19-16,2 0-67 0,4-6 13 15,-1-6 6-15,1-1 15 0,1-2-34 16,-1-1-91-16,-1-2 10 0,-2 4 70 16,-2-1 52-16,-5 2 0 0,0 3 19 15,-1 0 10-15,-5 5 23 0,1-1-4 16,-2 3 26-16,0 0 72 0,0 3-8 16,0 0-22-16,0 0-36 0,1 0-22 15,-1 0-10-15,2 1 16 0,-2 3 87 16,1 0-4-16,-1 2-67 0,3-2-25 0,-1 3 28 15,1 1 35-15,2-1 6 0,-2 0 59 16,3 0-9-16,0-2-138 0,1 0-7 16,0-3-22-16,0-2-26 0,2 0-2 15,0 0 3-15,-1 0 12 0,1 0 10 0,-2 0 23 16,-1 0-14-16,-2 0 3 0,0 0 1 16,-2 0 12-16,-1 0 14 0,2 0-12 15,1 2-1-15,1-2 2 0,-1 1-2 16,2-1 1-16,4 0-1 0,-1 0 1 15,1-3 8-15,0-1-10 0,0 1-12 16,0 2 9-16,0 0-10 0,0 1 13 16,0 0 119-16,0 0-82 0,-1 0-37 15,1 0-26-15,-1 0-2 0,2-3-16 0,1 2 16 16,-1-5-102-16,-1 3-109 16,1-1 19-16,-2-1 2 0,0 0-69 15,-3 0 110-15,0 2-358 0,-2-5-655 0</inkml:trace>
  <inkml:trace contextRef="#ctx0" brushRef="#br0" timeOffset="195381.96">32480 16997 3146 0,'0'0'698'0,"0"0"-455"0,0 0-144 16,0 0 26-16,0 0-48 0,0 0-77 15,0 0 3-15,0 0 46 0,0 0-36 16,0 0-13-16,0 0-75 0,81-12-68 16,-64 2-73-16,2-2-108 0,1-2-182 15,-3 4-460-15,5-11-346 0</inkml:trace>
  <inkml:trace contextRef="#ctx0" brushRef="#br0" timeOffset="195632.35">32819 16752 1638 0,'0'0'289'0,"0"0"-162"15,0 0 112-15,0 0 94 0,0 0-162 16,11 81 15-16,-11-53 26 0,0 1-8 16,0 2-33-16,0 0-19 0,0 0-38 0,2-1-55 15,4 1-2-15,0-3 15 0,0-4-72 16,-1-3-82-16,-2-5-65 0,0-3 33 15,-2-4-178-15,-1-2-72 0,0-4-70 16,0-1-58-16,0-2 18 0,0 0 139 16,-1-5 45-16,1-1 88 0,0-2 81 15,0-3 27-15,6-4-11 0,1-1-22 16,4-3 52-16,-1 0 69 0,3-1 6 16,0-2 16-16,2 0-16 0,0-3-1 15,4 0-100-15,-7 7-83 0</inkml:trace>
  <inkml:trace contextRef="#ctx0" brushRef="#br0" timeOffset="195881.77">33100 16812 13 0,'0'0'313'0,"0"0"-16"16,0 0 110-16,0 0-101 0,0 0-123 0,0 0 61 16,0 0 142-16,0 0 18 0,0 0-111 15,0 0-219-15,0 0-51 0,13 26 6 16,-19-9 80-16,-1 1 9 0,2 1-19 16,0-5-26-16,4 3-38 0,-1-4-22 15,2-1 0-15,0-1 12 0,3-2-25 16,7-1-10-16,3 0 10 0,6-2 0 15,1 3 60-15,6-2 10 0,1-1-48 16,-1 2-22 15,-1 1-13-31,-4-2-6 0,-5 2 18 0,-4 1 1 0,-5 0 18 0,-3 0 14 0,-4 2 6 0,0-1-3 0,0 2-1 16,-7-1 4-16,-3 2-10 16,-2-1-6-16,-2 1-22 0,-1 2-29 0,-3-3-180 15,0 2-201-15,4-5-246 16,-9 3-723-16</inkml:trace>
  <inkml:trace contextRef="#ctx0" brushRef="#br0" timeOffset="196864.47">30085 15850 939 0,'0'0'433'0,"0"0"-189"0,0 0-117 0,0 0-13 16,0 0-27-16,0 0 17 15,0 0-13-15,0 0-20 0,0 0-12 0,26-44 22 16,-22 36 19-16,-1 1 19 0,0 2-6 15,-3-2-13-15,0 1-3 0,0-4-17 16,0 2-42-16,0-4-38 0,0 0 0 16,-3-1-3-16,0 1-3 0,-3 0 6 15,0 4 19-15,-2 1 29 0,-2 5 19 16,-3-2 13-16,-3 4 6 0,-1 4 4 16,1 3 27-16,-4 3 7 0,1 4 5 0,0 3 13 15,5 1-26-15,0 0 4 16,3 1 2-16,3-1-26 0,5 0-18 0,3 0-35 15,0 0-12-15,6-1-3 0,4-2-13 16,4 0-15-16,5-3-2 0,1-4-1 16,3 0 1-16,3-4-20 0,2-4-18 15,-1 0-19-15,3-4-31 0,2-6-28 16,-2-5-45-16,-1-3-67 0,-2-1-114 16,-1 0-180-16,-7 0-228 0,-3 2-444 15</inkml:trace>
  <inkml:trace contextRef="#ctx0" brushRef="#br0" timeOffset="197112.55">30353 15680 23 0,'0'0'1107'0,"0"0"-599"0,0 0-141 16,0 0-62-16,0 0-140 0,0 0 48 15,0 0-7-15,0 0-14 0,12 80-16 16,-8-63-39-16,0-1-48 0,2-3-26 16,3 2-6-16,-2-6 0 0,0-1-6 15,1-1-4-15,1-4-19 0,-3 1 35 16,1-4 4-16,-1 3 17 0,1-2 36 15,-2-1-48-15,-1 0-35 0,-1 0 10 0,1 0-13 16,2-6-3-16,0-4 0 0,2-1-6 16,1-7-14-16,-3 0-11 15,1-2-2-15,0-1-32 0,-4 2-47 0,1 1-12 16,-1 4-29-16,0 0-29 0,0 4-120 16,0 3-148-16,0 3-379 0,4 3-776 0</inkml:trace>
  <inkml:trace contextRef="#ctx0" brushRef="#br0" timeOffset="197987.29">30683 15787 1246 0,'0'0'384'0,"0"0"-130"0,0 0 93 16,0 0-62-16,0 0-92 0,0 0-48 16,0 0-45-16,78-50-20 0,-71 38-23 15,-2-1-5-15,-1 0-4 0,-4 3-7 16,0-2 4-16,0 5 31 0,-6 0 64 0,-1-1 3 15,-2 5-33-15,-2-2-9 0,-1 4 15 16,3 1 8-16,-2 0 16 16,2 0-34-16,1 6-54 0,-2 1-24 0,1 5 6 15,2 0-12-15,1 3 18 0,0-1-18 16,3 3 3-16,3-3 5 0,0-1-16 16,2 1-14-16,8-4-28 0,0 1-6 15,4-4-6-15,2-6-22 0,4 2-62 16,-1-3 6-16,1 0 2 0,0-6-23 15,1-3-37-15,0 1 5 0,-1-3 10 0,-1 3-161 16,-2-3-193-16,-2 2 49 0,-1 0 106 16,-2 3-37-16,-2-1 19 0,0 4 150 15,-6 1 153-15,1 2 75 0,-1 0 30 16,-2 7 146-16,0 0-4 0,1 5-58 16,1 0 91-16,-1-1 39 0,-1 2-10 0,-1-2-10 15,1-1 6-15,-1-2 23 16,-1-1-15-16,2-2-13 0,-1 0-24 0,-1-3-35 15,0-1-13-15,0-1 2 0,0 0-4 16,0 0-13-16,3-2-104 0,0-5-34 16,1-3 0-16,5-4 0 0,1-3 2 15,0-2 1-15,1-2-3 16,1 0-12-16,0 2-10 0,-1 2-3 0,-1-1-35 16,-3 7-43-16,2 1-17 0,-3 3-7 0,-1 5-38 15,3-4-61-15,-1 6-63 16,0-2-39-16,0 2 50 0,2 0 132 0,-3 0 107 15,2 3 39-15,-3 4 23 0,-1-1 142 16,0 4 10-16,-1-2 2 0,3 3-64 16,-1 0-36-16,0 1-25 0,2 1-30 15,1-2-22-15,-1 3-1 0,3-4 1 16,0 2 1-16,-3-1 22 0,6-3 9 16,-3 3 3-16,3-3-9 0,1-2 115 0,-2-1 18 15,1-1-146-15,-4-1-13 0,-2-2-67 16,-1 2 16-16,-1-1 32 0,-2 2 17 15,-3 2-21-15,2 0-6 0,-1 0 10 16,-1 2 19-16,0 1 0 0,0-3-3 16,2 2-16-16,-1 0 18 0,-1 1 0 15,1-2 1-15,1 1 15 0,-2 2 7 0,0 1-6 16,0-4 70-16,0 0-22 0,0 0-61 16,0-3 0-16,0-3 16 0,-3-1 22 15,-3 0-39-15,-1 0 14 0,-3-3 3 16,0-1 13-16,-3-1 6 0,1 1 13 15,2-2 9-15,-1-3 10 0,4-3-32 16,1 2-13-16,3-1-12 0,3 1 14 16,0 3-27-16,0 0-28 0,7 0-17 15,2-1 1-15,5-1 9 0,2 0 19 0,4-2-6 16,2-1-6-16,1 0-141 0,0-2-234 16,-6 1-626-16,4-7-787 0</inkml:trace>
  <inkml:trace contextRef="#ctx0" brushRef="#br0" timeOffset="198547.91">31996 15479 408 0,'0'0'2436'0,"0"0"-1955"0,0 0-306 16,0 0 59-16,0 0 74 0,0 0-27 15,-89 54-76-15,67-32-42 0,3 3-24 16,-1 0-8-16,7 4-45 0,3-4-34 0,3 1-43 16,7-3-9-16,0-1-24 0,6-4-10 15,8 0 0-15,1-5-15 0,5-1-64 16,3-5-114-16,1-7 1 0,5 0-32 15,1-4-170-15,2-6-202 0,-9 0-444 16,9-4-224 0</inkml:trace>
  <inkml:trace contextRef="#ctx0" brushRef="#br0" timeOffset="198793.33">32147 15659 248 0,'0'0'1160'0,"0"0"-676"16,0 0-43-16,0 0-2 0,0 0-50 15,0 0-80-15,0 0-138 0,0 0-86 16,0 0-9-16,-21 78 15 0,22-60-3 15,8 0-31-15,1-4 34 0,0-3-7 16,6 0-21-16,-2-6 5 0,2-4-26 16,0-1-41-16,1-1-2 0,-5-9-1 15,2-3-29-15,-4 1 20 0,-1-4 10 0,0 0-1 16,-4-1-20-16,-3-1 7 0,-2 0 14 16,0 1-24-16,0 2-41 15,-7 1-5-15,-2 1 2 0,0 2-7 0,-1 5-9 16,-3 4-3-16,0 2-63 0,-1 0-78 0,1 3-90 15,0 1-153-15,7 2-237 16,3-5-658-16</inkml:trace>
  <inkml:trace contextRef="#ctx0" brushRef="#br0" timeOffset="199029.21">32448 15427 1152 0,'0'0'742'0,"0"0"-460"15,0 0-166-15,0 0 162 0,0 0 12 16,0 0 28-16,0 0 64 0,0 0-76 16,0 0-95-16,0 0-86 0,38 83-78 15,-35-60-19-15,-2 2-10 0,-1-1-6 0,2 0-11 16,-2-1-2-16,1-4 0 0,2-2-77 16,0-5-22-16,3-2-54 0,1-3-63 0,-3-2-65 15,5-3-68-15,-2-2-91 0,3 0-92 16,2-5-35-16,-1-6-80 0,-1 3 142 15,5-7 77-15</inkml:trace>
  <inkml:trace contextRef="#ctx0" brushRef="#br0" timeOffset="199246.46">32653 15577 284 0,'0'0'544'15,"0"0"-23"-15,0 0-117 0,0 0-60 16,0 0-46-16,0 0-133 0,0 0-11 16,0 0 17-16,0 0-20 0,20 77-14 15,-14-65-76-15,2 2-7 0,0-4 13 16,-1-1-13-16,2-2-3 0,1-5 13 15,0 1 15-15,-3-3 10 0,2 0-11 16,1-2-5-16,-3-3 18 0,2-5-6 16,1 0-25-16,0-4-16 0,-3-2-22 0,3-3-19 15,0 0-3-15,-4 2-2 0,0 1-14 16,-3 2-27-16,-3 4-31 0,0 3-29 0,0 1-73 16,0 3-62-16,0 1-122 0,-3 2-409 15,-3 0-900-15</inkml:trace>
  <inkml:trace contextRef="#ctx0" brushRef="#br0" timeOffset="199962.7">32891 15590 1706 0,'0'0'442'15,"0"0"-381"-15,0 0-41 0,0 0 116 16,0 0 83-16,0 0-54 0,0 0-49 0,0 0 6 15,23 71-10-15,-19-62-13 0,-1-2 10 16,0-3-11-16,-1-1-41 0,-1 0-55 16,1-3-2-16,-1 0-32 0,2 0 9 15,-2 0 1-15,2-2 0 0,1-2-13 0,-1 0-35 16,0-2 15-16,0 0 20 0,0 0 10 16,-3 1 2-16,3-1 7 0,-3 1 13 15,3 0-19-15,-3 1 9 0,3-3 11 16,0-1-17-16,0 1 3 0,2-1 12 15,-1-1-47-15,2 0-20 0,-1 0 1 16,-1 0 15-16,-1 3 52 0,0 1 3 16,-1 2 2-16,0 1 27 0,-2 2 61 15,0 0 45-15,1 0 5 0,-1 0-28 16,0 0-29-16,0 0-29 0,0 2-19 0,2 1-9 16,-1-2-1-16,2 3 4 0,0-2 43 15,0 3-8-15,-2 0 24 0,1 2 32 16,1-1-29-16,-3 2-22 0,1 1-24 15,-1-1-17-15,2 3-13 0,-1 0-14 16,-1-2 0-16,0 0-1 0,0-2-1 0,0 0-1 16,0 0-1-16,0-3-28 15,0-4-14-15,0 0 14 0,0 0 28 0,0 0-29 16,2 0-119-16,-1-4 13 0,3-3 43 16,2-1 94-16,1-1 1 0,1 0-3 15,1-2-61-15,0 0-28 0,1 2-10 31,-1 0 7-31,1 2 28 0,-3 0 41 0,-1 1 13 0,0 0 13 0,2 0 13 0,-2 0 6 16,0 1-16-16,1-2 17 0,-1 2 15 16,2 1 0-16,-2 0-10 0,0 0 10 15,0 4 0-15,1-3 7 0,-3 3 9 16,1 0 25-16,-1 0 16 0,0 3 15 16,1 1 0-16,-1 2 35 0,3 3-16 15,-1-2-51-15,1 2-50 0,0 3-3 16,-1-1 40-16,1 2 16 0,-1-1-41 15,-2 3-6-15,-2 1 6 0,-1-2-15 16,-1 2 21-16,0-4-40 0,0-3-3 0,0-1-71 16,0-5-81-16,0 0-66 0,0-3-75 15,0 0-135-15,0-6-386 0,3 1-322 16,3-7-50-16</inkml:trace>
  <inkml:trace contextRef="#ctx0" brushRef="#br0" timeOffset="200364.29">33379 15577 668 0,'0'0'1175'0,"0"0"-912"0,0 0-43 16,0 0 90-16,0 0-14 0,0 0-62 15,0 0-27-15,2 75-19 0,-2-68-36 16,0 0-39-16,0 0-25 0,0-3-25 0,0-4-63 15,0 0-36-15,0 0-11 0,3 0-19 16,4-6 41-16,3 0-3 0,0-5-16 16,2-3 28-16,2 1 0 0,-2-3 16 15,2 0-1-15,-2 1 1 0,-1-3-2 16,2 4-1-16,-3 0 3 0,-1 4 12 0,1 1 39 16,-3 3-24-16,0 1-27 15,1 3-1-15,0-2 0 0,-2 4-10 0,1 0 11 16,-1 0 63-16,2 7 120 0,-2 3 30 15,0 4-70-15,0 0-53 0,-3 5-25 16,1-2-34-16,2 0-16 16,-3 1 4-16,1 2 8 0,-1-2-8 0,1-4 18 15,2 3 3-15,-1-6-39 0,-1-1-1 16,1-5-25-16,-2-1-18 0,3-2-59 16,-2-2-102-16,1-2-80 0,2-5-132 15,0-1-202-15,-3-7-717 0</inkml:trace>
  <inkml:trace contextRef="#ctx0" brushRef="#br0" timeOffset="201692.23">22219 17504 2407 0,'0'0'377'16,"0"0"-338"-16,0 0-23 0,0 0 93 15,0 0 77-15,0 0-20 0,0 0-19 16,0 0 17-16,0 0 16 0,0 0-35 16,-81-13-18-16,66 24-6 0,0 2-27 15,0 2-29-15,0 2-25 0,1-2 25 16,4 0-3-16,1 0-28 0,4-1-13 15,2 1-21-15,3 1-2 0,0-4-45 0,6 2-17 16,6-2 23-16,2-1 13 16,4-3 0-16,2-1-2 0,0-2 30 0,3 1 0 15,0-1 0 1,-3 1-12-16,-4 1 12 0,-2 2 16 0,-3 3 5 16,-4 1 7-16,-3 2 12 0,-2-1 1 15,-2 1-1-15,0 0-18 0,-6-1 2 0,-3-1-24 16,0-1 0-16,-2-1-3 15,-1-3-55-15,-3 1-11 0,0-2-27 0,0-2-28 0,0-5-30 16,1 0-76-16,4 0-54 16,-1-7-101-16,7-3-155 0,1 2-428 0,3-8-195 0</inkml:trace>
  <inkml:trace contextRef="#ctx0" brushRef="#br0" timeOffset="201947.42">22368 17765 1922 0,'0'0'421'0,"0"0"-227"16,0 0 6-16,0 0 51 0,0 0-37 15,0 0-70-15,0 0-42 16,0 0 15-16,0 0-3 0,62 66-23 0,-50-66-18 16,0 0 2-16,0 0 26 0,-1-4-44 15,-1-4-16-15,-1 1 6 0,-1-4-4 0,0-2-9 16,-4-1-2-16,2-1-14 0,-2-2-15 15,0 2-1-15,-2 1-2 0,-2 2-40 16,0 3-47-16,0 3-39 0,0 1-56 16,-2 3-17-16,-2 2-26 0,3-3-164 15,-1 3-640-15,2 0-566 0</inkml:trace>
  <inkml:trace contextRef="#ctx0" brushRef="#br0" timeOffset="202422.69">22653 17729 2032 0,'0'0'550'0,"0"0"-363"0,0 0 32 0,0 0 46 0,0 0-29 15,0 0-100-15,0 0-41 0,0 0-48 0,0 0-47 16,20 64-44-16,-17-64 6 16,6 0 25-16,-2-6 13 0,2-2 1 15,-1-7-1-15,2-1 0 0,-1-3 1 0,-2-1-1 16,1 2-1-16,-2 1-2 0,-1 4-13 15,-4 3 15-15,2 4-1 0,-3 4-1 16,2 1 3-16,-1 1-1 0,1 0-1 16,1 0-29-16,1 3 31 0,0 3 3 15,3 1-3-15,-1 2 0 0,0 0 1 16,-2 2 15-16,2 0-13 0,-1 2 13 0,0-1 12 16,-1-2 29-16,-1-4-7 0,2 1-50 15,-2-5-1-15,1 1-27 0,1-3-4 16,1 0 17-16,3-6 15 0,-2-5 0 15,4-1-54-15,0-4 3 0,0-1 10 0,1 1-3 16,-2 1 15-16,-1 4 26 16,0 1 3-16,-3 6 0 0,-3 0 3 0,0 2 0 15,2 2 58-15,-5 0 138 16,1 7 43-16,-1 2-7 0,1 3-151 0,1 0-63 16,1 1-20-16,1-2-1 0,-1-1 3 15,3-1 40-15,-2-2-36 0,0-2-7 16,-1-4-4-16,2-1-17 0,-1 0-29 15,0-1-152-15,2-6 10 0,-2-2-111 16,4-2-222-16,-6 3-481 0,8-6-543 0</inkml:trace>
  <inkml:trace contextRef="#ctx0" brushRef="#br0" timeOffset="202792.7">23431 17527 137 0,'0'0'1244'0,"0"0"-867"0,0 0-55 16,0 0 189-16,0 0 42 0,0 0-101 15,0 0-212-15,0 0-99 0,0 0-2 16,0 0-24-16,-21 56-12 0,19-44-29 0,-1 4-24 15,3-2-1-15,0 0-15 0,2-2-18 16,2-2-16-16,5-3-13 0,1-2-8 16,1-4 2-16,2-1 19 0,0-1 25 15,2-10-25-15,1-2-19 0,-5-1-5 16,2-3-14-16,-6 3-14 0,1-1-1 16,-4 0 25-16,-4 3-3 0,0 0 9 15,0 4-12-15,-3-3-10 0,-3 6 26 0,-1-1-1 16,-2 4-6-16,-1 2-3 0,2 0-23 15,-3 0-81 1,2 5-50-16,-2 1-120 0,4 0-273 0,1-4-699 0</inkml:trace>
  <inkml:trace contextRef="#ctx0" brushRef="#br0" timeOffset="203079.06">23646 17474 1496 0,'0'0'218'0,"0"0"-166"0,0 0 78 16,0 0 126-16,0 0-23 0,0 0-52 16,0 0 32-16,55 74-1 0,-45-63-10 15,0 1-1-15,0-4 90 0,-3-2-190 16,-1-2-84-16,-2-4-17 0,-1 0 0 16,2 0 27-16,0 0-24 0,-2-4 23 0,1-1 30 15,-1-2 29-15,3-2 32 0,-1-1-21 16,0-6-39-16,2 2-45 0,1-2-10 15,-1 0 14-15,0 0-16 0,3 1-1 0,-4 2-15 16,-2 2 15-16,2 1-1 16,-3 0-39-16,0 2-130 15,0 0-103-15,-1 1-74 0,-2 2-250 0,0 2-630 16,2 1-392-16</inkml:trace>
  <inkml:trace contextRef="#ctx0" brushRef="#br0" timeOffset="203431.16">24013 17501 1808 0,'0'0'412'15,"0"0"-363"-15,0 0 19 0,0 0 67 16,0 0-9-16,0 0-51 0,0 0-30 16,0 0-26-16,80-59-18 0,-72 46 1 0,0-2 34 15,-3 3 57-15,0 1 13 0,-1-1-42 16,-2 1-9-16,-1 1 15 0,-1-1-3 0,0-1-25 15,0 1-1-15,-3-1 16 0,-3 2-9 16,0 0 9-16,-1 4 4 16,0 3 75-16,3 3 69 0,-3 0-7 0,1 1-14 15,0 7-32-15,-2 1-77 0,0 2-41 16,2 3-4-16,1 2 14 0,-1 2 17 16,0 2 26-16,3 1 45 0,2-2 33 15,1 1-49-15,0-2-58 16,4-3-28-16,3-2-30 0,2-3-12 0,1-2-16 15,0-4-11-15,0-3-102 0,0-1-88 16,0-3-95-16,2-5-260 0,-5-2-813 16,4-6-983-16</inkml:trace>
  <inkml:trace contextRef="#ctx0" brushRef="#br0" timeOffset="204278.52">23177 18134 2786 0,'0'0'478'0,"0"0"-366"0,0 0-20 15,0 0 76-15,0 0-17 0,0 0-119 0,28 77-32 16,-15-65 12-16,-3 1-12 0,1-4 0 15,-2 0-16-15,-3-1 16 0,-2-4 15 16,-1 0-12-16,-1-3 1 0,-2-1 24 16,0 0 3-16,0 0-31 0,-3 0-44 15,-3-5 10-15,-1-3-92 0,-1-2-17 0,0-5 35 16,2-4 48-16,3-2 3 0,3 1-42 16,0-3 0-16,2 2 41 0,7 4 7 15,-1 1 15-15,2 1 7 0,2 4 26 16,2 1-26-16,-1-1-9 0,3 4 12 15,0 1 0-15,1 3-48 0,-1 3-25 16,-2 0 99-16,-1 6 51 0,2 4 58 0,-7 5-18 16,3 2-31-16,-2 2-15 15,0 0 4-15,-2 0-14 0,2 1 6 0,-1-2-6 16,0-2-22-16,-1 0-12 16,0-1 15-16,0-5 39 0,2 1-1 15,-2-3-27-15,1-4-27 0,1-1-1 0,0-3-1 16,3 0 2-16,-1-8 34 0,2-4 46 15,2-1-26-15,-4-2-29 0,-1-3-22 16,0 4 23-16,-2-3 12 0,-3 1 0 16,0 1 6-16,-4 2 13 0,-1 0 6 15,0 1-7-15,-1 0-5 0,-5 4 5 0,0 0 7 16,-1 3-18-16,0 1-26 0,-2 2 18 16,2 2-37-16,-2 0-19 0,-2 0-54 0,1 4-52 15,-1-1-23-15,0 3-7 0,-1 0-32 16,1 1-27-16,1 1-48 0,1-3-183 15,3 2-278-15,3-3-603 0</inkml:trace>
  <inkml:trace contextRef="#ctx0" brushRef="#br0" timeOffset="204782.93">23688 18037 1083 0,'0'0'739'0,"0"0"-434"16,0 0-94-16,0 0 70 0,0 0 21 16,0 0-93-16,32 75-59 0,-25-58-29 15,1-1-19-15,2 0-39 0,-1-4-15 16,4-2-20-16,0-3-6 0,1-4-9 16,4-3 3-16,-1 0-10 0,-2-3-6 0,0-7-35 15,-3-3-12-15,-2 0-4 0,-2 0-28 16,-2-1 18-16,-3-1 23 0,-3 3 24 15,2-1 14-15,-2 2 3 0,0-1-1 16,0 2-1-16,-2 2 0 0,-1 1-1 16,0 2 13-16,2 2 15 0,-1 3 10 15,2 0 1-15,0 0-20 0,0 0-19 16,0 0-13-16,0 2 10 0,3 2-16 16,2 2 19-16,2 2 6 0,2 1 7 15,2 1-1-15,-1-1 1 0,2 1 19 16,-1 1 12-16,4 1-22 0,0-5-19 15,3 0 127-15,1-4-127 0,-1-3-3 16,0 0-3-16,-1-5 0 0,-4-4 2 0,0-1-12 16,-5-3-6-16,0-2 19 0,-4-1 25 15,-1-2-9-15,-3 4 31 0,0-5 45 16,0 2-5-16,-1 3-30 0,-4-1-28 0,2 7-4 16,0-1-6-16,0 2-19 0,2 4 0 15,0-1-50-15,-2 1-124 0,1-1-65 16,2 1-79-16,0-3-187 0,0 3-297 15,5-3-577-15</inkml:trace>
  <inkml:trace contextRef="#ctx0" brushRef="#br0" timeOffset="205027.27">24373 17704 1418 0,'0'0'1027'0,"0"0"-676"16,0 0-52-16,0 0 23 0,0 0-40 15,0 0-109-15,-57 77-57 0,49-56 1 0,3 3-17 16,4-2-44-16,1-3-37 0,0-1 9 16,4-1 3-16,3-2-6 0,3-3-10 0,-1-2 22 15,3-4 1-15,2 1-20 0,-4-3-2 16,3 1 5-16,-6 1-5 0,0-2-14 16,-1 2 0-16,-3 3 19 0,-3-3-7 15,0 0-14-15,0 1-80 0,-1-1-116 16,-7 0-167-16,-2-1-238 0,3-3-647 15,-10-2-663-15</inkml:trace>
  <inkml:trace contextRef="#ctx0" brushRef="#br0" timeOffset="205663.14">24378 17324 157 0,'0'0'639'0,"0"0"-200"0,0 0-165 15,0 0-79-15,0 0-75 0,0 0-61 16,0 0-43-16,0 0 13 0,0 0 56 16,0 0 80-16,1 0 68 0,-1 0 13 15,0 0-8-15,0 0-20 0,2 0-27 16,-2 0-12-16,0 0 1 0,0 0-10 16,0 0-19-16,1 2-3 0,-1 2-1 0,3 3-23 15,0 1-62-15,0 3-40 0,3 3 12 16,-2 0 18-16,3 1-21 0,0 0-29 15,1-4-1-15,-2-2-1 0,-1-2-18 16,1-2 5 0,-3-3 1-16,-3 0-1 0,0-2-5 0,0 0 3 0,0-5-23 15,0-4-27-15,0-5 65 16,-2-6 1-16,1-3 3 0,-3-5-4 0,1 0-28 16,2-3-7-16,-1 1-5 0,2 2-13 15,0 0-37-15,0 5-22 0,0 5-12 0,4 4-30 16,2 6-45-16,-2 5-116 15,5 3-159-15,1 0-13 0,3 5 162 0,-4 1-227 16,9 7-665-16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33:15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9125 5386 825 0,'0'0'1234'0,"0"0"-839"15,0 0-140-15,0 0 9 0,0 0 56 16,0 0 42-16,0 0-54 0,0 0-66 16,0 0-52-16,3 2-54 0,1-1-34 15,0 2-25-15,4 3 6 0,2 2 3 0,4 4-1 16,4 5-5-16,2 4-16 15,3 2-15-15,-2 5-13 0,4 3 10 0,1 5-12 16,0 0-34-16,-3 4 12 0,0-1-12 16,-2-1-11-16,-2-2-17 0,-1-6-5 0,-4-1-47 15,-1-5-17-15,-4-3-20 0,0-2-36 16,-1-3-35-16,-2-5 9 0,-2-2-120 16,-1-3-177-16,-3-5-78 0,0-1-138 15,0 0-472-15,0-1-50 0</inkml:trace>
  <inkml:trace contextRef="#ctx0" brushRef="#br0" timeOffset="233.13">9458 5436 235 0,'0'0'1770'0,"0"0"-1320"0,0 0-95 15,0 0-37-15,0 0-19 16,0 0 53-16,0 0-15 0,0 0-17 0,0 0-107 15,0 0-114-15,0 0-56 0,-53 56-7 16,44-16 17-16,-1 6 14 0,0 4 6 0,0 1 37 16,-2-1-18-16,1-2-53 0,-1-3-39 15,2-4-6-15,-2-4-46 0,7-3-63 16,-1-9-38-16,3-4-62 16,0-7-115-16,3-6-190 0,0-4-286 0,0-4-688 15</inkml:trace>
  <inkml:trace contextRef="#ctx0" brushRef="#br0" timeOffset="781.06">9739 5820 1500 0,'0'0'556'0,"0"0"-126"0,0 0 38 15,0 0-8-15,0 0-68 0,0 0-86 16,0 0-64-16,0 0-56 0,0 0-44 16,29 83-34-16,-25-64-41 0,1 0-36 15,1 1-15-15,-1 0-16 0,1-2-40 16,-2-4-30-16,0 1-56 0,1-7-59 0,-1-2-135 15,0-2-187-15,-2-3-519 0,-1-1-535 0</inkml:trace>
  <inkml:trace contextRef="#ctx0" brushRef="#br0" timeOffset="1122.81">9909 5798 196 0,'0'0'1646'16,"0"0"-1432"-16,0 0-39 0,0 0 110 16,0 0-73-16,0 0-51 0,92-33-32 15,-72 27 18-15,2 1 3 0,-3 4-13 16,-6 1-23-16,-1 0 13 0,-4 0 24 0,-2 7 79 16,-2-1-21-16,-1 3-32 0,0 2-38 15,-3 4-28-15,0 1-13 16,0 1-24-16,-6 0-22 0,2 4-12 15,-1-3-13-15,1-2 7 0,2 0 8 0,1-3-17 16,1-4-22-16,0-1 9 0,0-1-10 16,3-5 1-16,0 1 9 0,3 0-12 15,-1-2-3-15,3-1-12 0,0 0 12 0,1 0-12 16,1-2-13-16,3-4-14 0,0-1-47 16,3-1-123-16,0-2-97 0,1-3-162 15,-4 1-534-15,10-6-552 0</inkml:trace>
  <inkml:trace contextRef="#ctx0" brushRef="#br0" timeOffset="1378.58">10494 5519 2689 0,'0'0'724'0,"0"0"-395"15,0 0-178-15,0 0-35 16,0 0 1-16,0 0 30 0,0 0 20 16,0 0-15-16,0 0-63 0,89-19-43 0,-68 11-24 15,-1 0-10-15,-3 1-10 0,-1 0-2 16,-3 1-15-16,1 1-25 0,-4 0-19 16,2 4-92-16,-6 1-135 0,-1 0-109 15,-2 0-234-15,-1 0-526 0,-2 12-505 0</inkml:trace>
  <inkml:trace contextRef="#ctx0" brushRef="#br0" timeOffset="1531.49">10556 5797 3343 0,'0'0'644'0,"0"0"-399"0,0 0-145 16,0 0-79-16,0 0 26 0,0 0-13 15,0 0-6-15,88-19-28 0,-60-2-13 0,6-2-138 16,-1-2-200-16,-1-2-132 0,-8 9-315 15,11-2-705-15</inkml:trace>
  <inkml:trace contextRef="#ctx0" brushRef="#br0" timeOffset="1732.95">11366 5148 3466 0,'0'0'1101'0,"0"0"-889"16,0 0-95-16,0 0-19 0,0 0 58 16,23 78 114-16,-16-37-24 0,0 5-31 15,5 1-104-15,-3-1-111 0,1-5-9 16,2-2-102-16,0-5-86 0,0-3-76 0,-2-3-178 16,-3-5-280-16,-7 1-1173 0</inkml:trace>
  <inkml:trace contextRef="#ctx0" brushRef="#br0" timeOffset="4948.41">12966 4828 3235 0,'0'0'606'0,"0"0"-405"16,0 0-153-16,0 0-11 0,0 0 82 0,0 0 23 15,0 0-8-15,102 78-20 0,-67-45-62 16,0 1-21-16,1 2-31 0,1-3-2 15,-1 0 1-15,-5-5-27 0,0-2-52 16,-4-4-93-16,-3-3-72 0,-6-3-4 0,-2-2-215 16,-8-5-211-16,-3-5-439 0,-5-1-266 0</inkml:trace>
  <inkml:trace contextRef="#ctx0" brushRef="#br0" timeOffset="5147.26">13281 4834 3044 0,'0'0'631'0,"0"0"-445"16,0 0-95-16,-40 72 10 0,27-36 96 15,0 4 17-15,4 1-63 0,-1 4-49 16,2-2-31-16,2 2-71 0,-2-1-10 16,4-4-42-16,-1-4-6 0,5-3-72 15,0-10-53-15,0-3-113 0,0-5-110 0,7-6-203 16,0-4-209-16,-1-4-461 15</inkml:trace>
  <inkml:trace contextRef="#ctx0" brushRef="#br0" timeOffset="5495.33">13509 5201 1542 0,'0'0'345'0,"0"0"-98"15,0 0 83-15,0 0 8 0,0 0-74 16,0 0-47-16,0 0-42 0,75 0-45 16,-60 2-28-16,0-1-24 0,1 0 1 15,-6 1 9-15,2 1 0 0,-4 0 7 0,-1 1-2 16,-2 2 1-16,-2 0-4 16,0 1 6-16,-2 5-7 0,-1-1-18 15,1 3-34-15,-1-1 0 0,2 2-18 0,-1-5-7 16,1 1-10-16,1-2 10 0,1-1-12 15,-1-2 0-15,0 0-2 0,0-3-10 16,-1 2 11-16,3-4-1 0,-2 0 1 0,3-1-15 16,0 2 13-16,2-2-15 0,2 0-4 15,3-3-52-15,0-4-74 0,1-2-44 16,4-3-81-16,0 0-162 0,-2-1-296 16,-3 1-538-16,2-4-275 0</inkml:trace>
  <inkml:trace contextRef="#ctx0" brushRef="#br0" timeOffset="5717.3">13971 5120 2587 0,'0'0'661'0,"0"0"-384"15,0 0-43-15,0 0 78 0,0 0-7 16,0 0-88-16,0 0-82 0,28 75-52 16,-22-59-57-16,-2-1-26 0,2-3-37 15,0-2-71-15,-1 1-108 0,4-4-122 16,-3-2-287-16,-1-5-777 0</inkml:trace>
  <inkml:trace contextRef="#ctx0" brushRef="#br0" timeOffset="6080.34">14293 4689 1987 0,'0'0'1338'0,"0"0"-1049"0,0 0-204 0,0 0 13 16,0 0 68-16,0 0-8 15,0 0-74-15,98-53-37 0,-69 41-47 0,0-1-37 16,-1 0 0-16,1 1-16 0,-3 2-39 16,-3 1-96-16,-5 3-140 0,-4 5-193 15,-7 1-211-15,-6 0-542 0</inkml:trace>
  <inkml:trace contextRef="#ctx0" brushRef="#br0" timeOffset="6249.13">14415 4935 790 0,'0'0'2920'0,"0"0"-2539"16,0 0-263-16,0 0-18 0,0 0 2 15,0 0-9-15,0 0-40 0,0 0 5 16,100 35-58-16,-68-46-61 0,1-6-153 16,3-2-54-16,-3-1-129 0,-11 3-288 0,6-8-810 15</inkml:trace>
  <inkml:trace contextRef="#ctx0" brushRef="#br0" timeOffset="6448.1">15181 4321 3550 0,'0'0'680'0,"0"0"-432"0,0 0-204 15,0 0-17-15,0 0 85 0,0 0 136 16,34 89-22-16,-22-46 0 0,4 5-44 15,0 1-109-15,1 1-73 0,0-3-10 16,0-5-56-16,2-5-110 0,-1-3-111 16,0-5-259-16,-5-8-567 0,-4 1-883 0</inkml:trace>
  <inkml:trace contextRef="#ctx0" brushRef="#br0" timeOffset="7393.61">11771 6379 235 0,'0'0'381'15,"0"0"-296"-15,0 0-72 0,0 0 20 16,0 0 81-16,0 0 23 0,0 0 42 16,0 0 3-16,0 0 0 0,0 0 53 15,16-31 128-15,-16 31 61 0,0 0 1 16,0 0-93-16,0 0-74 0,0 0-18 15,0 0-14-15,0 0-57 0,0 1-69 16,0-1-44-16,0 0-13 0,0 0-9 16,0 0-15-16,0 1 6 0,0-1 18 15,0 0 13-15,0 0 11 0,0 0 10 0,0 0 12 16,0 0-18-16,0 0-45 0,0 0-26 16,0 0-2-16,0 0-1 0,0 0-18 15,0 0-4-15,0 0 7 0,0 0 3 16,0 0-4-16,0 0 4 0,0 0 3 0,1 0-7 15,2 3-12-15,3-3 31 0,3 3 4 16,5 1 32-16,2 2-17 0,4 1-4 16,6 8-5-16,0 0-10 0,4 4 0 31,2 1-3-31,1 2 0 0,0-1-27 0,-1-1 11 0,-2-2-27 16,-4-1 9-16,-4-3-3 0,-2-1-46 0,-5-4-38 15,-4-1-50-15,-1-3-61 0,-4-2-171 16,1-1-238-16,-5-2-454 0,1 0-437 0</inkml:trace>
  <inkml:trace contextRef="#ctx0" brushRef="#br0" timeOffset="7613.71">12175 6278 2481 0,'0'0'714'0,"0"0"-342"0,0 0-69 16,0 0 8-16,0 0-96 0,0 0-64 15,0 0-15-15,-48 90 24 0,35-49-7 16,3 1-43-16,-3 4-28 0,-2-1-30 16,4-2-21-16,0-2-31 0,3-6-18 15,4-4-61-15,1-4-37 0,3-7-46 16,0-3-35-16,3-6-139 0,3-3-247 16,0-4-471-16,5-4-623 0</inkml:trace>
  <inkml:trace contextRef="#ctx0" brushRef="#br0" timeOffset="8436.62">12440 6560 1140 0,'0'0'543'0,"0"0"-215"0,0 0-75 16,0 0-65-16,0 0-49 0,0 0-68 15,0 0-36-15,0 0 4 0,0 0 38 16,0 0 65-16,0 0 47 0,0 0 12 16,0 0-23-16,0 0-36 0,0 0-16 15,0 0-40-15,0 0-33 0,0 0-15 16,0 0-1-16,0 0-12 0,0-1-9 0,0 1-16 16,0 0-28-16,1-5-10 0,5 1 38 15,0-1 33-15,2-1-17 0,2-4 6 16,0 4-19-16,5 0-3 0,-2-1-11 15,0 2 10-15,0 0-1 0,0 2-27 16,0 2 11-16,-3-1 14 0,1 2-17 16,-2 0 17-16,0 0 2 0,-2 2 2 0,0 2 35 15,-1 1-4-15,-3 1 11 0,-2 0 17 16,0 5 22-16,-1-3 0 0,0 3-19 16,0 1-9-16,-5 0-6 0,-1 1-1 15,-4-2-12-15,1 1-6 0,-1-2 12 16,0-1 3-16,3-1-9 0,0-3 0 15,1-2-16-15,4 0-15 0,1-1-3 16,1-1 0-16,0-1-37 0,0 0-18 0,0 0-10 16,0 0 10-16,3 0-10 0,5 0 65 15,4 0 18-15,4-1 13 16,3-2-31-16,1 1-1 0,3 2-14 16,0-2 12-16,-1 2-16 0,-2 0 16 0,0 4 3 15,-3 2 47-15,-1 3-13 0,-4-2-12 16,-7 0-10-16,0 4 7 0,-5-3 12 15,0 4 12-15,-7 0-25 0,-7 4-18 0,-6-1-160 16,-7 3-79-16,-6-2-130 16,7-5-312-16,-20 3-1141 0</inkml:trace>
  <inkml:trace contextRef="#ctx0" brushRef="#br0" timeOffset="10547.25">12934 6457 2009 0,'0'0'815'16,"0"0"-469"-16,0 0-126 0,0 0-64 15,0 0 43-15,0 0-48 0,0 0-85 16,0 0-25-16,0 0-23 0,0 0-18 16,0 0 0-16,-13-13 25 0,19 10 42 15,-1-3-14-15,6 2-22 0,0-3-9 16,2-1-20-16,4 5 12 0,1-3-14 0,2 2-11 15,3-1 10-15,-1 1 0 0,1 1-18 16,-1 0-6-16,0 0-6 16,0 3 0-16,-5 0 9 0,-4 0 6 15,-4 1 16-15,-2 5 0 0,-7-1 17 0,0 2 48 16,0 4 41-16,-9 2 3 16,1 1-28-16,-5 3-41 0,-5-1-22 0,4 1-2 15,0 0-15-15,-1-2 2 0,4-3 16 16,2 0-18-16,5-3-1 0,1-6-13 0,0 1-15 15,3-2-30-15,0-1-11 0,0-1 4 16,6 0 37-16,4 0 28 0,3 0 41 16,3 0 2-16,4 0-26 0,-1 0-15 15,2 0 8-15,-2 0 12 0,-3 0-22 16,-5 0-1-16,-2 0 1 0,-6 0 37 0,-3 2 37 16,0 4 9-16,0 3 4 15,-3 1-7-15,-3 2-28 0,0 0-28 0,-2 0-24 16,-2 0-9-16,1-4-37 0,-1 2-83 15,1-4-50-15,2-4-63 0,0-2-75 16,0 0-188-16,4-3-551 16,-2-12-400-16</inkml:trace>
  <inkml:trace contextRef="#ctx0" brushRef="#br0" timeOffset="10765.19">13568 6261 382 0,'0'0'2241'16,"0"0"-1986"-16,0 0-178 0,0 0 96 15,0 0 142-15,0 0-39 0,0 0-78 16,84-16-43-16,-64 7-43 0,0 1-56 0,-1-3-56 16,1-1 0-16,-4 4-31 15,-2-3-25-15,-2 6-34 0,-4-1-112 0,1 4-92 16,-6 2-129-16,-2 0-330 0,-1 0-703 0</inkml:trace>
  <inkml:trace contextRef="#ctx0" brushRef="#br0" timeOffset="10936.81">13660 6416 2779 0,'0'0'487'15,"0"0"-423"-15,0 0-20 0,0 0 84 16,0 0 30-16,0 0 3 0,82-22-73 15,-60 12-79-15,1-7-9 0,2 3-110 16,1-1-149-16,-1-4-40 0,4 3-137 16,-7 2-534-16,8-7-664 0</inkml:trace>
  <inkml:trace contextRef="#ctx0" brushRef="#br0" timeOffset="11129.4">14423 5817 3298 0,'0'0'617'0,"0"0"-437"16,0 0-90-16,0 0 13 15,0 0 142-15,14 78-5 0,-4-47-71 0,6 2-62 16,-2 0-67-16,5-2-40 0,0 0-28 16,1-1-2-16,0-7-50 0,-2-2-122 15,-1-3-101-15,-7-5-373 16,-4-2-984-16</inkml:trace>
  <inkml:trace contextRef="#ctx0" brushRef="#br0" timeOffset="12114.03">13903 11714 460 0,'0'0'10'0,"0"0"-10"15,0 0-268-15</inkml:trace>
  <inkml:trace contextRef="#ctx0" brushRef="#br0" timeOffset="13221.51">16021 5636 2730 0,'0'0'589'0,"0"0"-335"16,0 0-121-16,0 0-7 0,0 0 57 15,0 0 21-15,0 0-30 0,0 0-29 16,0 0-46-16,98 28-25 0,-69-16-28 0,4 1-6 15,3 2 9-15,0 3 18 0,-2 1-12 16,1-1-36-16,-3 0-19 0,-1 0-15 16,0-3-3-16,-5-1-25 0,-3-2-6 15,-4 0-181-15,-2-4-61 0,-6 0-75 0,-2-5-410 16,-3-1-579-16,-6-2-413 0</inkml:trace>
  <inkml:trace contextRef="#ctx0" brushRef="#br0" timeOffset="13430.82">16403 5524 2617 0,'0'0'1037'0,"0"0"-773"0,0 0-132 16,0 0 0-16,0 0 33 0,-59 92 27 16,43-56-4-16,1 6 15 0,0 2-35 15,0 2-65-15,2-3-51 0,5-3-52 0,2-7-21 16,3-5-67-16,3-3-53 15,0-8-46-15,6-5-81 0,4-5-148 0,3-6-221 16,0-1-179-16,-2-4-463 0</inkml:trace>
  <inkml:trace contextRef="#ctx0" brushRef="#br0" timeOffset="13678.53">16582 5778 3119 0,'0'0'636'15,"0"0"-463"-15,0 0-60 0,0 0 38 16,0 0 103-16,0 0-53 0,0 0-44 16,11 65-44-16,-8-53-64 0,1-1-37 15,1-4-11-15,0 1-1 0,2-3 21 16,-1-1-18-16,1-2-1 0,2 1 0 16,4-3-2-16,2 0 1 0,5 0-4 15,3-4-9-15,1-2-13 0,5-1-8 0,1-4-16 16,2 1-37-16,-2 0-62 0,1-1-28 15,-5 2 0-15,-5-1-43 0,-3-1-64 16,-4 2-107-16,-8 1-208 0,-2 3-226 0,-4-1-452 16</inkml:trace>
  <inkml:trace contextRef="#ctx0" brushRef="#br0" timeOffset="13859.17">16779 5770 3295 0,'0'0'595'0,"0"0"-331"0,0 0-62 0,0 0-34 16,0 0-2-16,-2 76-49 16,10-56-19-16,-1-1-55 0,6-2-43 0,-5-2-37 15,4-4-101-15,1 0-56 0,-1-5-50 16,-2-2-94-16,1-4-180 0,-2 0-263 16,4-9-717-16</inkml:trace>
  <inkml:trace contextRef="#ctx0" brushRef="#br0" timeOffset="14096.05">17053 5682 2624 0,'0'0'588'15,"0"0"-387"-15,0 0-96 0,0 0 47 16,0 0 143-16,0 0-53 0,0 0-24 16,0 0-58-16,13 81-55 0,-10-67-37 0,0-3-7 15,1-2-8-15,3-3-20 0,0 0-21 16,0-2-12-16,1-3 1 0,3-1-2 15,-1 0 1-15,2 0-1 0,4-5-2 16,-2-1-24-16,3-2-32 0,5-3-14 16,0 0-19-16,4 1-4 0,1-5 34 15,0 2-142-15,1 0-53 0,-5 1-118 16,-4 1-127-16,-5 3-173 0,-4 2-431 0,-4 1-171 16</inkml:trace>
  <inkml:trace contextRef="#ctx0" brushRef="#br0" timeOffset="14314.49">17319 5610 2594 0,'0'0'1185'0,"0"0"-996"0,0 0-10 0,0 0-45 16,0 0 49-16,0 0 85 0,-8 69-25 15,8-48-45-15,0 2-61 0,3 2-88 16,0-3-37-16,-1 0-9 0,1-1-3 15,0-5 0-15,0-2-85 0,0-3-113 16,3-5-78-16,-2-3-125 0,0-3-294 16,1 0-536-16,2-7-510 0</inkml:trace>
  <inkml:trace contextRef="#ctx0" brushRef="#br0" timeOffset="14527.7">17625 5429 2877 0,'0'0'483'0,"0"0"-315"0,0 0 69 0,0 0-61 16,82-48-30-16,-53 37-75 0,1 0-18 16,0-3-53-16,1 3 0 0,-6 2-50 15,-4 0-21-15,-6 2-62 0,-4 5-62 16,-5 1-93-16,-5 1-127 0,-1 0-151 15,-1 3-176-15,-16 8-867 0</inkml:trace>
  <inkml:trace contextRef="#ctx0" brushRef="#br0" timeOffset="14686.27">17691 5629 1296 0,'0'0'2347'0,"0"0"-2038"0,0 0-186 0,0 0-29 0,0 0-13 16,0 0-10-1,0 0-15-15,79-1-37 0,-53-11-19 0,2-4-118 0,0-3-114 16,-3-1-70-16,0 0-110 0,-7 3-378 16,4-4-1052-16</inkml:trace>
  <inkml:trace contextRef="#ctx0" brushRef="#br0" timeOffset="14862.37">18353 5086 4085 0,'0'0'564'0,"0"0"-392"0,0 0-77 16,0 0-12-16,-3 96 61 15,9-59 50-15,2 3-63 0,6-1-107 0,1-1-24 16,-1-1-133-16,2-4-102 0,0 0-71 16,-4-3-160-16,-4-8-619 0,-8 4-1827 0</inkml:trace>
  <inkml:trace contextRef="#ctx0" brushRef="#br0" timeOffset="18644.8">9572 8351 1007 0,'0'0'817'0,"0"0"-444"16,0 0-201-16,0 0 48 0,0 0 50 16,0 0 54-16,0 0-47 0,0 0-20 15,0 0-37-15,0 0-15 0,19-1 25 16,-14 8 57-16,-1 5-41 0,1 5-90 16,-2 3-80-16,0 3-36 0,0 2-40 15,-3 0-12-15,0 2-40 0,0-2-85 16,0 1-109-16,-8-1-211 0,2-6-507 0,-11 9-591 15</inkml:trace>
  <inkml:trace contextRef="#ctx0" brushRef="#br0" timeOffset="19259.36">6723 9322 3003 0,'0'0'482'0,"0"0"-242"15,0 0 6-15,0 0-36 0,0 0 57 16,0 0-75-16,-3 82-63 0,6-51-52 16,5 2-77-16,-2-1-6 0,0 0-31 15,2-2-46-15,4-2-68 0,1-3-115 0,-1-6-359 16,6 9-887-16</inkml:trace>
  <inkml:trace contextRef="#ctx0" brushRef="#br0" timeOffset="19950.07">12837 10487 2312 0,'0'0'597'16,"0"0"-268"-16,0 0-153 0,0 0-5 15,0 0-3-15,0 0 45 0,5 76-92 16,-1-50-59-16,2 3-31 0,4-4-31 0,-3 2-43 16,2-1-65-16,1 0-102 0,0-2-323 15,-4-6-82-15,2 10-733 0</inkml:trace>
  <inkml:trace contextRef="#ctx0" brushRef="#br0" timeOffset="20742.5">15688 11473 2887 0,'0'0'480'16,"0"0"-258"-16,0 0 25 0,0 0-68 15,0 0-7-15,0 0-41 0,0 0-13 16,36 74-31-16,-33-59-87 0,0-3-16 0,-3-3-98 16,0 1-76-16,0 2-133 0,-3-5-432 15,-11 5-1130-15</inkml:trace>
  <inkml:trace contextRef="#ctx0" brushRef="#br0" timeOffset="25195.92">9497 17360 2895 0,'0'0'584'0,"0"0"-321"0,0 0-74 15,0 0 37-15,0 0 39 0,0 0 49 16,0 0-90-16,0 0-71 0,0 0-46 0,0 0-62 16,0 0-14-16,40 49 18 15,-36-44-4-15,1-2-21 0,1-2-8 16,-2-1 5-16,6 0-6 0,0-4-15 0,5-8 1 16,6-7 19-16,3-9 11 0,4-11-31 15,4-10-2-15,2-9 1 16,7-8-1-16,3-4-20 0,5-4-17 0,5-2 21 15,3 2-43-15,1 4-52 0,-4 4-63 16,-4 11-109-16,-6 8-188 0,-8 9-31 16,-4 10-44-16,-6 5 263 0,-7 3-130 15,-5 9-748-15,-2-4 362 0</inkml:trace>
  <inkml:trace contextRef="#ctx0" brushRef="#br0" timeOffset="28247.61">24675 4099 2790 0,'0'0'500'0,"0"0"-446"0,0 0-35 16,0 0 51-16,7 77 28 0,-1-50-15 15,0 4-17-15,1-2-44 0,-3 0-22 16,2 0 1-16,-3-5 0 0,1-2 0 16,-1-3 34-16,-3-3 9 0,0-4-9 15,0-3-7-15,0-2 10 0,0-5 31 0,0 0 35 16,0-2 31-16,-3 0-11 0,-5-2-43 15,-1-5-81-15,-3-4-22 0,-2-4-9 16,1-6-37-16,0-5 5 0,4-6-2 16,4-4-16-16,0-6 33 0,5 0 23 15,0-4-13-15,6 3 16 0,4 0 3 16,3 3-40-16,2 3 5 0,3 5 41 16,1 2-9-16,6 6 0 0,5 1-19 15,4 2 38-15,5 2 0 0,3 4 3 16,0-1 0-16,-2 6 13 0,-5 1-12 15,-8 8-1-15,-8 1 1 0,-10 1-1 0,-9 11 82 16,-3 5 125-16,-15 4 41 0,-6 6-56 16,-11 4-87-16,-4 1-49 0,-4 3-28 15,0 0-28-15,1-3-14 0,5-3-1 0,7-5-84 16,9-7 22-16,5-3-66 0,11-5-158 16,5-6-395-16,0-1-510 0,11-2-130 0</inkml:trace>
  <inkml:trace contextRef="#ctx0" brushRef="#br0" timeOffset="28796.01">25014 4207 2285 0,'0'0'629'0,"0"0"-424"0,0 0-205 15,0 0-9-15,0 0 9 0,0 0 9 16,0 0 17-16,0 0 12 0,99-9 13 15,-73-5-22-15,0-4-16 0,-2-2-12 16,-2 1 47-16,-6-2-23 0,-6 2 4 16,-1 2 44-16,-7 0 3 0,-2 3 3 15,0 1-3-15,-2 4 9 0,-7 1-3 0,0 3-6 16,-1 5 5-16,-4 0-43 0,-1 0-6 16,-3 6-31-16,0 7 37 0,-2 4-1 15,3 4 50-15,1 2 35 0,6 2 23 0,3-4-37 16,7 2-46-16,0-5-62 15,11-1-25-15,5-2-2 16,4-4-23-16,5-4-9 0,1-2 7 0,4-5 40 16,0 0-16-16,2-9-6 0,-2-5-56 15,0-3-79-15,-5 0-48 0,1-4-22 0,-6 2-53 16,0 0-43-16,-5 1 52 16,-2 2 128-16,-2 3 91 0,-2 6-1 15,-2 3 63-15,0 3-59 0,-4 1-4 0,1 5-16 16,-1 3 81-16,0 4 113 0,0 4 123 15,0-1 28-15,-3 1-7 0,0-1-28 0,0 0 57 16,0-4-40-16,0-2-20 0,0-1 11 16,0-4-64-16,0-1-68 0,-3-2-16 15,3-1 16-15,0 0-4 0,-1-5-9 16,-1-1-37-16,1-3-55 0,-2-3-44 16,1-3-11-16,2-4-22 0,0-2 1 0,3-1-1 15,6 1-3-15,2 1 0 0,0 2 24 16,2 6-37-16,1-2-52 0,2 3-105 15,3 0-166-15,2 1-186 0,-3 2-374 16,13-4-121-16</inkml:trace>
  <inkml:trace contextRef="#ctx0" brushRef="#br0" timeOffset="29329.95">25945 3788 111 0,'0'0'1449'0,"0"0"-1079"15,0 0-133-15,0 0 122 0,0 0 98 16,0 0 0-16,0 0-52 0,0 0-106 15,0 0-122-15,0 0-59 0,-84 6-16 0,68 17 9 16,3 8-9-16,2 5 21 0,5 4-84 16,3 2-36-16,3 2-3 0,6 0-1 15,8 0-17-15,2-3 16 0,4-2-19 16,0-3-13-16,-1-5-6 0,0-5 18 16,-7-4 7-16,-4-5-3 0,-4-6-22 0,-4 0 0 15,0-8-7-15,-5 1-17 0,-4-3-23 16,-3-1-34-16,-3-1 3 0,-1-6 6 15,-3-4-18-15,0-1 33 0,1-4 47 16,0 1-1-16,4-3 42 0,4 1 9 16,1 2 25-16,6 4-25 0,3-1-82 15,0 3-38-15,9 2-7 0,2 2 41 0,4-2 77 16,4 1 9-16,3 0 0 16,3 0 13-16,4-2 25 0,3-1-38 15,2-3 0-15,-1 0 25 0,0 0-11 0,-1-3-14 16,0-1-16-16,-8 0 16 15,-2-1 19-15,-5 3 10 0,-4-1-1 0,-3 3 36 16,-4-3-20-16,0 2-3 0,-3 0-3 16,-3-1 3-16,0 0 6 0,0-1-12 15,-5-1 6-15,-3 3 19 0,-2 3 8 0,0 3 49 16,-2 5 2-16,-1 2 14 0,3 2 13 16,-3 8-57-16,3 5 4 0,1 4 54 15,3 6-49-15,1 2-34 0,2 4-12 16,3-1 0-16,0 1-3 0,8-3-25 15,3-2-24-15,3-7-24 0,3-3-19 16,5-4-48-16,-2-6 8 0,5-5 1 16,-1-1-26-16,2-2-18 0,1-9-149 0,-2-2-273 15,-3-1-483-15,5-12-482 16</inkml:trace>
  <inkml:trace contextRef="#ctx0" brushRef="#br0" timeOffset="29893.53">26535 3886 349 0,'0'0'2730'16,"0"0"-2199"-16,0 0-181 0,0 0 13 16,0 0-35-16,0 0-48 0,-79 74-85 0,73-55-6 15,2 0-22-15,4-1-106 0,0-2-40 16,4-3 34-16,5-1-46 0,1-2-9 16,6-4-2-16,-1-3-26 0,3 0-20 15,2-3 9-15,-1-3 26 0,3-5-8 16,-1-3-52-16,-2-2 9 0,-2-2 1 15,-1 0-4-15,0-1-13 0,-4 0-5 16,0 0-37-16,-1-4-56 0,-1 1-54 47,-2-1-47-47,0-1-44 0,-4-1-2 0,-1-1 147 0,-2-2 25 0,1 0-45 0,-2-2 9 0,0 3-59 0,0-2 177 0,0 3 55 16,1-1-26-16,2 3-7 0,-1 1 47 15,-1 4 2-15,3 4 7 0,-4 3 90 16,0 4 128-16,0 5 32 0,0 0 5 0,0 0-4 15,0 0 4-15,0 2-20 0,0 4-41 16,-1 2 16-16,-2 2 79 0,3 3 23 16,0 5-130-16,4 5-89 0,5 4-49 15,-2 3-8-15,6 6-4 0,-3-1-11 16,2-2-16-16,-1-1-9 0,2-3-3 16,-3-2 0-16,0-4-18 0,0-2-4 15,-1-5-20-15,0-4-64 0,-4-3-34 0,-2-5-68 16,-1-1-197-16,-2-3-26 0,0 0 38 15,-6-6 74-15,-4-3-379 0,-2 1-114 16,-1-4 214-16,-1-1 295 0,4 0 274 16,-3 0 29-16,7 3 329 0,0 0 220 15,5 4-56-15,1 1-151 0,0-2-123 0,3 2-78 16,4-2 19-16,6 0 2 16,2-2-41-16,3 1-64 0,1-3-57 15,4 1-47-15,4-4-45 0,2 2-128 16,3 0 9-16,-8 3-469 0,5-1-1145 0</inkml:trace>
  <inkml:trace contextRef="#ctx0" brushRef="#br0" timeOffset="30439.08">27371 3773 2707 0,'0'0'430'16,"0"0"-331"-16,0 0 89 0,0 0 85 15,0 0 51-15,48 66-133 0,-38-52-72 16,-3 0-57-16,-2-2-34 0,-3-2-16 16,0-1 10-16,-1-2 18 0,-1-3 6 0,0-3-27 15,0 1 2-15,0-2 26 16,0 0 8-16,0-5-55 0,-4-6-40 0,0-1-111 16,1-7-38-16,1-4 5 0,2-4 20 15,0-3 26-15,3-1-17 16,6 2 19-16,0 2 53 0,0 6 55 0,-1 6 28 15,-1 5 12-15,-2 3 1 0,1 4 25 16,-1 1 20-16,1 2 2 0,1 0 0 0,0 2 28 16,3 4 19-16,0 1-19 0,2 4 13 15,-2 1 9-15,-2 1-20 0,0 2-15 16,-4-3-19-16,3 2 3 0,-4-4-22 16,0 0-9-16,-2-3-18 0,1-3-10 15,-2-4-12-15,1 1-1 0,-1-1 13 16,0 0 0-16,3-1-55 0,0-6-113 15,3-4 59-15,2-2 53 0,1-5-24 0,4 2-39 16,1-3-26-16,1 2 29 0,2 0 33 16,-4 4 26-16,3 2 36 0,-6 6 21 15,-4 2 19-15,0 3 25 16,-2 0 99-16,-1 1 55 0,1 6-28 0,-1 3 3 16,3 0-12-16,0 3-62 15,1 0-21-15,-2 2-35 0,1-3-12 0,0 0-10 16,-1-4-18-16,0 1-3 0,2-2-1 15,2-3-23-15,1 0-16 0,6-4-81 0,0 0-152 16,4-4-60-16,1-5-69 0,3-3-224 16,-6 1-481-16,8-6-117 0</inkml:trace>
  <inkml:trace contextRef="#ctx0" brushRef="#br0" timeOffset="30757.33">28032 3588 1372 0,'0'0'482'0,"0"0"-122"0,0 0 41 16,0 0-3-16,0 0-72 0,0 0-87 0,0 0-84 15,0 0-114-15,0 0 22 16,0 0 37-16,-40 64 67 0,36-46 54 0,4-3-84 0,0-2-69 16,0-2-28-16,0 0-26 0,4-5-14 15,1-2-27-15,-1-2-1 0,-1-2-12 16,4 0-41-16,-1 0-12 16,0-7 22-16,1-2 30 0,2-3 25 0,-1-1-12 15,-2-1-9-15,0 3-19 0,-2-3 20 16,-1 4 23-16,-1 2 13 0,-1 1 38 15,-1 4 6-15,0 2 37 0,0 1 31 16,0 0 28-16,0 1-35 0,2 2-93 16,0 2-12-16,2 1-9 0,1 1 9 15,1 0 34-15,1 3 3 0,0-2-9 16,3-4-26-16,0 1-2 0,7 0 0 47,1-5-2-47,5 0-20 0,1-2-95 0,4-9-193 0,-1-1-156 0,-4-6-167 0,-4 4-564 0,2-12-84 0</inkml:trace>
  <inkml:trace contextRef="#ctx0" brushRef="#br0" timeOffset="30960.78">28403 3273 2624 0,'0'0'399'0,"0"0"-377"16,0 0 84-16,0 0 102 0,0 0 49 15,-1 82-65-15,5-52-41 0,3 5 13 16,0 1 17-16,1 0-20 0,-1-2-84 15,1-3-49-15,-2-4-28 0,0-4-12 16,-3-6-22-16,-2-1-44 0,1-6-15 16,-2-5-112-16,0-1-84 0,0-4 5 15,-6 0-111-15,2-5-300 0,-1-6-331 16,1 3 319-16,0-10 13 0</inkml:trace>
  <inkml:trace contextRef="#ctx0" brushRef="#br0" timeOffset="31643.7">28499 3459 245 0,'0'0'114'0,"0"0"65"0,0 0 105 15,0 0-59-15,0 0-85 0,86-30 9 16,-72 26 14-16,1 0-36 0,-1 0-78 16,-4 1 3-16,0 2 23 0,-4-3 28 15,-2 4 27-15,-2 0 143 0,-2 0 121 16,0 0-47-16,0 0-18 0,-2 4-56 16,-3 0-91-16,-1 2-109 0,-1 3-72 15,-1 3 30-15,-2 4 29 0,3-1 35 16,3 3 36-16,1 0 15 0,3-2-44 15,0 0-40-15,0-2-50 16,1-6-12-16,5 1-18 0,1-4-7 0,2-2-12 16,0-1-19-16,1-2-71 0,4-3 37 0,-1-8-4 15,7-2-26-15,3-6-18 0,0-5-64 16,3-2-96-16,2-2-32 0,-1-3-36 16,-4-2-132-16,-1 0 17 0,-2-2 166 15,-7 2 70-15,-2 3 245 0,-8 6 69 16,-1 9 334-16,-2 4 253 0,0 6-49 0,-5 4-114 15,1 1-144-15,2 0-147 0,0 1-83 16,-1 4-52-16,0 3-39 0,0 3-26 16,0 7 51-16,0 3 6 0,2 2 69 15,1 2 64-15,0-1-56 0,3 0-23 16,1-3-27-16,2-2-34 0,1-2-37 16,0-4-15-16,1-3-12 0,-3-2-7 15,2-4-8-15,-2-2-62 0,-1-2-34 16,2 0-4-16,0-6 19 0,1 0 21 15,3-6 40-15,-3 0 19 0,2-1-49 0,1 1-11 16,-3 4 21-16,-4 3 27 0,0 1 27 16,-2 4 13-16,-1 0 3 0,0 0 54 15,2 0 3-15,-1 3-35 0,2 0-6 16,2 4 43-16,0-3 7 0,2 3 5 16,-1 0 29-16,0-2-14 0,1 1-21 0,0-1-12 15,-1-2-16-15,1 0-13 0,2-2-8 16,2 0-7-16,2 1 10 0,5-2 2 15,-1 0-2-15,6 0-21 0,0-3-1 16,4-1 2-16,1 1-1 0,2-4 0 0,0 0 0 16,-2 2-1-16,-2-1 0 15,-3 1-19-15,-5 2 4 0,-6 0 0 16,-3 2 14-16,-5 0-2 0,-4 1 3 16,4 0 0-16,-4-3-1 0,2 1-119 0,-1-2-109 15,3-2 12-15,-1-2-88 0,0-3-210 16,-1 3-822-16,-2-9-646 0</inkml:trace>
  <inkml:trace contextRef="#ctx0" brushRef="#br0" timeOffset="32353.91">29243 3252 3764 0,'0'0'636'0,"0"0"-488"0,0 0 16 0,0 0-41 15,0 0-123-15,0 0-53 0,0 0 38 16,0 0-62-16,94 1-40 0,-62-2 12 0,-1-3-56 15,1 1-20-15,0-1-36 0,1 1-111 16,-1-1-83-16,-2 4 62 0,-3 0 84 16,-6 0-74-16,-3 4 89 0,-3 3 162 15,-4-1 88-15,-1 3 166 0,-1 0 19 16,-2 1 3-16,2 0-11 0,-2 2-29 16,0-3-35-16,3 2 12 0,-1-3 16 15,-2 1 38-15,-2-3-16 0,0-2 5 16,-3 0 74-16,-1-2 41 0,-1-2-6 15,0 0-58-15,0 0-99 0,0 0-46 16,1 0-4-16,1 0 10 0,-2-2 12 16,3 1-25-16,0-4-67 0,1 1-9 15,2 0 9-15,4-3 0 0,-3-1-13 0,5 1-11 16,-1-2-3-16,-1-2-22 16,2 0-6-16,5-1-7 0,2-2-14 0,3 0-7 15,2-2 3-15,0 2-6 0,2 0 2 0,-1 2 29 16,2 0 20-16,1 5 1 0,-1 0-6 15,0 1 15-15,-1 2 13 0,-1 0 12 16,-5 0 15-16,-3 3-2 0,-5-1-1 16,-2 1 10-16,0-1 0 15,-4 2-1-15,1 0-8 0,-1-1-10 0,4 1 22 16,-3 0 6-16,-1 0-7 0,-2 0 16 16,-1 1 13-16,1 2-19 0,-2-1 0 15,-1 5 12-15,-1 0 49 0,0 6 3 16,0 5-18-16,0 3-16 0,0 3-30 15,0 6-19-15,0 2-15 0,3 1 2 16,-3 2-1-16,0 2 0 0,0 0 2 0,-6 0-3 16,-5 1 0-16,1-3-18 0,-4-1-59 15,-3-4-54-15,-3-6 29 0,0-5 10 16,-4-4 78-16,-1-7 14 0,5-4 15 16,3-4-14-16,4 0 15 0,7-15-15 0,6-2-1 15,3-7-68-15,11-9 0 0,7-5 28 16,7-8 37-16,7-3-25 0,5-4 6 15,1 5 22-15,-1 1 1 0,0 5 33 16,-4 6 53-16,-1 4-62 0,-2 5 27 16,-4 1-50-16,-3 6 13 0,-3 4-15 15,-6 2-14-15,-1 4-11 0,-6 3-33 16,-3-2-109-16,-4 5-248 0,-1-1-547 16,-7 0-863-16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02T17:34:0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5349 5068 1702 0,'0'0'305'0,"0"0"-162"16,0 0-30-16,0 0-22 0,0 0 35 16,0 0 16-16,0 0 58 0,0 0-30 0,0 0-83 15,88 20-46-15,-69-19-39 16,-1 1 40-16,0-1 19 0,-1 1-4 15,-2 1 0-15,-1-1 48 0,0 2-6 16,5-3-20-16,4 1-6 0,6-2 2 0,10 0-12 16,10-3-18-16,12-8 17 15,10-3-21-15,12-3-39 0,10-2 48 0,12-2-49 16,11 2 97-16,6-1 5 16,8 1-62-16,7-2-13 0,4 3-26 0,2 3-2 15,2-1-19-15,1 4 16 0,-6-2-34 0,1 2 9 16,-8-1-16-16,-9-1-18 0,-6-1-11 15,-6-1 51-15,-11 0 2 0,-7 1 20 16,-8 2 15-16,-7-1 1 0,-11 4-14 16,-9-1 11-16,-10 4 35 0,-10 0 11 15,-10 2-9-15,-9 1 3 0,-7 3 28 16,-6 1 52-16,-5-2-19 0,-1 2 0 16,-1 0 6-16,0 0-28 0,0 0-28 0,0 0-27 15,0 0-6-15,0 0-4 16,0 0-14-16,0 0-13 0,0 0 0 15,0 0-3-15,0 0-36 0,0 0-93 0,0 0-89 16,-4 0-66-16,-2 0-220 0,-3 0-570 16,-5 0-835-16,47 0 1010 0</inkml:trace>
  <inkml:trace contextRef="#ctx0" brushRef="#br0" timeOffset="1120.14">12375 4999 980 0,'0'0'306'0,"0"0"-306"0,0 0 0 16,0 0 13-16,0 0 232 0,0 0 18 0,0 0-33 16,0 0-3-16,0 0-55 15,86 4-40-15,-63-4 4 0,8 0-17 0,2-1 0 16,10 1-13-16,5 0 6 0,11 0-26 16,9 1-29-16,12-1 36 0,14 0-17 15,14 0-51-15,9-1-9 16,16-4 29-16,16-2-42 0,11 2-3 0,17-1-10 15,15 2 8-15,10-1 2 0,14-1-19 16,13 1-6-16,13 0 23 0,10-1 1 16,11 0-22-16,10 0-27 0,9 1 18 15,8 0 30-15,9 1 2 0,1 1 21 0,4 1-21 16,0 2-7-16,1 2 7 0,-2 7 48 16,-5-1-46-16,-2 4 52 0,-9 4-16 15,-8 1-1-15,-5 1-37 0,-9 1 0 16,-13-1-16-16,-8 2-28 0,-11-1-70 15,-17-2-49-15,-11 5 7 0,-16-4-214 16,-15 1-82-16,-50-5-269 0,29 7-553 0</inkml:trace>
  <inkml:trace contextRef="#ctx0" brushRef="#br0" timeOffset="59185.61">23114 1033 3067 0,'0'0'560'16,"0"0"-383"-16,0 0-13 0,0 0 37 16,0 0 66-16,0 0-14 15,0 0-78-15,0 0-49 0,0 0-28 0,0 0-25 16,-2 26-6-16,13-8 27 0,5 7 3 15,4 6-24-15,1 2-30 0,1 4 2 16,1 4 7-16,2 2-14 0,-1 0-38 16,-1 0-3-16,2-3-12 0,-4-2 12 15,-1-6-33-15,-2-2-16 0,-1-5-42 16,-5-3-67 0,0-5-40-16,-4 0-133 0,0-8-138 0,-2-1-194 0,0-3-421 15,-2-5-277-15</inkml:trace>
  <inkml:trace contextRef="#ctx0" brushRef="#br0" timeOffset="59422.99">23502 1109 2629 0,'0'0'571'15,"0"0"-335"-15,0 0-71 16,0 0 116-16,0 0 80 0,0 0-5 0,0 0-95 15,0 0-96-15,0 0 83 0,0 0-21 16,-42 89-66-16,19-43-107 0,-6 4-32 16,-2 4-4-16,-7 0-18 0,2-4-27 0,3-1-46 15,4-6-79-15,4-7-54 0,5-2-151 16,6-4-312-16,4-10-482 0,4 4-577 0</inkml:trace>
  <inkml:trace contextRef="#ctx0" brushRef="#br0" timeOffset="60986.82">24019 1291 1186 0,'0'0'627'15,"0"0"-202"-15,0 0-50 0,0 0 28 16,0 0-39-16,0 0-79 0,0 0-70 16,0 0-42-16,0 0-35 0,0 0-48 15,0 0-53-15,-4 1-15 0,8-1-22 16,4 0 0-16,6 0 0 0,6-1 36 16,6-1 4-16,4 0-12 0,3-1-28 15,2-1 0-15,1 1-15 0,4 0-4 0,-4-1-3 16,2 1 4-16,0 2-94 15,-5 0-91-15,-2 1-36 0,-5 0-74 0,-6 0-102 16,-5 5-254-16,-7 1-155 0,-8 2-291 0</inkml:trace>
  <inkml:trace contextRef="#ctx0" brushRef="#br0" timeOffset="61180.31">24061 1483 2602 0,'0'0'776'15,"0"0"-399"-15,0 0-160 0,0 0-41 16,0 0-20-16,0 0-32 0,0 0-44 16,0 0-46-16,0 0 13 0,0 0 5 0,89 12-34 15,-54-12-18-15,4 0-40 16,4-1-74-16,3-4-165 0,-8 1-243 16,19 1-906-16</inkml:trace>
  <inkml:trace contextRef="#ctx0" brushRef="#br0" timeOffset="61798.26">25152 774 1391 0,'0'0'825'0,"0"0"-411"16,0 0-115-16,0 0 34 15,0 0 29-15,0 0-81 0,0 0-76 0,0 0-75 16,0 0-74-16,0 0-28 0,0 0 0 15,-7-5-28-15,18 3-38 0,8 2 38 16,7-1 31-16,7-1-5 0,7 0-26 16,5-1-12-16,1-1-4 0,3 0 4 0,2 1-79 15,-2 0-36-15,1 0-50 0,-4-1-40 16,-1 2-154-16,-7 1-299 16,-11 1-556-16,-4 0-226 0</inkml:trace>
  <inkml:trace contextRef="#ctx0" brushRef="#br0" timeOffset="62769.99">25234 814 1805 0,'0'0'519'16,"0"0"-390"-16,0 0-77 0,0 0 54 16,0 0 7-16,0 0-29 0,0 0 12 15,0 0-3-15,0 0-48 0,-4 75 0 16,2-57 35-16,1 2 57 0,-2 1-6 16,2 2-48-16,-1 2-4 0,2-1-13 15,0 4-25-15,0 0 19 0,0 1 19 16,0 5 25-16,0-2 16 0,3 7-42 15,1-3-22-15,-1 5 37 16,0-1-40-16,-1 0-19 0,-1-2 56 0,-1-1-37 16,0-2-50-16,3 1-3 0,-3-4 2 15,1 2 10-15,-1 1-12 0,0 1 0 0,2 0 30 16,-1-1-12-16,-1 4-18 0,3-1 0 16,-2 1 25-1,1-2-3-15,1 2-21 0,-2-1 27 0,1 2-10 0,-2-1 1 16,0 0 8-16,0 0-24 0,0-1 22 0,-2 1 9 15,-1 0-7-15,2-2-14 0,-2 3-1 16,0-1 3-16,2-1-13 0,-2 1 1 16,0-4-2-16,2 2 0 0,-1-3 0 15,2-3 1-15,0 3 29 0,0-3-13 16,0-2-5-16,0-1-13 0,0 0 2 16,0 0-2-16,0-1-13 0,0 2 13 15,0-1-1-15,2 0-20 0,-2 1 19 16,0 1 0-16,0 0 1 0,0 0-1 15,0-1-4-15,0 2 6 0,-2-2 0 16,1 1-2-16,-1-3 1 0,1 1-20 0,1-2 0 16,0 0 5-16,0-1-76 0,0-1 40 15,0-3 40-15,0 1 11 0,0-1-1 16,0 1 2-16,1-1 8 0,-1 0-8 16,0-2-3-16,2-2-12 0,-2 2 14 15,1-3-78-15,1-2-1 0,-1-2 15 0,3-2 62 16,-4-1-44-16,2-2 47 0,-1 0 0 15,-1 3 0-15,0-1 13 0,0-1 2 16,0 3-15-16,0-2-3 0,0 3 1 16,-3 0-4-16,3 5-13 0,-4-3 16 15,1 4 1-15,-1-2-20 0,1 0 10 16,0-1-53-16,0-2 9 0,0-1 52 16,0-2-8-16,2-1 12 0,-1-3 58 15,1-1-8-15,1-2-4 0,0-3 20 0,0 0 23 16,0 0-12-16,0 0-47 15,0 0-30-15,0 0 0 0,0-1 12 0,0 1-9 16,1 0 15-16,-1 0 25 0,0 0 10 16,0 0-4-16,0 0-6 0,0 0 15 15,2 0-12-15,-2 0-46 0,1 0 2 16,-1 0-2-16,3 0 55 0,-3 0 12 16,3 1 3-16,0 1 13 0,0 0-10 0,0-1-37 15,1 0-17-15,3 2 14 0,0-1 3 16,4 3-23-16,4-4 8 0,4 0 12 15,7-1-8-15,7 0-25 0,6 0-15 16,7-2 15-16,6-3 0 0,2 1-31 16,3 1-69-16,2-1-113 0,-1 1-179 15,-15 1-645-15,16 0-826 0</inkml:trace>
  <inkml:trace contextRef="#ctx0" brushRef="#br0" timeOffset="64752.9">29184 788 931 0,'0'0'329'0,"0"0"-211"0,0 0-4 0,0 0 110 15,0 0 97-15,0 0 13 0,0 0-66 16,0 0-36-16,0 0-62 15,0 0 3-15,-11-15 40 0,11 15 19 0,0 0-49 16,0 0-64-16,0 0-11 0,0 0-14 16,0 0-29-16,0 0-40 0,0 0-25 15,0 0-26-15,8 0-74 0,4 1 5 0,8 2 95 16,5 0 39-16,5 0-39 0,7 3-1 16,-1-3 1-16,5 0 17 0,-1 0-17 15,6 0-29-15,2-2 29 0,2 1 2 16,1 1-2-16,-2-2-22 0,-2 2 22 15,-5-1-2-15,-3 2-8 0,-3 0-18 16,-6 0 28-16,-4-1 20 0,-1 2-7 16,-4 0-13-16,-5-3-1 0,0 2 0 0,-6-3-15 15,0 2 4-15,-4-3 10 0,-3 1 2 16,-2-1 0-16,-1 0 3 0,0 0 16 16,0 0 3-16,0 0-9 0,0 2-10 15,0-2 13-15,0 0-14 16,0 0-2-16,0 0-1 0,0 0 0 0,0 0 0 15,0 0 0-15,0 1 1 0,0-1 3 16,0 0 28-16,0 3 10 0,0-1-4 16,2 0 4-16,-1 6 6 0,2-1 15 0,0 3-31 15,0 2-3-15,0 5-4 0,1 3-21 16,-3 3 15-16,2 4-16 0,-3 4 32 16,2 3-15-16,-1 4-1 0,-1 2-15 15,3 5 12-15,-3 1-15 0,0 4-19 16,0 2 19-16,0-1 0 0,0 0 0 15,-6-1 3-15,-1 0-2 0,-1-1 12 16,-1 0-1-16,0-1-12 0,-2 1 28 0,2-2 15 16,0 1 43-16,-1-1-24 0,3 1-25 15,0-2-16-15,-2 2-9 0,2-2-12 16,0-1 0-16,-2 1 18 0,3-3-15 16,-2 0-2-16,2-1-1 15,0 0 0-15,0 0 0 0,2-1 0 0,-4 1 0 16,2-3 0-16,0 0 1 0,0-3-1 15,0-1 0-15,-1-2 0 0,3-1 9 16,1 0-9-16,0-2-37 0,2 0 36 16,-1-2-1-16,2-2-8 0,0-1-5 0,0 0 15 15,0-1 0-15,0-2-2 0,3 0-26 16,2-1 28-16,-1-2-1 0,1 0-17 16,-2-3 18-16,0-1 10 15,0 1-7-15,0-4-3 0,0 1 0 0,-2-2 26 16,1 0-26-16,-1-3-14 0,1 4 14 0,-2-1 3 15,1 1-3-15,-1-2-6 0,2 0-15 16,-1-1 20-16,1 0-1 0,-1 0-32 16,2 1 34-16,-2 2 0 0,2-2 0 15,0 1-13-15,1 0-7 0,-1-3 20 0,0 0 0 16,0 0-10-16,1-4-21 0,-1 2 28 16,1-2 1-16,-4-3-48 15,3 4 15-15,-1-4 35 0,-1 4 21 0,2-2-21 16,-3 1 0-16,3 1 6 15,0 0 6-15,1 3-12 0,-1-2-23 0,2 4 23 16,0-3 0-16,-1 1-40 0,1 0-4 16,-1-1 17-16,2 3 26 0,-3-3-24 15,0 0 25-15,1 0 9 0,-3 1 13 16,-1 0-22-16,3-1 0 0,-3 0 6 16,3-1-6-16,-1 1-12 0,1-2-10 15,1 1 0-15,-1-3 19 0,1 2-50 0,2-1 16 16,-1 0 36-16,1-1-1 0,-3 3 2 15,3-1 0-15,0 0 0 0,-2 1 22 16,0-1-22-16,-1-1 0 0,-1-1 12 16,-1 1 19-16,1 1-15 0,-2-3-4 0,0 3 7 15,0-3-4-15,0 1-15 0,0-1 1 16,0 0 18-16,0 0-8 0,0-1-11 16,0 1-3-16,0-2 3 0,0 2 0 15,0-1 2-15,0-1 1 0,0 2 0 16,0-2 0-16,0 0-3 0,0 1-2 15,0-1-13-15,0 0 2 0,0 0-5 16,0 0 5-16,0 0 13 0,0 0 2 16,0 0 11-16,0 0-1 0,0 0 19 0,0 0 25 15,0 0-4-15,0 0 1 0,0 0-4 16,0 0 0-16,0 0-3 0,0 1 7 16,-5 0 17-16,-3 2 4 0,-7 0-7 15,-5 1-24-15,-7 1 8 0,-6 2 4 16,-6 1-18-16,-5-1-22 0,-3 0 13 15,-1 2-28-15,2-2-3 0,3-2-36 16,1-1-126-16,8-1-70 0,3-2-67 0,7-1-209 16,11 0-848-16,1-4-1015 0</inkml:trace>
  <inkml:trace contextRef="#ctx0" brushRef="#br0" timeOffset="67908.83">25499 977 2474 0,'0'0'621'0,"0"0"-353"0,0 0-122 16,0 0-26-16,0 0 48 0,0 0 14 15,0 0-40-15,0 0-95 0,0 0-7 16,2-4 10-16,-1 8 28 0,1 3 98 16,1 1 74-16,1 2-60 0,4 5-86 15,1 1-43-15,1 6-12 0,3 3-25 0,0 0-24 16,1 3-2-16,-2 0-10 15,1-2-9-15,1-2-13 0,-2-2-18 0,-1-3-42 16,0-1-32 0,-3-4-46-16,-2-2-106 0,1 0-62 0,-3-4-25 15,-2-1 57-15,-1-3-14 0,1-1-112 0,-2-2-191 16,0-1-94-16,1 0-59 0</inkml:trace>
  <inkml:trace contextRef="#ctx0" brushRef="#br0" timeOffset="68160.12">25730 1077 1281 0,'0'0'495'0,"0"0"-255"0,0 0 3 16,0 0 54-16,0 0 51 0,0 0-37 16,0 0-56-16,0 0-36 0,0 0 7 0,0 0-18 15,-3-6-40-15,0 16-31 16,-4 4-69-16,-2 5-22 0,-4 3-15 0,2 5-31 15,-1-3-18-15,-1 2 18 16,2-3 0-16,-1-1 0 0,2-3-34 0,3 0-10 16,1-2-46-16,-1-3-80 0,4 0-85 15,2-4-148-15,1-3-213 0,0-1-376 0,0-1-79 0</inkml:trace>
  <inkml:trace contextRef="#ctx0" brushRef="#br0" timeOffset="68418.42">25845 1287 1159 0,'0'0'651'0,"0"0"-401"0,0 0-42 16,0 0 121-16,0 0 3 0,0 0-15 15,0 0-104-15,0 0-76 0,0 0-36 0,0 0-16 16,10 71-19-16,-8-60-41 0,-1-3-9 16,0 0-16-16,1-2-1 0,-1 1-49 15,2-3-16-15,0-2-10 0,0-2-89 16,0 0-188-16,3 0-151 0,-2-2-241 16,3-6-348-16</inkml:trace>
  <inkml:trace contextRef="#ctx0" brushRef="#br0" timeOffset="68648.73">26021 1246 1907 0,'0'0'786'0,"0"0"-597"0,0 0-188 16,0 0 161-16,0 0 72 0,0 0-30 0,0 0-68 15,0 0-51-15,7 69 7 0,-5-57 2 16,-1 2-6-16,2-3-2 15,-3 0-18-15,0-3-33 0,2-1-32 16,-1-2-3-16,-1 0-16 0,0-1-12 0,3 0-57 16,-3-1-135-16,1-2-169 0,0-1-261 15,1 0-590-15,1 0-120 0</inkml:trace>
  <inkml:trace contextRef="#ctx0" brushRef="#br0" timeOffset="69384.92">26812 952 2406 0,'0'0'560'16,"0"0"-380"-16,0 0-5 0,0 0 83 0,0 0 26 15,0 0-51-15,0 0-93 0,0 0-71 16,0 0-41-16,0 0-10 0,0 0 32 16,-32 58 18-16,32-38 0 15,6 1-15-15,1 2-7 0,2 1-28 0,1-1-18 0,0 0-3 16,2-4-9-16,1 1 0 15,-2-2-4-15,1-2-30 0,1-1-53 0,-3-1-90 16,1-2-59-16,-1-3-60 0,1 0-197 16,0-5-244-16,-5 0-399 0,1-4-171 0</inkml:trace>
  <inkml:trace contextRef="#ctx0" brushRef="#br0" timeOffset="69633.32">26981 994 1125 0,'0'0'1096'15,"0"0"-721"-15,0 0-59 0,0 0 74 16,0 0-6-16,0 0-132 0,0 0-78 0,0 0-121 16,0 0-50-16,-35 73 22 0,22-45 18 15,-3 3 13-15,2 0 25 0,-2-1-13 16,4-1-6-16,1-1-62 0,1-3-9 15,1-2-16-15,5-2-15 0,-3-3-69 16,4-3-65-16,2-3-109 0,1-4-189 16,0-4-258-16,1-3-481 0,5-1 56 0</inkml:trace>
  <inkml:trace contextRef="#ctx0" brushRef="#br0" timeOffset="69902.67">27095 1310 1975 0,'0'0'689'15,"0"0"-483"-15,0 0-71 0,0 0 121 16,0 0 33-16,0 0-45 0,0 0-68 15,0 0-72-15,0 0-75 0,4 66-29 16,-4-56 0-16,1-1 0 0,1 0-24 16,-1 0-14-16,2-3-50 0,-1-2-139 15,2-1-144-15,-2-2-615 0,4-1-402 0</inkml:trace>
  <inkml:trace contextRef="#ctx0" brushRef="#br0" timeOffset="70217.42">27249 1271 752 0,'0'0'1499'0,"0"0"-1382"0,0 0-62 0,0 0-13 16,0 0 103-16,0 0-54 0,0 0-1 16,0 0-13-16,78-4-42 0,-65 4-6 15,-3 3-16-15,-3 1 3 16,1-1 22-16,-3 3 59 0,-4 0 59 0,2 1 45 15,-3 0-8-15,0 3-32 0,0 0-51 16,0-1-34-16,0 1-20 0,-3-1-20 16,0 1-18-16,0-2-17 0,-1 1 24 15,3-1 10-15,0-2 18 0,-1 1 3 0,2-4 0 16,0 2-10-16,0-3-12 0,0 1-34 16,0-2-11-16,0 0-11 0,2 1 3 15,3-1-8-15,1-1-1 0,0 0-19 16,2 0-81-16,5 0-136 0,0 0-176 15,-1-4-255-15,9-4-560 0</inkml:trace>
  <inkml:trace contextRef="#ctx0" brushRef="#br0" timeOffset="70534.17">27847 1030 1699 0,'0'0'1391'0,"0"0"-1205"0,0 0-170 15,0 0 92-15,0 0 51 0,0 0 5 0,0 0 6 16,0 0 35-16,0 0 4 15,0 0-57-15,56 82-78 0,-43-61-34 0,3 3-6 16,0 1-24-16,0-2-10 0,1-1-11 16,-4 0 10-16,0-1 1 0,1-4-43 0,-2-2-56 15,1-3-90-15,-2-3-119 0,-2-2-165 16,-2-4-499-16,0-3-301 0</inkml:trace>
  <inkml:trace contextRef="#ctx0" brushRef="#br0" timeOffset="70766.22">28069 1050 2782 0,'0'0'656'0,"0"0"-453"0,0 0-77 16,0 0 47-16,0 0-2 0,0 0-37 0,0 0-60 15,0 0-15-15,-35 66 3 0,22-38 28 16,-4-1 6-16,1 4-19 0,-2-1 2 15,3-4-17-15,-1 0-62 0,6-2-3 16,3-5-68-16,1-1-58 0,5-2-63 16,1-6-128-16,0-1-260 0,0-4-579 0,10-4-165 0</inkml:trace>
  <inkml:trace contextRef="#ctx0" brushRef="#br0" timeOffset="70994.62">28173 1301 1630 0,'0'0'698'0,"0"0"-540"16,0 0-48-16,0 0 174 0,0 0 135 16,0 0-79-16,0 0-94 0,0 0-102 15,7 68-68-15,-6-56-48 0,1-2-28 16,-1 1-2-16,2-2-26 0,0-3-19 15,0-2-79-15,1-1-167 0,2-3-258 16,-2 0-591-16,4-1-19 0</inkml:trace>
  <inkml:trace contextRef="#ctx0" brushRef="#br0" timeOffset="71380.12">28325 1301 271 0,'0'0'2001'15,"0"0"-1684"-15,0 0-288 0,0 0 10 16,0 0-36-16,0 0 42 0,0 0 45 16,0 0-22-16,0 0-36 0,0 0-32 15,91-1 16-15,-76 1 13 0,-3 0-1 0,-3 1 5 16,-4 3 34-16,-4-2 45 0,0-1 25 16,-1 4 35-16,0 1 65 0,0 1 28 15,-1 0-114-15,-3 4-86 0,-1-3-43 16,2 3 3-16,-1-3-6 0,-3 1-19 15,4-3 0-15,0 0 11 0,2-3-11 0,-1 0-9 16,2-2-29-16,0-1 13 0,0 1 0 16,0-1-15-16,0 2-13 0,3-2 34 15,2 2 18-15,3-1-22 0,1 2 4 16,1 1 18-16,3-2-11 0,0 3-23 16,-3-3 1-16,1 3 34 15,-2-1-13-15,-3 1-15 0,-3 0 28 0,-3 0 16 16,0 2 40-16,0 2-3 0,-3-1 17 15,-4-1 14-15,-1 2-21 0,-1-2-46 16,1-1-17-16,1-2-2 0,2-4-236 16,4 0-181-16,1 0-263 0,0-1-758 0</inkml:trace>
  <inkml:trace contextRef="#ctx0" brushRef="#br0" timeOffset="71668.42">28997 1080 2553 0,'0'0'505'15,"0"0"-418"-15,0 0 5 0,0 0 58 0,0 0 47 16,0 0 49-16,0 0 3 0,0 0-43 15,40 69-79-15,-25-48-55 0,1 1-20 16,-2-1-18-16,3 3-6 0,1-1-14 16,-1 0-14-16,0 1-1 0,1-1-11 15,0-1-10-15,1-1-9 0,4-3-114 16,-1-4-185-16,-2-3-42 0,3-6-76 0,-6 0-555 16,1-5-674-16</inkml:trace>
  <inkml:trace contextRef="#ctx0" brushRef="#br0" timeOffset="71915.21">29291 1140 1448 0,'0'0'1418'15,"0"0"-1184"-15,0 0-138 0,0 0 117 16,0 0 67-16,0 0-38 0,0 0-44 15,-42 83-11-15,25-57-29 0,1 2-59 16,-1 3-40-16,1-5-28 0,0 1-31 16,6-5 0-16,2-3-53 0,3-2-83 0,2-5-72 15,3-2-77-15,0-3-185 0,2-3-301 16,2-2-519-16,3-2-160 0</inkml:trace>
  <inkml:trace contextRef="#ctx0" brushRef="#br0" timeOffset="72149.66">29370 1399 1831 0,'0'0'587'0,"0"0"-384"0,0 0 45 0,0 0 111 16,0 0 41-16,0 0-106 15,0 0-143-15,0 0-64 0,0 71-24 16,0-63-51-16,0 2-12 0,0-3-18 16,3 0 14-16,-2-2-45 0,1-1-99 0,2-2-132 15,-1-1-174-15,0 1-349 16,5-2-493-16</inkml:trace>
  <inkml:trace contextRef="#ctx0" brushRef="#br0" timeOffset="72451.47">29575 1399 1398 0,'0'0'1549'0,"0"0"-1299"15,0 0-189-15,0 0 31 0,0 0 4 16,0 0 56-16,0 0 37 0,0 0-63 16,0 0-57-16,0 0 26 0,0 0 33 15,-16 67-47-15,14-59-44 0,1-2 16 0,1-1 0 16,0 0-53-16,0-1-9 15,0-2 9-15,0 1 0 0,3-1-17 0,3-1-20 16,1-1 15-16,0 0 10 16,3 0-10-16,2 3 10 0,1-3 12 0,0 0 11 15,4 0-11-15,-1 0-16 0,1 0 1 16,2 0-19-16,1 0-47 0,-4 0-42 16,1 0-25-16,-1-3-31 0,-3 2-52 0,0-2-107 15,0 0-89-15,-1 2-197 0,-5-3 49 16,1-1-939-16</inkml:trace>
  <inkml:trace contextRef="#ctx0" brushRef="#br0" timeOffset="72635.91">29794 1426 2629 0,'0'0'613'0,"0"0"-444"15,0 0-4-15,0 0 116 0,0 0 67 16,0 0-16-16,0 0-92 0,0 0-99 15,-45 75-73-15,38-62-35 0,3 2-33 16,-2-2-13-16,5-3-51 0,-1 1-99 16,2-3-80-16,0 0-139 0,0-3-420 15,3-1-850-15</inkml:trace>
  <inkml:trace contextRef="#ctx0" brushRef="#br0" timeOffset="73431.72">25377 1790 2050 0,'0'0'444'15,"0"0"-379"-15,0 0 15 0,0 0 94 16,0 0 96-16,0 0 46 15,0 0-72-15,0 0-33 0,0 0-91 0,59 67-48 16,-46-50-54-16,1 1-18 0,-1-2-1 16,2 3-2-16,-2-1-26 0,1-1 7 15,-4-2-15-15,0-1-76 0,-1-1-32 0,-4 0-10 16,0-3-224-16,-2-1-280 0,-2-4-161 16,-1-1-488-16</inkml:trace>
  <inkml:trace contextRef="#ctx0" brushRef="#br0" timeOffset="73685.36">25638 1766 2451 0,'0'0'682'0,"0"0"-357"0,0 0-43 15,0 0-34-15,0 0 0 0,0 0-80 16,0 0-128-16,-41 64-9 0,28-38 6 15,-2 2 22-15,0 2 9 0,-2 1 24 16,2-2 0-16,-2 2-49 0,3-1-41 16,-1-3 38-16,5-3-40 0,4-4-43 0,-1-5-49 15,6-3-52-15,1-1-104 16,0-6-111-16,4-2-69 0,5-3-8 0,2 0-243 16,-1-3-389-16,6-6-77 0</inkml:trace>
  <inkml:trace contextRef="#ctx0" brushRef="#br0" timeOffset="73915.92">25711 2071 1228 0,'0'0'605'0,"0"0"-436"0,0 0 100 16,0 0 177-16,0 0-42 0,0 0-66 15,0 0-87-15,0 0-119 16,0 0-79-16,3 73-2 0,-3-65-22 0,0 4-29 16,0-1-16-16,0-2 13 0,0-2-13 15,0-2-62-15,0-3-124 0,3-1-131 16,0-1-183-16,1 0-500 0,2-3 39 0</inkml:trace>
  <inkml:trace contextRef="#ctx0" brushRef="#br0" timeOffset="74780.08">25675 2063 1088 0,'0'0'644'0,"0"0"-176"16,0 0-168-16,0 0-138 0,0 0-127 0,0 0-35 15,0 0-3-15,0 0 3 0,0 0 16 16,0 0 16-16,0 0 59 0,26 0 47 15,-22-1 28-15,-1-1-16 0,2 2-25 0,-1 0-11 16,2-1-29-16,0 1-40 0,2-1-23 16,1 1-6-16,1-1-16 0,0 1-3 15,-1 0-23-15,-1 0 26 0,-3 0 0 16,-1 0-20-16,-4 0 20 0,4 2 0 16,-4 2 67-16,0 2 71 0,0-1 41 15,0 4-31-15,-1 2-58 0,-5-1-49 16,0 2-19-16,2-1 15 0,-2 1-28 15,0 0-9-15,2-2-6 0,-2-1 6 16,1 1 21-16,0-1-21 0,1 0 0 0,-2 0 16 16,2 0 6-16,-2-2 0 0,5-3 2 15,-1 1-21-15,2-3 1 0,0-1-4 16,0-1-18-16,0 2 18 0,0-2 25 16,0 0-22-16,0 0 9 0,0 1 13 15,0-1-4-15,0 0-21 0,0 1-2 16,0 1 2-16,0-1 10 0,3 1-10 15,3-1-28-15,-2 0 28 0,2 3 0 0,1-3-1 16,2 0-18-16,2-1 17 0,2 0-32 16,4 0-90-16,-2-4-125 0,2 0-132 15,-2-3-159-15,-3 2-570 0,0-3-215 0</inkml:trace>
  <inkml:trace contextRef="#ctx0" brushRef="#br0" timeOffset="75011.57">26018 2067 2477 0,'0'0'521'0,"0"0"-322"16,0 0 84-16,0 0 34 15,0 0-27-15,0 0-23 0,0 0-47 16,0 0-72-16,-3 72-59 0,0-56-43 0,3-1-43 15,-1-3-3-15,1 2-24 0,0-3-108 16,0-1-100-16,0-2-97 0,0-3-242 0,0-1-766 16,0 0-683-16</inkml:trace>
  <inkml:trace contextRef="#ctx0" brushRef="#br0" timeOffset="75616.49">26874 1829 1907 0,'0'0'1067'16,"0"0"-763"-16,0 0-21 0,0 0 55 15,0 0-53-15,0 0-64 0,0 0-94 16,0 0-81-16,0 0-27 0,0 0 27 16,0 0-6-16,25 74 0 0,-12-50-18 15,1-1-19-15,2 1-1 0,-3 0-2 0,4-3-16 16,-1-2-14-16,1 0-23 15,-1-5-104-15,0 1-101 0,-1-3-40 16,-1-4-268-16,-7-4-548 0,0-1-62 0</inkml:trace>
  <inkml:trace contextRef="#ctx0" brushRef="#br0" timeOffset="75831.8">27017 1866 2380 0,'0'0'814'0,"0"0"-524"16,0 0-170-16,0 0 10 0,0 0-7 16,0 0-4-16,-36 68 1 0,27-45-8 15,-1 3-34-15,0-2-34 0,1 2-17 16,-1-1 1-16,0-3-17 0,3-1-11 16,1-6-44-16,6-3-93 0,0-2-173 0,0-4-98 15,7-5-125-15,2 0-274 0,2-1-259 16,3-1-25-16</inkml:trace>
  <inkml:trace contextRef="#ctx0" brushRef="#br0" timeOffset="76172.89">27239 2060 1380 0,'0'0'302'0,"0"0"-246"0,0 0 100 0,0 0-1 16,0 0-5-16,0 0-2 0,0 0 14 15,0 0-36-15,0 0-68 0,0 0-23 16,30 28 30-16,-26-24 35 0,-2 2 2 16,-1 0-22-16,-1 0 7 0,0 1 21 15,0-3-22-15,0 3-16 0,0 0 4 16,-3-2 8-16,-1 0 10 0,0 1-4 0,-1-1 10 16,1-1 24-16,1-1-75 0,3 0-34 15,-3 0 7-15,3-2-20 0,0 2-28 16,0-1-9-16,0 0 24 0,0 1 13 15,0-1-19-15,0 0 1 0,0 1 16 16,3-2-11-16,3 0-50 0,1 1-9 16,5-2-29-16,1 0-23 0,4 0-92 15,2 0-13-15,2 0-2 0,1-3-72 0,-2 0-221 16,-6 0-204 0,3-2-398-16</inkml:trace>
  <inkml:trace contextRef="#ctx0" brushRef="#br0" timeOffset="76516.3">27475 2046 1386 0,'0'0'261'0,"0"0"-96"0,0 0 140 16,0 0-78-16,0 0-72 0,0 0-51 15,0 0-36-15,0 0-43 0,0 0-9 16,82-1-14-16,-70 2 21 0,-1 2 3 0,-2 0 6 16,-3-1 7-16,-2 2 31 0,-2 1 84 15,-2 2 115-15,0 1 10 0,0 2-96 16,-3 0-57-16,-2 1-57 0,1 0-22 16,0-1-8-16,-1 0 42 0,1-1-44 15,3 0-12-15,-1-3 44 0,1 3-1 0,1-5-31 16,0 1-37-16,0 0-2 0,0-3-13 15,1 0-4-15,4-1-21 0,3-1-35 16,-1 0-28-16,5 0-114 0,-1-5-98 16,4-3-92-16,-4 2-320 0,4-4-493 0</inkml:trace>
  <inkml:trace contextRef="#ctx0" brushRef="#br0" timeOffset="76898.34">27975 1833 947 0,'0'0'1914'0,"0"0"-1491"16,0 0-257-16,0 0 11 0,0 0 3 0,0 0-66 16,0 0-36-16,0 0 45 0,0 0-11 15,0 0-22-15,46 86-24 16,-33-63 8-16,3-1-6 0,-3 2-46 0,1-3-21 15,-2 0 2-15,-2-2-3 0,0-2-11 16,0-3-26-16,1-2-43 0,0-2-125 16,-1-4-166-16,-1-1-247 0,-1-5-529 15,1 0-90-15</inkml:trace>
  <inkml:trace contextRef="#ctx0" brushRef="#br0" timeOffset="77100.8">28154 1905 2632 0,'0'0'667'0,"0"0"-460"0,0 0-20 0,0 0 86 15,0 0-25-15,0 0-39 0,0 0-52 16,0 0-52-16,-62 83 15 0,46-57 79 16,-3 1-34-16,2-1-83 0,3-3-81 15,2-3-1-15,2-2-33 0,6-2-120 16,4-4-107-16,0-4 38 0,1-2-156 15,10-3-410-15,-2-3-727 0,6 0-301 0</inkml:trace>
  <inkml:trace contextRef="#ctx0" brushRef="#br0" timeOffset="77916.55">28322 2107 924 0,'0'0'680'16,"0"0"-274"-16,0 0-85 0,0 0 19 15,0 0-54-15,0 0-145 16,0 0-96-16,0 0-1 0,0 0-12 0,0 0-31 15,0 0 22-15,21-5 18 0,-11 4-15 16,0-1-26-16,0 2-32 0,3 0 32 16,-4 0 25-16,-1 0-22 0,-2 0-1 15,-2 3 33-15,-1 3 38 0,0 0 13 0,-3 4 47 16,0-1 72-16,0 4-36 0,-6 1-96 16,-1-1-23-16,0-1 13 0,0-1-20 15,1-1-41-15,1-2-2 0,0-2 22 16,4-1 6-1,-1-3-12-15,1 1-16 0,1-3 0 0,0 0 0 0,0 0-41 0,0 0-18 16,1 0 3-16,5 0 9 16,2 0 22-16,4 0-45 0,1 0-99 15,1-3-8-15,2-1-67 0,-1-3-53 0,-1 1-252 16,-1 1-435-16,2-6-270 0</inkml:trace>
  <inkml:trace contextRef="#ctx0" brushRef="#br0" timeOffset="78334.22">28614 2052 261 0,'0'0'1603'0,"0"0"-1259"16,0 0-240-16,0 0 25 0,0 0 49 16,0 0-11-16,0 0-35 15,0 0-32-15,0 0-43 0,0 0-15 0,77 0 12 0,-71 0 17 16,-3 0 12-16,0 0 3 0,-3 2-20 15,0-1 26-15,0 2 51 16,0-1 27-16,0 2 28 0,-3 2-64 0,0 0-68 16,-3 1-32-16,-2 2-6 0,-1 0-6 15,2-2-7-15,0 1-2 0,0-3-13 16,2 1-4-16,1-1-14 0,4 0 2 16,-3-3-2-16,3-1-13 0,0 3 6 15,0-4 6-15,0 2-6 0,0 1-9 16,3 0-7-16,4 0 7 0,2-1-31 15,1 1-12-15,0 0-10 0,3-2 30 0,-3 2 25 16,-1 0 7-16,-1 0 0 0,-5-1 22 16,0 2 1-16,-2-1 2 0,-1 0 13 15,0 3 60 1,0-1 56-16,0 1-12 0,-4 0-43 0,1 2-17 0,-4-1-23 16,3-3-19-16,-2 2-13 0,0-1 14 0,0-2-16 15,1 0-190-15,1-2-100 0,2-1-112 16,-1 0-293-16,3 0-694 0</inkml:trace>
  <inkml:trace contextRef="#ctx0" brushRef="#br0" timeOffset="78648.38">29098 1960 1725 0,'0'0'745'0,"0"0"-619"0,0 0-81 0,0 0 223 16,0 0 199-16,0 0-59 0,0 0-99 15,0 0-82-15,33 80-78 0,-24-60-84 16,2 2-22-16,-1-2 3 0,0-1-16 15,3 0-30-15,0-1-24 0,-1-2 23 16,2-2-21-16,1-3-74 0,-1-2-80 16,-1-1-27-16,1-1-108 0,-2-3-340 15,-5-4-500-15,3 0 137 0</inkml:trace>
  <inkml:trace contextRef="#ctx0" brushRef="#br0" timeOffset="78865.8">29321 2001 1106 0,'0'0'2256'15,"0"0"-1888"-15,0 0-280 0,0 0 75 16,0 0 85-16,0 0-37 0,0 0-44 16,0 0-44-16,-56 79-28 0,43-57-27 15,-3 1-34-15,3-2-31 0,3-1-3 16,0-2-22-16,4-1-36 0,2-4-89 15,2-2-45-15,2-2-74 0,0-2-155 16,0-2-358-16,0-5-555 0,2 2-115 0</inkml:trace>
  <inkml:trace contextRef="#ctx0" brushRef="#br0" timeOffset="79261.89">29373 2182 1186 0,'0'0'712'0,"0"0"-404"16,0 0-130-16,0 0-7 0,0 0 26 16,0 0-14-16,0 0-29 0,0 0-71 0,0 0-57 15,0 0-7-15,0 0-9 0,68 0-8 16,-62 0-2-16,-2 0 29 0,0 0-7 15,0 2-21-15,-2-1 18 0,-2 1 42 16,0 0 18-16,0 3 39 0,0-1 53 16,0 3 21-16,-4 1-64 0,1 0-77 15,-3 1-35-15,3 2 15 0,-1-1 6 16,-2-1-37-16,3 0-1 0,0-1 1 16,-1-3 0-16,3 1-6 0,1-5-25 15,0 4 28-15,0-4-22 0,0 0-22 16,0-1 5-16,1 3 40 0,6-2 0 0,-1-1-29 15,1 0-13-15,2 0-120 0,1 0 10 16,0 0-78-16,-1 0-116 0,2-1-241 16,-4-2-131-16,2-2-310 0,-95 9 317 0</inkml:trace>
  <inkml:trace contextRef="#ctx0" brushRef="#br0" timeOffset="79570.85">29653 2137 2093 0,'0'0'646'16,"0"0"-430"-16,0 0-75 0,0 0 22 15,0 0-20-15,0 0-60 0,0 0-55 16,0 0 10-16,0 0 16 0,0 0 63 16,-32 51 72-16,26-43 25 0,2-1-89 15,1 1-113-15,3-2 1 0,0 1-13 0,0-4 18 16,0 3-18-16,0-4 0 0,2 1 0 15,3 0 2-15,-2 0-2 0,4-2-1 16,-1 0-2-16,3 1-18 0,2-2-29 16,2 2 15-16,0-2 14 0,0 0 17 0,4 0-24 15,-2 0-18-15,-1-2-6 0,2 0-4 16,-3 0-48-16,0-1-34 0,-3 0-23 16,2-1-65-16,-4 0-78 0,-2 1-188 15,0-1-87-15,-3 0-26 0,0-1-151 0</inkml:trace>
  <inkml:trace contextRef="#ctx0" brushRef="#br0" timeOffset="79781.81">29758 2163 414 0,'0'0'2177'0,"0"0"-1746"0,0 0-229 16,0 0 65-16,0 0 84 0,0 0 26 15,0 0-80-15,0 0-53 0,0 0-100 16,-33 74-83-16,27-59-58 0,2 2-3 0,-1-3-11 16,2 2-50-16,-2-1-77 0,1-2-136 15,-1-2-204-15,2-3-758 0,-4-2-912 0</inkml:trace>
  <inkml:trace contextRef="#ctx0" brushRef="#br0" timeOffset="80464.88">25570 2495 1854 0,'0'0'1015'0,"0"0"-778"16,0 0-64-16,0 0 113 0,0 0 74 15,0 0-62-15,0 0-99 0,0 0-70 16,0 0-67-16,0 0-25 0,3 20 25 16,0-10 27-16,1 3 9 0,0 3-28 15,4 3-30-15,-1-1-22 0,0-2-18 16,4 1-16-16,-2-3-2 0,3-1-10 16,-1-1 1-16,1-4-31 0,-1-1-77 0,2-2-90 15,3-2-104-15,-3-3-149 0,3 0-290 16,-5 0-512-16,1-8-55 0</inkml:trace>
  <inkml:trace contextRef="#ctx0" brushRef="#br0" timeOffset="80683.3">25799 2503 2398 0,'0'0'683'0,"0"0"-405"0,0 0-12 16,0 0 56-16,0 0-52 0,0 0-140 15,0 0-46-15,0 0-35 0,-76 57-18 16,57-36 34-16,-3 0 15 0,2 4 25 16,0-1-10-16,-2 1-43 0,2-1-40 15,4 1-12-15,2-4-36 0,2 0-10 0,5-3-74 16,4-4-62-16,3-2-88 0,0-3-125 16,6-3-271-16,4-3-337 0,0-3 210 15,10-2-523-15</inkml:trace>
  <inkml:trace contextRef="#ctx0" brushRef="#br0" timeOffset="81127.83">25858 2707 1289 0,'0'0'989'16,"0"0"-746"-16,0 0-124 0,0 0-73 0,0 0 57 15,0 0 83-15,0 0 6 16,0 0-93-16,0 0-51 0,77-11-10 16,-66 10-1-16,3 1-36 0,-5 0-1 0,1 0 26 15,-4 0-7-15,-3 0-18 0,-2 0 31 16,-1 3 104-16,0-2 60 0,0 2-48 16,0-1-6-16,-3 3 20 0,-4 2-69 15,-3 2-50-15,0 1-41 0,-4 0 22 16,-1 1-11-16,2-1-13 0,0-2 0 0,6 0 0 15,1-3 0-15,3-3-43 0,3 1-9 16,-1-3 27-16,1 2-12 0,0-2-32 16,0 0-6-16,4 0 53 0,3 1 21 15,4 2 1-15,1 0-1 0,3-1 1 16,-1 1 0-16,2-1 0 0,0 3-12 16,-3-4 10-16,-3 4-1 0,-3-3-16 0,-2 2 8 15,-4-2 11-15,-1 3 19 0,0-2 22 16,0 4 27-16,0-1-5 0,-6 2-23 15,-1 0-40-15,-1-1-43 16,0-1-120-16,-2 0-145 0,0-1-130 0,3-2-177 16,1-2-448-16,-4-1-35 0</inkml:trace>
  <inkml:trace contextRef="#ctx0" brushRef="#br0" timeOffset="81346.86">26187 2728 1360 0,'0'0'1178'15,"0"0"-930"-15,0 0-68 0,0 0 128 0,0 0 73 16,0 0-57-16,0 0-82 16,-6 74-112-16,5-62-96 0,-1 1-34 0,2-2-18 15,0-1-103-15,0-2-155 0,0-1-118 16,3-4-334-16,0-2-576 0</inkml:trace>
  <inkml:trace contextRef="#ctx0" brushRef="#br0" timeOffset="81829.66">26887 2591 2884 0,'0'0'620'0,"0"0"-424"16,0 0-111-16,0 0-25 0,0 0 81 0,0 0 107 16,0 0-34-16,0 0-105 0,30 80-75 15,-21-62-7-15,4 0-2 0,-3 0-25 16,0 1-1-16,0-5 0 0,0-1 0 0,-1 1-45 16,-1-4-72-16,0 1-83 15,-4-4-119-15,2-1-243 0,-3-4-725 0,0-2-371 0</inkml:trace>
  <inkml:trace contextRef="#ctx0" brushRef="#br0" timeOffset="82047.61">27076 2594 2187 0,'0'0'819'0,"0"0"-490"0,0 0-113 16,0 0 31-16,0 0-115 0,0 0-22 15,0 0 0-15,-45 66-10 0,28-43 18 16,2 3 46-16,-2 0-10 0,1-3-52 16,1 1-44-16,1-4-40 0,3-3-18 15,5-4-46-15,3-1-80 0,3-5-90 16,0-2-82-16,6-4-151 0,7-1-194 0,-6 0-446 16,11-9-224-16</inkml:trace>
  <inkml:trace contextRef="#ctx0" brushRef="#br0" timeOffset="82514.47">27201 2758 1152 0,'0'0'394'0,"0"0"-264"0,0 0 78 16,0 0-23-16,0 0-75 0,0 0-26 16,0 0 7-16,0 0-52 0,0 0-26 15,79-7-13-15,-73 7 29 0,-3 0 35 0,0 0 46 16,-3 1 116-16,0 3 66 0,0-1-5 16,-3 4-59-16,-3-2-139 0,1 2-26 15,-4 3-22-15,2-3-39 0,-2 4 0 0,3-4 26 16,-2 1-9-16,2-2-19 15,3-1 16-15,0 0 21 0,0-3-37 0,3 0-3 16,0-1-25-16,0 1 0 0,0-2-23 16,0 0-31-16,0 2 32 0,3-2 37 15,0 0 10-15,3 2-25 0,1-1 2 16,0 1 26-16,-1 0 0 0,3 1-28 16,-1-1 4-16,1 3 24 0,-2-1 0 15,1 2-19-15,-2-2 19 0,-1 2 12 16,-2 0 14-16,-2 0-7 0,-1 0 15 15,0 0 33-15,-1 0-11 16,-5 0-24-16,-7-1-32 0,1 2-49 0,-3 0-119 16,-1-3-102-16,0 0-82 0,3-2-118 15,4-2-305-15,4 0-498 0</inkml:trace>
  <inkml:trace contextRef="#ctx0" brushRef="#br0" timeOffset="82879.14">27458 2804 668 0,'0'0'1049'0,"0"0"-812"0,0 0-75 16,0 0 26-16,0 0 13 0,0 0-43 15,0 0-55-15,0 0-29 0,0 0-29 16,0 0-3-16,50 0 25 0,-45 0 13 15,0 0-9-15,-2 0-11 0,0 2-18 16,0 0-7-16,0 0 0 0,-2 1 22 0,-1 0 29 16,0 2 35-16,0 1 43 0,0 2 28 15,-1 1-65-15,-5 0-52 0,-2 2-26 0,0-2-11 16,1 1-4-16,3-2-12 0,-1-3-19 16,4 1-3-16,1-1-3 0,0-4-16 15,0 3-3-15,0-2-15 0,0-1 9 16,1 0 12-16,2 2-9 0,3-3-6 15,3 0-16-15,2 0-132 0,1 0-71 16,-1-3-80-16,4-1-212 0,-5 0-561 16,4-1-285-16</inkml:trace>
  <inkml:trace contextRef="#ctx0" brushRef="#br0" timeOffset="83197.67">27951 2620 147 0,'0'0'2631'0,"0"0"-2099"15,0 0-383-15,0 0-69 0,0 0 15 16,0 0 110-16,0 0 53 0,0 0-90 16,31 70-81-16,-18-52 31 0,-1 1-31 15,2 0-53-15,-1-1-19 0,3 0-3 16,0 1-12-16,1-4-19 0,-2-1-15 0,0-3-28 16,-3-3-127-16,-1-1-149 0,-3-2-119 15,-2-3-237-15,-3-1-519 0,-2-1-171 0</inkml:trace>
  <inkml:trace contextRef="#ctx0" brushRef="#br0" timeOffset="83421.98">28139 2681 2985 0,'0'0'634'0,"0"0"-498"16,0 0 2-16,0 0 16 0,0 0 25 15,0 0 63-15,-54 68-44 0,45-48-100 0,-2 0-78 16,-1 1-18-16,2 1 30 0,-3-3 39 16,3-1-71-16,1-2-15 0,2-3-19 15,4-3-74-15,2-2-135 0,1-4-108 16,0-1-182-16,1-2-524 0,9-1-307 0</inkml:trace>
  <inkml:trace contextRef="#ctx0" brushRef="#br0" timeOffset="83847.37">28298 2817 802 0,'0'0'1010'0,"0"0"-662"0,0 0-174 0,0 0-63 15,0 0 5-15,0 0 10 0,0 0-20 16,0 0-39-16,0 0-28 0,0 0-17 15,0 0-9-15,68 12 3 0,-64-9 20 16,-1-3-4-16,-1 3 22 0,-2 1 157 16,0 1 170-16,-3 0-69 15,-3 2-161-15,-3 2-82 0,-2-1-35 0,1 2-15 16,-1-2-17-16,0-3-1 0,2 2 2 16,-1 0 13-16,4-2-1 0,-1-1 1 15,3-2 18-15,2 1-34 0,1-1-32 16,1-2-27-16,0 0 12 0,0 0 9 15,0 0 7-15,3 1 6 0,1-1 23 0,3 0 2 16,2 2-15-16,1 1-17 0,-1-2 3 16,4 0 13-16,-3 3 13 0,1-3-16 0,-2 4 4 15,-2-1 13-15,-1-1 1 0,0 1 0 16,-2-2 1-16,-3 3 15 0,-1-3 26 16,0 3 13-16,0-3 24 0,0 3 16 15,-1 0-20-15,-6-1-74 16,3-1-15-16,-1-1-85 0,-1-1-107 15,2-1-133-15,1 0-137 0,2 0-515 0,1-3-371 0</inkml:trace>
  <inkml:trace contextRef="#ctx0" brushRef="#br0" timeOffset="84295.6">28520 2838 1706 0,'0'0'740'0,"0"0"-556"16,0 0-104-16,0 0 4 0,0 0 6 15,0 0 48-15,0 0 12 0,0 0-54 16,0 0-57-16,0 0-37 0,56-1 10 16,-50 1 39-16,1 0-3 0,0 0-47 15,0 0-1-15,-1 0 22 0,-1 0 7 16,-1 0-28-16,-1 0 1 0,-3 2 40 15,0 1 68-15,0 1 111 0,0-1-3 16,0 4-56-16,-3 0-59 0,-1 1-72 16,-2 0-28-16,0 1 22 0,2-1-25 15,-2-1 0-15,3 2-19 0,0-5 19 16,2 0 0-16,1-3-27 0,-2 2-4 16,2-3 28-16,0 2-22 0,0-2-40 0,0 0-20 15,3 0 39-15,0 1-9 0,0-1-26 16,4 2 34-16,-4 0 44 0,3 0 2 15,-2 3-15-15,1-4 4 0,-1 5 12 0,-1-1 26 16,-3 0-11-16,0 0 14 0,0 1 30 16,0-1 5-16,0 1-30 0,-3-2-12 15,0 1 0-15,-3-1-10 0,2 0-12 16,-2-2-86-16,2 0-144 0,-2 0-127 16,3 0-263-16,-1-2-703 0</inkml:trace>
  <inkml:trace contextRef="#ctx0" brushRef="#br0" timeOffset="84610.69">28980 2691 1944 0,'0'0'551'16,"0"0"-338"-16,0 0 99 0,0 0 103 16,0 0 43-16,0 0-85 0,0 0-103 15,0 0-97-15,0 0-44 0,33 78-16 16,-26-60 16-16,2 2-17 0,-1 0-51 16,1 1-42-16,1-2-19 0,0-1-3 15,3-1-15-15,0 0-9 0,3-5-22 0,0-1-30 16,1-1-80-16,0-4-65 0,1 0-85 15,-1-4-150-15,-4-1-505 0,3-1-528 0</inkml:trace>
  <inkml:trace contextRef="#ctx0" brushRef="#br0" timeOffset="84845.05">29278 2723 2130 0,'0'0'1023'0,"0"0"-793"16,0 0-52-16,0 0 90 0,0 0 109 16,0 0 45-16,0 0-48 0,0 0-124 15,0 0-174-15,0 0-27 0,-88 83 30 0,59-55 9 16,2 2-15-16,1-2-13 0,7-1-60 16,2-5-6-16,1 0-30 0,6-6-19 15,4-1-118-15,2-4-122 0,2-4-115 16,2-3-343-16,2-3-756 0,8-1-217 0</inkml:trace>
  <inkml:trace contextRef="#ctx0" brushRef="#br0" timeOffset="85749.62">29333 2924 277 0,'0'0'121'0,"0"0"-121"0,0 0-126 16,0 0-96-16</inkml:trace>
  <inkml:trace contextRef="#ctx0" brushRef="#br0" timeOffset="86279.87">29333 2924 207 0,'0'0'260'0,"8"-5"-18"0,-8 5-76 16,0 0-147-16,0 0-19 0,0 0-172 0,0 0-14 15,0 0 68-15,0 0 89 0,0 0 29 16,0 0 131-16,0 0 90 0,0 0 4 15,0 0-7-15,0 0-16 0,0 0-46 16,0 0-32-16,0 0-43 0,0 0-50 0,0 1-31 16,0-1-10-16,0 0 10 15,0 0 32-15,0 0 20 0,0 0 23 0,0 0 16 16,0 0 26-16,0 0 22 0,0 0 3 16,0 0-9-16,0 0-27 0,0-1-25 15,0 1-40-15,3 0-41 0,-1-3-45 16,2 1 3-16,2 0 13 0,0-2 6 15,1 3-3-15,0-3 10 0,-1 2 3 16,1 1-6-16,-1-1 16 0,-1 2-13 16,-2 0 16-16,-3 0 0 0,2 0 100 0,-2 2 106 15,0 0-30-15,0 3-60 0,0 0-30 16,0-1-35-16,-2 1-25 0,-1 3-7 16,-2-1 3-16,2 1 3 0,-3-2 17 15,0 1 40-15,-1 0-34 0,-3-1-1 16,3 0-2-16,-2 0 9 0,3 0-7 0,-2-3-19 15,5 1-14-15,0-1-14 0,0-3-19 16,3 2-9-16,0-2-20 16,0 0-25-16,0 0-18 0,0 0-2 15,3 0 33-15,0 0 3 0,0 0-7 0,1 0 3 16,0 0 26-16,1 2 13 0,1-2 19 16,1 2 0-16,1-1 3 0,-1 1 0 15,1 0 0-15,-1-1 0 0,-1 2 0 0,-1 0-2 16,-2 0 2-16,-1-1 0 0,-2 1 48 15,0 0 70-15,0 2 61 0,-2 1-24 16,-2-2-54-16,-3 2-60 0,1 2-25 16,0-4 3-16,-1 2-19 0,1-2-27 15,-1-3-178-15,1 3-49 0,2-3-117 16,3-1-268-16,-1 0-753 0</inkml:trace>
  <inkml:trace contextRef="#ctx0" brushRef="#br0" timeOffset="86634.02">29604 2910 414 0,'0'0'1792'0,"0"0"-1504"0,0 0-107 15,0 0-11-15,0 0-54 0,0 0 28 16,0 0-6-16,0 0-46 0,0 0-9 15,-52 69 19-15,46-58 37 0,3-1 44 16,-1-1-7-16,1 2-53 0,3-4-49 16,-1-1-59-16,1 1-14 0,0-3 17 15,0-2-18-15,0 0-19 0,2 1 19 16,4-3 3-16,-1 1 31 0,3-1-34 0,-1 0-2 16,2 0 2-16,1 0 0 0,0 2-3 15,-1 0-14-15,1-2 17 0,3 1 15 16,0-1-15-16,0 0-25 0,0 0 25 15,0 0 0 1,-2 0-34-16,1 0-103 16,-1 0-18-16,-2-3-65 0,0 1-63 0,-3-2-110 0,-1-2-80 0,-2 3-194 15,-3-1-156-15</inkml:trace>
  <inkml:trace contextRef="#ctx0" brushRef="#br0" timeOffset="86832.5">29648 2986 2790 0,'0'0'566'15,"0"0"-429"-15,0 0 44 0,0 0 149 0,0 0 70 16,-31 66-85-16,25-48-131 0,3-1-107 16,0-2-64-16,2-1-13 0,1-1-22 15,0-3-51-15,0-1-139 0,0-4-212 16,0 0-574-16,0-3-983 0</inkml:trace>
  <inkml:trace contextRef="#ctx0" brushRef="#br0" timeOffset="87648.72">25528 3189 2055 0,'0'0'508'16,"0"0"-212"-16,0 0-13 0,0 0 67 15,0 0-21-15,0 0-90 0,0 0-82 16,0 0-49-16,0 0-33 0,0 0-7 0,0 0-9 16,0 21 18-16,4-10 3 0,4 6-18 15,3 2-47-15,2 2-14 0,1 1-1 16,1-1-15-16,-2 2 2 0,4-1 1 15,-2 0 12-15,-1-1-12 0,-2-4-41 16,2 0-36-16,-4-3-81 0,4 0-95 0,-2-1-93 31,-2-5-92-31,-4-2-533 0,2-3-189 16</inkml:trace>
  <inkml:trace contextRef="#ctx0" brushRef="#br0" timeOffset="87873.14">25717 3234 2126 0,'0'0'766'0,"0"0"-366"0,0 0-73 16,0 0-15-16,0 0-83 0,0 0-82 16,0 0-73-16,0 0-24 0,-62 83-10 0,45-55 28 15,1 2 19-15,-1-3-26 0,2 3-18 16,1-5-43-16,2 2-15 0,3-7-71 15,2-1-25-15,0-3 2 0,3-4-196 16,4-3-212-16,0-5-631 16,0-4-543-16</inkml:trace>
  <inkml:trace contextRef="#ctx0" brushRef="#br0" timeOffset="88715.26">25829 3454 245 0,'0'0'1603'0,"0"0"-1065"16,0 0-189-16,0 0-41 16,0 0-39-16,0 0-113 0,0 0-55 0,0 0-53 15,0 0-48-15,0 0-17 0,0 0 1 16,-11 42 3-16,11-36 13 0,0-1-3 16,0 1 3-16,1-2 37 0,-1 2 20 15,2-2-6-15,-1-1-1 0,2 1-22 16,-2 0-28-16,1 0-14 0,-1-1 11 15,2-2 2-15,0 4-2 0,3-4-22 16,-2 0 10-16,1 1 15 0,3-2-1 16,-1 0-1-16,1 0 0 0,2 0 2 0,1-2 10 15,2-1-10-15,0-1-3 16,0 0 0-16,0 0-13 0,1 1-10 16,-2 0-5-16,2 0-67 0,-5 0-77 15,1-2 19-15,0 3 2 0,-4-1 13 0,0 0-13 16,-5 0-91-16,1 0-108 0,-2 2-27 15,0-2-16-15,-2 1-311 0</inkml:trace>
  <inkml:trace contextRef="#ctx0" brushRef="#br0" timeOffset="88937.71">25927 3468 1243 0,'0'0'978'0,"0"0"-683"15,0 0-28-15,0 0 41 0,0 0-27 16,0 0-8-16,0 0-61 0,0 0-62 0,0 0 26 16,0 0 5-16,0 0-48 0,-1 66-40 15,-1-49-29-15,-1-1-36 0,2 1-28 16,-2-1-37-16,3-2-6 0,0-2-71 16,0-2-253-16,0-3-172 0,4-2-628 15,1-1-506-15</inkml:trace>
  <inkml:trace contextRef="#ctx0" brushRef="#br0" timeOffset="89397.51">26187 3382 1588 0,'0'0'1014'0,"0"0"-689"15,0 0-8-15,0 0 39 0,0 0-100 16,0 0-96-16,0 0-62 0,0 0-8 15,0 0-6-15,0 0 19 0,0 79 8 16,0-58-43-16,0 0-53 0,1 3-15 16,-1-3-11-16,2 1-66 0,-1-1-240 15,-1-7-167-15,0 4-858 0</inkml:trace>
  <inkml:trace contextRef="#ctx0" brushRef="#br0" timeOffset="90229.46">26750 3241 2380 0,'0'0'641'16,"0"0"-417"-16,0 0-49 0,0 0 53 16,0 0-16-16,0 0-106 0,0 0-77 15,0 0 38-15,0 0-14 0,0 0-10 16,29 80 4-16,-20-59 6 0,-1 3-16 0,1-2-12 16,-2-1-9-16,0-1-16 0,-1-1-15 15,0-2-22-15,1-3 6 0,0-2-97 16,-1-5-152-16,1-1-122 0,-1-3-186 15,0-1-465-15,1-2-167 0</inkml:trace>
  <inkml:trace contextRef="#ctx0" brushRef="#br0" timeOffset="90447.87">26864 3278 1634 0,'0'0'1107'0,"0"0"-817"15,0 0-188-15,0 0 48 0,0 0 57 0,0 0-68 16,0 0-85-16,0 0-3 16,0 0 31-16,-26 70 3 0,18-48-10 0,-1-2 11 15,-1 3-2-15,0-4-75 0,1 2-9 16,2-1-34-16,1-4-10 0,-1-1-104 16,6-2-148-16,1-3-175 0,0-3-289 15,0-3-381-15,5-4-120 0</inkml:trace>
  <inkml:trace contextRef="#ctx0" brushRef="#br0" timeOffset="90760.92">26966 3409 1125 0,'0'0'263'0,"0"0"-201"15,0 0 13-15,0 0 150 0,0 0 86 0,0 0-64 16,0 0-79-16,0 0-39 0,-10 75 51 15,10-63 42-15,-1-2-1 0,0 1-46 16,-1-1-51-16,-1-2-7 0,3 0-38 16,-1-5-32-16,-1 2-26 0,2-4-21 15,0-1-34-15,0 0-7 0,3 0-16 16,2 0 35-16,2 0 22 0,1 0 0 16,4 0 3-16,-2 0 10 0,3-1-13 15,-2 0 2-15,5-3-1 0,-1 3 2 0,2-2 10 16,-1-1-13-1,1 1-1-15,-1 2-15 16,-2-4-19-16,-2 3-63 0,-1 2-68 0,-2-1-25 0,-3-2-33 0,-3 3-72 16,-2 0-206-16,-1-2-180 0,0 0-474 0</inkml:trace>
  <inkml:trace contextRef="#ctx0" brushRef="#br0" timeOffset="90947.42">27082 3480 2408 0,'0'0'448'0,"0"0"-319"0,0 0 2 16,0 0 45-16,0 0-8 0,0 0-50 0,0 0-36 15,-15 79-28-15,14-62-16 16,-2-1-7-16,0-1-9 0,0 2-8 0,-1-1-14 16,1-1-51-16,2-3-110 0,1-1-137 15,0-1-19-15,3-7-150 0,2 0-650 16</inkml:trace>
  <inkml:trace contextRef="#ctx0" brushRef="#br0" timeOffset="91304.47">27289 3498 1110 0,'0'0'358'15,"0"0"-310"-15,0 0-28 0,0 0 152 0,0 0 98 16,0 0-20-16,0 0-14 0,82-23-84 16,-73 21-65-16,-3 2 6 15,-2 0 4-15,-1 0-4 0,0 2 19 0,-2 0 16 16,-1 5 12-16,0-2 47 0,0 2 19 16,0 4-67-16,-4 1-61 0,1 1-53 15,-3 0-9-15,-1-1 22 0,1 1 12 16,0-1-6-16,0-3 0 0,1 0 24 15,4-2-12-15,-1-4-34 0,2 1-22 16,0-1 12-16,0-3 2 0,0 2-14 16,5-2 0-16,0 0 9 0,5 0-6 15,-1 0-3-15,4-2-31 0,1-3-78 0,1-2 13 16,-1 0-118-16,1-3-140 0,-3 3-178 16,-3 0-739-16,3-2-485 0</inkml:trace>
  <inkml:trace contextRef="#ctx0" brushRef="#br0" timeOffset="91614.88">27749 3321 2224 0,'0'0'1093'0,"0"0"-839"16,0 0-105-16,0 0-13 0,0 0-1 15,0 0-6-15,0 0-36 0,0 0 44 16,0 0 24-16,0 0-13 0,43 77-25 16,-30-58-30-16,0-1-38 0,1-1-34 0,0-2-21 15,0-2-24-15,-1 0-7 0,0-3-18 16,0 0-62-16,0-3-40 0,0 0-115 15,0-4-122-15,-3 1-280 0,1-4-459 16,-3 0-186-16</inkml:trace>
  <inkml:trace contextRef="#ctx0" brushRef="#br0" timeOffset="91847.53">27926 3339 1774 0,'0'0'1431'0,"0"0"-1112"0,0 0-88 16,0 0 58-16,0 0-54 0,0 0-117 16,0 0-38-16,0 0 4 0,0 0-7 15,-49 86 6-15,35-62 52 0,-2 0 33 16,0-1-67-16,0 0-78 0,3-3-23 16,2-2-13-16,5-6-45 0,3-2-116 0,3-1-62 15,0-4-33-15,0 0-163 0,6-3-305 16,0-1-539-16,5-1 57 0</inkml:trace>
  <inkml:trace contextRef="#ctx0" brushRef="#br0" timeOffset="93323.58">28095 3480 783 0,'0'0'664'0,"0"0"-222"16,0 0-79-16,0 0 29 0,0 0-23 16,0 0-55-16,0 0-89 0,0 0-63 0,0 0-36 15,0 0-26-15,0 0-12 16,0 11-21-16,-3-8-30 0,0 4-5 0,0 1 17 16,0 0 17-16,-1 2-4 0,-1-2-16 15,0 2-18-15,2-2-6 0,0 1-3 16,2-4-18-16,-1 1-1 0,2-2-22 15,0-2-15-15,0 0-10 0,0-1 4 16,3 1 9-16,0-2 18 0,4 0-3 16,0 0 17-16,1 0-10 0,2 0-7 0,1 0-3 15,2 0-43-15,3 0-21 0,-3-3 8 16,3-1-4-16,-3 4-53 0,-1-3-58 16,-3 0-52-16,-3 2-120 15,-1 0-121-15,-4-2-65 0,2 2-18 0,-3-2-125 0</inkml:trace>
  <inkml:trace contextRef="#ctx0" brushRef="#br0" timeOffset="93529">28174 3484 1273 0,'0'0'1129'0,"0"0"-725"15,0 0-71-15,0 0-109 16,0 0-49-16,0 0-20 0,0 0 2 0,-26 71-12 15,23-55 3-15,2 1-20 0,-1-1-29 16,-1-1-40-16,2 0-25 0,1-4-17 16,0-1-17-16,0-2-68 0,0-4-109 15,1 2-102-15,5-5-163 0,-1 1-351 0,5-2-493 16</inkml:trace>
  <inkml:trace contextRef="#ctx0" brushRef="#br0" timeOffset="93981.8">28426 3479 1489 0,'0'0'462'0,"0"0"-387"0,0 0 61 15,0 0 29-15,0 0-10 0,0 0-29 16,0 0-36-16,0 0-22 0,84-31-4 15,-74 29 10-15,0 2-13 0,0 0 16 16,-3 0-6-16,-1 3-14 0,0 1-22 16,-3 0 23-16,-3 2 57 0,1-2 25 15,-1 4-33-15,0 1-31 0,-1 0-7 0,-5 1-21 16,0 1-46-16,-1-2-2 0,-3 2 3 16,3 0 6-16,-2-3-9 0,2 1-15 15,1-2 15-15,2-2 0 0,1-2-7 16,3-1-40-16,0 0 0 0,0-2 9 15,0 1-13-15,0 1-9 0,3-2 44 16,4 2-12-16,0 0-4 0,3 1 7 16,2-1-7-16,1 1-19 0,0 1-41 15,3-2 28-15,-5 3 32 0,-1-2 16 0,-4 1 16 16,-2-1 0 15,-4 3 35-31,0-2 70 0,0 1 99 0,-1 1-43 0,-5-2-35 0,2 2-59 0,-5 0-33 0,2-1-12 16,0 0-19-16,-2 1-3 0,-1-3-17 15,3 1-146-15,1-2-144 0,-1 1-102 16,1-3-203-16,2 0-585 0</inkml:trace>
  <inkml:trace contextRef="#ctx0" brushRef="#br0" timeOffset="94298.95">28919 3395 1129 0,'0'0'1190'15,"0"0"-931"-15,0 0-104 16,0 0 79-16,0 0 45 0,0 0 17 15,0 0-37-15,0 0-77 0,0 0-55 0,0 0-43 16,32 72-19-16,-25-55-15 0,-1-5-22 16,2 5-27-16,-2-3 2 0,2 0-3 15,-1-2-6-15,1-1-31 0,1-2-13 16,-2-1-84-16,1-5-159 0,1 1-211 16,-3-3-589-16,0-1-105 0</inkml:trace>
  <inkml:trace contextRef="#ctx0" brushRef="#br0" timeOffset="94537.32">29087 3364 2024 0,'0'0'1156'0,"0"0"-888"0,0 0-91 0,0 0 104 15,0 0-70-15,0 0-96 0,0 0-9 16,-41 66 24-16,26-43-6 0,0 0-17 15,-1 2-2-15,-1-3 18 0,2 1-19 16,-1-2-77-16,3-2-26 0,3-4-2 16,3-2-1-16,4-4-126 0,0-1-69 15,3-1-22-15,0-5-119 0,3-1-283 16,3-1-433-16,0 0 25 0,5-3-162 0</inkml:trace>
  <inkml:trace contextRef="#ctx0" brushRef="#br0" timeOffset="94846.68">29144 3538 1395 0,'0'0'1015'15,"0"0"-625"-15,0 0-126 0,0 0-18 16,0 0-11-16,0 0-55 16,0 0-63-16,0 0 9 0,0 0 44 0,0 0 1 15,0 0-28-15,-6 48-23 0,3-36-30 16,-2 0-32-16,-1-1-12 0,0 2-9 15,0-2-16-15,2-2-21 0,1-3 0 16,3 1-3-16,-1-3-9 0,1-4-13 16,0 2-11-16,0-2-4 0,0 0-13 0,4 0-15 15,3 0 19-15,3 0-6 0,2 0 51 16,0-2 4-16,2 1-3 0,0-2-12 16,2-1-1-16,0 0-46 0,1-1-56 15,0-1-16-15,2 1-45 0,0 0-86 16,-2-1 95-16,2 0-511 0,-6 0-525 0,1-1 51 15</inkml:trace>
  <inkml:trace contextRef="#ctx0" brushRef="#br0" timeOffset="95062.64">29262 3565 1634 0,'0'0'1058'16,"0"0"-817"-16,0 0-13 0,0 0 24 15,0 0 14-15,0 0 11 0,0 0-35 16,0 0-43-16,-19 70-41 0,15-55-23 0,-2 1-21 16,2 0-43-16,1-3-55 0,0-1-16 15,0-3-12-15,2 0-56 0,1-2-110 16,0-5-76-16,0-1-51 0,0 1-146 16,0-2-199-16,4 0-380 0,-1-3 289 15,4-4-393-15</inkml:trace>
  <inkml:trace contextRef="#ctx0" brushRef="#br0" timeOffset="95395.42">29388 3494 1873 0,'0'0'590'0,"0"0"-400"0,0 0 7 0,0 0 88 16,0 0 12-16,0 0-85 0,0 0-10 15,0 0 2-15,0 0-53 0,0 0-20 16,0 0 5-16,-25 76-34 0,22-62-77 16,-1-2-25-16,1-1 34 0,2-1 9 15,-1-3-43-15,2 0-15 0,0-3 15 16,0-1 0-16,0 1-20 0,0-1 0 16,3 0 20-16,0-3 3 0,3 4-3 15,2-4 0-15,2 2-2 0,1-2 2 0,1 0-49 16,1 0-7-16,0 0 13 0,-1 0-3 15,-2 0-44-15,-2 0 6 0,-2-2 12 16,-3 2 19-16,0 0-19 0,-3-2-45 16,0 0-72-16,2 0-108 0,-1-2-125 15,-1 0-83-15,0 1-240 0,0-5-395 16</inkml:trace>
  <inkml:trace contextRef="#ctx0" brushRef="#br0" timeOffset="95628.31">29445 3551 391 0,'0'0'1641'15,"0"0"-1088"-15,0 0-253 0,0 0-5 16,0 0 49-16,0 0-69 0,0 0-36 0,0 0 2 16,0 0-36-16,0 0-54 0,-10 61-7 15,10-47-9-15,-3 0-25 0,2 1-48 16,-1 1-32-16,1 1-30 0,-2-3-16 15,3 0-42-15,0-3-71 0,0 1-104 0,0-2-123 16,4 0-271-16,-1-6-673 0,6 1-422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B88C7-E17D-454C-BBE4-15F8CA17A05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E764E-E514-44DF-A9FE-1CB2FE18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1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64E-E514-44DF-A9FE-1CB2FE180C0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5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908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0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rilliant.org/wiki/vertex-cove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customXml" Target="../ink/ink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2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obi.com/resource/modeling-examples-using-the-gurobi-python-api-in-jupyter-notebook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Integer Linear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Further Problems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F72249-9D18-4A22-9CFC-2D1947EFDF83}"/>
                  </a:ext>
                </a:extLst>
              </p14:cNvPr>
              <p14:cNvContentPartPr/>
              <p14:nvPr/>
            </p14:nvContentPartPr>
            <p14:xfrm>
              <a:off x="5673600" y="4255200"/>
              <a:ext cx="1204200" cy="66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F72249-9D18-4A22-9CFC-2D1947EFD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64240" y="4245840"/>
                <a:ext cx="1222920" cy="6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AB85B7-9AA6-408C-BC63-C0EAB623D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Minimum Set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4F33BF-BD07-4F3D-8A32-44A442B8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78B101-0DAD-44BF-9A58-AD977B2AA8A6}"/>
                  </a:ext>
                </a:extLst>
              </p14:cNvPr>
              <p14:cNvContentPartPr/>
              <p14:nvPr/>
            </p14:nvContentPartPr>
            <p14:xfrm>
              <a:off x="4139640" y="3691080"/>
              <a:ext cx="1116720" cy="38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78B101-0DAD-44BF-9A58-AD977B2AA8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0280" y="3681720"/>
                <a:ext cx="1135440" cy="3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64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/>
                  <a:t> – number of sets |S|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D30E80-5BBF-4793-949B-4AD48D63EB22}"/>
                  </a:ext>
                </a:extLst>
              </p14:cNvPr>
              <p14:cNvContentPartPr/>
              <p14:nvPr/>
            </p14:nvContentPartPr>
            <p14:xfrm>
              <a:off x="3709440" y="1046520"/>
              <a:ext cx="7879680" cy="381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D30E80-5BBF-4793-949B-4AD48D63EB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0080" y="1037160"/>
                <a:ext cx="7898400" cy="38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 dirty="0"/>
                  <a:t>Example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Pick the minimum number of sets to get all elements 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 dirty="0"/>
                  <a:t>Answer by inspection?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 t="-2484" r="-1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3C5EF2-9F09-4EDE-BF2A-CEA979DA3228}"/>
                  </a:ext>
                </a:extLst>
              </p14:cNvPr>
              <p14:cNvContentPartPr/>
              <p14:nvPr/>
            </p14:nvContentPartPr>
            <p14:xfrm>
              <a:off x="6254640" y="740520"/>
              <a:ext cx="5240880" cy="576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3C5EF2-9F09-4EDE-BF2A-CEA979DA32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45280" y="731160"/>
                <a:ext cx="5259600" cy="57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/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800" dirty="0"/>
                  <a:t>Minimum set cover 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8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blipFill>
                <a:blip r:embed="rId4"/>
                <a:stretch>
                  <a:fillRect l="-697" t="-2564" b="-38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3BDDA39-5003-4992-AB13-B26A31994C63}"/>
              </a:ext>
            </a:extLst>
          </p:cNvPr>
          <p:cNvSpPr txBox="1"/>
          <p:nvPr/>
        </p:nvSpPr>
        <p:spPr>
          <a:xfrm>
            <a:off x="9917810" y="38740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(Element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197B4-459D-473F-89EF-6C3D35251B58}"/>
              </a:ext>
            </a:extLst>
          </p:cNvPr>
          <p:cNvSpPr txBox="1"/>
          <p:nvPr/>
        </p:nvSpPr>
        <p:spPr>
          <a:xfrm>
            <a:off x="9908522" y="41192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(Element 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80512-D955-4251-98E2-46D8AF420ED4}"/>
              </a:ext>
            </a:extLst>
          </p:cNvPr>
          <p:cNvSpPr txBox="1"/>
          <p:nvPr/>
        </p:nvSpPr>
        <p:spPr>
          <a:xfrm>
            <a:off x="9908383" y="43633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(Element 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80398-7F4F-4D73-91C6-7C471BFA8B3A}"/>
              </a:ext>
            </a:extLst>
          </p:cNvPr>
          <p:cNvSpPr txBox="1"/>
          <p:nvPr/>
        </p:nvSpPr>
        <p:spPr>
          <a:xfrm>
            <a:off x="9902812" y="46085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(Element 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E49A4-3AF0-4A46-9DD4-94B77F7B0CAC}"/>
              </a:ext>
            </a:extLst>
          </p:cNvPr>
          <p:cNvSpPr txBox="1"/>
          <p:nvPr/>
        </p:nvSpPr>
        <p:spPr>
          <a:xfrm>
            <a:off x="9900958" y="4837215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(Element 5)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C34C90-2AE0-4CBC-AF51-2A6EB8FD1B3C}"/>
              </a:ext>
            </a:extLst>
          </p:cNvPr>
          <p:cNvCxnSpPr/>
          <p:nvPr/>
        </p:nvCxnSpPr>
        <p:spPr>
          <a:xfrm>
            <a:off x="5147035" y="2875175"/>
            <a:ext cx="7918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FA545C-1A57-4E07-A41F-A9FE391E9D25}"/>
                  </a:ext>
                </a:extLst>
              </p14:cNvPr>
              <p14:cNvContentPartPr/>
              <p14:nvPr/>
            </p14:nvContentPartPr>
            <p14:xfrm>
              <a:off x="2129040" y="903600"/>
              <a:ext cx="8408880" cy="491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FA545C-1A57-4E07-A41F-A9FE391E9D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9680" y="894240"/>
                <a:ext cx="8427600" cy="49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69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Costed </a:t>
            </a:r>
            <a:r>
              <a:rPr lang="en-GB" dirty="0" err="1"/>
              <a:t>Firestation</a:t>
            </a:r>
            <a:r>
              <a:rPr lang="en-GB" dirty="0"/>
              <a:t>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6180495" y="1344927"/>
                <a:ext cx="4165756" cy="535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0,1,2,3,4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95" y="1344927"/>
                <a:ext cx="4165756" cy="5355312"/>
              </a:xfrm>
              <a:prstGeom prst="rect">
                <a:avLst/>
              </a:prstGeom>
              <a:blipFill>
                <a:blip r:embed="rId2"/>
                <a:stretch>
                  <a:fillRect t="-911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49C97F3-0236-4511-9837-8047D887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1" y="1431843"/>
            <a:ext cx="4505325" cy="43148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EF7571-B5B6-47AA-A575-9C9F36B7D106}"/>
                  </a:ext>
                </a:extLst>
              </p14:cNvPr>
              <p14:cNvContentPartPr/>
              <p14:nvPr/>
            </p14:nvContentPartPr>
            <p14:xfrm>
              <a:off x="1690560" y="1049760"/>
              <a:ext cx="9674280" cy="504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EF7571-B5B6-47AA-A575-9C9F36B7D1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1200" y="1040400"/>
                <a:ext cx="9693000" cy="50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04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Costed </a:t>
            </a:r>
            <a:r>
              <a:rPr lang="en-GB" dirty="0" err="1"/>
              <a:t>Firestation</a:t>
            </a:r>
            <a:r>
              <a:rPr lang="en-GB" dirty="0"/>
              <a:t>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3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/>
              <p:nvPr/>
            </p:nvSpPr>
            <p:spPr>
              <a:xfrm>
                <a:off x="5700420" y="1385740"/>
                <a:ext cx="6094428" cy="2410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1385740"/>
                <a:ext cx="6094428" cy="2410660"/>
              </a:xfrm>
              <a:prstGeom prst="rect">
                <a:avLst/>
              </a:prstGeom>
              <a:blipFill>
                <a:blip r:embed="rId4"/>
                <a:stretch>
                  <a:fillRect l="-800" t="-1263"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/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algn="ctr"/>
                <a:r>
                  <a:rPr lang="en-GB" sz="1800" b="0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r>
                  <a:rPr lang="en-GB" sz="1800" b="0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r>
                  <a:rPr lang="en-GB" sz="1800" b="0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r>
                  <a:rPr lang="en-GB" sz="1800" b="0" i="1" dirty="0"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blipFill>
                <a:blip r:embed="rId5"/>
                <a:stretch>
                  <a:fillRect l="-714" t="-1179" b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5CA100-E295-4BC8-BB78-F6F52EA94AFF}"/>
              </a:ext>
            </a:extLst>
          </p:cNvPr>
          <p:cNvSpPr txBox="1"/>
          <p:nvPr/>
        </p:nvSpPr>
        <p:spPr>
          <a:xfrm>
            <a:off x="10135738" y="5028566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(City 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FA63D-A2E7-4371-8E35-F2BCE539730D}"/>
              </a:ext>
            </a:extLst>
          </p:cNvPr>
          <p:cNvSpPr txBox="1"/>
          <p:nvPr/>
        </p:nvSpPr>
        <p:spPr>
          <a:xfrm>
            <a:off x="10135737" y="529702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(City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89945-228A-4505-A7F4-74E740EE6267}"/>
              </a:ext>
            </a:extLst>
          </p:cNvPr>
          <p:cNvSpPr txBox="1"/>
          <p:nvPr/>
        </p:nvSpPr>
        <p:spPr>
          <a:xfrm>
            <a:off x="10135737" y="558433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(City 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7BE2C-4088-4486-A5B0-96F3C5E1209E}"/>
              </a:ext>
            </a:extLst>
          </p:cNvPr>
          <p:cNvSpPr txBox="1"/>
          <p:nvPr/>
        </p:nvSpPr>
        <p:spPr>
          <a:xfrm>
            <a:off x="10135737" y="586221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(City 3)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319C5E-FDA8-4E4F-85BF-993DB64AC34F}"/>
              </a:ext>
            </a:extLst>
          </p:cNvPr>
          <p:cNvCxnSpPr/>
          <p:nvPr/>
        </p:nvCxnSpPr>
        <p:spPr>
          <a:xfrm>
            <a:off x="8700940" y="3789575"/>
            <a:ext cx="0" cy="3393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28798D-E4FD-4EF8-AF78-5AC7F69EEFAC}"/>
              </a:ext>
            </a:extLst>
          </p:cNvPr>
          <p:cNvSpPr txBox="1"/>
          <p:nvPr/>
        </p:nvSpPr>
        <p:spPr>
          <a:xfrm>
            <a:off x="10135736" y="612354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(City 4)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A9AF3F-017A-4683-9298-2D206FBA10B1}"/>
                  </a:ext>
                </a:extLst>
              </p14:cNvPr>
              <p14:cNvContentPartPr/>
              <p14:nvPr/>
            </p14:nvContentPartPr>
            <p14:xfrm>
              <a:off x="1080720" y="56880"/>
              <a:ext cx="10917000" cy="67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A9AF3F-017A-4683-9298-2D206FBA10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1360" y="47520"/>
                <a:ext cx="10935720" cy="67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8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Costed </a:t>
            </a:r>
            <a:r>
              <a:rPr lang="en-GB" dirty="0" err="1"/>
              <a:t>Firestation</a:t>
            </a:r>
            <a:r>
              <a:rPr lang="en-GB" dirty="0"/>
              <a:t>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2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3D0B531-E56F-4F1E-917C-789C8C3D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5" y="1488639"/>
            <a:ext cx="5200650" cy="4838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75DE0A-0241-4F75-B469-A49A67B7FC42}"/>
                  </a:ext>
                </a:extLst>
              </p14:cNvPr>
              <p14:cNvContentPartPr/>
              <p14:nvPr/>
            </p14:nvContentPartPr>
            <p14:xfrm>
              <a:off x="3780360" y="5322960"/>
              <a:ext cx="6123600" cy="99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75DE0A-0241-4F75-B469-A49A67B7FC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1000" y="5313600"/>
                <a:ext cx="6142320" cy="10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745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Find a set of edges that cover the vertices…</a:t>
            </a:r>
          </a:p>
          <a:p>
            <a:pPr marL="0" indent="0">
              <a:buNone/>
            </a:pPr>
            <a:r>
              <a:rPr lang="en-GB" dirty="0"/>
              <a:t>e.g.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2E45F2-4AC9-4F33-965E-4AE3E6D1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9363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4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Minimum 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Find a the minimum number of edges that cover the vertices…</a:t>
            </a:r>
          </a:p>
          <a:p>
            <a:pPr marL="0" indent="0">
              <a:buNone/>
            </a:pPr>
            <a:r>
              <a:rPr lang="en-GB" dirty="0"/>
              <a:t>e.g.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1273C7-01AE-4FF0-B5C8-501C6485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230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79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Minimum Vertex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8B4272-7812-41A1-A292-9640660619E4}"/>
                  </a:ext>
                </a:extLst>
              </p14:cNvPr>
              <p14:cNvContentPartPr/>
              <p14:nvPr/>
            </p14:nvContentPartPr>
            <p14:xfrm>
              <a:off x="3570480" y="3879000"/>
              <a:ext cx="2335680" cy="75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8B4272-7812-41A1-A292-9640660619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1120" y="3869640"/>
                <a:ext cx="2354400" cy="77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40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Vertex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set of vertices that includes at least one endpoint of every edge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CF60DD-B3A2-4607-A6BF-0BA8A4AF7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1928813"/>
            <a:ext cx="20955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AFEEE3-B7BF-43D8-BDD0-846C8A8D4960}"/>
                  </a:ext>
                </a:extLst>
              </p14:cNvPr>
              <p14:cNvContentPartPr/>
              <p14:nvPr/>
            </p14:nvContentPartPr>
            <p14:xfrm>
              <a:off x="1633680" y="3015360"/>
              <a:ext cx="7706160" cy="156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AFEEE3-B7BF-43D8-BDD0-846C8A8D49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4320" y="3006000"/>
                <a:ext cx="7724880" cy="158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5509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Minimum Vertex Cover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34191-954C-4F73-8B52-A5EA854B2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9784B-23BA-449D-8E8B-1DAF9537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49" y="4274416"/>
            <a:ext cx="5010150" cy="22669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AA2F3F-37E1-4710-92B5-D823BED20911}"/>
                  </a:ext>
                </a:extLst>
              </p14:cNvPr>
              <p14:cNvContentPartPr/>
              <p14:nvPr/>
            </p14:nvContentPartPr>
            <p14:xfrm>
              <a:off x="862560" y="319680"/>
              <a:ext cx="10847880" cy="629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AA2F3F-37E1-4710-92B5-D823BED209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200" y="310320"/>
                <a:ext cx="10866600" cy="630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53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Example – Installing Security Cameras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54DF7-AA9D-4033-8D28-DA8EE3F18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wish to install security cameras in a school to cover every corridor.</a:t>
            </a:r>
          </a:p>
          <a:p>
            <a:r>
              <a:rPr lang="en-GB" dirty="0"/>
              <a:t>Obviously you would like to install as few as needed</a:t>
            </a:r>
          </a:p>
          <a:p>
            <a:endParaRPr lang="en-GB" dirty="0"/>
          </a:p>
          <a:p>
            <a:r>
              <a:rPr lang="en-GB" dirty="0"/>
              <a:t>The following example is from </a:t>
            </a:r>
            <a:r>
              <a:rPr lang="en-GB" dirty="0">
                <a:hlinkClick r:id="rId2"/>
              </a:rPr>
              <a:t>https://brilliant.org/wiki/vertex-cover/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949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D55EE5A-F125-4654-95F2-20327BC0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36" y="4433521"/>
            <a:ext cx="5010150" cy="226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3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3A003C-5FBE-4358-B25B-A36A29191CA6}"/>
                  </a:ext>
                </a:extLst>
              </p14:cNvPr>
              <p14:cNvContentPartPr/>
              <p14:nvPr/>
            </p14:nvContentPartPr>
            <p14:xfrm>
              <a:off x="744840" y="1131840"/>
              <a:ext cx="10493280" cy="5394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3A003C-5FBE-4358-B25B-A36A29191C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5480" y="1122480"/>
                <a:ext cx="10512000" cy="541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498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C35BF59-8655-4CB2-8CD3-139134099487}"/>
              </a:ext>
            </a:extLst>
          </p:cNvPr>
          <p:cNvSpPr txBox="1"/>
          <p:nvPr/>
        </p:nvSpPr>
        <p:spPr>
          <a:xfrm>
            <a:off x="1008668" y="5269584"/>
            <a:ext cx="179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MATLAB Solution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54AB24-D8D3-44A3-BC63-7B875DB3F25F}"/>
                  </a:ext>
                </a:extLst>
              </p14:cNvPr>
              <p14:cNvContentPartPr/>
              <p14:nvPr/>
            </p14:nvContentPartPr>
            <p14:xfrm>
              <a:off x="4556160" y="4414320"/>
              <a:ext cx="2884320" cy="101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54AB24-D8D3-44A3-BC63-7B875DB3F2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6800" y="4404960"/>
                <a:ext cx="2903040" cy="103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689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 dirty="0">
                    <a:latin typeface="Cambria Math" panose="02040503050406030204" pitchFamily="18" charset="0"/>
                  </a:rPr>
                </a:b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414B8E7-4051-4B42-8C13-6838E29175B5}"/>
              </a:ext>
            </a:extLst>
          </p:cNvPr>
          <p:cNvSpPr txBox="1"/>
          <p:nvPr/>
        </p:nvSpPr>
        <p:spPr>
          <a:xfrm>
            <a:off x="1008668" y="5269584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Another possibility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33908D-C9DF-4533-83C0-0E203704F190}"/>
                  </a:ext>
                </a:extLst>
              </p14:cNvPr>
              <p14:cNvContentPartPr/>
              <p14:nvPr/>
            </p14:nvContentPartPr>
            <p14:xfrm>
              <a:off x="5868720" y="2621160"/>
              <a:ext cx="3961800" cy="157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33908D-C9DF-4533-83C0-0E203704F1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9360" y="2611800"/>
                <a:ext cx="3980520" cy="158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692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Maximum Weight Matching</a:t>
            </a:r>
            <a:br>
              <a:rPr lang="en-GB" dirty="0"/>
            </a:br>
            <a:r>
              <a:rPr lang="en-GB" dirty="0"/>
              <a:t>and Assignment Problem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71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Maximum Matching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96BEE7E-F8BC-4474-B13D-DD5F5C1D5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9" y="3848661"/>
            <a:ext cx="1219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Matching – Set of edges without common vertices</a:t>
            </a:r>
          </a:p>
          <a:p>
            <a:r>
              <a:rPr lang="en-GB" dirty="0"/>
              <a:t>Maximum Matching – Matching with the largest number of edges </a:t>
            </a:r>
          </a:p>
          <a:p>
            <a:pPr marL="0" indent="0">
              <a:buNone/>
            </a:pPr>
            <a:r>
              <a:rPr lang="en-GB" u="sng" dirty="0"/>
              <a:t>Examples of Maximum Matchings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3D2FFF-1FF2-48C9-A731-84BBC5ABFB4E}"/>
                  </a:ext>
                </a:extLst>
              </p14:cNvPr>
              <p14:cNvContentPartPr/>
              <p14:nvPr/>
            </p14:nvContentPartPr>
            <p14:xfrm>
              <a:off x="1788840" y="3436920"/>
              <a:ext cx="208440" cy="22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3D2FFF-1FF2-48C9-A731-84BBC5ABFB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3000" y="3373560"/>
                <a:ext cx="239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BB4E3C-0B51-4FA9-A6AD-8367C1A122BF}"/>
                  </a:ext>
                </a:extLst>
              </p14:cNvPr>
              <p14:cNvContentPartPr/>
              <p14:nvPr/>
            </p14:nvContentPartPr>
            <p14:xfrm>
              <a:off x="1200960" y="2156400"/>
              <a:ext cx="10897560" cy="427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BB4E3C-0B51-4FA9-A6AD-8367C1A122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1600" y="2147040"/>
                <a:ext cx="10916280" cy="42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7261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Perfect Matching</a:t>
            </a:r>
          </a:p>
        </p:txBody>
      </p:sp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Matching – Set of edges without common vertices</a:t>
            </a:r>
          </a:p>
          <a:p>
            <a:r>
              <a:rPr lang="en-GB" dirty="0"/>
              <a:t>Perfect Matching – Matching that includes every vertex</a:t>
            </a:r>
          </a:p>
          <a:p>
            <a:pPr marL="0" indent="0">
              <a:buNone/>
            </a:pPr>
            <a:r>
              <a:rPr lang="en-GB" u="sng" dirty="0"/>
              <a:t>Examples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CF407B0-26ED-4C38-B05A-87B80BC54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817" y="3679547"/>
            <a:ext cx="6916365" cy="268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F79B88-2811-4B73-AB48-F0EA4109CC71}"/>
                  </a:ext>
                </a:extLst>
              </p14:cNvPr>
              <p14:cNvContentPartPr/>
              <p14:nvPr/>
            </p14:nvContentPartPr>
            <p14:xfrm>
              <a:off x="6806160" y="1907280"/>
              <a:ext cx="4934880" cy="240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F79B88-2811-4B73-AB48-F0EA4109CC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6800" y="1897920"/>
                <a:ext cx="4953600" cy="24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5052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Maximum Weight Matching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455CEF-B33D-4A8C-B8F6-68EB7A6FE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4164734"/>
            <a:ext cx="5105400" cy="2286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968DC-CD40-450F-A2DA-9F526821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1C26DDD-2656-43D7-A910-BEA83E97DB43}"/>
              </a:ext>
            </a:extLst>
          </p:cNvPr>
          <p:cNvSpPr txBox="1"/>
          <p:nvPr/>
        </p:nvSpPr>
        <p:spPr>
          <a:xfrm>
            <a:off x="6874497" y="475326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Select a set of edges without common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Maximise the weight of the edges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E301D6-E386-4BB9-B113-55EB32528DBF}"/>
                  </a:ext>
                </a:extLst>
              </p14:cNvPr>
              <p14:cNvContentPartPr/>
              <p14:nvPr/>
            </p14:nvContentPartPr>
            <p14:xfrm>
              <a:off x="1182240" y="3983400"/>
              <a:ext cx="10330920" cy="258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E301D6-E386-4BB9-B113-55EB32528D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2880" y="3974040"/>
                <a:ext cx="10349640" cy="26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32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 dirty="0"/>
              <a:t>Assign a worker to each job – minimise completion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5663B3F-6D63-431B-93EF-70A35F64CC8F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ABCD906-54EF-447C-AAFC-4403514E3EDD}"/>
                </a:ext>
              </a:extLst>
            </p:cNvPr>
            <p:cNvCxnSpPr>
              <a:stCxn id="7" idx="6"/>
              <a:endCxn id="12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E4519FE-7923-4684-ACD7-057A047A18A5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2637B46-7C0B-4824-9D31-C703F00FEB5B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CA763BA-76DC-4B8A-B4D0-63FC015C8FCE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6B2619-16BE-4179-A0D6-CF29ECF07BEF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ED88E7-7FC2-4E5E-BF47-01DB46FE5C7E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E4D87B-0FDC-4A76-8325-35034A1E07A1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E21810-5449-4112-A0F4-75DDA28FC559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1BDBE4-3F76-41FD-A596-E452DBA813EE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0F3C34-C0A2-46C1-AE38-C564DC807725}"/>
              </a:ext>
            </a:extLst>
          </p:cNvPr>
          <p:cNvCxnSpPr>
            <a:cxnSpLocks/>
            <a:stCxn id="22" idx="6"/>
            <a:endCxn id="11" idx="2"/>
          </p:cNvCxnSpPr>
          <p:nvPr/>
        </p:nvCxnSpPr>
        <p:spPr>
          <a:xfrm flipV="1"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EEF14-22A4-4D33-83E6-29AAB4C55F06}"/>
              </a:ext>
            </a:extLst>
          </p:cNvPr>
          <p:cNvCxnSpPr>
            <a:cxnSpLocks/>
            <a:stCxn id="22" idx="6"/>
            <a:endCxn id="10" idx="2"/>
          </p:cNvCxnSpPr>
          <p:nvPr/>
        </p:nvCxnSpPr>
        <p:spPr>
          <a:xfrm flipV="1"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This is a bi-partite graph and requires a perfect matching…</a:t>
                </a:r>
              </a:p>
              <a:p>
                <a:endParaRPr lang="en-GB" dirty="0"/>
              </a:p>
              <a:p>
                <a:r>
                  <a:rPr lang="en-GB" dirty="0"/>
                  <a:t>How many solutions??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4!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In general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blipFill>
                <a:blip r:embed="rId3"/>
                <a:stretch>
                  <a:fillRect l="-800" t="-1497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CABA95-9BFA-47BD-B7A9-60C44F5C5CB7}"/>
                  </a:ext>
                </a:extLst>
              </p14:cNvPr>
              <p14:cNvContentPartPr/>
              <p14:nvPr/>
            </p14:nvContentPartPr>
            <p14:xfrm>
              <a:off x="1699560" y="1160280"/>
              <a:ext cx="9664200" cy="523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CABA95-9BFA-47BD-B7A9-60C44F5C5C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0200" y="1150920"/>
                <a:ext cx="9682920" cy="52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52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 dirty="0"/>
              <a:t>Example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This is a bi-partite graph and requires a perfect matching…</a:t>
                </a:r>
              </a:p>
              <a:p>
                <a:endParaRPr lang="en-GB" dirty="0"/>
              </a:p>
              <a:p>
                <a:r>
                  <a:rPr lang="en-GB" dirty="0"/>
                  <a:t>Here every vertex is included and no edge has a common vertex</a:t>
                </a:r>
              </a:p>
              <a:p>
                <a:endParaRPr lang="en-GB" dirty="0"/>
              </a:p>
              <a:p>
                <a:r>
                  <a:rPr lang="en-GB" dirty="0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2+7+5+9=23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3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0DFC82-1AB7-4CB8-B176-CF8AE6657B86}"/>
                  </a:ext>
                </a:extLst>
              </p14:cNvPr>
              <p14:cNvContentPartPr/>
              <p14:nvPr/>
            </p14:nvContentPartPr>
            <p14:xfrm>
              <a:off x="3358080" y="997560"/>
              <a:ext cx="8104320" cy="5290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0DFC82-1AB7-4CB8-B176-CF8AE6657B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8720" y="988200"/>
                <a:ext cx="8123040" cy="530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9946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Balanced Assignment Problem –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 dirty="0"/>
              <a:t>Pick 1 Per Row and 1 Per column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/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- </a:t>
                </a:r>
                <a:r>
                  <a:rPr lang="en-GB" dirty="0"/>
                  <a:t>Set of Workers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sz="1800" dirty="0"/>
                  <a:t>   - Set of Jobs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 dirty="0"/>
                  <a:t> -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 dirty="0"/>
                  <a:t> completes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 dirty="0"/>
                  <a:t> - Completion time for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 dirty="0"/>
                  <a:t> completing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𝑢𝑣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180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GB" sz="180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  <a:p>
                <a:endParaRPr lang="en-GB" sz="1800" dirty="0"/>
              </a:p>
              <a:p>
                <a:endParaRPr lang="en-GB" sz="1800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blipFill>
                <a:blip r:embed="rId3"/>
                <a:stretch>
                  <a:fillRect l="-758" t="-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69" name="Content Placeholder 5">
            <a:extLst>
              <a:ext uri="{FF2B5EF4-FFF2-40B4-BE49-F238E27FC236}">
                <a16:creationId xmlns:a16="http://schemas.microsoft.com/office/drawing/2014/main" id="{BECB2219-215D-46C4-899E-92DDE5909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20" y="4356100"/>
            <a:ext cx="5105400" cy="2286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E11919-BD81-4E5F-81ED-00C72A443037}"/>
                  </a:ext>
                </a:extLst>
              </p14:cNvPr>
              <p14:cNvContentPartPr/>
              <p14:nvPr/>
            </p14:nvContentPartPr>
            <p14:xfrm>
              <a:off x="75960" y="1796400"/>
              <a:ext cx="12090960" cy="4781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E11919-BD81-4E5F-81ED-00C72A4430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00" y="1787040"/>
                <a:ext cx="12109680" cy="48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782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 dirty="0"/>
              <a:t>Optimal Solution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8309113" y="2350745"/>
            <a:ext cx="2130287" cy="134840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This is a bi-partite graph and requires a perfect matching…</a:t>
                </a:r>
              </a:p>
              <a:p>
                <a:endParaRPr lang="en-GB" dirty="0"/>
              </a:p>
              <a:p>
                <a:r>
                  <a:rPr lang="en-GB" dirty="0"/>
                  <a:t>Here every vertex is included and no edge has a common vertex</a:t>
                </a:r>
              </a:p>
              <a:p>
                <a:endParaRPr lang="en-GB" dirty="0"/>
              </a:p>
              <a:p>
                <a:r>
                  <a:rPr lang="en-GB" dirty="0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2+6+1+4=13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2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88301D-DAB3-4E9A-8715-1EA736A12823}"/>
                  </a:ext>
                </a:extLst>
              </p14:cNvPr>
              <p14:cNvContentPartPr/>
              <p14:nvPr/>
            </p14:nvContentPartPr>
            <p14:xfrm>
              <a:off x="2419200" y="1101240"/>
              <a:ext cx="8583120" cy="516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88301D-DAB3-4E9A-8715-1EA736A128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9840" y="1091880"/>
                <a:ext cx="8601840" cy="518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3985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Assign 3 students to the 3 different dissertation projects.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Assignment Problem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933585B-C245-48E7-895E-131D599196E4}"/>
              </a:ext>
            </a:extLst>
          </p:cNvPr>
          <p:cNvGrpSpPr/>
          <p:nvPr/>
        </p:nvGrpSpPr>
        <p:grpSpPr>
          <a:xfrm>
            <a:off x="1401417" y="2365513"/>
            <a:ext cx="3959087" cy="3611217"/>
            <a:chOff x="1401417" y="2365513"/>
            <a:chExt cx="3959087" cy="3611217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5D6F8F8-AA88-4851-BD55-650F6F374E1A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s1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91FB7F3-3B14-4A27-9DF4-87962C888935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12162E-7B71-4682-907F-C956CC363DAF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s3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CE59E2F-C0F5-4619-84D9-A1F296E65FF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B720AF8-4CBD-4E63-91D4-F5EA74F15A73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6910E17-E2F3-4DEA-9161-FCE72FAA73E8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p3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A9AD748-70EC-4326-B7C7-DD8F8615075E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3E4F57F-C502-441F-B17F-FF0481BB30D8}"/>
                </a:ext>
              </a:extLst>
            </p:cNvPr>
            <p:cNvCxnSpPr>
              <a:stCxn id="62" idx="6"/>
              <a:endCxn id="66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15EFEB8-2502-4830-849B-5CA6E5B37FB1}"/>
                </a:ext>
              </a:extLst>
            </p:cNvPr>
            <p:cNvCxnSpPr>
              <a:stCxn id="62" idx="6"/>
              <a:endCxn id="67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CDCFE17-D496-499D-A719-698E0BF5AFA5}"/>
                </a:ext>
              </a:extLst>
            </p:cNvPr>
            <p:cNvCxnSpPr>
              <a:stCxn id="63" idx="6"/>
              <a:endCxn id="65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E9A6F4E-5947-4C94-9442-852118DD507A}"/>
                </a:ext>
              </a:extLst>
            </p:cNvPr>
            <p:cNvCxnSpPr>
              <a:cxnSpLocks/>
              <a:stCxn id="63" idx="6"/>
              <a:endCxn id="66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C275508-99B9-4DB9-B8FF-ECF1F2627C1A}"/>
                </a:ext>
              </a:extLst>
            </p:cNvPr>
            <p:cNvCxnSpPr>
              <a:cxnSpLocks/>
              <a:stCxn id="63" idx="6"/>
              <a:endCxn id="67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4B929750-2ADB-49E7-915F-7D61D0EA5268}"/>
                </a:ext>
              </a:extLst>
            </p:cNvPr>
            <p:cNvCxnSpPr>
              <a:stCxn id="64" idx="6"/>
              <a:endCxn id="65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70740D-D926-4147-A53B-109B6C944B8D}"/>
                </a:ext>
              </a:extLst>
            </p:cNvPr>
            <p:cNvCxnSpPr>
              <a:stCxn id="64" idx="6"/>
              <a:endCxn id="67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F288A9C-B904-4F1B-A5FA-FFAC66730D8C}"/>
                </a:ext>
              </a:extLst>
            </p:cNvPr>
            <p:cNvCxnSpPr>
              <a:stCxn id="64" idx="6"/>
              <a:endCxn id="66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056532A-1ABB-4EB4-8978-EA48B283E710}"/>
              </a:ext>
            </a:extLst>
          </p:cNvPr>
          <p:cNvGrpSpPr/>
          <p:nvPr/>
        </p:nvGrpSpPr>
        <p:grpSpPr>
          <a:xfrm>
            <a:off x="6930887" y="2365513"/>
            <a:ext cx="3959087" cy="3611217"/>
            <a:chOff x="6930887" y="2365513"/>
            <a:chExt cx="3959087" cy="3611217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5DCCF64-18F5-4BC5-8C22-9356D3AD2B92}"/>
                </a:ext>
              </a:extLst>
            </p:cNvPr>
            <p:cNvSpPr/>
            <p:nvPr/>
          </p:nvSpPr>
          <p:spPr>
            <a:xfrm>
              <a:off x="693088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s1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9077CE7-2768-4C9C-AE2C-9CC6BB3C4DEF}"/>
                </a:ext>
              </a:extLst>
            </p:cNvPr>
            <p:cNvSpPr/>
            <p:nvPr/>
          </p:nvSpPr>
          <p:spPr>
            <a:xfrm>
              <a:off x="693088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s1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7984690-2B6C-41EA-90C0-467059999C5A}"/>
                </a:ext>
              </a:extLst>
            </p:cNvPr>
            <p:cNvSpPr/>
            <p:nvPr/>
          </p:nvSpPr>
          <p:spPr>
            <a:xfrm>
              <a:off x="693088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s1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986D2CF-BE9E-4F99-95FB-69CF60A97403}"/>
                </a:ext>
              </a:extLst>
            </p:cNvPr>
            <p:cNvSpPr/>
            <p:nvPr/>
          </p:nvSpPr>
          <p:spPr>
            <a:xfrm>
              <a:off x="997557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p1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3CDEC45-B68B-44BD-8844-D64CCE9CEE1A}"/>
                </a:ext>
              </a:extLst>
            </p:cNvPr>
            <p:cNvSpPr/>
            <p:nvPr/>
          </p:nvSpPr>
          <p:spPr>
            <a:xfrm>
              <a:off x="997557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p2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8CEB490-CC2B-4AEA-8797-D066160E55FD}"/>
                </a:ext>
              </a:extLst>
            </p:cNvPr>
            <p:cNvSpPr/>
            <p:nvPr/>
          </p:nvSpPr>
          <p:spPr>
            <a:xfrm>
              <a:off x="997557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p3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1019FEF-B250-47C8-9C45-BE3E777B78D0}"/>
                </a:ext>
              </a:extLst>
            </p:cNvPr>
            <p:cNvCxnSpPr>
              <a:stCxn id="98" idx="6"/>
              <a:endCxn id="101" idx="2"/>
            </p:cNvCxnSpPr>
            <p:nvPr/>
          </p:nvCxnSpPr>
          <p:spPr>
            <a:xfrm>
              <a:off x="784528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3AB623F6-9B54-4B74-9BA5-63C6C1F36BDE}"/>
                </a:ext>
              </a:extLst>
            </p:cNvPr>
            <p:cNvCxnSpPr>
              <a:stCxn id="98" idx="6"/>
              <a:endCxn id="102" idx="2"/>
            </p:cNvCxnSpPr>
            <p:nvPr/>
          </p:nvCxnSpPr>
          <p:spPr>
            <a:xfrm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34F9EA0-6A85-4C79-A058-4EE481DDC848}"/>
                </a:ext>
              </a:extLst>
            </p:cNvPr>
            <p:cNvCxnSpPr>
              <a:stCxn id="98" idx="6"/>
              <a:endCxn id="103" idx="2"/>
            </p:cNvCxnSpPr>
            <p:nvPr/>
          </p:nvCxnSpPr>
          <p:spPr>
            <a:xfrm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447739E-C414-4CD5-826A-3DFDB6BD5EB6}"/>
                </a:ext>
              </a:extLst>
            </p:cNvPr>
            <p:cNvCxnSpPr>
              <a:stCxn id="99" idx="6"/>
              <a:endCxn id="101" idx="2"/>
            </p:cNvCxnSpPr>
            <p:nvPr/>
          </p:nvCxnSpPr>
          <p:spPr>
            <a:xfrm flipV="1"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F6E4E63-2028-411F-BBBE-205C94733138}"/>
                </a:ext>
              </a:extLst>
            </p:cNvPr>
            <p:cNvCxnSpPr>
              <a:cxnSpLocks/>
              <a:stCxn id="99" idx="6"/>
              <a:endCxn id="102" idx="2"/>
            </p:cNvCxnSpPr>
            <p:nvPr/>
          </p:nvCxnSpPr>
          <p:spPr>
            <a:xfrm>
              <a:off x="784528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1AAB7E6-B03A-4302-9E4A-44B409329673}"/>
                </a:ext>
              </a:extLst>
            </p:cNvPr>
            <p:cNvCxnSpPr>
              <a:cxnSpLocks/>
              <a:stCxn id="99" idx="6"/>
              <a:endCxn id="103" idx="2"/>
            </p:cNvCxnSpPr>
            <p:nvPr/>
          </p:nvCxnSpPr>
          <p:spPr>
            <a:xfrm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54BBB65-2A2F-409A-AAE7-81B52607E6A8}"/>
                </a:ext>
              </a:extLst>
            </p:cNvPr>
            <p:cNvCxnSpPr>
              <a:stCxn id="100" idx="6"/>
              <a:endCxn id="101" idx="2"/>
            </p:cNvCxnSpPr>
            <p:nvPr/>
          </p:nvCxnSpPr>
          <p:spPr>
            <a:xfrm flipV="1"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0060A92-ECE4-4945-A3BB-BE964949BD82}"/>
                </a:ext>
              </a:extLst>
            </p:cNvPr>
            <p:cNvCxnSpPr>
              <a:stCxn id="100" idx="6"/>
              <a:endCxn id="103" idx="2"/>
            </p:cNvCxnSpPr>
            <p:nvPr/>
          </p:nvCxnSpPr>
          <p:spPr>
            <a:xfrm>
              <a:off x="7845287" y="5519530"/>
              <a:ext cx="213028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B252484-995A-4FCE-BDE4-878355DDE132}"/>
                </a:ext>
              </a:extLst>
            </p:cNvPr>
            <p:cNvCxnSpPr>
              <a:stCxn id="100" idx="6"/>
              <a:endCxn id="102" idx="2"/>
            </p:cNvCxnSpPr>
            <p:nvPr/>
          </p:nvCxnSpPr>
          <p:spPr>
            <a:xfrm flipV="1"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82FD2D-D865-4131-9BB2-5B4B52F02082}"/>
                  </a:ext>
                </a:extLst>
              </p14:cNvPr>
              <p14:cNvContentPartPr/>
              <p14:nvPr/>
            </p14:nvContentPartPr>
            <p14:xfrm>
              <a:off x="1925640" y="264600"/>
              <a:ext cx="8883000" cy="1602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82FD2D-D865-4131-9BB2-5B4B52F020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6280" y="255240"/>
                <a:ext cx="8901720" cy="16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680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Study these models and understand the MATLAB code. It will be useful for coming lectures.</a:t>
            </a:r>
          </a:p>
          <a:p>
            <a:pPr marL="0" indent="0">
              <a:buNone/>
            </a:pPr>
            <a:endParaRPr lang="en-GB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Try coding these yourself.</a:t>
            </a:r>
          </a:p>
          <a:p>
            <a:pPr marL="0" indent="0">
              <a:buNone/>
            </a:pPr>
            <a:endParaRPr lang="en-GB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Look up other problems such as.</a:t>
            </a:r>
          </a:p>
          <a:p>
            <a:r>
              <a:rPr lang="en-GB" dirty="0">
                <a:cs typeface="Courier New" panose="02070309020205020404" pitchFamily="49" charset="0"/>
              </a:rPr>
              <a:t>Maximum Set Cover</a:t>
            </a:r>
          </a:p>
          <a:p>
            <a:r>
              <a:rPr lang="en-GB" dirty="0">
                <a:cs typeface="Courier New" panose="02070309020205020404" pitchFamily="49" charset="0"/>
              </a:rPr>
              <a:t>Maximum Edge Cover</a:t>
            </a:r>
          </a:p>
          <a:p>
            <a:r>
              <a:rPr lang="en-GB" dirty="0">
                <a:cs typeface="Courier New" panose="02070309020205020404" pitchFamily="49" charset="0"/>
              </a:rPr>
              <a:t>Maximum Independent Set </a:t>
            </a:r>
          </a:p>
          <a:p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Look at the examples on </a:t>
            </a:r>
            <a:r>
              <a:rPr lang="en-GB" dirty="0" err="1">
                <a:cs typeface="Courier New" panose="02070309020205020404" pitchFamily="49" charset="0"/>
              </a:rPr>
              <a:t>Gurobi</a:t>
            </a:r>
            <a:endParaRPr lang="en-GB" dirty="0">
              <a:cs typeface="Courier New" panose="02070309020205020404" pitchFamily="49" charset="0"/>
            </a:endParaRPr>
          </a:p>
          <a:p>
            <a:endParaRPr lang="en-GB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  <a:hlinkClick r:id="rId3"/>
              </a:rPr>
              <a:t>https://www.gurobi.com/resource/modeling-examples-using-the-gurobi-python-api-in-jupyter-notebook/</a:t>
            </a:r>
            <a:endParaRPr lang="en-GB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A lot of these are taken from ‘</a:t>
            </a:r>
            <a:r>
              <a:rPr lang="en-GB" dirty="0"/>
              <a:t>Model Building in Mathematical Programming’, by H. Paul Williams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Homework </a:t>
            </a:r>
          </a:p>
        </p:txBody>
      </p:sp>
    </p:spTree>
    <p:extLst>
      <p:ext uri="{BB962C8B-B14F-4D97-AF65-F5344CB8AC3E}">
        <p14:creationId xmlns:p14="http://schemas.microsoft.com/office/powerpoint/2010/main" val="347694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606370cc-c8d9-4222-8a4e-3c320f1e3034"/>
    <ds:schemaRef ds:uri="http://schemas.microsoft.com/office/infopath/2007/PartnerControls"/>
    <ds:schemaRef ds:uri="bf6b85bd-8a7e-4854-be4d-0780382295a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05AB76-3B20-4758-80DF-EDDDD7C67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5514</TotalTime>
  <Words>1480</Words>
  <Application>Microsoft Office PowerPoint</Application>
  <PresentationFormat>Widescreen</PresentationFormat>
  <Paragraphs>404</Paragraphs>
  <Slides>28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 Light</vt:lpstr>
      <vt:lpstr>Calibri</vt:lpstr>
      <vt:lpstr>Arial</vt:lpstr>
      <vt:lpstr>Cambria Math</vt:lpstr>
      <vt:lpstr>Office Theme</vt:lpstr>
      <vt:lpstr>Integer Linear Programming</vt:lpstr>
      <vt:lpstr>Blank Slide</vt:lpstr>
      <vt:lpstr>Minimum Set Cover</vt:lpstr>
      <vt:lpstr>PowerPoint Presentation</vt:lpstr>
      <vt:lpstr>PowerPoint Presentation</vt:lpstr>
      <vt:lpstr>PowerPoint Presentation</vt:lpstr>
      <vt:lpstr>Costed Firestation example</vt:lpstr>
      <vt:lpstr>Costed Firestation example</vt:lpstr>
      <vt:lpstr>Costed Firestation example</vt:lpstr>
      <vt:lpstr>Edge Covering</vt:lpstr>
      <vt:lpstr>Minimum Edge Covering</vt:lpstr>
      <vt:lpstr>Minimum Vertex Cover</vt:lpstr>
      <vt:lpstr>Vertex Cover</vt:lpstr>
      <vt:lpstr>Minimum Vertex Cover</vt:lpstr>
      <vt:lpstr>Example – Installing Security Cameras</vt:lpstr>
      <vt:lpstr>Example – Installing Security Cameras</vt:lpstr>
      <vt:lpstr>Example – Installing Security Cameras</vt:lpstr>
      <vt:lpstr>Example – Installing Security Cameras</vt:lpstr>
      <vt:lpstr>Maximum Weight Matching and Assignment Problem</vt:lpstr>
      <vt:lpstr>Maximum Matching</vt:lpstr>
      <vt:lpstr>Perfect Matching</vt:lpstr>
      <vt:lpstr>Maximum Weight Matching</vt:lpstr>
      <vt:lpstr>Balanced Assignment Problem</vt:lpstr>
      <vt:lpstr>Balanced Assignment Problem</vt:lpstr>
      <vt:lpstr>Balanced Assignment Problem – Model</vt:lpstr>
      <vt:lpstr>Balanced Assignment Problem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4</cp:revision>
  <dcterms:created xsi:type="dcterms:W3CDTF">2019-10-08T20:55:29Z</dcterms:created>
  <dcterms:modified xsi:type="dcterms:W3CDTF">2020-11-02T17:46:39Z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