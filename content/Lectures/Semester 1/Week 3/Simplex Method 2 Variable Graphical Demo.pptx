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60" r:id="rId8"/>
    <p:sldId id="259" r:id="rId9"/>
    <p:sldId id="261" r:id="rId10"/>
    <p:sldId id="262" r:id="rId11"/>
    <p:sldId id="263" r:id="rId12"/>
    <p:sldId id="264" r:id="rId13"/>
    <p:sldId id="265" r:id="rId14"/>
    <p:sldId id="267" r:id="rId15"/>
    <p:sldId id="268" r:id="rId16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Cambria Math" panose="02040503050406030204" pitchFamily="18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4773AB-4760-4908-940A-77FDC6C92C71}" v="111" dt="2023-10-09T13:29:59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584773AB-4760-4908-940A-77FDC6C92C71}"/>
    <pc:docChg chg="undo custSel modSld">
      <pc:chgData name="Sam O'Neill" userId="cb323814-a42a-4cfe-bc74-03f595e56f6e" providerId="ADAL" clId="{584773AB-4760-4908-940A-77FDC6C92C71}" dt="2023-10-09T13:29:59.020" v="172" actId="20577"/>
      <pc:docMkLst>
        <pc:docMk/>
      </pc:docMkLst>
      <pc:sldChg chg="addSp modSp">
        <pc:chgData name="Sam O'Neill" userId="cb323814-a42a-4cfe-bc74-03f595e56f6e" providerId="ADAL" clId="{584773AB-4760-4908-940A-77FDC6C92C71}" dt="2023-10-09T13:29:27.401" v="162"/>
        <pc:sldMkLst>
          <pc:docMk/>
          <pc:sldMk cId="3685770920" sldId="257"/>
        </pc:sldMkLst>
        <pc:spChg chg="add mod">
          <ac:chgData name="Sam O'Neill" userId="cb323814-a42a-4cfe-bc74-03f595e56f6e" providerId="ADAL" clId="{584773AB-4760-4908-940A-77FDC6C92C71}" dt="2023-10-09T13:29:27.401" v="162"/>
          <ac:spMkLst>
            <pc:docMk/>
            <pc:sldMk cId="3685770920" sldId="257"/>
            <ac:spMk id="3" creationId="{E6BC0326-366F-6BC0-266F-73CAD53E5E74}"/>
          </ac:spMkLst>
        </pc:spChg>
        <pc:spChg chg="mod">
          <ac:chgData name="Sam O'Neill" userId="cb323814-a42a-4cfe-bc74-03f595e56f6e" providerId="ADAL" clId="{584773AB-4760-4908-940A-77FDC6C92C71}" dt="2023-10-09T13:27:56.104" v="130" actId="20577"/>
          <ac:spMkLst>
            <pc:docMk/>
            <pc:sldMk cId="3685770920" sldId="257"/>
            <ac:spMk id="8" creationId="{E3F39D8C-3C04-4BAE-AC16-2984F6A7C9A5}"/>
          </ac:spMkLst>
        </pc:spChg>
      </pc:sldChg>
      <pc:sldChg chg="addSp modSp mod">
        <pc:chgData name="Sam O'Neill" userId="cb323814-a42a-4cfe-bc74-03f595e56f6e" providerId="ADAL" clId="{584773AB-4760-4908-940A-77FDC6C92C71}" dt="2023-10-09T13:27:59.513" v="131" actId="20577"/>
        <pc:sldMkLst>
          <pc:docMk/>
          <pc:sldMk cId="1217112950" sldId="258"/>
        </pc:sldMkLst>
        <pc:spChg chg="add mod">
          <ac:chgData name="Sam O'Neill" userId="cb323814-a42a-4cfe-bc74-03f595e56f6e" providerId="ADAL" clId="{584773AB-4760-4908-940A-77FDC6C92C71}" dt="2023-10-09T13:24:15.131" v="19" actId="1076"/>
          <ac:spMkLst>
            <pc:docMk/>
            <pc:sldMk cId="1217112950" sldId="258"/>
            <ac:spMk id="3" creationId="{4E35E6D7-A947-26F2-4EF9-F7EE2DF7236F}"/>
          </ac:spMkLst>
        </pc:spChg>
        <pc:spChg chg="add mod">
          <ac:chgData name="Sam O'Neill" userId="cb323814-a42a-4cfe-bc74-03f595e56f6e" providerId="ADAL" clId="{584773AB-4760-4908-940A-77FDC6C92C71}" dt="2023-10-09T13:27:59.513" v="131" actId="20577"/>
          <ac:spMkLst>
            <pc:docMk/>
            <pc:sldMk cId="1217112950" sldId="258"/>
            <ac:spMk id="6" creationId="{C6B30218-907D-CFE0-CF1F-1945D07B2FA1}"/>
          </ac:spMkLst>
        </pc:spChg>
        <pc:spChg chg="mod">
          <ac:chgData name="Sam O'Neill" userId="cb323814-a42a-4cfe-bc74-03f595e56f6e" providerId="ADAL" clId="{584773AB-4760-4908-940A-77FDC6C92C71}" dt="2023-10-09T13:23:00.636" v="1"/>
          <ac:spMkLst>
            <pc:docMk/>
            <pc:sldMk cId="1217112950" sldId="258"/>
            <ac:spMk id="9" creationId="{ADF1E907-2FE3-4899-B4D9-FDF8713C8095}"/>
          </ac:spMkLst>
        </pc:spChg>
      </pc:sldChg>
      <pc:sldChg chg="modSp">
        <pc:chgData name="Sam O'Neill" userId="cb323814-a42a-4cfe-bc74-03f595e56f6e" providerId="ADAL" clId="{584773AB-4760-4908-940A-77FDC6C92C71}" dt="2023-10-09T13:23:05.867" v="3"/>
        <pc:sldMkLst>
          <pc:docMk/>
          <pc:sldMk cId="1308725823" sldId="259"/>
        </pc:sldMkLst>
        <pc:spChg chg="mod">
          <ac:chgData name="Sam O'Neill" userId="cb323814-a42a-4cfe-bc74-03f595e56f6e" providerId="ADAL" clId="{584773AB-4760-4908-940A-77FDC6C92C71}" dt="2023-10-09T13:23:05.867" v="3"/>
          <ac:spMkLst>
            <pc:docMk/>
            <pc:sldMk cId="1308725823" sldId="259"/>
            <ac:spMk id="8" creationId="{9CADD2DD-4E50-49B7-A531-EA6B5A69228A}"/>
          </ac:spMkLst>
        </pc:spChg>
      </pc:sldChg>
      <pc:sldChg chg="addSp modSp mod">
        <pc:chgData name="Sam O'Neill" userId="cb323814-a42a-4cfe-bc74-03f595e56f6e" providerId="ADAL" clId="{584773AB-4760-4908-940A-77FDC6C92C71}" dt="2023-10-09T13:26:40.741" v="108" actId="20577"/>
        <pc:sldMkLst>
          <pc:docMk/>
          <pc:sldMk cId="136610941" sldId="260"/>
        </pc:sldMkLst>
        <pc:spChg chg="add mod">
          <ac:chgData name="Sam O'Neill" userId="cb323814-a42a-4cfe-bc74-03f595e56f6e" providerId="ADAL" clId="{584773AB-4760-4908-940A-77FDC6C92C71}" dt="2023-10-09T13:25:36.348" v="48" actId="1076"/>
          <ac:spMkLst>
            <pc:docMk/>
            <pc:sldMk cId="136610941" sldId="260"/>
            <ac:spMk id="3" creationId="{74700D7B-3BF9-D3BD-117A-1C089BED230A}"/>
          </ac:spMkLst>
        </pc:spChg>
        <pc:spChg chg="add mod">
          <ac:chgData name="Sam O'Neill" userId="cb323814-a42a-4cfe-bc74-03f595e56f6e" providerId="ADAL" clId="{584773AB-4760-4908-940A-77FDC6C92C71}" dt="2023-10-09T13:26:40.741" v="108" actId="20577"/>
          <ac:spMkLst>
            <pc:docMk/>
            <pc:sldMk cId="136610941" sldId="260"/>
            <ac:spMk id="4" creationId="{73EF0097-D1C7-E168-E4DF-1A1B8A88A31E}"/>
          </ac:spMkLst>
        </pc:spChg>
        <pc:spChg chg="add mod">
          <ac:chgData name="Sam O'Neill" userId="cb323814-a42a-4cfe-bc74-03f595e56f6e" providerId="ADAL" clId="{584773AB-4760-4908-940A-77FDC6C92C71}" dt="2023-10-09T13:25:03.200" v="37" actId="20577"/>
          <ac:spMkLst>
            <pc:docMk/>
            <pc:sldMk cId="136610941" sldId="260"/>
            <ac:spMk id="7" creationId="{C789BA5D-3F6B-6EC5-D2C7-86AC8C351C49}"/>
          </ac:spMkLst>
        </pc:spChg>
        <pc:spChg chg="mod">
          <ac:chgData name="Sam O'Neill" userId="cb323814-a42a-4cfe-bc74-03f595e56f6e" providerId="ADAL" clId="{584773AB-4760-4908-940A-77FDC6C92C71}" dt="2023-10-09T13:23:03.201" v="2"/>
          <ac:spMkLst>
            <pc:docMk/>
            <pc:sldMk cId="136610941" sldId="260"/>
            <ac:spMk id="9" creationId="{ADF1E907-2FE3-4899-B4D9-FDF8713C8095}"/>
          </ac:spMkLst>
        </pc:spChg>
      </pc:sldChg>
      <pc:sldChg chg="modSp">
        <pc:chgData name="Sam O'Neill" userId="cb323814-a42a-4cfe-bc74-03f595e56f6e" providerId="ADAL" clId="{584773AB-4760-4908-940A-77FDC6C92C71}" dt="2023-10-09T13:23:09.018" v="4"/>
        <pc:sldMkLst>
          <pc:docMk/>
          <pc:sldMk cId="673166943" sldId="261"/>
        </pc:sldMkLst>
        <pc:spChg chg="mod">
          <ac:chgData name="Sam O'Neill" userId="cb323814-a42a-4cfe-bc74-03f595e56f6e" providerId="ADAL" clId="{584773AB-4760-4908-940A-77FDC6C92C71}" dt="2023-10-09T13:23:09.018" v="4"/>
          <ac:spMkLst>
            <pc:docMk/>
            <pc:sldMk cId="673166943" sldId="261"/>
            <ac:spMk id="9" creationId="{ADF1E907-2FE3-4899-B4D9-FDF8713C8095}"/>
          </ac:spMkLst>
        </pc:spChg>
      </pc:sldChg>
      <pc:sldChg chg="addSp modSp mod">
        <pc:chgData name="Sam O'Neill" userId="cb323814-a42a-4cfe-bc74-03f595e56f6e" providerId="ADAL" clId="{584773AB-4760-4908-940A-77FDC6C92C71}" dt="2023-10-09T13:29:45.891" v="165" actId="20577"/>
        <pc:sldMkLst>
          <pc:docMk/>
          <pc:sldMk cId="3115624513" sldId="262"/>
        </pc:sldMkLst>
        <pc:spChg chg="add mod">
          <ac:chgData name="Sam O'Neill" userId="cb323814-a42a-4cfe-bc74-03f595e56f6e" providerId="ADAL" clId="{584773AB-4760-4908-940A-77FDC6C92C71}" dt="2023-10-09T13:27:44.842" v="121" actId="20577"/>
          <ac:spMkLst>
            <pc:docMk/>
            <pc:sldMk cId="3115624513" sldId="262"/>
            <ac:spMk id="3" creationId="{18EC48A3-0C45-451A-4E75-7599685125CE}"/>
          </ac:spMkLst>
        </pc:spChg>
        <pc:spChg chg="add mod">
          <ac:chgData name="Sam O'Neill" userId="cb323814-a42a-4cfe-bc74-03f595e56f6e" providerId="ADAL" clId="{584773AB-4760-4908-940A-77FDC6C92C71}" dt="2023-10-09T13:29:45.891" v="165" actId="20577"/>
          <ac:spMkLst>
            <pc:docMk/>
            <pc:sldMk cId="3115624513" sldId="262"/>
            <ac:spMk id="4" creationId="{CC801440-B4EF-F73D-69EA-6D4DBA08B974}"/>
          </ac:spMkLst>
        </pc:spChg>
        <pc:spChg chg="mod">
          <ac:chgData name="Sam O'Neill" userId="cb323814-a42a-4cfe-bc74-03f595e56f6e" providerId="ADAL" clId="{584773AB-4760-4908-940A-77FDC6C92C71}" dt="2023-10-09T13:23:12.260" v="5"/>
          <ac:spMkLst>
            <pc:docMk/>
            <pc:sldMk cId="3115624513" sldId="262"/>
            <ac:spMk id="9" creationId="{ADF1E907-2FE3-4899-B4D9-FDF8713C8095}"/>
          </ac:spMkLst>
        </pc:spChg>
      </pc:sldChg>
      <pc:sldChg chg="modSp">
        <pc:chgData name="Sam O'Neill" userId="cb323814-a42a-4cfe-bc74-03f595e56f6e" providerId="ADAL" clId="{584773AB-4760-4908-940A-77FDC6C92C71}" dt="2023-10-09T13:23:15.206" v="6"/>
        <pc:sldMkLst>
          <pc:docMk/>
          <pc:sldMk cId="264712827" sldId="263"/>
        </pc:sldMkLst>
        <pc:spChg chg="mod">
          <ac:chgData name="Sam O'Neill" userId="cb323814-a42a-4cfe-bc74-03f595e56f6e" providerId="ADAL" clId="{584773AB-4760-4908-940A-77FDC6C92C71}" dt="2023-10-09T13:23:15.206" v="6"/>
          <ac:spMkLst>
            <pc:docMk/>
            <pc:sldMk cId="264712827" sldId="263"/>
            <ac:spMk id="9" creationId="{ADF1E907-2FE3-4899-B4D9-FDF8713C8095}"/>
          </ac:spMkLst>
        </pc:spChg>
      </pc:sldChg>
      <pc:sldChg chg="modSp">
        <pc:chgData name="Sam O'Neill" userId="cb323814-a42a-4cfe-bc74-03f595e56f6e" providerId="ADAL" clId="{584773AB-4760-4908-940A-77FDC6C92C71}" dt="2023-10-09T13:23:18.849" v="7"/>
        <pc:sldMkLst>
          <pc:docMk/>
          <pc:sldMk cId="3535162991" sldId="264"/>
        </pc:sldMkLst>
        <pc:spChg chg="mod">
          <ac:chgData name="Sam O'Neill" userId="cb323814-a42a-4cfe-bc74-03f595e56f6e" providerId="ADAL" clId="{584773AB-4760-4908-940A-77FDC6C92C71}" dt="2023-10-09T13:23:18.849" v="7"/>
          <ac:spMkLst>
            <pc:docMk/>
            <pc:sldMk cId="3535162991" sldId="264"/>
            <ac:spMk id="9" creationId="{ADF1E907-2FE3-4899-B4D9-FDF8713C8095}"/>
          </ac:spMkLst>
        </pc:spChg>
      </pc:sldChg>
      <pc:sldChg chg="addSp modSp mod">
        <pc:chgData name="Sam O'Neill" userId="cb323814-a42a-4cfe-bc74-03f595e56f6e" providerId="ADAL" clId="{584773AB-4760-4908-940A-77FDC6C92C71}" dt="2023-10-09T13:29:59.020" v="172" actId="20577"/>
        <pc:sldMkLst>
          <pc:docMk/>
          <pc:sldMk cId="104037211" sldId="265"/>
        </pc:sldMkLst>
        <pc:spChg chg="add mod">
          <ac:chgData name="Sam O'Neill" userId="cb323814-a42a-4cfe-bc74-03f595e56f6e" providerId="ADAL" clId="{584773AB-4760-4908-940A-77FDC6C92C71}" dt="2023-10-09T13:28:54.871" v="143" actId="6549"/>
          <ac:spMkLst>
            <pc:docMk/>
            <pc:sldMk cId="104037211" sldId="265"/>
            <ac:spMk id="3" creationId="{A58B9A80-FDF2-E952-71D2-8E3C3B817F48}"/>
          </ac:spMkLst>
        </pc:spChg>
        <pc:spChg chg="add mod">
          <ac:chgData name="Sam O'Neill" userId="cb323814-a42a-4cfe-bc74-03f595e56f6e" providerId="ADAL" clId="{584773AB-4760-4908-940A-77FDC6C92C71}" dt="2023-10-09T13:29:59.020" v="172" actId="20577"/>
          <ac:spMkLst>
            <pc:docMk/>
            <pc:sldMk cId="104037211" sldId="265"/>
            <ac:spMk id="4" creationId="{1521D405-122E-C172-9740-56EC2DD1A450}"/>
          </ac:spMkLst>
        </pc:spChg>
        <pc:spChg chg="mod">
          <ac:chgData name="Sam O'Neill" userId="cb323814-a42a-4cfe-bc74-03f595e56f6e" providerId="ADAL" clId="{584773AB-4760-4908-940A-77FDC6C92C71}" dt="2023-10-09T13:23:21.050" v="8"/>
          <ac:spMkLst>
            <pc:docMk/>
            <pc:sldMk cId="104037211" sldId="265"/>
            <ac:spMk id="9" creationId="{ADF1E907-2FE3-4899-B4D9-FDF8713C8095}"/>
          </ac:spMkLst>
        </pc:spChg>
      </pc:sldChg>
      <pc:sldChg chg="modSp">
        <pc:chgData name="Sam O'Neill" userId="cb323814-a42a-4cfe-bc74-03f595e56f6e" providerId="ADAL" clId="{584773AB-4760-4908-940A-77FDC6C92C71}" dt="2023-10-09T13:23:23.974" v="9"/>
        <pc:sldMkLst>
          <pc:docMk/>
          <pc:sldMk cId="1660829959" sldId="267"/>
        </pc:sldMkLst>
        <pc:spChg chg="mod">
          <ac:chgData name="Sam O'Neill" userId="cb323814-a42a-4cfe-bc74-03f595e56f6e" providerId="ADAL" clId="{584773AB-4760-4908-940A-77FDC6C92C71}" dt="2023-10-09T13:23:23.974" v="9"/>
          <ac:spMkLst>
            <pc:docMk/>
            <pc:sldMk cId="1660829959" sldId="267"/>
            <ac:spMk id="9" creationId="{ADF1E907-2FE3-4899-B4D9-FDF8713C809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DA9C-B459-4C07-AD77-6290D7122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B4319-7C8D-4A99-9EAD-0143E5B72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CDC02-7771-48BA-B78B-2DCD12C4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A3B19-15AB-43FE-B5D2-8059159A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1CC34-3733-4B3E-AD4C-64757F5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401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1909-CE06-46AA-A78D-C4E06213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73BB9-53A4-4DD0-B1DB-0502D410C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7BEC0-E3DD-4FB7-BB80-E3400DEE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263E2-4408-4BE7-BF02-A0EE897A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D846E-2AE9-4EAC-91A9-B7571653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414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4A6B-DB80-4C08-B38A-CA3DD8953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0A5A6-28B2-495C-AC45-6FCCAC403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AEAE5-747F-472D-8EE2-73F44B1D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2E468-21F8-44D8-9DAB-176D1D27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18CD2-DDE7-4FA6-95C6-572B6C79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734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4F31-DFAA-4878-97C7-B7FDCACD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5B433-8AD5-464D-9A00-E06908750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1FFB9-7DB1-435F-B543-584905F1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8E1D4-DE14-4C34-BCEE-33F2FC34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DDF57-3DE1-426D-9368-E6D34D37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CC9A-1B4E-419B-B084-36FCDBBA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53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88A00-C5CE-44B7-8A97-D966A84B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18542-6A13-4FD4-8F47-D3C0998F3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50946-79FB-40DB-BC2C-E6E703803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7CA31-A9AC-4572-9E08-1F7B7918C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200C6A-F96C-46B4-9EF7-11BB95D03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B8862-CBE1-4E9E-A068-99D623E0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19F78-2B84-4FC7-9F79-F6753C30D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8A650-7719-468E-A555-BDE1F17A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800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AD35-29C1-4B11-9D9F-926B8370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E1F2D-1EE2-4695-9842-530CA72B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E71C5-E7C2-4692-8C94-DEEE1EBFB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76523-BF8B-4D89-A93F-15166ADC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854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8CD8D-42C7-4916-973C-16107996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41D2E-6B65-4128-BA6B-C7FCC0F69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67CDE-F259-4CA7-A9B4-75551114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00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32F8-AD6F-455A-889D-01E147CEF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E6459-E150-46EC-ACD7-948B0616C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230A2-19ED-4B6A-B97E-55E6A1282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AC293-977F-4809-A0C1-76188E3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1B8F2-1834-4E20-A74C-28A2B9F21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4CABB-F232-4AE1-A441-844DBBF5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61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32A4-257D-4667-B9AA-5538CC684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2237E-6599-4749-890A-0BE1943EB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1E07E-464E-4544-B73D-C54F0157E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92253-F1F3-49F9-92BA-AAAFF48A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39ECF-58BE-4751-BB90-F3C25CD9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8712C-21AF-49F2-A2E6-BEFDFD59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5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A279-3C3C-4F71-B18F-328ED31A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A64C7-6426-4DD2-8866-6579E1E4C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82494-A442-4E5F-96E8-362C8E2A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32142-4782-4967-A172-F7531E3C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B9263-228C-4A4E-9D66-831507FA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250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DE07A2-0C77-4F75-A054-7A343EBC9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46497-4A99-4022-9A8D-35169AE06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689B-BF86-4220-8C6C-DCD553D6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AC1B-F7E9-4D12-906E-C46755318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C3A39-C833-4B4A-A070-4FD28B4A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24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37C403-E63D-42C4-AFC4-82430C189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C96F-4984-4A3B-AF48-2F2C2D0A9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3321C-1CD3-42CC-A138-8D9272FDE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6F5D5-0A44-430C-AA93-59A5CDB9428D}" type="datetimeFigureOut">
              <a:rPr lang="en-GB" smtClean="0"/>
              <a:t>09/10/2023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BB6B8-22B3-4E55-B474-245065BB0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E0EB0-3FF7-4867-8597-47C633624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F7C0A-61D0-4525-8627-71E5405276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20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9FA9-BC30-49EF-808D-10EEE4DE05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Simplex Method Graphical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3666F-B20B-458C-BBC2-C721C8CA18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83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72846" y="1888145"/>
                <a:ext cx="568095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maximise 		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b="0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GB" b="0" dirty="0"/>
                  <a:t>subject to:	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≤15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≤11</m:t>
                      </m:r>
                    </m:oMath>
                  </m:oMathPara>
                </a14:m>
                <a:br>
                  <a:rPr lang="en-GB" b="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</a:br>
                <a:endParaRPr lang="en-GB" b="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000" u="sng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25CEBC0-23E4-4F2A-B010-0BC8901C46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2846" y="1888145"/>
                <a:ext cx="5680954" cy="4351338"/>
              </a:xfrm>
              <a:blipFill>
                <a:blip r:embed="rId2"/>
                <a:stretch>
                  <a:fillRect l="-225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F39D8C-3C04-4BAE-AC16-2984F6A7C9A5}"/>
                  </a:ext>
                </a:extLst>
              </p:cNvPr>
              <p:cNvSpPr txBox="1"/>
              <p:nvPr/>
            </p:nvSpPr>
            <p:spPr>
              <a:xfrm>
                <a:off x="5885434" y="5777818"/>
                <a:ext cx="430066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Point A has an objective value of </a:t>
                </a:r>
                <a:endParaRPr lang="en-GB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=5⋅0+4⋅0=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F39D8C-3C04-4BAE-AC16-2984F6A7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434" y="5777818"/>
                <a:ext cx="4300665" cy="830997"/>
              </a:xfrm>
              <a:prstGeom prst="rect">
                <a:avLst/>
              </a:prstGeom>
              <a:blipFill>
                <a:blip r:embed="rId3"/>
                <a:stretch>
                  <a:fillRect l="-2125" t="-5882" r="-12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7FBFC7B-6CEA-4FCF-A1C9-D7ED8E786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14" y="1888145"/>
            <a:ext cx="4573688" cy="45478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BC0326-366F-6BC0-266F-73CAD53E5E74}"/>
                  </a:ext>
                </a:extLst>
              </p:cNvPr>
              <p:cNvSpPr txBox="1"/>
              <p:nvPr/>
            </p:nvSpPr>
            <p:spPr>
              <a:xfrm>
                <a:off x="1339790" y="6169368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BC0326-366F-6BC0-266F-73CAD53E5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790" y="6169368"/>
                <a:ext cx="73449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77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81864129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81864129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108197" r="-2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/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45BA5A3-60A6-4B83-97F0-F78BB26A857C}"/>
              </a:ext>
            </a:extLst>
          </p:cNvPr>
          <p:cNvSpPr/>
          <p:nvPr/>
        </p:nvSpPr>
        <p:spPr>
          <a:xfrm>
            <a:off x="1206632" y="6014303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35E6D7-A947-26F2-4EF9-F7EE2DF7236F}"/>
                  </a:ext>
                </a:extLst>
              </p:cNvPr>
              <p:cNvSpPr txBox="1"/>
              <p:nvPr/>
            </p:nvSpPr>
            <p:spPr>
              <a:xfrm>
                <a:off x="1339790" y="6169368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E35E6D7-A947-26F2-4EF9-F7EE2DF72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790" y="6169368"/>
                <a:ext cx="734496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B30218-907D-CFE0-CF1F-1945D07B2FA1}"/>
                  </a:ext>
                </a:extLst>
              </p:cNvPr>
              <p:cNvSpPr txBox="1"/>
              <p:nvPr/>
            </p:nvSpPr>
            <p:spPr>
              <a:xfrm>
                <a:off x="6433930" y="5367972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/>
                  <a:t>Point A has an objective value of </a:t>
                </a: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=5⋅0+4⋅0=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B30218-907D-CFE0-CF1F-1945D07B2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930" y="5367972"/>
                <a:ext cx="6096000" cy="646331"/>
              </a:xfrm>
              <a:prstGeom prst="rect">
                <a:avLst/>
              </a:prstGeom>
              <a:blipFill>
                <a:blip r:embed="rId5"/>
                <a:stretch>
                  <a:fillRect l="-800" t="-5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112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23057562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23057562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108197" r="-2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108197" r="-1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108197" r="-138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/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EBD7CED-172F-4060-8494-67DE0E79F20E}"/>
              </a:ext>
            </a:extLst>
          </p:cNvPr>
          <p:cNvSpPr/>
          <p:nvPr/>
        </p:nvSpPr>
        <p:spPr>
          <a:xfrm>
            <a:off x="1206632" y="6014303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700D7B-3BF9-D3BD-117A-1C089BED230A}"/>
                  </a:ext>
                </a:extLst>
              </p:cNvPr>
              <p:cNvSpPr txBox="1"/>
              <p:nvPr/>
            </p:nvSpPr>
            <p:spPr>
              <a:xfrm>
                <a:off x="4858791" y="5986570"/>
                <a:ext cx="73449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(5,0)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700D7B-3BF9-D3BD-117A-1C089BED2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791" y="5986570"/>
                <a:ext cx="73449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EF0097-D1C7-E168-E4DF-1A1B8A88A31E}"/>
                  </a:ext>
                </a:extLst>
              </p:cNvPr>
              <p:cNvSpPr txBox="1"/>
              <p:nvPr/>
            </p:nvSpPr>
            <p:spPr>
              <a:xfrm>
                <a:off x="6433930" y="4831260"/>
                <a:ext cx="6096000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/>
                  <a:t>Point B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(5,0)</m:t>
                    </m:r>
                  </m:oMath>
                </a14:m>
                <a:r>
                  <a:rPr lang="en-GB" sz="1800" dirty="0"/>
                  <a:t> has an objective value of </a:t>
                </a: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=5⋅5+4⋅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GB" sz="1800" b="0" dirty="0"/>
              </a:p>
              <a:p>
                <a:endParaRPr lang="en-GB" sz="1800" dirty="0"/>
              </a:p>
              <a:p>
                <a:r>
                  <a:rPr lang="en-GB" sz="1800" dirty="0"/>
                  <a:t>Point E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800" dirty="0"/>
                  <a:t> has an objective value of </a:t>
                </a: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=5⋅0+4⋅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GB" sz="1800" dirty="0"/>
              </a:p>
              <a:p>
                <a:pPr/>
                <a:endParaRPr lang="en-GB" sz="1800" dirty="0"/>
              </a:p>
              <a:p>
                <a:pPr/>
                <a:endParaRPr lang="en-GB" dirty="0"/>
              </a:p>
              <a:p>
                <a:pPr/>
                <a:endParaRPr lang="en-GB" sz="1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EF0097-D1C7-E168-E4DF-1A1B8A88A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930" y="4831260"/>
                <a:ext cx="6096000" cy="2308324"/>
              </a:xfrm>
              <a:prstGeom prst="rect">
                <a:avLst/>
              </a:prstGeom>
              <a:blipFill>
                <a:blip r:embed="rId6"/>
                <a:stretch>
                  <a:fillRect l="-800" t="-15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89BA5D-3F6B-6EC5-D2C7-86AC8C351C49}"/>
                  </a:ext>
                </a:extLst>
              </p:cNvPr>
              <p:cNvSpPr txBox="1"/>
              <p:nvPr/>
            </p:nvSpPr>
            <p:spPr>
              <a:xfrm>
                <a:off x="1444183" y="2810787"/>
                <a:ext cx="73449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89BA5D-3F6B-6EC5-D2C7-86AC8C351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183" y="2810787"/>
                <a:ext cx="734496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10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41397063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GB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</m:oMath>
                            </m:oMathPara>
                          </a14:m>
                          <a:endParaRPr lang="en-GB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41397063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108197" r="-2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108197" r="-1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108197" r="-138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2B920F-02FB-41B0-8244-9D4D2D73F22A}"/>
              </a:ext>
            </a:extLst>
          </p:cNvPr>
          <p:cNvSpPr txBox="1"/>
          <p:nvPr/>
        </p:nvSpPr>
        <p:spPr>
          <a:xfrm>
            <a:off x="7195367" y="4936479"/>
            <a:ext cx="2870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Choose B to move to!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5BB60B-B458-41CF-B6E1-D1D4CE439E7D}"/>
              </a:ext>
            </a:extLst>
          </p:cNvPr>
          <p:cNvSpPr/>
          <p:nvPr/>
        </p:nvSpPr>
        <p:spPr>
          <a:xfrm>
            <a:off x="4487160" y="6004876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CADD2DD-4E50-49B7-A531-EA6B5A69228A}"/>
                  </a:ext>
                </a:extLst>
              </p:cNvPr>
              <p:cNvSpPr/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CADD2DD-4E50-49B7-A531-EA6B5A6922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872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96042498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GB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</m:oMath>
                            </m:oMathPara>
                          </a14:m>
                          <a:endParaRPr lang="en-GB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96042498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108197" r="-2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108197" r="-1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108197" r="-138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208197" r="-20138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/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96DCB4C-48FC-40DA-8782-22CD7B9ABA05}"/>
              </a:ext>
            </a:extLst>
          </p:cNvPr>
          <p:cNvSpPr/>
          <p:nvPr/>
        </p:nvSpPr>
        <p:spPr>
          <a:xfrm>
            <a:off x="4487160" y="6004876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166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86107887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86107887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108197" r="-2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108197" r="-1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108197" r="-138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208197" r="-20138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208197" r="-10138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208197" r="-1389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/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F92DA36-B265-4DC4-AB77-3F8491553903}"/>
              </a:ext>
            </a:extLst>
          </p:cNvPr>
          <p:cNvSpPr/>
          <p:nvPr/>
        </p:nvSpPr>
        <p:spPr>
          <a:xfrm>
            <a:off x="4487160" y="6004876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EC48A3-0C45-451A-4E75-7599685125CE}"/>
                  </a:ext>
                </a:extLst>
              </p:cNvPr>
              <p:cNvSpPr txBox="1"/>
              <p:nvPr/>
            </p:nvSpPr>
            <p:spPr>
              <a:xfrm>
                <a:off x="4281773" y="4998640"/>
                <a:ext cx="91082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(4,1.5)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EC48A3-0C45-451A-4E75-759968512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773" y="4998640"/>
                <a:ext cx="910827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801440-B4EF-F73D-69EA-6D4DBA08B974}"/>
                  </a:ext>
                </a:extLst>
              </p:cNvPr>
              <p:cNvSpPr txBox="1"/>
              <p:nvPr/>
            </p:nvSpPr>
            <p:spPr>
              <a:xfrm>
                <a:off x="6433930" y="5367972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/>
                  <a:t>Point C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(4,1.5)</m:t>
                    </m:r>
                  </m:oMath>
                </a14:m>
                <a:r>
                  <a:rPr lang="en-GB" sz="1800" dirty="0"/>
                  <a:t> has an objective value of </a:t>
                </a: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=5⋅4+4⋅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1.5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26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801440-B4EF-F73D-69EA-6D4DBA08B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930" y="5367972"/>
                <a:ext cx="6096000" cy="646331"/>
              </a:xfrm>
              <a:prstGeom prst="rect">
                <a:avLst/>
              </a:prstGeom>
              <a:blipFill>
                <a:blip r:embed="rId6"/>
                <a:stretch>
                  <a:fillRect l="-800" t="-5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62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34244023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GB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𝟐𝟔</m:t>
                                </m:r>
                              </m:oMath>
                            </m:oMathPara>
                          </a14:m>
                          <a:endParaRPr lang="en-GB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34244023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108197" r="-2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108197" r="-1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108197" r="-138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208197" r="-20138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208197" r="-10138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208197" r="-1389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/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3D7AD1-A9CB-4469-9F85-41AC2DC94DE9}"/>
              </a:ext>
            </a:extLst>
          </p:cNvPr>
          <p:cNvSpPr txBox="1"/>
          <p:nvPr/>
        </p:nvSpPr>
        <p:spPr>
          <a:xfrm>
            <a:off x="7195367" y="4936479"/>
            <a:ext cx="2867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Choose C to move to!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C1A49A-44B8-474A-B424-49C56A95C24D}"/>
              </a:ext>
            </a:extLst>
          </p:cNvPr>
          <p:cNvSpPr/>
          <p:nvPr/>
        </p:nvSpPr>
        <p:spPr>
          <a:xfrm>
            <a:off x="3827284" y="5054190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12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0125989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=26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=26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50125989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108197" r="-2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108197" r="-1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108197" r="-138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208197" r="-20138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208197" r="-10138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208197" r="-1389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308197" r="-20138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/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5D5B236-09AD-422C-A0D8-36B4B4B31370}"/>
              </a:ext>
            </a:extLst>
          </p:cNvPr>
          <p:cNvSpPr/>
          <p:nvPr/>
        </p:nvSpPr>
        <p:spPr>
          <a:xfrm>
            <a:off x="3827284" y="5054190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162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41302252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=26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=23.5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41302252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108197" r="-2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108197" r="-1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108197" r="-138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208197" r="-20138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208197" r="-10138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208197" r="-1389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308197" r="-20138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308197" r="-10138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308197" r="-1389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/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C59D943-D992-4E64-BFEF-77BCB6A82AEA}"/>
              </a:ext>
            </a:extLst>
          </p:cNvPr>
          <p:cNvSpPr/>
          <p:nvPr/>
        </p:nvSpPr>
        <p:spPr>
          <a:xfrm>
            <a:off x="3827284" y="5054190"/>
            <a:ext cx="226242" cy="22624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8B9A80-FDF2-E952-71D2-8E3C3B817F48}"/>
                  </a:ext>
                </a:extLst>
              </p:cNvPr>
              <p:cNvSpPr txBox="1"/>
              <p:nvPr/>
            </p:nvSpPr>
            <p:spPr>
              <a:xfrm>
                <a:off x="2603241" y="3244334"/>
                <a:ext cx="91082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(1.5,4)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8B9A80-FDF2-E952-71D2-8E3C3B817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241" y="3244334"/>
                <a:ext cx="910826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21D405-122E-C172-9740-56EC2DD1A450}"/>
                  </a:ext>
                </a:extLst>
              </p:cNvPr>
              <p:cNvSpPr txBox="1"/>
              <p:nvPr/>
            </p:nvSpPr>
            <p:spPr>
              <a:xfrm>
                <a:off x="6433930" y="5367972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/>
                  <a:t>Point 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(1.5,4)</m:t>
                    </m:r>
                  </m:oMath>
                </a14:m>
                <a:r>
                  <a:rPr lang="en-GB" dirty="0"/>
                  <a:t> </a:t>
                </a:r>
                <a:r>
                  <a:rPr lang="en-GB" sz="1800" dirty="0"/>
                  <a:t>has an objective value of </a:t>
                </a:r>
                <a:endParaRPr lang="en-GB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=5⋅1.5+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23.5</m:t>
                      </m:r>
                    </m:oMath>
                  </m:oMathPara>
                </a14:m>
                <a:endParaRPr lang="en-GB" sz="1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21D405-122E-C172-9740-56EC2DD1A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930" y="5367972"/>
                <a:ext cx="6096000" cy="646331"/>
              </a:xfrm>
              <a:prstGeom prst="rect">
                <a:avLst/>
              </a:prstGeom>
              <a:blipFill>
                <a:blip r:embed="rId6"/>
                <a:stretch>
                  <a:fillRect l="-800" t="-5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37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A7A-9EB4-4048-9244-4644E86F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17345935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GB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𝟐𝟔</m:t>
                                </m:r>
                              </m:oMath>
                            </m:oMathPara>
                          </a14:m>
                          <a:endParaRPr lang="en-GB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=23.5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7">
                <a:extLst>
                  <a:ext uri="{FF2B5EF4-FFF2-40B4-BE49-F238E27FC236}">
                    <a16:creationId xmlns:a16="http://schemas.microsoft.com/office/drawing/2014/main" id="{DC271FDC-CC7A-46EA-BCEF-FEDF79C6A4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17345935"/>
                  </p:ext>
                </p:extLst>
              </p:nvPr>
            </p:nvGraphicFramePr>
            <p:xfrm>
              <a:off x="6001732" y="2501900"/>
              <a:ext cx="52578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205998210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34652359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8057495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Current Point</a:t>
                          </a: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Adjacent Points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16734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108197" r="-2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108197" r="-10138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108197" r="-138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65131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208197" r="-20138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208197" r="-10138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208197" r="-1389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8350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7" t="-308197" r="-20138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47" t="-308197" r="-10138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47" t="-308197" r="-1389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11424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976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/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2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F1E907-2FE3-4899-B4D9-FDF8713C8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314" y="1837159"/>
                <a:ext cx="21982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8E393B7-8AF6-43E3-9B31-F60AEB2B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68" y="1837159"/>
            <a:ext cx="4252375" cy="46303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BF575-3106-4F3D-BE5E-EA1BEAB8B70C}"/>
              </a:ext>
            </a:extLst>
          </p:cNvPr>
          <p:cNvSpPr txBox="1"/>
          <p:nvPr/>
        </p:nvSpPr>
        <p:spPr>
          <a:xfrm>
            <a:off x="7195367" y="4936479"/>
            <a:ext cx="3984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Cannot improve, optimal solution at C!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40C995-02A5-41CC-A8F2-C9F3D891BD0B}"/>
              </a:ext>
            </a:extLst>
          </p:cNvPr>
          <p:cNvSpPr/>
          <p:nvPr/>
        </p:nvSpPr>
        <p:spPr>
          <a:xfrm>
            <a:off x="3827284" y="5054190"/>
            <a:ext cx="226242" cy="226242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829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7486-56B4-4A92-B6F9-069E2795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Higher dimensions</a:t>
            </a:r>
          </a:p>
        </p:txBody>
      </p:sp>
      <p:pic>
        <p:nvPicPr>
          <p:cNvPr id="1026" name="Picture 2" descr="Image result for simplex method">
            <a:extLst>
              <a:ext uri="{FF2B5EF4-FFF2-40B4-BE49-F238E27FC236}">
                <a16:creationId xmlns:a16="http://schemas.microsoft.com/office/drawing/2014/main" id="{F9B30F28-21D0-4091-8889-B4C555E4C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501" y="1690688"/>
            <a:ext cx="4476345" cy="447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91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1A65AC-089E-474A-8566-AE1E2F9277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843C46-B8FE-4DA9-ADA2-1FBF4D28E1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A7DFE2-7942-41CC-9296-9B80C0C9DB3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427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Calibri Light</vt:lpstr>
      <vt:lpstr>Cambria Math</vt:lpstr>
      <vt:lpstr>Arial</vt:lpstr>
      <vt:lpstr>Office Theme</vt:lpstr>
      <vt:lpstr>Simplex Method Graphical 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Higher dimensions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Simplex Method Graphical Demo</dc:title>
  <dc:creator>Sam O'Neill</dc:creator>
  <cp:lastModifiedBy>Sam O'Neill</cp:lastModifiedBy>
  <cp:revision>7</cp:revision>
  <dcterms:created xsi:type="dcterms:W3CDTF">2019-10-09T15:44:01Z</dcterms:created>
  <dcterms:modified xsi:type="dcterms:W3CDTF">2023-10-09T13:30:10Z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</Properties>
</file>