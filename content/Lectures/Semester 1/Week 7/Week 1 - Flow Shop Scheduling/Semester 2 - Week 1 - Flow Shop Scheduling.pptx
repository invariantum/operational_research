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5" r:id="rId5"/>
    <p:sldId id="348" r:id="rId6"/>
    <p:sldId id="351" r:id="rId7"/>
    <p:sldId id="359" r:id="rId8"/>
    <p:sldId id="360" r:id="rId9"/>
    <p:sldId id="361" r:id="rId10"/>
    <p:sldId id="352" r:id="rId11"/>
    <p:sldId id="349" r:id="rId12"/>
    <p:sldId id="362" r:id="rId13"/>
    <p:sldId id="320" r:id="rId14"/>
    <p:sldId id="321" r:id="rId15"/>
    <p:sldId id="331" r:id="rId16"/>
    <p:sldId id="322" r:id="rId17"/>
    <p:sldId id="332" r:id="rId18"/>
    <p:sldId id="323" r:id="rId19"/>
    <p:sldId id="325" r:id="rId20"/>
    <p:sldId id="335" r:id="rId21"/>
    <p:sldId id="326" r:id="rId22"/>
    <p:sldId id="333" r:id="rId23"/>
    <p:sldId id="334" r:id="rId24"/>
    <p:sldId id="327" r:id="rId25"/>
    <p:sldId id="336" r:id="rId26"/>
    <p:sldId id="337" r:id="rId27"/>
    <p:sldId id="330" r:id="rId28"/>
    <p:sldId id="338" r:id="rId29"/>
    <p:sldId id="339" r:id="rId30"/>
    <p:sldId id="340" r:id="rId31"/>
    <p:sldId id="36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0780B0-BCFD-42CA-8E10-AD132F0BBEA7}" v="57" dt="2024-02-06T12:43:40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’Neil" userId="cb323814-a42a-4cfe-bc74-03f595e56f6e" providerId="ADAL" clId="{A2D6670F-1A71-4702-8E01-DE074453B2C1}"/>
    <pc:docChg chg="undo custSel addSld delSld modSld">
      <pc:chgData name="Sam O’Neil" userId="cb323814-a42a-4cfe-bc74-03f595e56f6e" providerId="ADAL" clId="{A2D6670F-1A71-4702-8E01-DE074453B2C1}" dt="2019-11-07T13:20:57.190" v="2916"/>
      <pc:docMkLst>
        <pc:docMk/>
      </pc:docMkLst>
      <pc:sldChg chg="modSp">
        <pc:chgData name="Sam O’Neil" userId="cb323814-a42a-4cfe-bc74-03f595e56f6e" providerId="ADAL" clId="{A2D6670F-1A71-4702-8E01-DE074453B2C1}" dt="2019-11-07T09:03:36.506" v="79" actId="20577"/>
        <pc:sldMkLst>
          <pc:docMk/>
          <pc:sldMk cId="110775907" sldId="256"/>
        </pc:sldMkLst>
        <pc:spChg chg="mod">
          <ac:chgData name="Sam O’Neil" userId="cb323814-a42a-4cfe-bc74-03f595e56f6e" providerId="ADAL" clId="{A2D6670F-1A71-4702-8E01-DE074453B2C1}" dt="2019-11-07T09:02:34.289" v="18" actId="20577"/>
          <ac:spMkLst>
            <pc:docMk/>
            <pc:sldMk cId="110775907" sldId="256"/>
            <ac:spMk id="2" creationId="{0A85F331-FA4C-4E92-A9DC-B75BC327C4AF}"/>
          </ac:spMkLst>
        </pc:spChg>
        <pc:spChg chg="mod">
          <ac:chgData name="Sam O’Neil" userId="cb323814-a42a-4cfe-bc74-03f595e56f6e" providerId="ADAL" clId="{A2D6670F-1A71-4702-8E01-DE074453B2C1}" dt="2019-11-07T09:03:36.506" v="79" actId="20577"/>
          <ac:spMkLst>
            <pc:docMk/>
            <pc:sldMk cId="110775907" sldId="256"/>
            <ac:spMk id="3" creationId="{18D97D86-8A1E-4C21-88F2-2ADD855AA1D7}"/>
          </ac:spMkLst>
        </pc:spChg>
      </pc:sldChg>
      <pc:sldChg chg="modSp">
        <pc:chgData name="Sam O’Neil" userId="cb323814-a42a-4cfe-bc74-03f595e56f6e" providerId="ADAL" clId="{A2D6670F-1A71-4702-8E01-DE074453B2C1}" dt="2019-11-07T09:04:04.444" v="106" actId="6549"/>
        <pc:sldMkLst>
          <pc:docMk/>
          <pc:sldMk cId="2464477114" sldId="257"/>
        </pc:sldMkLst>
        <pc:spChg chg="mod">
          <ac:chgData name="Sam O’Neil" userId="cb323814-a42a-4cfe-bc74-03f595e56f6e" providerId="ADAL" clId="{A2D6670F-1A71-4702-8E01-DE074453B2C1}" dt="2019-11-07T09:04:04.444" v="106" actId="6549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’Neil" userId="cb323814-a42a-4cfe-bc74-03f595e56f6e" providerId="ADAL" clId="{A2D6670F-1A71-4702-8E01-DE074453B2C1}" dt="2019-11-07T13:04:17.643" v="2910" actId="2696"/>
        <pc:sldMkLst>
          <pc:docMk/>
          <pc:sldMk cId="3733589376" sldId="258"/>
        </pc:sldMkLst>
      </pc:sldChg>
      <pc:sldChg chg="modAnim">
        <pc:chgData name="Sam O’Neil" userId="cb323814-a42a-4cfe-bc74-03f595e56f6e" providerId="ADAL" clId="{A2D6670F-1A71-4702-8E01-DE074453B2C1}" dt="2019-11-07T13:20:57.190" v="2916"/>
        <pc:sldMkLst>
          <pc:docMk/>
          <pc:sldMk cId="674261045" sldId="274"/>
        </pc:sldMkLst>
      </pc:sldChg>
      <pc:sldChg chg="del">
        <pc:chgData name="Sam O’Neil" userId="cb323814-a42a-4cfe-bc74-03f595e56f6e" providerId="ADAL" clId="{A2D6670F-1A71-4702-8E01-DE074453B2C1}" dt="2019-11-07T09:04:21.563" v="110" actId="2696"/>
        <pc:sldMkLst>
          <pc:docMk/>
          <pc:sldMk cId="1919647061" sldId="287"/>
        </pc:sldMkLst>
      </pc:sldChg>
      <pc:sldChg chg="del">
        <pc:chgData name="Sam O’Neil" userId="cb323814-a42a-4cfe-bc74-03f595e56f6e" providerId="ADAL" clId="{A2D6670F-1A71-4702-8E01-DE074453B2C1}" dt="2019-11-07T09:04:22.500" v="113" actId="2696"/>
        <pc:sldMkLst>
          <pc:docMk/>
          <pc:sldMk cId="230708497" sldId="288"/>
        </pc:sldMkLst>
      </pc:sldChg>
      <pc:sldChg chg="del">
        <pc:chgData name="Sam O’Neil" userId="cb323814-a42a-4cfe-bc74-03f595e56f6e" providerId="ADAL" clId="{A2D6670F-1A71-4702-8E01-DE074453B2C1}" dt="2019-11-07T09:04:21.928" v="111" actId="2696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A2D6670F-1A71-4702-8E01-DE074453B2C1}" dt="2019-11-07T09:04:22.239" v="112" actId="2696"/>
        <pc:sldMkLst>
          <pc:docMk/>
          <pc:sldMk cId="2658666563" sldId="290"/>
        </pc:sldMkLst>
      </pc:sldChg>
      <pc:sldChg chg="addSp delSp modSp delAnim modAnim">
        <pc:chgData name="Sam O’Neil" userId="cb323814-a42a-4cfe-bc74-03f595e56f6e" providerId="ADAL" clId="{A2D6670F-1A71-4702-8E01-DE074453B2C1}" dt="2019-11-07T09:15:47.339" v="457"/>
        <pc:sldMkLst>
          <pc:docMk/>
          <pc:sldMk cId="1245560113" sldId="293"/>
        </pc:sldMkLst>
        <pc:spChg chg="mod">
          <ac:chgData name="Sam O’Neil" userId="cb323814-a42a-4cfe-bc74-03f595e56f6e" providerId="ADAL" clId="{A2D6670F-1A71-4702-8E01-DE074453B2C1}" dt="2019-11-07T09:15:38.652" v="455" actId="20577"/>
          <ac:spMkLst>
            <pc:docMk/>
            <pc:sldMk cId="1245560113" sldId="293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04:49.471" v="155" actId="20577"/>
          <ac:spMkLst>
            <pc:docMk/>
            <pc:sldMk cId="1245560113" sldId="293"/>
            <ac:spMk id="6" creationId="{DB57E94D-7ABF-4564-B18E-07C64105872B}"/>
          </ac:spMkLst>
        </pc:spChg>
        <pc:spChg chg="del">
          <ac:chgData name="Sam O’Neil" userId="cb323814-a42a-4cfe-bc74-03f595e56f6e" providerId="ADAL" clId="{A2D6670F-1A71-4702-8E01-DE074453B2C1}" dt="2019-11-07T09:11:08.033" v="377" actId="478"/>
          <ac:spMkLst>
            <pc:docMk/>
            <pc:sldMk cId="1245560113" sldId="293"/>
            <ac:spMk id="7" creationId="{B934FDF3-D3CC-493E-B3AE-42951DF22101}"/>
          </ac:spMkLst>
        </pc:spChg>
        <pc:spChg chg="del">
          <ac:chgData name="Sam O’Neil" userId="cb323814-a42a-4cfe-bc74-03f595e56f6e" providerId="ADAL" clId="{A2D6670F-1A71-4702-8E01-DE074453B2C1}" dt="2019-11-07T09:11:08.033" v="377" actId="478"/>
          <ac:spMkLst>
            <pc:docMk/>
            <pc:sldMk cId="1245560113" sldId="293"/>
            <ac:spMk id="8" creationId="{CEB19BF4-B3E2-47AE-8A23-8ECDC94ECE7C}"/>
          </ac:spMkLst>
        </pc:spChg>
        <pc:graphicFrameChg chg="add mod modGraphic">
          <ac:chgData name="Sam O’Neil" userId="cb323814-a42a-4cfe-bc74-03f595e56f6e" providerId="ADAL" clId="{A2D6670F-1A71-4702-8E01-DE074453B2C1}" dt="2019-11-07T09:15:27.963" v="415" actId="1076"/>
          <ac:graphicFrameMkLst>
            <pc:docMk/>
            <pc:sldMk cId="1245560113" sldId="293"/>
            <ac:graphicFrameMk id="2" creationId="{72067734-5767-43C4-9B68-35FDB02A439A}"/>
          </ac:graphicFrameMkLst>
        </pc:graphicFrameChg>
        <pc:graphicFrameChg chg="add del">
          <ac:chgData name="Sam O’Neil" userId="cb323814-a42a-4cfe-bc74-03f595e56f6e" providerId="ADAL" clId="{A2D6670F-1A71-4702-8E01-DE074453B2C1}" dt="2019-11-07T09:15:47.339" v="457"/>
          <ac:graphicFrameMkLst>
            <pc:docMk/>
            <pc:sldMk cId="1245560113" sldId="293"/>
            <ac:graphicFrameMk id="4" creationId="{FB6111DE-3C7F-410D-B84F-E3E2289D61B9}"/>
          </ac:graphicFrameMkLst>
        </pc:graphicFrameChg>
      </pc:sldChg>
      <pc:sldChg chg="modSp">
        <pc:chgData name="Sam O’Neil" userId="cb323814-a42a-4cfe-bc74-03f595e56f6e" providerId="ADAL" clId="{A2D6670F-1A71-4702-8E01-DE074453B2C1}" dt="2019-11-07T09:04:14.246" v="109" actId="20577"/>
        <pc:sldMkLst>
          <pc:docMk/>
          <pc:sldMk cId="70229734" sldId="294"/>
        </pc:sldMkLst>
        <pc:spChg chg="mod">
          <ac:chgData name="Sam O’Neil" userId="cb323814-a42a-4cfe-bc74-03f595e56f6e" providerId="ADAL" clId="{A2D6670F-1A71-4702-8E01-DE074453B2C1}" dt="2019-11-07T09:04:14.246" v="109" actId="20577"/>
          <ac:spMkLst>
            <pc:docMk/>
            <pc:sldMk cId="70229734" sldId="294"/>
            <ac:spMk id="2" creationId="{0A85F331-FA4C-4E92-A9DC-B75BC327C4AF}"/>
          </ac:spMkLst>
        </pc:spChg>
      </pc:sldChg>
      <pc:sldChg chg="del">
        <pc:chgData name="Sam O’Neil" userId="cb323814-a42a-4cfe-bc74-03f595e56f6e" providerId="ADAL" clId="{A2D6670F-1A71-4702-8E01-DE074453B2C1}" dt="2019-11-07T09:04:22.734" v="114" actId="2696"/>
        <pc:sldMkLst>
          <pc:docMk/>
          <pc:sldMk cId="1906729432" sldId="295"/>
        </pc:sldMkLst>
      </pc:sldChg>
      <pc:sldChg chg="delSp modSp add modAnim">
        <pc:chgData name="Sam O’Neil" userId="cb323814-a42a-4cfe-bc74-03f595e56f6e" providerId="ADAL" clId="{A2D6670F-1A71-4702-8E01-DE074453B2C1}" dt="2019-11-07T09:26:56.870" v="717" actId="20577"/>
        <pc:sldMkLst>
          <pc:docMk/>
          <pc:sldMk cId="2098889634" sldId="295"/>
        </pc:sldMkLst>
        <pc:spChg chg="mod">
          <ac:chgData name="Sam O’Neil" userId="cb323814-a42a-4cfe-bc74-03f595e56f6e" providerId="ADAL" clId="{A2D6670F-1A71-4702-8E01-DE074453B2C1}" dt="2019-11-07T09:26:30.127" v="708" actId="20577"/>
          <ac:spMkLst>
            <pc:docMk/>
            <pc:sldMk cId="2098889634" sldId="295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26:56.870" v="717" actId="20577"/>
          <ac:spMkLst>
            <pc:docMk/>
            <pc:sldMk cId="2098889634" sldId="295"/>
            <ac:spMk id="6" creationId="{DB57E94D-7ABF-4564-B18E-07C64105872B}"/>
          </ac:spMkLst>
        </pc:spChg>
        <pc:graphicFrameChg chg="del">
          <ac:chgData name="Sam O’Neil" userId="cb323814-a42a-4cfe-bc74-03f595e56f6e" providerId="ADAL" clId="{A2D6670F-1A71-4702-8E01-DE074453B2C1}" dt="2019-11-07T09:15:57.119" v="459" actId="478"/>
          <ac:graphicFrameMkLst>
            <pc:docMk/>
            <pc:sldMk cId="2098889634" sldId="295"/>
            <ac:graphicFrameMk id="2" creationId="{72067734-5767-43C4-9B68-35FDB02A439A}"/>
          </ac:graphicFrameMkLst>
        </pc:graphicFrameChg>
      </pc:sldChg>
      <pc:sldChg chg="addSp delSp modSp add modAnim">
        <pc:chgData name="Sam O’Neil" userId="cb323814-a42a-4cfe-bc74-03f595e56f6e" providerId="ADAL" clId="{A2D6670F-1A71-4702-8E01-DE074453B2C1}" dt="2019-11-07T09:32:47.283" v="967"/>
        <pc:sldMkLst>
          <pc:docMk/>
          <pc:sldMk cId="1411796785" sldId="296"/>
        </pc:sldMkLst>
        <pc:spChg chg="add del">
          <ac:chgData name="Sam O’Neil" userId="cb323814-a42a-4cfe-bc74-03f595e56f6e" providerId="ADAL" clId="{A2D6670F-1A71-4702-8E01-DE074453B2C1}" dt="2019-11-07T09:32:47.283" v="967"/>
          <ac:spMkLst>
            <pc:docMk/>
            <pc:sldMk cId="1411796785" sldId="296"/>
            <ac:spMk id="2" creationId="{C4775C90-2829-4ED1-A737-4C0635FBB714}"/>
          </ac:spMkLst>
        </pc:spChg>
        <pc:spChg chg="mod">
          <ac:chgData name="Sam O’Neil" userId="cb323814-a42a-4cfe-bc74-03f595e56f6e" providerId="ADAL" clId="{A2D6670F-1A71-4702-8E01-DE074453B2C1}" dt="2019-11-07T09:30:10.630" v="920" actId="15373"/>
          <ac:spMkLst>
            <pc:docMk/>
            <pc:sldMk cId="1411796785" sldId="296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32:37.059" v="965" actId="20577"/>
          <ac:spMkLst>
            <pc:docMk/>
            <pc:sldMk cId="1411796785" sldId="296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063" v="115" actId="2696"/>
        <pc:sldMkLst>
          <pc:docMk/>
          <pc:sldMk cId="2788910232" sldId="296"/>
        </pc:sldMkLst>
      </pc:sldChg>
      <pc:sldChg chg="modSp add modAnim">
        <pc:chgData name="Sam O’Neil" userId="cb323814-a42a-4cfe-bc74-03f595e56f6e" providerId="ADAL" clId="{A2D6670F-1A71-4702-8E01-DE074453B2C1}" dt="2019-11-07T09:43:56.140" v="1444" actId="20577"/>
        <pc:sldMkLst>
          <pc:docMk/>
          <pc:sldMk cId="188975121" sldId="297"/>
        </pc:sldMkLst>
        <pc:spChg chg="mod">
          <ac:chgData name="Sam O’Neil" userId="cb323814-a42a-4cfe-bc74-03f595e56f6e" providerId="ADAL" clId="{A2D6670F-1A71-4702-8E01-DE074453B2C1}" dt="2019-11-07T09:43:56.140" v="1444" actId="20577"/>
          <ac:spMkLst>
            <pc:docMk/>
            <pc:sldMk cId="188975121" sldId="297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33:16.099" v="1006" actId="20577"/>
          <ac:spMkLst>
            <pc:docMk/>
            <pc:sldMk cId="188975121" sldId="297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161" v="116" actId="2696"/>
        <pc:sldMkLst>
          <pc:docMk/>
          <pc:sldMk cId="2832277328" sldId="297"/>
        </pc:sldMkLst>
      </pc:sldChg>
      <pc:sldChg chg="del">
        <pc:chgData name="Sam O’Neil" userId="cb323814-a42a-4cfe-bc74-03f595e56f6e" providerId="ADAL" clId="{A2D6670F-1A71-4702-8E01-DE074453B2C1}" dt="2019-11-07T09:04:23.384" v="117" actId="2696"/>
        <pc:sldMkLst>
          <pc:docMk/>
          <pc:sldMk cId="297669834" sldId="298"/>
        </pc:sldMkLst>
      </pc:sldChg>
      <pc:sldChg chg="modSp add modAnim">
        <pc:chgData name="Sam O’Neil" userId="cb323814-a42a-4cfe-bc74-03f595e56f6e" providerId="ADAL" clId="{A2D6670F-1A71-4702-8E01-DE074453B2C1}" dt="2019-11-07T09:48:52.735" v="1552" actId="27636"/>
        <pc:sldMkLst>
          <pc:docMk/>
          <pc:sldMk cId="3026139076" sldId="298"/>
        </pc:sldMkLst>
        <pc:spChg chg="mod">
          <ac:chgData name="Sam O’Neil" userId="cb323814-a42a-4cfe-bc74-03f595e56f6e" providerId="ADAL" clId="{A2D6670F-1A71-4702-8E01-DE074453B2C1}" dt="2019-11-07T09:48:52.735" v="1552" actId="27636"/>
          <ac:spMkLst>
            <pc:docMk/>
            <pc:sldMk cId="3026139076" sldId="298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44:19.980" v="1454" actId="20577"/>
          <ac:spMkLst>
            <pc:docMk/>
            <pc:sldMk cId="3026139076" sldId="298"/>
            <ac:spMk id="6" creationId="{DB57E94D-7ABF-4564-B18E-07C64105872B}"/>
          </ac:spMkLst>
        </pc:spChg>
      </pc:sldChg>
      <pc:sldChg chg="modSp add modAnim">
        <pc:chgData name="Sam O’Neil" userId="cb323814-a42a-4cfe-bc74-03f595e56f6e" providerId="ADAL" clId="{A2D6670F-1A71-4702-8E01-DE074453B2C1}" dt="2019-11-07T09:53:06.731" v="1691" actId="20577"/>
        <pc:sldMkLst>
          <pc:docMk/>
          <pc:sldMk cId="230864193" sldId="299"/>
        </pc:sldMkLst>
        <pc:spChg chg="mod">
          <ac:chgData name="Sam O’Neil" userId="cb323814-a42a-4cfe-bc74-03f595e56f6e" providerId="ADAL" clId="{A2D6670F-1A71-4702-8E01-DE074453B2C1}" dt="2019-11-07T09:53:06.731" v="1691" actId="20577"/>
          <ac:spMkLst>
            <pc:docMk/>
            <pc:sldMk cId="230864193" sldId="299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50:31.931" v="1559" actId="20577"/>
          <ac:spMkLst>
            <pc:docMk/>
            <pc:sldMk cId="230864193" sldId="299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551" v="118" actId="2696"/>
        <pc:sldMkLst>
          <pc:docMk/>
          <pc:sldMk cId="1906797595" sldId="299"/>
        </pc:sldMkLst>
      </pc:sldChg>
      <pc:sldChg chg="del">
        <pc:chgData name="Sam O’Neil" userId="cb323814-a42a-4cfe-bc74-03f595e56f6e" providerId="ADAL" clId="{A2D6670F-1A71-4702-8E01-DE074453B2C1}" dt="2019-11-07T09:04:23.611" v="119" actId="2696"/>
        <pc:sldMkLst>
          <pc:docMk/>
          <pc:sldMk cId="2713656048" sldId="300"/>
        </pc:sldMkLst>
      </pc:sldChg>
      <pc:sldChg chg="addSp delSp modSp add modAnim">
        <pc:chgData name="Sam O’Neil" userId="cb323814-a42a-4cfe-bc74-03f595e56f6e" providerId="ADAL" clId="{A2D6670F-1A71-4702-8E01-DE074453B2C1}" dt="2019-11-07T10:00:58.556" v="2163"/>
        <pc:sldMkLst>
          <pc:docMk/>
          <pc:sldMk cId="4135857540" sldId="300"/>
        </pc:sldMkLst>
        <pc:spChg chg="add del">
          <ac:chgData name="Sam O’Neil" userId="cb323814-a42a-4cfe-bc74-03f595e56f6e" providerId="ADAL" clId="{A2D6670F-1A71-4702-8E01-DE074453B2C1}" dt="2019-11-07T10:00:58.556" v="2163"/>
          <ac:spMkLst>
            <pc:docMk/>
            <pc:sldMk cId="4135857540" sldId="300"/>
            <ac:spMk id="2" creationId="{05390AE4-FDF3-491B-8740-8FFCAAD639B1}"/>
          </ac:spMkLst>
        </pc:spChg>
        <pc:spChg chg="mod">
          <ac:chgData name="Sam O’Neil" userId="cb323814-a42a-4cfe-bc74-03f595e56f6e" providerId="ADAL" clId="{A2D6670F-1A71-4702-8E01-DE074453B2C1}" dt="2019-11-07T10:00:31.271" v="2161" actId="27636"/>
          <ac:spMkLst>
            <pc:docMk/>
            <pc:sldMk cId="4135857540" sldId="300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09:53:32.085" v="1717" actId="20577"/>
          <ac:spMkLst>
            <pc:docMk/>
            <pc:sldMk cId="4135857540" sldId="300"/>
            <ac:spMk id="6" creationId="{DB57E94D-7ABF-4564-B18E-07C64105872B}"/>
          </ac:spMkLst>
        </pc:spChg>
      </pc:sldChg>
      <pc:sldChg chg="modSp add modAnim">
        <pc:chgData name="Sam O’Neil" userId="cb323814-a42a-4cfe-bc74-03f595e56f6e" providerId="ADAL" clId="{A2D6670F-1A71-4702-8E01-DE074453B2C1}" dt="2019-11-07T10:02:03.667" v="2267" actId="20577"/>
        <pc:sldMkLst>
          <pc:docMk/>
          <pc:sldMk cId="2314626422" sldId="301"/>
        </pc:sldMkLst>
        <pc:spChg chg="mod">
          <ac:chgData name="Sam O’Neil" userId="cb323814-a42a-4cfe-bc74-03f595e56f6e" providerId="ADAL" clId="{A2D6670F-1A71-4702-8E01-DE074453B2C1}" dt="2019-11-07T10:02:03.667" v="2267" actId="20577"/>
          <ac:spMkLst>
            <pc:docMk/>
            <pc:sldMk cId="2314626422" sldId="301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10:01:03.862" v="2166" actId="20577"/>
          <ac:spMkLst>
            <pc:docMk/>
            <pc:sldMk cId="2314626422" sldId="301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3.776" v="120" actId="2696"/>
        <pc:sldMkLst>
          <pc:docMk/>
          <pc:sldMk cId="3770277498" sldId="301"/>
        </pc:sldMkLst>
      </pc:sldChg>
      <pc:sldChg chg="addSp modSp add modAnim">
        <pc:chgData name="Sam O’Neil" userId="cb323814-a42a-4cfe-bc74-03f595e56f6e" providerId="ADAL" clId="{A2D6670F-1A71-4702-8E01-DE074453B2C1}" dt="2019-11-07T10:06:22.637" v="2323" actId="1076"/>
        <pc:sldMkLst>
          <pc:docMk/>
          <pc:sldMk cId="2996085282" sldId="302"/>
        </pc:sldMkLst>
        <pc:spChg chg="mod">
          <ac:chgData name="Sam O’Neil" userId="cb323814-a42a-4cfe-bc74-03f595e56f6e" providerId="ADAL" clId="{A2D6670F-1A71-4702-8E01-DE074453B2C1}" dt="2019-11-07T10:06:22.637" v="2323" actId="1076"/>
          <ac:spMkLst>
            <pc:docMk/>
            <pc:sldMk cId="2996085282" sldId="302"/>
            <ac:spMk id="3" creationId="{2ED27342-B019-4230-BC68-60F4E0ADF16D}"/>
          </ac:spMkLst>
        </pc:spChg>
        <pc:spChg chg="add mod">
          <ac:chgData name="Sam O’Neil" userId="cb323814-a42a-4cfe-bc74-03f595e56f6e" providerId="ADAL" clId="{A2D6670F-1A71-4702-8E01-DE074453B2C1}" dt="2019-11-07T10:06:22.637" v="2323" actId="1076"/>
          <ac:spMkLst>
            <pc:docMk/>
            <pc:sldMk cId="2996085282" sldId="302"/>
            <ac:spMk id="4" creationId="{F6CB1081-F562-47C7-8B40-115A7CB8BACB}"/>
          </ac:spMkLst>
        </pc:spChg>
        <pc:spChg chg="mod">
          <ac:chgData name="Sam O’Neil" userId="cb323814-a42a-4cfe-bc74-03f595e56f6e" providerId="ADAL" clId="{A2D6670F-1A71-4702-8E01-DE074453B2C1}" dt="2019-11-07T10:02:25.620" v="2282" actId="20577"/>
          <ac:spMkLst>
            <pc:docMk/>
            <pc:sldMk cId="2996085282" sldId="302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4.003" v="121" actId="2696"/>
        <pc:sldMkLst>
          <pc:docMk/>
          <pc:sldMk cId="4108896939" sldId="302"/>
        </pc:sldMkLst>
      </pc:sldChg>
      <pc:sldChg chg="del">
        <pc:chgData name="Sam O’Neil" userId="cb323814-a42a-4cfe-bc74-03f595e56f6e" providerId="ADAL" clId="{A2D6670F-1A71-4702-8E01-DE074453B2C1}" dt="2019-11-07T09:04:24.255" v="122" actId="2696"/>
        <pc:sldMkLst>
          <pc:docMk/>
          <pc:sldMk cId="1996427595" sldId="303"/>
        </pc:sldMkLst>
      </pc:sldChg>
      <pc:sldChg chg="add del">
        <pc:chgData name="Sam O’Neil" userId="cb323814-a42a-4cfe-bc74-03f595e56f6e" providerId="ADAL" clId="{A2D6670F-1A71-4702-8E01-DE074453B2C1}" dt="2019-11-07T10:08:13.726" v="2326" actId="2696"/>
        <pc:sldMkLst>
          <pc:docMk/>
          <pc:sldMk cId="3570450653" sldId="303"/>
        </pc:sldMkLst>
      </pc:sldChg>
      <pc:sldChg chg="modSp add modAnim">
        <pc:chgData name="Sam O’Neil" userId="cb323814-a42a-4cfe-bc74-03f595e56f6e" providerId="ADAL" clId="{A2D6670F-1A71-4702-8E01-DE074453B2C1}" dt="2019-11-07T10:09:46.381" v="2490" actId="20577"/>
        <pc:sldMkLst>
          <pc:docMk/>
          <pc:sldMk cId="1844912782" sldId="304"/>
        </pc:sldMkLst>
        <pc:spChg chg="mod">
          <ac:chgData name="Sam O’Neil" userId="cb323814-a42a-4cfe-bc74-03f595e56f6e" providerId="ADAL" clId="{A2D6670F-1A71-4702-8E01-DE074453B2C1}" dt="2019-11-07T10:09:46.381" v="2490" actId="20577"/>
          <ac:spMkLst>
            <pc:docMk/>
            <pc:sldMk cId="1844912782" sldId="304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10:08:24.664" v="2347" actId="20577"/>
          <ac:spMkLst>
            <pc:docMk/>
            <pc:sldMk cId="1844912782" sldId="304"/>
            <ac:spMk id="6" creationId="{DB57E94D-7ABF-4564-B18E-07C64105872B}"/>
          </ac:spMkLst>
        </pc:spChg>
      </pc:sldChg>
      <pc:sldChg chg="del">
        <pc:chgData name="Sam O’Neil" userId="cb323814-a42a-4cfe-bc74-03f595e56f6e" providerId="ADAL" clId="{A2D6670F-1A71-4702-8E01-DE074453B2C1}" dt="2019-11-07T09:04:24.765" v="123" actId="2696"/>
        <pc:sldMkLst>
          <pc:docMk/>
          <pc:sldMk cId="4209174142" sldId="304"/>
        </pc:sldMkLst>
      </pc:sldChg>
      <pc:sldChg chg="del">
        <pc:chgData name="Sam O’Neil" userId="cb323814-a42a-4cfe-bc74-03f595e56f6e" providerId="ADAL" clId="{A2D6670F-1A71-4702-8E01-DE074453B2C1}" dt="2019-11-07T09:04:25.191" v="124" actId="2696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A2D6670F-1A71-4702-8E01-DE074453B2C1}" dt="2019-11-07T10:34:30.131" v="2733"/>
        <pc:sldMkLst>
          <pc:docMk/>
          <pc:sldMk cId="1214152154" sldId="305"/>
        </pc:sldMkLst>
        <pc:spChg chg="mod">
          <ac:chgData name="Sam O’Neil" userId="cb323814-a42a-4cfe-bc74-03f595e56f6e" providerId="ADAL" clId="{A2D6670F-1A71-4702-8E01-DE074453B2C1}" dt="2019-11-07T10:33:52.828" v="2731" actId="20577"/>
          <ac:spMkLst>
            <pc:docMk/>
            <pc:sldMk cId="1214152154" sldId="305"/>
            <ac:spMk id="3" creationId="{2ED27342-B019-4230-BC68-60F4E0ADF16D}"/>
          </ac:spMkLst>
        </pc:spChg>
        <pc:spChg chg="mod">
          <ac:chgData name="Sam O’Neil" userId="cb323814-a42a-4cfe-bc74-03f595e56f6e" providerId="ADAL" clId="{A2D6670F-1A71-4702-8E01-DE074453B2C1}" dt="2019-11-07T10:10:09.626" v="2500" actId="20577"/>
          <ac:spMkLst>
            <pc:docMk/>
            <pc:sldMk cId="1214152154" sldId="305"/>
            <ac:spMk id="6" creationId="{DB57E94D-7ABF-4564-B18E-07C64105872B}"/>
          </ac:spMkLst>
        </pc:spChg>
        <pc:graphicFrameChg chg="add mod">
          <ac:chgData name="Sam O’Neil" userId="cb323814-a42a-4cfe-bc74-03f595e56f6e" providerId="ADAL" clId="{A2D6670F-1A71-4702-8E01-DE074453B2C1}" dt="2019-11-07T10:33:05.212" v="2694" actId="1076"/>
          <ac:graphicFrameMkLst>
            <pc:docMk/>
            <pc:sldMk cId="1214152154" sldId="305"/>
            <ac:graphicFrameMk id="4" creationId="{87A642CC-FB27-436F-9F62-965C7C457A9E}"/>
          </ac:graphicFrameMkLst>
        </pc:graphicFrameChg>
        <pc:graphicFrameChg chg="add del">
          <ac:chgData name="Sam O’Neil" userId="cb323814-a42a-4cfe-bc74-03f595e56f6e" providerId="ADAL" clId="{A2D6670F-1A71-4702-8E01-DE074453B2C1}" dt="2019-11-07T10:34:30.131" v="2733"/>
          <ac:graphicFrameMkLst>
            <pc:docMk/>
            <pc:sldMk cId="1214152154" sldId="305"/>
            <ac:graphicFrameMk id="5" creationId="{15ADE1DE-1CF0-419C-B5B0-398A520E7DF6}"/>
          </ac:graphicFrameMkLst>
        </pc:graphicFrameChg>
      </pc:sldChg>
      <pc:sldChg chg="addSp modSp add modAnim">
        <pc:chgData name="Sam O’Neil" userId="cb323814-a42a-4cfe-bc74-03f595e56f6e" providerId="ADAL" clId="{A2D6670F-1A71-4702-8E01-DE074453B2C1}" dt="2019-11-07T10:35:05.960" v="2740" actId="20577"/>
        <pc:sldMkLst>
          <pc:docMk/>
          <pc:sldMk cId="407957214" sldId="306"/>
        </pc:sldMkLst>
        <pc:spChg chg="mod">
          <ac:chgData name="Sam O’Neil" userId="cb323814-a42a-4cfe-bc74-03f595e56f6e" providerId="ADAL" clId="{A2D6670F-1A71-4702-8E01-DE074453B2C1}" dt="2019-11-07T10:34:50.790" v="2736" actId="14100"/>
          <ac:spMkLst>
            <pc:docMk/>
            <pc:sldMk cId="407957214" sldId="306"/>
            <ac:spMk id="3" creationId="{2ED27342-B019-4230-BC68-60F4E0ADF16D}"/>
          </ac:spMkLst>
        </pc:spChg>
        <pc:graphicFrameChg chg="add mod modGraphic">
          <ac:chgData name="Sam O’Neil" userId="cb323814-a42a-4cfe-bc74-03f595e56f6e" providerId="ADAL" clId="{A2D6670F-1A71-4702-8E01-DE074453B2C1}" dt="2019-11-07T10:35:05.960" v="2740" actId="20577"/>
          <ac:graphicFrameMkLst>
            <pc:docMk/>
            <pc:sldMk cId="407957214" sldId="306"/>
            <ac:graphicFrameMk id="5" creationId="{674740E5-2472-4B58-9AB5-64403A362F39}"/>
          </ac:graphicFrameMkLst>
        </pc:graphicFrameChg>
      </pc:sldChg>
      <pc:sldChg chg="del">
        <pc:chgData name="Sam O’Neil" userId="cb323814-a42a-4cfe-bc74-03f595e56f6e" providerId="ADAL" clId="{A2D6670F-1A71-4702-8E01-DE074453B2C1}" dt="2019-11-07T09:04:25.529" v="125" actId="2696"/>
        <pc:sldMkLst>
          <pc:docMk/>
          <pc:sldMk cId="2246994295" sldId="306"/>
        </pc:sldMkLst>
      </pc:sldChg>
      <pc:sldChg chg="del">
        <pc:chgData name="Sam O’Neil" userId="cb323814-a42a-4cfe-bc74-03f595e56f6e" providerId="ADAL" clId="{A2D6670F-1A71-4702-8E01-DE074453B2C1}" dt="2019-11-07T09:04:26.238" v="128" actId="2696"/>
        <pc:sldMkLst>
          <pc:docMk/>
          <pc:sldMk cId="1688978545" sldId="307"/>
        </pc:sldMkLst>
      </pc:sldChg>
      <pc:sldChg chg="modSp add modAnim">
        <pc:chgData name="Sam O’Neil" userId="cb323814-a42a-4cfe-bc74-03f595e56f6e" providerId="ADAL" clId="{A2D6670F-1A71-4702-8E01-DE074453B2C1}" dt="2019-11-07T13:02:46.315" v="2909" actId="1036"/>
        <pc:sldMkLst>
          <pc:docMk/>
          <pc:sldMk cId="1869720662" sldId="307"/>
        </pc:sldMkLst>
        <pc:spChg chg="mod">
          <ac:chgData name="Sam O’Neil" userId="cb323814-a42a-4cfe-bc74-03f595e56f6e" providerId="ADAL" clId="{A2D6670F-1A71-4702-8E01-DE074453B2C1}" dt="2019-11-07T13:02:46.315" v="2909" actId="1036"/>
          <ac:spMkLst>
            <pc:docMk/>
            <pc:sldMk cId="1869720662" sldId="307"/>
            <ac:spMk id="3" creationId="{2ED27342-B019-4230-BC68-60F4E0ADF16D}"/>
          </ac:spMkLst>
        </pc:spChg>
      </pc:sldChg>
      <pc:sldChg chg="del">
        <pc:chgData name="Sam O’Neil" userId="cb323814-a42a-4cfe-bc74-03f595e56f6e" providerId="ADAL" clId="{A2D6670F-1A71-4702-8E01-DE074453B2C1}" dt="2019-11-07T09:04:26.412" v="129" actId="2696"/>
        <pc:sldMkLst>
          <pc:docMk/>
          <pc:sldMk cId="33109785" sldId="308"/>
        </pc:sldMkLst>
      </pc:sldChg>
      <pc:sldChg chg="del">
        <pc:chgData name="Sam O’Neil" userId="cb323814-a42a-4cfe-bc74-03f595e56f6e" providerId="ADAL" clId="{A2D6670F-1A71-4702-8E01-DE074453B2C1}" dt="2019-11-07T09:04:27.037" v="131" actId="2696"/>
        <pc:sldMkLst>
          <pc:docMk/>
          <pc:sldMk cId="2333503007" sldId="309"/>
        </pc:sldMkLst>
      </pc:sldChg>
      <pc:sldChg chg="del">
        <pc:chgData name="Sam O’Neil" userId="cb323814-a42a-4cfe-bc74-03f595e56f6e" providerId="ADAL" clId="{A2D6670F-1A71-4702-8E01-DE074453B2C1}" dt="2019-11-07T09:04:27.519" v="133" actId="2696"/>
        <pc:sldMkLst>
          <pc:docMk/>
          <pc:sldMk cId="3914801083" sldId="310"/>
        </pc:sldMkLst>
      </pc:sldChg>
      <pc:sldChg chg="del">
        <pc:chgData name="Sam O’Neil" userId="cb323814-a42a-4cfe-bc74-03f595e56f6e" providerId="ADAL" clId="{A2D6670F-1A71-4702-8E01-DE074453B2C1}" dt="2019-11-07T09:04:26.721" v="130" actId="2696"/>
        <pc:sldMkLst>
          <pc:docMk/>
          <pc:sldMk cId="2976530976" sldId="311"/>
        </pc:sldMkLst>
      </pc:sldChg>
      <pc:sldChg chg="del">
        <pc:chgData name="Sam O’Neil" userId="cb323814-a42a-4cfe-bc74-03f595e56f6e" providerId="ADAL" clId="{A2D6670F-1A71-4702-8E01-DE074453B2C1}" dt="2019-11-07T09:04:27.791" v="134" actId="2696"/>
        <pc:sldMkLst>
          <pc:docMk/>
          <pc:sldMk cId="757591041" sldId="312"/>
        </pc:sldMkLst>
      </pc:sldChg>
      <pc:sldChg chg="del">
        <pc:chgData name="Sam O’Neil" userId="cb323814-a42a-4cfe-bc74-03f595e56f6e" providerId="ADAL" clId="{A2D6670F-1A71-4702-8E01-DE074453B2C1}" dt="2019-11-07T09:04:25.826" v="126" actId="2696"/>
        <pc:sldMkLst>
          <pc:docMk/>
          <pc:sldMk cId="181662958" sldId="313"/>
        </pc:sldMkLst>
      </pc:sldChg>
      <pc:sldChg chg="del">
        <pc:chgData name="Sam O’Neil" userId="cb323814-a42a-4cfe-bc74-03f595e56f6e" providerId="ADAL" clId="{A2D6670F-1A71-4702-8E01-DE074453B2C1}" dt="2019-11-07T09:04:26.086" v="127" actId="2696"/>
        <pc:sldMkLst>
          <pc:docMk/>
          <pc:sldMk cId="3249660774" sldId="314"/>
        </pc:sldMkLst>
      </pc:sldChg>
      <pc:sldChg chg="del">
        <pc:chgData name="Sam O’Neil" userId="cb323814-a42a-4cfe-bc74-03f595e56f6e" providerId="ADAL" clId="{A2D6670F-1A71-4702-8E01-DE074453B2C1}" dt="2019-11-07T09:04:28.045" v="135" actId="2696"/>
        <pc:sldMkLst>
          <pc:docMk/>
          <pc:sldMk cId="2685382373" sldId="315"/>
        </pc:sldMkLst>
      </pc:sldChg>
      <pc:sldChg chg="del">
        <pc:chgData name="Sam O’Neil" userId="cb323814-a42a-4cfe-bc74-03f595e56f6e" providerId="ADAL" clId="{A2D6670F-1A71-4702-8E01-DE074453B2C1}" dt="2019-11-07T09:04:27.267" v="132" actId="2696"/>
        <pc:sldMkLst>
          <pc:docMk/>
          <pc:sldMk cId="1636974708" sldId="316"/>
        </pc:sldMkLst>
      </pc:sldChg>
      <pc:sldChg chg="modAnim">
        <pc:chgData name="Sam O’Neil" userId="cb323814-a42a-4cfe-bc74-03f595e56f6e" providerId="ADAL" clId="{A2D6670F-1A71-4702-8E01-DE074453B2C1}" dt="2019-11-07T13:20:14.957" v="2913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A2D6670F-1A71-4702-8E01-DE074453B2C1}" dt="2019-11-07T09:04:28.271" v="136" actId="2696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558A1F73-26FA-4C18-8D3B-6C90D207E635}"/>
    <pc:docChg chg="custSel modSld">
      <pc:chgData name="Sam O'Neill" userId="cb323814-a42a-4cfe-bc74-03f595e56f6e" providerId="ADAL" clId="{558A1F73-26FA-4C18-8D3B-6C90D207E635}" dt="2019-11-13T12:47:25.518" v="1" actId="207"/>
      <pc:docMkLst>
        <pc:docMk/>
      </pc:docMkLst>
      <pc:sldChg chg="modSp">
        <pc:chgData name="Sam O'Neill" userId="cb323814-a42a-4cfe-bc74-03f595e56f6e" providerId="ADAL" clId="{558A1F73-26FA-4C18-8D3B-6C90D207E635}" dt="2019-11-13T12:47:25.518" v="1" actId="207"/>
        <pc:sldMkLst>
          <pc:docMk/>
          <pc:sldMk cId="2458902969" sldId="270"/>
        </pc:sldMkLst>
        <pc:graphicFrameChg chg="modGraphic">
          <ac:chgData name="Sam O'Neill" userId="cb323814-a42a-4cfe-bc74-03f595e56f6e" providerId="ADAL" clId="{558A1F73-26FA-4C18-8D3B-6C90D207E635}" dt="2019-11-13T12:47:25.518" v="1" actId="207"/>
          <ac:graphicFrameMkLst>
            <pc:docMk/>
            <pc:sldMk cId="2458902969" sldId="270"/>
            <ac:graphicFrameMk id="3" creationId="{6E67F808-8797-4136-BF0F-CA103DE36B5B}"/>
          </ac:graphicFrameMkLst>
        </pc:graphicFrameChg>
      </pc:sldChg>
    </pc:docChg>
  </pc:docChgLst>
  <pc:docChgLst>
    <pc:chgData name="Sam O'Neill" userId="cb323814-a42a-4cfe-bc74-03f595e56f6e" providerId="ADAL" clId="{87359F41-B285-4FAA-9A5E-3C42A89AC9C1}"/>
    <pc:docChg chg="undo custSel addSld delSld modSld modMainMaster">
      <pc:chgData name="Sam O'Neill" userId="cb323814-a42a-4cfe-bc74-03f595e56f6e" providerId="ADAL" clId="{87359F41-B285-4FAA-9A5E-3C42A89AC9C1}" dt="2019-10-10T11:50:53.792" v="3197"/>
      <pc:docMkLst>
        <pc:docMk/>
      </pc:docMkLst>
      <pc:sldChg chg="modSp">
        <pc:chgData name="Sam O'Neill" userId="cb323814-a42a-4cfe-bc74-03f595e56f6e" providerId="ADAL" clId="{87359F41-B285-4FAA-9A5E-3C42A89AC9C1}" dt="2019-10-09T10:26:58.126" v="37" actId="20577"/>
        <pc:sldMkLst>
          <pc:docMk/>
          <pc:sldMk cId="2464477114" sldId="257"/>
        </pc:sldMkLst>
        <pc:spChg chg="mod">
          <ac:chgData name="Sam O'Neill" userId="cb323814-a42a-4cfe-bc74-03f595e56f6e" providerId="ADAL" clId="{87359F41-B285-4FAA-9A5E-3C42A89AC9C1}" dt="2019-10-09T10:26:58.126" v="37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 add">
        <pc:chgData name="Sam O'Neill" userId="cb323814-a42a-4cfe-bc74-03f595e56f6e" providerId="ADAL" clId="{87359F41-B285-4FAA-9A5E-3C42A89AC9C1}" dt="2019-10-09T10:57:32.853" v="643" actId="27636"/>
        <pc:sldMkLst>
          <pc:docMk/>
          <pc:sldMk cId="737113903" sldId="258"/>
        </pc:sldMkLst>
        <pc:spChg chg="mod">
          <ac:chgData name="Sam O'Neill" userId="cb323814-a42a-4cfe-bc74-03f595e56f6e" providerId="ADAL" clId="{87359F41-B285-4FAA-9A5E-3C42A89AC9C1}" dt="2019-10-09T10:40:40.651" v="88" actId="14100"/>
          <ac:spMkLst>
            <pc:docMk/>
            <pc:sldMk cId="737113903" sldId="258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0:57:32.853" v="643" actId="27636"/>
          <ac:spMkLst>
            <pc:docMk/>
            <pc:sldMk cId="737113903" sldId="258"/>
            <ac:spMk id="3" creationId="{5198A88B-52B3-469E-A512-B72752EB7862}"/>
          </ac:spMkLst>
        </pc:spChg>
      </pc:sldChg>
      <pc:sldChg chg="modSp add del">
        <pc:chgData name="Sam O'Neill" userId="cb323814-a42a-4cfe-bc74-03f595e56f6e" providerId="ADAL" clId="{87359F41-B285-4FAA-9A5E-3C42A89AC9C1}" dt="2019-10-09T10:40:55.687" v="92" actId="2696"/>
        <pc:sldMkLst>
          <pc:docMk/>
          <pc:sldMk cId="2558250790" sldId="259"/>
        </pc:sldMkLst>
        <pc:spChg chg="mod">
          <ac:chgData name="Sam O'Neill" userId="cb323814-a42a-4cfe-bc74-03f595e56f6e" providerId="ADAL" clId="{87359F41-B285-4FAA-9A5E-3C42A89AC9C1}" dt="2019-10-09T10:40:35.321" v="87"/>
          <ac:spMkLst>
            <pc:docMk/>
            <pc:sldMk cId="2558250790" sldId="259"/>
            <ac:spMk id="2" creationId="{876BA22C-4ACC-4B27-9416-C84D712A0FAE}"/>
          </ac:spMkLst>
        </pc:spChg>
      </pc:sldChg>
      <pc:sldChg chg="modSp add">
        <pc:chgData name="Sam O'Neill" userId="cb323814-a42a-4cfe-bc74-03f595e56f6e" providerId="ADAL" clId="{87359F41-B285-4FAA-9A5E-3C42A89AC9C1}" dt="2019-10-09T10:43:35.481" v="311" actId="27636"/>
        <pc:sldMkLst>
          <pc:docMk/>
          <pc:sldMk cId="3710664848" sldId="260"/>
        </pc:sldMkLst>
        <pc:spChg chg="mod">
          <ac:chgData name="Sam O'Neill" userId="cb323814-a42a-4cfe-bc74-03f595e56f6e" providerId="ADAL" clId="{87359F41-B285-4FAA-9A5E-3C42A89AC9C1}" dt="2019-10-09T10:41:07.022" v="120" actId="20577"/>
          <ac:spMkLst>
            <pc:docMk/>
            <pc:sldMk cId="3710664848" sldId="260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0:43:35.481" v="311" actId="27636"/>
          <ac:spMkLst>
            <pc:docMk/>
            <pc:sldMk cId="3710664848" sldId="260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87359F41-B285-4FAA-9A5E-3C42A89AC9C1}" dt="2019-10-09T10:41:18.063" v="134" actId="20577"/>
        <pc:sldMkLst>
          <pc:docMk/>
          <pc:sldMk cId="1484236167" sldId="261"/>
        </pc:sldMkLst>
        <pc:spChg chg="mod">
          <ac:chgData name="Sam O'Neill" userId="cb323814-a42a-4cfe-bc74-03f595e56f6e" providerId="ADAL" clId="{87359F41-B285-4FAA-9A5E-3C42A89AC9C1}" dt="2019-10-09T10:41:18.063" v="134" actId="20577"/>
          <ac:spMkLst>
            <pc:docMk/>
            <pc:sldMk cId="1484236167" sldId="261"/>
            <ac:spMk id="2" creationId="{F3E593E6-3D2F-4C7E-80B2-F78D636A9E07}"/>
          </ac:spMkLst>
        </pc:spChg>
      </pc:sldChg>
      <pc:sldChg chg="addSp delSp modSp add">
        <pc:chgData name="Sam O'Neill" userId="cb323814-a42a-4cfe-bc74-03f595e56f6e" providerId="ADAL" clId="{87359F41-B285-4FAA-9A5E-3C42A89AC9C1}" dt="2019-10-09T11:16:14.461" v="1179" actId="478"/>
        <pc:sldMkLst>
          <pc:docMk/>
          <pc:sldMk cId="1402902768" sldId="262"/>
        </pc:sldMkLst>
        <pc:spChg chg="mod">
          <ac:chgData name="Sam O'Neill" userId="cb323814-a42a-4cfe-bc74-03f595e56f6e" providerId="ADAL" clId="{87359F41-B285-4FAA-9A5E-3C42A89AC9C1}" dt="2019-10-09T10:43:55.017" v="333" actId="27636"/>
          <ac:spMkLst>
            <pc:docMk/>
            <pc:sldMk cId="1402902768" sldId="262"/>
            <ac:spMk id="3" creationId="{5198A88B-52B3-469E-A512-B72752EB7862}"/>
          </ac:spMkLst>
        </pc:spChg>
        <pc:spChg chg="add mod">
          <ac:chgData name="Sam O'Neill" userId="cb323814-a42a-4cfe-bc74-03f595e56f6e" providerId="ADAL" clId="{87359F41-B285-4FAA-9A5E-3C42A89AC9C1}" dt="2019-10-09T10:53:50.054" v="491" actId="20577"/>
          <ac:spMkLst>
            <pc:docMk/>
            <pc:sldMk cId="1402902768" sldId="262"/>
            <ac:spMk id="5" creationId="{B33061F3-EE25-41A1-B07F-232271977D47}"/>
          </ac:spMkLst>
        </pc:spChg>
        <pc:picChg chg="add del mod">
          <ac:chgData name="Sam O'Neill" userId="cb323814-a42a-4cfe-bc74-03f595e56f6e" providerId="ADAL" clId="{87359F41-B285-4FAA-9A5E-3C42A89AC9C1}" dt="2019-10-09T11:16:14.461" v="1179" actId="478"/>
          <ac:picMkLst>
            <pc:docMk/>
            <pc:sldMk cId="1402902768" sldId="262"/>
            <ac:picMk id="4" creationId="{2030B86E-F0C3-48DA-826F-4544CBB8B22D}"/>
          </ac:picMkLst>
        </pc:picChg>
        <pc:picChg chg="add del mod">
          <ac:chgData name="Sam O'Neill" userId="cb323814-a42a-4cfe-bc74-03f595e56f6e" providerId="ADAL" clId="{87359F41-B285-4FAA-9A5E-3C42A89AC9C1}" dt="2019-10-09T11:16:14.084" v="1178"/>
          <ac:picMkLst>
            <pc:docMk/>
            <pc:sldMk cId="1402902768" sldId="262"/>
            <ac:picMk id="6" creationId="{DBDEEFBC-51BA-4166-B936-F4E5021E1E6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04:52.481" v="752" actId="478"/>
        <pc:sldMkLst>
          <pc:docMk/>
          <pc:sldMk cId="2064211643" sldId="263"/>
        </pc:sldMkLst>
        <pc:spChg chg="mod">
          <ac:chgData name="Sam O'Neill" userId="cb323814-a42a-4cfe-bc74-03f595e56f6e" providerId="ADAL" clId="{87359F41-B285-4FAA-9A5E-3C42A89AC9C1}" dt="2019-10-09T10:57:40.965" v="645" actId="20577"/>
          <ac:spMkLst>
            <pc:docMk/>
            <pc:sldMk cId="2064211643" sldId="263"/>
            <ac:spMk id="3" creationId="{5198A88B-52B3-469E-A512-B72752EB7862}"/>
          </ac:spMkLst>
        </pc:spChg>
        <pc:spChg chg="add del">
          <ac:chgData name="Sam O'Neill" userId="cb323814-a42a-4cfe-bc74-03f595e56f6e" providerId="ADAL" clId="{87359F41-B285-4FAA-9A5E-3C42A89AC9C1}" dt="2019-10-09T10:54:29" v="520"/>
          <ac:spMkLst>
            <pc:docMk/>
            <pc:sldMk cId="2064211643" sldId="263"/>
            <ac:spMk id="4" creationId="{3D39A4E7-7580-4E95-93B8-4E53AF2EB7C1}"/>
          </ac:spMkLst>
        </pc:spChg>
        <pc:picChg chg="add del">
          <ac:chgData name="Sam O'Neill" userId="cb323814-a42a-4cfe-bc74-03f595e56f6e" providerId="ADAL" clId="{87359F41-B285-4FAA-9A5E-3C42A89AC9C1}" dt="2019-10-09T11:04:52.481" v="752" actId="478"/>
          <ac:picMkLst>
            <pc:docMk/>
            <pc:sldMk cId="2064211643" sldId="263"/>
            <ac:picMk id="5" creationId="{643D64D7-F4AC-4533-B714-AA5B062B0B96}"/>
          </ac:picMkLst>
        </pc:picChg>
      </pc:sldChg>
      <pc:sldChg chg="add del">
        <pc:chgData name="Sam O'Neill" userId="cb323814-a42a-4cfe-bc74-03f595e56f6e" providerId="ADAL" clId="{87359F41-B285-4FAA-9A5E-3C42A89AC9C1}" dt="2019-10-09T10:54:20.887" v="517"/>
        <pc:sldMkLst>
          <pc:docMk/>
          <pc:sldMk cId="738976311" sldId="264"/>
        </pc:sldMkLst>
      </pc:sldChg>
      <pc:sldChg chg="addSp modSp add">
        <pc:chgData name="Sam O'Neill" userId="cb323814-a42a-4cfe-bc74-03f595e56f6e" providerId="ADAL" clId="{87359F41-B285-4FAA-9A5E-3C42A89AC9C1}" dt="2019-10-09T11:42:14.335" v="1932" actId="20577"/>
        <pc:sldMkLst>
          <pc:docMk/>
          <pc:sldMk cId="2026425645" sldId="264"/>
        </pc:sldMkLst>
        <pc:spChg chg="mod">
          <ac:chgData name="Sam O'Neill" userId="cb323814-a42a-4cfe-bc74-03f595e56f6e" providerId="ADAL" clId="{87359F41-B285-4FAA-9A5E-3C42A89AC9C1}" dt="2019-10-09T11:42:14.335" v="1932" actId="20577"/>
          <ac:spMkLst>
            <pc:docMk/>
            <pc:sldMk cId="2026425645" sldId="264"/>
            <ac:spMk id="3" creationId="{5198A88B-52B3-469E-A512-B72752EB7862}"/>
          </ac:spMkLst>
        </pc:spChg>
        <pc:picChg chg="add mod">
          <ac:chgData name="Sam O'Neill" userId="cb323814-a42a-4cfe-bc74-03f595e56f6e" providerId="ADAL" clId="{87359F41-B285-4FAA-9A5E-3C42A89AC9C1}" dt="2019-10-09T11:42:00.167" v="1876" actId="1076"/>
          <ac:picMkLst>
            <pc:docMk/>
            <pc:sldMk cId="2026425645" sldId="264"/>
            <ac:picMk id="4" creationId="{1695C61A-A4C0-4332-9E3B-8286AC0A32EF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11:52.871" v="1163" actId="20577"/>
        <pc:sldMkLst>
          <pc:docMk/>
          <pc:sldMk cId="2645702153" sldId="265"/>
        </pc:sldMkLst>
        <pc:spChg chg="del mod">
          <ac:chgData name="Sam O'Neill" userId="cb323814-a42a-4cfe-bc74-03f595e56f6e" providerId="ADAL" clId="{87359F41-B285-4FAA-9A5E-3C42A89AC9C1}" dt="2019-10-09T11:05:03.335" v="754" actId="478"/>
          <ac:spMkLst>
            <pc:docMk/>
            <pc:sldMk cId="2645702153" sldId="265"/>
            <ac:spMk id="3" creationId="{5198A88B-52B3-469E-A512-B72752EB7862}"/>
          </ac:spMkLst>
        </pc:spChg>
        <pc:spChg chg="add mod">
          <ac:chgData name="Sam O'Neill" userId="cb323814-a42a-4cfe-bc74-03f595e56f6e" providerId="ADAL" clId="{87359F41-B285-4FAA-9A5E-3C42A89AC9C1}" dt="2019-10-09T11:11:52.871" v="1163" actId="20577"/>
          <ac:spMkLst>
            <pc:docMk/>
            <pc:sldMk cId="2645702153" sldId="265"/>
            <ac:spMk id="4" creationId="{76A814A8-E888-4D6C-B643-B3F94FB369E0}"/>
          </ac:spMkLst>
        </pc:spChg>
        <pc:picChg chg="mod">
          <ac:chgData name="Sam O'Neill" userId="cb323814-a42a-4cfe-bc74-03f595e56f6e" providerId="ADAL" clId="{87359F41-B285-4FAA-9A5E-3C42A89AC9C1}" dt="2019-10-09T11:05:05.389" v="755" actId="1076"/>
          <ac:picMkLst>
            <pc:docMk/>
            <pc:sldMk cId="2645702153" sldId="265"/>
            <ac:picMk id="5" creationId="{643D64D7-F4AC-4533-B714-AA5B062B0B96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28:48.053" v="1432" actId="20577"/>
        <pc:sldMkLst>
          <pc:docMk/>
          <pc:sldMk cId="3317125378" sldId="266"/>
        </pc:sldMkLst>
        <pc:spChg chg="mod">
          <ac:chgData name="Sam O'Neill" userId="cb323814-a42a-4cfe-bc74-03f595e56f6e" providerId="ADAL" clId="{87359F41-B285-4FAA-9A5E-3C42A89AC9C1}" dt="2019-10-09T11:28:48.053" v="1432" actId="20577"/>
          <ac:spMkLst>
            <pc:docMk/>
            <pc:sldMk cId="3317125378" sldId="266"/>
            <ac:spMk id="4" creationId="{76A814A8-E888-4D6C-B643-B3F94FB369E0}"/>
          </ac:spMkLst>
        </pc:spChg>
        <pc:spChg chg="add mod">
          <ac:chgData name="Sam O'Neill" userId="cb323814-a42a-4cfe-bc74-03f595e56f6e" providerId="ADAL" clId="{87359F41-B285-4FAA-9A5E-3C42A89AC9C1}" dt="2019-10-09T11:18:43.491" v="1218" actId="1076"/>
          <ac:spMkLst>
            <pc:docMk/>
            <pc:sldMk cId="3317125378" sldId="266"/>
            <ac:spMk id="6" creationId="{AD2DD9C1-EC50-4A92-8C77-1580FD638DBA}"/>
          </ac:spMkLst>
        </pc:spChg>
        <pc:spChg chg="add mod">
          <ac:chgData name="Sam O'Neill" userId="cb323814-a42a-4cfe-bc74-03f595e56f6e" providerId="ADAL" clId="{87359F41-B285-4FAA-9A5E-3C42A89AC9C1}" dt="2019-10-09T11:21:11.411" v="1259" actId="207"/>
          <ac:spMkLst>
            <pc:docMk/>
            <pc:sldMk cId="3317125378" sldId="266"/>
            <ac:spMk id="7" creationId="{88B7901A-018B-4562-9756-7A3D30B14AC7}"/>
          </ac:spMkLst>
        </pc:spChg>
        <pc:picChg chg="add mod">
          <ac:chgData name="Sam O'Neill" userId="cb323814-a42a-4cfe-bc74-03f595e56f6e" providerId="ADAL" clId="{87359F41-B285-4FAA-9A5E-3C42A89AC9C1}" dt="2019-10-09T11:17:20.096" v="1184" actId="1076"/>
          <ac:picMkLst>
            <pc:docMk/>
            <pc:sldMk cId="3317125378" sldId="266"/>
            <ac:picMk id="3" creationId="{7C01890B-1AAD-447A-A3CE-99D18A4D0DD6}"/>
          </ac:picMkLst>
        </pc:picChg>
        <pc:picChg chg="del">
          <ac:chgData name="Sam O'Neill" userId="cb323814-a42a-4cfe-bc74-03f595e56f6e" providerId="ADAL" clId="{87359F41-B285-4FAA-9A5E-3C42A89AC9C1}" dt="2019-10-09T11:17:16.969" v="1182" actId="478"/>
          <ac:picMkLst>
            <pc:docMk/>
            <pc:sldMk cId="3317125378" sldId="266"/>
            <ac:picMk id="5" creationId="{643D64D7-F4AC-4533-B714-AA5B062B0B96}"/>
          </ac:picMkLst>
        </pc:picChg>
      </pc:sldChg>
      <pc:sldChg chg="addSp modSp add">
        <pc:chgData name="Sam O'Neill" userId="cb323814-a42a-4cfe-bc74-03f595e56f6e" providerId="ADAL" clId="{87359F41-B285-4FAA-9A5E-3C42A89AC9C1}" dt="2019-10-09T11:41:44.321" v="1875" actId="688"/>
        <pc:sldMkLst>
          <pc:docMk/>
          <pc:sldMk cId="474528059" sldId="267"/>
        </pc:sldMkLst>
        <pc:spChg chg="mod">
          <ac:chgData name="Sam O'Neill" userId="cb323814-a42a-4cfe-bc74-03f595e56f6e" providerId="ADAL" clId="{87359F41-B285-4FAA-9A5E-3C42A89AC9C1}" dt="2019-10-09T11:31:28.444" v="1453" actId="20577"/>
          <ac:spMkLst>
            <pc:docMk/>
            <pc:sldMk cId="474528059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1:41:10.250" v="1870" actId="20577"/>
          <ac:spMkLst>
            <pc:docMk/>
            <pc:sldMk cId="474528059" sldId="267"/>
            <ac:spMk id="3" creationId="{5198A88B-52B3-469E-A512-B72752EB7862}"/>
          </ac:spMkLst>
        </pc:spChg>
        <pc:picChg chg="add mod">
          <ac:chgData name="Sam O'Neill" userId="cb323814-a42a-4cfe-bc74-03f595e56f6e" providerId="ADAL" clId="{87359F41-B285-4FAA-9A5E-3C42A89AC9C1}" dt="2019-10-09T11:41:44.321" v="1875" actId="688"/>
          <ac:picMkLst>
            <pc:docMk/>
            <pc:sldMk cId="474528059" sldId="267"/>
            <ac:picMk id="1026" creationId="{94840CCC-94AA-4B6B-A539-96059BED5FB7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55:15.033" v="2366" actId="20577"/>
        <pc:sldMkLst>
          <pc:docMk/>
          <pc:sldMk cId="113855319" sldId="268"/>
        </pc:sldMkLst>
        <pc:spChg chg="mod">
          <ac:chgData name="Sam O'Neill" userId="cb323814-a42a-4cfe-bc74-03f595e56f6e" providerId="ADAL" clId="{87359F41-B285-4FAA-9A5E-3C42A89AC9C1}" dt="2019-10-09T11:43:24.257" v="1960" actId="20577"/>
          <ac:spMkLst>
            <pc:docMk/>
            <pc:sldMk cId="113855319" sldId="268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1:55:15.033" v="2366" actId="20577"/>
          <ac:spMkLst>
            <pc:docMk/>
            <pc:sldMk cId="113855319" sldId="268"/>
            <ac:spMk id="3" creationId="{5198A88B-52B3-469E-A512-B72752EB7862}"/>
          </ac:spMkLst>
        </pc:spChg>
        <pc:picChg chg="add del">
          <ac:chgData name="Sam O'Neill" userId="cb323814-a42a-4cfe-bc74-03f595e56f6e" providerId="ADAL" clId="{87359F41-B285-4FAA-9A5E-3C42A89AC9C1}" dt="2019-10-09T11:48:53.453" v="1981" actId="478"/>
          <ac:picMkLst>
            <pc:docMk/>
            <pc:sldMk cId="113855319" sldId="268"/>
            <ac:picMk id="4" creationId="{D00E14A0-45EF-4942-9728-72C7272CD63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1:56:39.034" v="2514" actId="20577"/>
        <pc:sldMkLst>
          <pc:docMk/>
          <pc:sldMk cId="3403934085" sldId="269"/>
        </pc:sldMkLst>
        <pc:spChg chg="mod">
          <ac:chgData name="Sam O'Neill" userId="cb323814-a42a-4cfe-bc74-03f595e56f6e" providerId="ADAL" clId="{87359F41-B285-4FAA-9A5E-3C42A89AC9C1}" dt="2019-10-09T11:56:39.034" v="2514" actId="20577"/>
          <ac:spMkLst>
            <pc:docMk/>
            <pc:sldMk cId="3403934085" sldId="269"/>
            <ac:spMk id="3" creationId="{5198A88B-52B3-469E-A512-B72752EB7862}"/>
          </ac:spMkLst>
        </pc:spChg>
        <pc:picChg chg="del mod">
          <ac:chgData name="Sam O'Neill" userId="cb323814-a42a-4cfe-bc74-03f595e56f6e" providerId="ADAL" clId="{87359F41-B285-4FAA-9A5E-3C42A89AC9C1}" dt="2019-10-09T11:50:57.506" v="2107" actId="478"/>
          <ac:picMkLst>
            <pc:docMk/>
            <pc:sldMk cId="3403934085" sldId="269"/>
            <ac:picMk id="4" creationId="{D00E14A0-45EF-4942-9728-72C7272CD632}"/>
          </ac:picMkLst>
        </pc:picChg>
        <pc:picChg chg="add mod">
          <ac:chgData name="Sam O'Neill" userId="cb323814-a42a-4cfe-bc74-03f595e56f6e" providerId="ADAL" clId="{87359F41-B285-4FAA-9A5E-3C42A89AC9C1}" dt="2019-10-09T11:50:59.290" v="2109" actId="1076"/>
          <ac:picMkLst>
            <pc:docMk/>
            <pc:sldMk cId="3403934085" sldId="269"/>
            <ac:picMk id="5" creationId="{509128F3-6008-4F32-80D6-B3644EB6E18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2:05:03.717" v="2783" actId="115"/>
        <pc:sldMkLst>
          <pc:docMk/>
          <pc:sldMk cId="2910249278" sldId="270"/>
        </pc:sldMkLst>
        <pc:spChg chg="mod">
          <ac:chgData name="Sam O'Neill" userId="cb323814-a42a-4cfe-bc74-03f595e56f6e" providerId="ADAL" clId="{87359F41-B285-4FAA-9A5E-3C42A89AC9C1}" dt="2019-10-09T12:00:44.318" v="2526" actId="20577"/>
          <ac:spMkLst>
            <pc:docMk/>
            <pc:sldMk cId="2910249278" sldId="270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2:05:03.717" v="2783" actId="115"/>
          <ac:spMkLst>
            <pc:docMk/>
            <pc:sldMk cId="2910249278" sldId="270"/>
            <ac:spMk id="3" creationId="{5198A88B-52B3-469E-A512-B72752EB7862}"/>
          </ac:spMkLst>
        </pc:spChg>
        <pc:picChg chg="add mod">
          <ac:chgData name="Sam O'Neill" userId="cb323814-a42a-4cfe-bc74-03f595e56f6e" providerId="ADAL" clId="{87359F41-B285-4FAA-9A5E-3C42A89AC9C1}" dt="2019-10-09T12:03:27.606" v="2591" actId="1076"/>
          <ac:picMkLst>
            <pc:docMk/>
            <pc:sldMk cId="2910249278" sldId="270"/>
            <ac:picMk id="4" creationId="{BD2ADC32-64AD-4BDF-81EC-277FD53E4CAA}"/>
          </ac:picMkLst>
        </pc:picChg>
        <pc:picChg chg="del">
          <ac:chgData name="Sam O'Neill" userId="cb323814-a42a-4cfe-bc74-03f595e56f6e" providerId="ADAL" clId="{87359F41-B285-4FAA-9A5E-3C42A89AC9C1}" dt="2019-10-09T12:03:25.561" v="2589" actId="478"/>
          <ac:picMkLst>
            <pc:docMk/>
            <pc:sldMk cId="2910249278" sldId="270"/>
            <ac:picMk id="5" creationId="{509128F3-6008-4F32-80D6-B3644EB6E182}"/>
          </ac:picMkLst>
        </pc:picChg>
      </pc:sldChg>
      <pc:sldChg chg="addSp delSp modSp add">
        <pc:chgData name="Sam O'Neill" userId="cb323814-a42a-4cfe-bc74-03f595e56f6e" providerId="ADAL" clId="{87359F41-B285-4FAA-9A5E-3C42A89AC9C1}" dt="2019-10-09T12:11:30.369" v="3121" actId="115"/>
        <pc:sldMkLst>
          <pc:docMk/>
          <pc:sldMk cId="544812879" sldId="271"/>
        </pc:sldMkLst>
        <pc:spChg chg="mod">
          <ac:chgData name="Sam O'Neill" userId="cb323814-a42a-4cfe-bc74-03f595e56f6e" providerId="ADAL" clId="{87359F41-B285-4FAA-9A5E-3C42A89AC9C1}" dt="2019-10-09T12:05:13.092" v="2794" actId="20577"/>
          <ac:spMkLst>
            <pc:docMk/>
            <pc:sldMk cId="544812879" sldId="271"/>
            <ac:spMk id="2" creationId="{F3E593E6-3D2F-4C7E-80B2-F78D636A9E07}"/>
          </ac:spMkLst>
        </pc:spChg>
        <pc:spChg chg="mod">
          <ac:chgData name="Sam O'Neill" userId="cb323814-a42a-4cfe-bc74-03f595e56f6e" providerId="ADAL" clId="{87359F41-B285-4FAA-9A5E-3C42A89AC9C1}" dt="2019-10-09T12:11:30.369" v="3121" actId="115"/>
          <ac:spMkLst>
            <pc:docMk/>
            <pc:sldMk cId="544812879" sldId="271"/>
            <ac:spMk id="3" creationId="{5198A88B-52B3-469E-A512-B72752EB7862}"/>
          </ac:spMkLst>
        </pc:spChg>
        <pc:picChg chg="del">
          <ac:chgData name="Sam O'Neill" userId="cb323814-a42a-4cfe-bc74-03f595e56f6e" providerId="ADAL" clId="{87359F41-B285-4FAA-9A5E-3C42A89AC9C1}" dt="2019-10-09T12:08:27.317" v="2868" actId="478"/>
          <ac:picMkLst>
            <pc:docMk/>
            <pc:sldMk cId="544812879" sldId="271"/>
            <ac:picMk id="4" creationId="{BD2ADC32-64AD-4BDF-81EC-277FD53E4CAA}"/>
          </ac:picMkLst>
        </pc:picChg>
        <pc:picChg chg="add mod">
          <ac:chgData name="Sam O'Neill" userId="cb323814-a42a-4cfe-bc74-03f595e56f6e" providerId="ADAL" clId="{87359F41-B285-4FAA-9A5E-3C42A89AC9C1}" dt="2019-10-09T12:10:31.316" v="2972" actId="1076"/>
          <ac:picMkLst>
            <pc:docMk/>
            <pc:sldMk cId="544812879" sldId="271"/>
            <ac:picMk id="5" creationId="{CD57626E-B33B-4DF4-AB7C-FDACD9C4D15E}"/>
          </ac:picMkLst>
        </pc:picChg>
      </pc:sldChg>
      <pc:sldChg chg="addSp delSp modSp add modTransition">
        <pc:chgData name="Sam O'Neill" userId="cb323814-a42a-4cfe-bc74-03f595e56f6e" providerId="ADAL" clId="{87359F41-B285-4FAA-9A5E-3C42A89AC9C1}" dt="2019-10-10T11:50:53.792" v="3197"/>
        <pc:sldMkLst>
          <pc:docMk/>
          <pc:sldMk cId="2185440981" sldId="286"/>
        </pc:sldMkLst>
        <pc:spChg chg="mod">
          <ac:chgData name="Sam O'Neill" userId="cb323814-a42a-4cfe-bc74-03f595e56f6e" providerId="ADAL" clId="{87359F41-B285-4FAA-9A5E-3C42A89AC9C1}" dt="2019-10-10T11:48:11.973" v="3176" actId="27636"/>
          <ac:spMkLst>
            <pc:docMk/>
            <pc:sldMk cId="2185440981" sldId="286"/>
            <ac:spMk id="2" creationId="{F1C02D83-72E9-4F11-86DC-2F5D0BA00EAC}"/>
          </ac:spMkLst>
        </pc:spChg>
        <pc:spChg chg="del mod">
          <ac:chgData name="Sam O'Neill" userId="cb323814-a42a-4cfe-bc74-03f595e56f6e" providerId="ADAL" clId="{87359F41-B285-4FAA-9A5E-3C42A89AC9C1}" dt="2019-10-10T11:48:16.127" v="3179"/>
          <ac:spMkLst>
            <pc:docMk/>
            <pc:sldMk cId="2185440981" sldId="286"/>
            <ac:spMk id="3" creationId="{F1402D0F-59DB-49B6-8B36-DAA0A3A59583}"/>
          </ac:spMkLst>
        </pc:spChg>
        <pc:spChg chg="add mod">
          <ac:chgData name="Sam O'Neill" userId="cb323814-a42a-4cfe-bc74-03f595e56f6e" providerId="ADAL" clId="{87359F41-B285-4FAA-9A5E-3C42A89AC9C1}" dt="2019-10-10T11:50:18.538" v="3186" actId="1076"/>
          <ac:spMkLst>
            <pc:docMk/>
            <pc:sldMk cId="2185440981" sldId="286"/>
            <ac:spMk id="6" creationId="{4297D297-3F06-41B3-A8B4-15AAD9E7E06D}"/>
          </ac:spMkLst>
        </pc:spChg>
        <pc:spChg chg="add mod">
          <ac:chgData name="Sam O'Neill" userId="cb323814-a42a-4cfe-bc74-03f595e56f6e" providerId="ADAL" clId="{87359F41-B285-4FAA-9A5E-3C42A89AC9C1}" dt="2019-10-10T11:50:38.908" v="3196" actId="20577"/>
          <ac:spMkLst>
            <pc:docMk/>
            <pc:sldMk cId="2185440981" sldId="286"/>
            <ac:spMk id="7" creationId="{0C296794-7CFD-4F25-A5FC-EA1B0E1EDA4F}"/>
          </ac:spMkLst>
        </pc:spChg>
        <pc:picChg chg="add mod">
          <ac:chgData name="Sam O'Neill" userId="cb323814-a42a-4cfe-bc74-03f595e56f6e" providerId="ADAL" clId="{87359F41-B285-4FAA-9A5E-3C42A89AC9C1}" dt="2019-10-10T11:50:34.762" v="3192" actId="1076"/>
          <ac:picMkLst>
            <pc:docMk/>
            <pc:sldMk cId="2185440981" sldId="286"/>
            <ac:picMk id="4" creationId="{50A14310-A81B-4C21-AE09-0F16DD25CC55}"/>
          </ac:picMkLst>
        </pc:picChg>
        <pc:picChg chg="add mod">
          <ac:chgData name="Sam O'Neill" userId="cb323814-a42a-4cfe-bc74-03f595e56f6e" providerId="ADAL" clId="{87359F41-B285-4FAA-9A5E-3C42A89AC9C1}" dt="2019-10-10T11:50:33.273" v="3191" actId="1076"/>
          <ac:picMkLst>
            <pc:docMk/>
            <pc:sldMk cId="2185440981" sldId="286"/>
            <ac:picMk id="5" creationId="{9C4AF09B-9B2E-4A4E-A4B5-589A9E6BBBC5}"/>
          </ac:picMkLst>
        </pc:picChg>
      </pc:sldChg>
      <pc:sldMasterChg chg="addSp modSp">
        <pc:chgData name="Sam O'Neill" userId="cb323814-a42a-4cfe-bc74-03f595e56f6e" providerId="ADAL" clId="{87359F41-B285-4FAA-9A5E-3C42A89AC9C1}" dt="2019-10-09T12:50:04.415" v="3152"/>
        <pc:sldMasterMkLst>
          <pc:docMk/>
          <pc:sldMasterMk cId="3231878557" sldId="2147483648"/>
        </pc:sldMasterMkLst>
        <pc:spChg chg="add mod ord modVis">
          <ac:chgData name="Sam O'Neill" userId="cb323814-a42a-4cfe-bc74-03f595e56f6e" providerId="ADAL" clId="{87359F41-B285-4FAA-9A5E-3C42A89AC9C1}" dt="2019-10-09T12:50:04.415" v="3152"/>
          <ac:spMkLst>
            <pc:docMk/>
            <pc:sldMasterMk cId="3231878557" sldId="2147483648"/>
            <ac:spMk id="7" creationId="{64B23A5A-228F-4E95-8C6A-4486B3D720E7}"/>
          </ac:spMkLst>
        </pc:spChg>
      </pc:sldMasterChg>
    </pc:docChg>
  </pc:docChgLst>
  <pc:docChgLst>
    <pc:chgData name="Sam O'Neill" userId="cb323814-a42a-4cfe-bc74-03f595e56f6e" providerId="ADAL" clId="{F7309A3D-A45F-4CDB-972C-EDF733A90B04}"/>
    <pc:docChg chg="modSld">
      <pc:chgData name="Sam O'Neill" userId="cb323814-a42a-4cfe-bc74-03f595e56f6e" providerId="ADAL" clId="{F7309A3D-A45F-4CDB-972C-EDF733A90B04}" dt="2020-02-13T17:08:34.028" v="57"/>
      <pc:docMkLst>
        <pc:docMk/>
      </pc:docMkLst>
      <pc:sldChg chg="modSp mod">
        <pc:chgData name="Sam O'Neill" userId="cb323814-a42a-4cfe-bc74-03f595e56f6e" providerId="ADAL" clId="{F7309A3D-A45F-4CDB-972C-EDF733A90B04}" dt="2020-02-13T17:06:29.843" v="14" actId="12"/>
        <pc:sldMkLst>
          <pc:docMk/>
          <pc:sldMk cId="982664530" sldId="325"/>
        </pc:sldMkLst>
        <pc:spChg chg="mod">
          <ac:chgData name="Sam O'Neill" userId="cb323814-a42a-4cfe-bc74-03f595e56f6e" providerId="ADAL" clId="{F7309A3D-A45F-4CDB-972C-EDF733A90B04}" dt="2020-02-13T17:06:29.843" v="14" actId="12"/>
          <ac:spMkLst>
            <pc:docMk/>
            <pc:sldMk cId="982664530" sldId="325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7309A3D-A45F-4CDB-972C-EDF733A90B04}" dt="2020-02-13T17:08:34.028" v="57"/>
        <pc:sldMkLst>
          <pc:docMk/>
          <pc:sldMk cId="2369782033" sldId="348"/>
        </pc:sldMkLst>
        <pc:spChg chg="mod">
          <ac:chgData name="Sam O'Neill" userId="cb323814-a42a-4cfe-bc74-03f595e56f6e" providerId="ADAL" clId="{F7309A3D-A45F-4CDB-972C-EDF733A90B04}" dt="2020-02-13T17:08:34.028" v="57"/>
          <ac:spMkLst>
            <pc:docMk/>
            <pc:sldMk cId="2369782033" sldId="348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7309A3D-A45F-4CDB-972C-EDF733A90B04}" dt="2020-02-13T13:40:45.137" v="10" actId="113"/>
        <pc:sldMkLst>
          <pc:docMk/>
          <pc:sldMk cId="1141663153" sldId="361"/>
        </pc:sldMkLst>
        <pc:spChg chg="mod">
          <ac:chgData name="Sam O'Neill" userId="cb323814-a42a-4cfe-bc74-03f595e56f6e" providerId="ADAL" clId="{F7309A3D-A45F-4CDB-972C-EDF733A90B04}" dt="2020-02-13T13:40:45.137" v="10" actId="113"/>
          <ac:spMkLst>
            <pc:docMk/>
            <pc:sldMk cId="1141663153" sldId="361"/>
            <ac:spMk id="41" creationId="{C14A0838-F628-458D-8D91-0A95C51199DA}"/>
          </ac:spMkLst>
        </pc:spChg>
      </pc:sldChg>
    </pc:docChg>
  </pc:docChgLst>
  <pc:docChgLst>
    <pc:chgData name="Sam O’Neil" userId="cb323814-a42a-4cfe-bc74-03f595e56f6e" providerId="ADAL" clId="{086B7B99-3F00-4947-9FA4-8B3B45264306}"/>
    <pc:docChg chg="custSel addSld delSld modSld">
      <pc:chgData name="Sam O’Neil" userId="cb323814-a42a-4cfe-bc74-03f595e56f6e" providerId="ADAL" clId="{086B7B99-3F00-4947-9FA4-8B3B45264306}" dt="2019-10-24T18:05:09.381" v="803"/>
      <pc:docMkLst>
        <pc:docMk/>
      </pc:docMkLst>
      <pc:sldChg chg="modSp">
        <pc:chgData name="Sam O’Neil" userId="cb323814-a42a-4cfe-bc74-03f595e56f6e" providerId="ADAL" clId="{086B7B99-3F00-4947-9FA4-8B3B45264306}" dt="2019-10-24T09:13:02.029" v="801" actId="20577"/>
        <pc:sldMkLst>
          <pc:docMk/>
          <pc:sldMk cId="1032488404" sldId="267"/>
        </pc:sldMkLst>
        <pc:spChg chg="mod">
          <ac:chgData name="Sam O’Neil" userId="cb323814-a42a-4cfe-bc74-03f595e56f6e" providerId="ADAL" clId="{086B7B99-3F00-4947-9FA4-8B3B45264306}" dt="2019-10-24T09:13:02.029" v="801" actId="20577"/>
          <ac:spMkLst>
            <pc:docMk/>
            <pc:sldMk cId="1032488404" sldId="267"/>
            <ac:spMk id="3" creationId="{5198A88B-52B3-469E-A512-B72752EB7862}"/>
          </ac:spMkLst>
        </pc:spChg>
      </pc:sldChg>
      <pc:sldChg chg="modSp">
        <pc:chgData name="Sam O’Neil" userId="cb323814-a42a-4cfe-bc74-03f595e56f6e" providerId="ADAL" clId="{086B7B99-3F00-4947-9FA4-8B3B45264306}" dt="2019-10-24T08:42:39.229" v="749" actId="20577"/>
        <pc:sldMkLst>
          <pc:docMk/>
          <pc:sldMk cId="1412778880" sldId="269"/>
        </pc:sldMkLst>
        <pc:spChg chg="mod">
          <ac:chgData name="Sam O’Neil" userId="cb323814-a42a-4cfe-bc74-03f595e56f6e" providerId="ADAL" clId="{086B7B99-3F00-4947-9FA4-8B3B45264306}" dt="2019-10-24T08:42:39.229" v="749" actId="20577"/>
          <ac:spMkLst>
            <pc:docMk/>
            <pc:sldMk cId="1412778880" sldId="269"/>
            <ac:spMk id="3" creationId="{5198A88B-52B3-469E-A512-B72752EB7862}"/>
          </ac:spMkLst>
        </pc:spChg>
      </pc:sldChg>
      <pc:sldChg chg="modSp">
        <pc:chgData name="Sam O’Neil" userId="cb323814-a42a-4cfe-bc74-03f595e56f6e" providerId="ADAL" clId="{086B7B99-3F00-4947-9FA4-8B3B45264306}" dt="2019-10-24T18:05:09.381" v="803"/>
        <pc:sldMkLst>
          <pc:docMk/>
          <pc:sldMk cId="2305522028" sldId="298"/>
        </pc:sldMkLst>
        <pc:graphicFrameChg chg="mod">
          <ac:chgData name="Sam O’Neil" userId="cb323814-a42a-4cfe-bc74-03f595e56f6e" providerId="ADAL" clId="{086B7B99-3F00-4947-9FA4-8B3B45264306}" dt="2019-10-24T18:05:09.381" v="803"/>
          <ac:graphicFrameMkLst>
            <pc:docMk/>
            <pc:sldMk cId="2305522028" sldId="298"/>
            <ac:graphicFrameMk id="8" creationId="{37755F89-ADC3-41DA-B765-0B8FF7EB4C7D}"/>
          </ac:graphicFrameMkLst>
        </pc:graphicFrameChg>
      </pc:sldChg>
      <pc:sldChg chg="add del">
        <pc:chgData name="Sam O’Neil" userId="cb323814-a42a-4cfe-bc74-03f595e56f6e" providerId="ADAL" clId="{086B7B99-3F00-4947-9FA4-8B3B45264306}" dt="2019-10-23T19:17:54.348" v="1"/>
        <pc:sldMkLst>
          <pc:docMk/>
          <pc:sldMk cId="811724322" sldId="299"/>
        </pc:sldMkLst>
      </pc:sldChg>
      <pc:sldChg chg="modSp add">
        <pc:chgData name="Sam O’Neil" userId="cb323814-a42a-4cfe-bc74-03f595e56f6e" providerId="ADAL" clId="{086B7B99-3F00-4947-9FA4-8B3B45264306}" dt="2019-10-24T08:41:22.156" v="616" actId="20577"/>
        <pc:sldMkLst>
          <pc:docMk/>
          <pc:sldMk cId="1859362518" sldId="299"/>
        </pc:sldMkLst>
        <pc:spChg chg="mod">
          <ac:chgData name="Sam O’Neil" userId="cb323814-a42a-4cfe-bc74-03f595e56f6e" providerId="ADAL" clId="{086B7B99-3F00-4947-9FA4-8B3B45264306}" dt="2019-10-23T19:21:09.436" v="328" actId="20577"/>
          <ac:spMkLst>
            <pc:docMk/>
            <pc:sldMk cId="1859362518" sldId="299"/>
            <ac:spMk id="2" creationId="{F3E593E6-3D2F-4C7E-80B2-F78D636A9E07}"/>
          </ac:spMkLst>
        </pc:spChg>
        <pc:spChg chg="mod">
          <ac:chgData name="Sam O’Neil" userId="cb323814-a42a-4cfe-bc74-03f595e56f6e" providerId="ADAL" clId="{086B7B99-3F00-4947-9FA4-8B3B45264306}" dt="2019-10-24T08:41:22.156" v="616" actId="20577"/>
          <ac:spMkLst>
            <pc:docMk/>
            <pc:sldMk cId="1859362518" sldId="299"/>
            <ac:spMk id="3" creationId="{5198A88B-52B3-469E-A512-B72752EB7862}"/>
          </ac:spMkLst>
        </pc:spChg>
      </pc:sldChg>
    </pc:docChg>
  </pc:docChgLst>
  <pc:docChgLst>
    <pc:chgData name="Sam O'Neill" userId="cb323814-a42a-4cfe-bc74-03f595e56f6e" providerId="ADAL" clId="{E8EC9894-E62E-4A7D-BAFD-595FA76B0362}"/>
    <pc:docChg chg="undo redo custSel addSld delSld modSld modMainMaster">
      <pc:chgData name="Sam O'Neill" userId="cb323814-a42a-4cfe-bc74-03f595e56f6e" providerId="ADAL" clId="{E8EC9894-E62E-4A7D-BAFD-595FA76B0362}" dt="2019-11-08T15:23:31.324" v="1517" actId="20577"/>
      <pc:docMkLst>
        <pc:docMk/>
      </pc:docMkLst>
      <pc:sldChg chg="add">
        <pc:chgData name="Sam O'Neill" userId="cb323814-a42a-4cfe-bc74-03f595e56f6e" providerId="ADAL" clId="{E8EC9894-E62E-4A7D-BAFD-595FA76B0362}" dt="2019-11-07T12:26:03.871" v="1382"/>
        <pc:sldMkLst>
          <pc:docMk/>
          <pc:sldMk cId="3733589376" sldId="258"/>
        </pc:sldMkLst>
      </pc:sldChg>
      <pc:sldChg chg="addSp delSp modSp add delAnim modAnim">
        <pc:chgData name="Sam O'Neill" userId="cb323814-a42a-4cfe-bc74-03f595e56f6e" providerId="ADAL" clId="{E8EC9894-E62E-4A7D-BAFD-595FA76B0362}" dt="2019-11-07T12:07:28.520" v="1315"/>
        <pc:sldMkLst>
          <pc:docMk/>
          <pc:sldMk cId="674261045" sldId="274"/>
        </pc:sldMkLst>
        <pc:spChg chg="mod">
          <ac:chgData name="Sam O'Neill" userId="cb323814-a42a-4cfe-bc74-03f595e56f6e" providerId="ADAL" clId="{E8EC9894-E62E-4A7D-BAFD-595FA76B0362}" dt="2019-11-07T11:50:52.725" v="872" actId="20577"/>
          <ac:spMkLst>
            <pc:docMk/>
            <pc:sldMk cId="674261045" sldId="274"/>
            <ac:spMk id="2" creationId="{F3E593E6-3D2F-4C7E-80B2-F78D636A9E07}"/>
          </ac:spMkLst>
        </pc:spChg>
        <pc:spChg chg="mod">
          <ac:chgData name="Sam O'Neill" userId="cb323814-a42a-4cfe-bc74-03f595e56f6e" providerId="ADAL" clId="{E8EC9894-E62E-4A7D-BAFD-595FA76B0362}" dt="2019-11-07T12:05:38.422" v="1302" actId="27636"/>
          <ac:spMkLst>
            <pc:docMk/>
            <pc:sldMk cId="674261045" sldId="274"/>
            <ac:spMk id="3" creationId="{5198A88B-52B3-469E-A512-B72752EB7862}"/>
          </ac:spMkLst>
        </pc:spChg>
        <pc:spChg chg="mod">
          <ac:chgData name="Sam O'Neill" userId="cb323814-a42a-4cfe-bc74-03f595e56f6e" providerId="ADAL" clId="{E8EC9894-E62E-4A7D-BAFD-595FA76B0362}" dt="2019-11-07T11:56:33.437" v="1034" actId="1076"/>
          <ac:spMkLst>
            <pc:docMk/>
            <pc:sldMk cId="674261045" sldId="274"/>
            <ac:spMk id="4" creationId="{AFFBEFB2-CFEA-49CE-B4AD-CE8E063FFE1D}"/>
          </ac:spMkLst>
        </pc:spChg>
        <pc:spChg chg="mod">
          <ac:chgData name="Sam O'Neill" userId="cb323814-a42a-4cfe-bc74-03f595e56f6e" providerId="ADAL" clId="{E8EC9894-E62E-4A7D-BAFD-595FA76B0362}" dt="2019-11-07T11:56:30.341" v="1033" actId="1076"/>
          <ac:spMkLst>
            <pc:docMk/>
            <pc:sldMk cId="674261045" sldId="274"/>
            <ac:spMk id="7" creationId="{8E72B60A-52F1-4C7F-B137-3EA8E8DB66AA}"/>
          </ac:spMkLst>
        </pc:spChg>
        <pc:spChg chg="add del">
          <ac:chgData name="Sam O'Neill" userId="cb323814-a42a-4cfe-bc74-03f595e56f6e" providerId="ADAL" clId="{E8EC9894-E62E-4A7D-BAFD-595FA76B0362}" dt="2019-11-07T11:52:49.903" v="955"/>
          <ac:spMkLst>
            <pc:docMk/>
            <pc:sldMk cId="674261045" sldId="274"/>
            <ac:spMk id="8" creationId="{079923AE-118E-49E7-BE42-A0F27726A09F}"/>
          </ac:spMkLst>
        </pc:spChg>
        <pc:picChg chg="del">
          <ac:chgData name="Sam O'Neill" userId="cb323814-a42a-4cfe-bc74-03f595e56f6e" providerId="ADAL" clId="{E8EC9894-E62E-4A7D-BAFD-595FA76B0362}" dt="2019-11-07T11:52:48.362" v="953" actId="478"/>
          <ac:picMkLst>
            <pc:docMk/>
            <pc:sldMk cId="674261045" sldId="274"/>
            <ac:picMk id="6" creationId="{98FA7403-1380-4581-AF6F-CBE721F7F295}"/>
          </ac:picMkLst>
        </pc:picChg>
        <pc:picChg chg="add del mod ord">
          <ac:chgData name="Sam O'Neill" userId="cb323814-a42a-4cfe-bc74-03f595e56f6e" providerId="ADAL" clId="{E8EC9894-E62E-4A7D-BAFD-595FA76B0362}" dt="2019-11-07T11:56:15.702" v="1026" actId="478"/>
          <ac:picMkLst>
            <pc:docMk/>
            <pc:sldMk cId="674261045" sldId="274"/>
            <ac:picMk id="9" creationId="{1C12E219-E5FF-4552-A8D5-129CC26A5D11}"/>
          </ac:picMkLst>
        </pc:picChg>
        <pc:picChg chg="add mod ord">
          <ac:chgData name="Sam O'Neill" userId="cb323814-a42a-4cfe-bc74-03f595e56f6e" providerId="ADAL" clId="{E8EC9894-E62E-4A7D-BAFD-595FA76B0362}" dt="2019-11-07T11:56:27.062" v="1032" actId="171"/>
          <ac:picMkLst>
            <pc:docMk/>
            <pc:sldMk cId="674261045" sldId="274"/>
            <ac:picMk id="10" creationId="{BE351D94-6F97-4E54-877C-25D1FDC821E1}"/>
          </ac:picMkLst>
        </pc:picChg>
      </pc:sldChg>
      <pc:sldChg chg="modAnim">
        <pc:chgData name="Sam O'Neill" userId="cb323814-a42a-4cfe-bc74-03f595e56f6e" providerId="ADAL" clId="{E8EC9894-E62E-4A7D-BAFD-595FA76B0362}" dt="2019-11-07T12:08:29.144" v="1334"/>
        <pc:sldMkLst>
          <pc:docMk/>
          <pc:sldMk cId="1245560113" sldId="293"/>
        </pc:sldMkLst>
      </pc:sldChg>
      <pc:sldChg chg="modAnim">
        <pc:chgData name="Sam O'Neill" userId="cb323814-a42a-4cfe-bc74-03f595e56f6e" providerId="ADAL" clId="{E8EC9894-E62E-4A7D-BAFD-595FA76B0362}" dt="2019-11-07T12:09:27.107" v="1339"/>
        <pc:sldMkLst>
          <pc:docMk/>
          <pc:sldMk cId="1411796785" sldId="296"/>
        </pc:sldMkLst>
      </pc:sldChg>
      <pc:sldChg chg="modSp modAnim">
        <pc:chgData name="Sam O'Neill" userId="cb323814-a42a-4cfe-bc74-03f595e56f6e" providerId="ADAL" clId="{E8EC9894-E62E-4A7D-BAFD-595FA76B0362}" dt="2019-11-07T12:09:35.366" v="1340" actId="20577"/>
        <pc:sldMkLst>
          <pc:docMk/>
          <pc:sldMk cId="188975121" sldId="297"/>
        </pc:sldMkLst>
        <pc:spChg chg="mod">
          <ac:chgData name="Sam O'Neill" userId="cb323814-a42a-4cfe-bc74-03f595e56f6e" providerId="ADAL" clId="{E8EC9894-E62E-4A7D-BAFD-595FA76B0362}" dt="2019-11-07T12:09:35.366" v="1340" actId="20577"/>
          <ac:spMkLst>
            <pc:docMk/>
            <pc:sldMk cId="188975121" sldId="297"/>
            <ac:spMk id="3" creationId="{2ED27342-B019-4230-BC68-60F4E0ADF16D}"/>
          </ac:spMkLst>
        </pc:spChg>
      </pc:sldChg>
      <pc:sldChg chg="modAnim">
        <pc:chgData name="Sam O'Neill" userId="cb323814-a42a-4cfe-bc74-03f595e56f6e" providerId="ADAL" clId="{E8EC9894-E62E-4A7D-BAFD-595FA76B0362}" dt="2019-11-07T12:09:49.073" v="1342"/>
        <pc:sldMkLst>
          <pc:docMk/>
          <pc:sldMk cId="3026139076" sldId="298"/>
        </pc:sldMkLst>
      </pc:sldChg>
      <pc:sldChg chg="modAnim">
        <pc:chgData name="Sam O'Neill" userId="cb323814-a42a-4cfe-bc74-03f595e56f6e" providerId="ADAL" clId="{E8EC9894-E62E-4A7D-BAFD-595FA76B0362}" dt="2019-11-07T12:09:55.297" v="1344"/>
        <pc:sldMkLst>
          <pc:docMk/>
          <pc:sldMk cId="230864193" sldId="299"/>
        </pc:sldMkLst>
      </pc:sldChg>
      <pc:sldChg chg="modAnim">
        <pc:chgData name="Sam O'Neill" userId="cb323814-a42a-4cfe-bc74-03f595e56f6e" providerId="ADAL" clId="{E8EC9894-E62E-4A7D-BAFD-595FA76B0362}" dt="2019-11-07T12:10:17.641" v="1348"/>
        <pc:sldMkLst>
          <pc:docMk/>
          <pc:sldMk cId="4135857540" sldId="300"/>
        </pc:sldMkLst>
      </pc:sldChg>
      <pc:sldChg chg="modAnim">
        <pc:chgData name="Sam O'Neill" userId="cb323814-a42a-4cfe-bc74-03f595e56f6e" providerId="ADAL" clId="{E8EC9894-E62E-4A7D-BAFD-595FA76B0362}" dt="2019-11-07T12:10:11.857" v="1346"/>
        <pc:sldMkLst>
          <pc:docMk/>
          <pc:sldMk cId="2314626422" sldId="301"/>
        </pc:sldMkLst>
      </pc:sldChg>
      <pc:sldChg chg="modSp modAnim">
        <pc:chgData name="Sam O'Neill" userId="cb323814-a42a-4cfe-bc74-03f595e56f6e" providerId="ADAL" clId="{E8EC9894-E62E-4A7D-BAFD-595FA76B0362}" dt="2019-11-07T12:29:15.403" v="1469"/>
        <pc:sldMkLst>
          <pc:docMk/>
          <pc:sldMk cId="2996085282" sldId="302"/>
        </pc:sldMkLst>
        <pc:spChg chg="mod">
          <ac:chgData name="Sam O'Neill" userId="cb323814-a42a-4cfe-bc74-03f595e56f6e" providerId="ADAL" clId="{E8EC9894-E62E-4A7D-BAFD-595FA76B0362}" dt="2019-11-07T11:39:52.877" v="418" actId="27636"/>
          <ac:spMkLst>
            <pc:docMk/>
            <pc:sldMk cId="2996085282" sldId="302"/>
            <ac:spMk id="3" creationId="{2ED27342-B019-4230-BC68-60F4E0ADF16D}"/>
          </ac:spMkLst>
        </pc:spChg>
        <pc:spChg chg="mod">
          <ac:chgData name="Sam O'Neill" userId="cb323814-a42a-4cfe-bc74-03f595e56f6e" providerId="ADAL" clId="{E8EC9894-E62E-4A7D-BAFD-595FA76B0362}" dt="2019-11-07T11:39:55.082" v="420" actId="27636"/>
          <ac:spMkLst>
            <pc:docMk/>
            <pc:sldMk cId="2996085282" sldId="302"/>
            <ac:spMk id="4" creationId="{F6CB1081-F562-47C7-8B40-115A7CB8BACB}"/>
          </ac:spMkLst>
        </pc:spChg>
      </pc:sldChg>
      <pc:sldChg chg="addSp modSp modAnim">
        <pc:chgData name="Sam O'Neill" userId="cb323814-a42a-4cfe-bc74-03f595e56f6e" providerId="ADAL" clId="{E8EC9894-E62E-4A7D-BAFD-595FA76B0362}" dt="2019-11-07T12:11:14.060" v="1357"/>
        <pc:sldMkLst>
          <pc:docMk/>
          <pc:sldMk cId="407957214" sldId="306"/>
        </pc:sldMkLst>
        <pc:spChg chg="mod">
          <ac:chgData name="Sam O'Neill" userId="cb323814-a42a-4cfe-bc74-03f595e56f6e" providerId="ADAL" clId="{E8EC9894-E62E-4A7D-BAFD-595FA76B0362}" dt="2019-11-07T11:05:26.863" v="226" actId="1076"/>
          <ac:spMkLst>
            <pc:docMk/>
            <pc:sldMk cId="407957214" sldId="306"/>
            <ac:spMk id="3" creationId="{2ED27342-B019-4230-BC68-60F4E0ADF16D}"/>
          </ac:spMkLst>
        </pc:spChg>
        <pc:spChg chg="add mod">
          <ac:chgData name="Sam O'Neill" userId="cb323814-a42a-4cfe-bc74-03f595e56f6e" providerId="ADAL" clId="{E8EC9894-E62E-4A7D-BAFD-595FA76B0362}" dt="2019-11-07T11:05:28.582" v="227" actId="1076"/>
          <ac:spMkLst>
            <pc:docMk/>
            <pc:sldMk cId="407957214" sldId="306"/>
            <ac:spMk id="8" creationId="{B664DB23-A424-4C32-8BC5-ED7DF25EBA05}"/>
          </ac:spMkLst>
        </pc:spChg>
        <pc:graphicFrameChg chg="mod modGraphic">
          <ac:chgData name="Sam O'Neill" userId="cb323814-a42a-4cfe-bc74-03f595e56f6e" providerId="ADAL" clId="{E8EC9894-E62E-4A7D-BAFD-595FA76B0362}" dt="2019-11-07T11:04:10.871" v="151" actId="14100"/>
          <ac:graphicFrameMkLst>
            <pc:docMk/>
            <pc:sldMk cId="407957214" sldId="306"/>
            <ac:graphicFrameMk id="4" creationId="{87A642CC-FB27-436F-9F62-965C7C457A9E}"/>
          </ac:graphicFrameMkLst>
        </pc:graphicFrameChg>
        <pc:graphicFrameChg chg="mod modGraphic">
          <ac:chgData name="Sam O'Neill" userId="cb323814-a42a-4cfe-bc74-03f595e56f6e" providerId="ADAL" clId="{E8EC9894-E62E-4A7D-BAFD-595FA76B0362}" dt="2019-11-07T11:04:32.424" v="155" actId="207"/>
          <ac:graphicFrameMkLst>
            <pc:docMk/>
            <pc:sldMk cId="407957214" sldId="306"/>
            <ac:graphicFrameMk id="5" creationId="{674740E5-2472-4B58-9AB5-64403A362F39}"/>
          </ac:graphicFrameMkLst>
        </pc:graphicFrameChg>
        <pc:cxnChg chg="add mod">
          <ac:chgData name="Sam O'Neill" userId="cb323814-a42a-4cfe-bc74-03f595e56f6e" providerId="ADAL" clId="{E8EC9894-E62E-4A7D-BAFD-595FA76B0362}" dt="2019-11-07T11:04:49.924" v="157" actId="1582"/>
          <ac:cxnSpMkLst>
            <pc:docMk/>
            <pc:sldMk cId="407957214" sldId="306"/>
            <ac:cxnSpMk id="7" creationId="{B6D5FE05-7BE1-44EA-B19C-F872843F2A9F}"/>
          </ac:cxnSpMkLst>
        </pc:cxnChg>
      </pc:sldChg>
      <pc:sldChg chg="addSp delSp">
        <pc:chgData name="Sam O'Neill" userId="cb323814-a42a-4cfe-bc74-03f595e56f6e" providerId="ADAL" clId="{E8EC9894-E62E-4A7D-BAFD-595FA76B0362}" dt="2019-11-07T11:10:28.090" v="334"/>
        <pc:sldMkLst>
          <pc:docMk/>
          <pc:sldMk cId="1869720662" sldId="307"/>
        </pc:sldMkLst>
        <pc:spChg chg="add del">
          <ac:chgData name="Sam O'Neill" userId="cb323814-a42a-4cfe-bc74-03f595e56f6e" providerId="ADAL" clId="{E8EC9894-E62E-4A7D-BAFD-595FA76B0362}" dt="2019-11-07T11:10:28.090" v="334"/>
          <ac:spMkLst>
            <pc:docMk/>
            <pc:sldMk cId="1869720662" sldId="307"/>
            <ac:spMk id="2" creationId="{4A7FE342-93A9-4BBA-B556-E33439E28FB3}"/>
          </ac:spMkLst>
        </pc:spChg>
      </pc:sldChg>
      <pc:sldChg chg="addSp delSp modSp add delAnim modAnim">
        <pc:chgData name="Sam O'Neill" userId="cb323814-a42a-4cfe-bc74-03f595e56f6e" providerId="ADAL" clId="{E8EC9894-E62E-4A7D-BAFD-595FA76B0362}" dt="2019-11-07T12:11:30.231" v="1369"/>
        <pc:sldMkLst>
          <pc:docMk/>
          <pc:sldMk cId="3578117176" sldId="308"/>
        </pc:sldMkLst>
        <pc:spChg chg="del">
          <ac:chgData name="Sam O'Neill" userId="cb323814-a42a-4cfe-bc74-03f595e56f6e" providerId="ADAL" clId="{E8EC9894-E62E-4A7D-BAFD-595FA76B0362}" dt="2019-11-07T11:06:11.072" v="229" actId="478"/>
          <ac:spMkLst>
            <pc:docMk/>
            <pc:sldMk cId="3578117176" sldId="308"/>
            <ac:spMk id="3" creationId="{2ED27342-B019-4230-BC68-60F4E0ADF16D}"/>
          </ac:spMkLst>
        </pc:spChg>
        <pc:spChg chg="del">
          <ac:chgData name="Sam O'Neill" userId="cb323814-a42a-4cfe-bc74-03f595e56f6e" providerId="ADAL" clId="{E8EC9894-E62E-4A7D-BAFD-595FA76B0362}" dt="2019-11-07T11:06:15.116" v="231" actId="478"/>
          <ac:spMkLst>
            <pc:docMk/>
            <pc:sldMk cId="3578117176" sldId="308"/>
            <ac:spMk id="8" creationId="{B664DB23-A424-4C32-8BC5-ED7DF25EBA05}"/>
          </ac:spMkLst>
        </pc:spChg>
        <pc:spChg chg="add del mod">
          <ac:chgData name="Sam O'Neill" userId="cb323814-a42a-4cfe-bc74-03f595e56f6e" providerId="ADAL" clId="{E8EC9894-E62E-4A7D-BAFD-595FA76B0362}" dt="2019-11-07T11:06:13.892" v="230" actId="478"/>
          <ac:spMkLst>
            <pc:docMk/>
            <pc:sldMk cId="3578117176" sldId="308"/>
            <ac:spMk id="9" creationId="{4A08A035-ABCB-4E68-92CD-FD4C855ED8DB}"/>
          </ac:spMkLst>
        </pc:spChg>
        <pc:graphicFrameChg chg="mod modGraphic">
          <ac:chgData name="Sam O'Neill" userId="cb323814-a42a-4cfe-bc74-03f595e56f6e" providerId="ADAL" clId="{E8EC9894-E62E-4A7D-BAFD-595FA76B0362}" dt="2019-11-07T11:09:22.704" v="285" actId="1076"/>
          <ac:graphicFrameMkLst>
            <pc:docMk/>
            <pc:sldMk cId="3578117176" sldId="308"/>
            <ac:graphicFrameMk id="4" creationId="{87A642CC-FB27-436F-9F62-965C7C457A9E}"/>
          </ac:graphicFrameMkLst>
        </pc:graphicFrameChg>
        <pc:graphicFrameChg chg="mod modGraphic">
          <ac:chgData name="Sam O'Neill" userId="cb323814-a42a-4cfe-bc74-03f595e56f6e" providerId="ADAL" clId="{E8EC9894-E62E-4A7D-BAFD-595FA76B0362}" dt="2019-11-07T11:09:33.953" v="292" actId="1035"/>
          <ac:graphicFrameMkLst>
            <pc:docMk/>
            <pc:sldMk cId="3578117176" sldId="308"/>
            <ac:graphicFrameMk id="5" creationId="{674740E5-2472-4B58-9AB5-64403A362F39}"/>
          </ac:graphicFrameMkLst>
        </pc:graphicFrameChg>
        <pc:graphicFrameChg chg="add mod modGraphic">
          <ac:chgData name="Sam O'Neill" userId="cb323814-a42a-4cfe-bc74-03f595e56f6e" providerId="ADAL" clId="{E8EC9894-E62E-4A7D-BAFD-595FA76B0362}" dt="2019-11-07T11:09:36.400" v="301" actId="1035"/>
          <ac:graphicFrameMkLst>
            <pc:docMk/>
            <pc:sldMk cId="3578117176" sldId="308"/>
            <ac:graphicFrameMk id="11" creationId="{B7C10113-8416-4568-B287-2AD1744FFE5A}"/>
          </ac:graphicFrameMkLst>
        </pc:graphicFrameChg>
        <pc:graphicFrameChg chg="add mod modGraphic">
          <ac:chgData name="Sam O'Neill" userId="cb323814-a42a-4cfe-bc74-03f595e56f6e" providerId="ADAL" clId="{E8EC9894-E62E-4A7D-BAFD-595FA76B0362}" dt="2019-11-07T11:09:40.873" v="320" actId="1036"/>
          <ac:graphicFrameMkLst>
            <pc:docMk/>
            <pc:sldMk cId="3578117176" sldId="308"/>
            <ac:graphicFrameMk id="12" creationId="{43718727-A680-4943-AEDA-803817F48F18}"/>
          </ac:graphicFrameMkLst>
        </pc:graphicFrameChg>
        <pc:graphicFrameChg chg="add mod modGraphic">
          <ac:chgData name="Sam O'Neill" userId="cb323814-a42a-4cfe-bc74-03f595e56f6e" providerId="ADAL" clId="{E8EC9894-E62E-4A7D-BAFD-595FA76B0362}" dt="2019-11-07T11:09:44.433" v="332" actId="1035"/>
          <ac:graphicFrameMkLst>
            <pc:docMk/>
            <pc:sldMk cId="3578117176" sldId="308"/>
            <ac:graphicFrameMk id="13" creationId="{C3439031-D687-44CF-A913-EA5F717D4A16}"/>
          </ac:graphicFrameMkLst>
        </pc:graphicFrameChg>
        <pc:cxnChg chg="del mod">
          <ac:chgData name="Sam O'Neill" userId="cb323814-a42a-4cfe-bc74-03f595e56f6e" providerId="ADAL" clId="{E8EC9894-E62E-4A7D-BAFD-595FA76B0362}" dt="2019-11-07T11:08:17.217" v="264" actId="478"/>
          <ac:cxnSpMkLst>
            <pc:docMk/>
            <pc:sldMk cId="3578117176" sldId="308"/>
            <ac:cxnSpMk id="7" creationId="{B6D5FE05-7BE1-44EA-B19C-F872843F2A9F}"/>
          </ac:cxnSpMkLst>
        </pc:cxnChg>
      </pc:sldChg>
      <pc:sldChg chg="modSp add modAnim">
        <pc:chgData name="Sam O'Neill" userId="cb323814-a42a-4cfe-bc74-03f595e56f6e" providerId="ADAL" clId="{E8EC9894-E62E-4A7D-BAFD-595FA76B0362}" dt="2019-11-07T12:11:44.349" v="1373"/>
        <pc:sldMkLst>
          <pc:docMk/>
          <pc:sldMk cId="3511928732" sldId="309"/>
        </pc:sldMkLst>
        <pc:spChg chg="mod">
          <ac:chgData name="Sam O'Neill" userId="cb323814-a42a-4cfe-bc74-03f595e56f6e" providerId="ADAL" clId="{E8EC9894-E62E-4A7D-BAFD-595FA76B0362}" dt="2019-11-07T11:11:05.403" v="377" actId="113"/>
          <ac:spMkLst>
            <pc:docMk/>
            <pc:sldMk cId="3511928732" sldId="309"/>
            <ac:spMk id="3" creationId="{2ED27342-B019-4230-BC68-60F4E0ADF16D}"/>
          </ac:spMkLst>
        </pc:spChg>
        <pc:spChg chg="mod">
          <ac:chgData name="Sam O'Neill" userId="cb323814-a42a-4cfe-bc74-03f595e56f6e" providerId="ADAL" clId="{E8EC9894-E62E-4A7D-BAFD-595FA76B0362}" dt="2019-11-07T11:10:39.697" v="363" actId="20577"/>
          <ac:spMkLst>
            <pc:docMk/>
            <pc:sldMk cId="3511928732" sldId="309"/>
            <ac:spMk id="6" creationId="{DB57E94D-7ABF-4564-B18E-07C64105872B}"/>
          </ac:spMkLst>
        </pc:spChg>
      </pc:sldChg>
      <pc:sldChg chg="addSp delSp modSp add delAnim modAnim">
        <pc:chgData name="Sam O'Neill" userId="cb323814-a42a-4cfe-bc74-03f595e56f6e" providerId="ADAL" clId="{E8EC9894-E62E-4A7D-BAFD-595FA76B0362}" dt="2019-11-07T12:28:56.917" v="1462"/>
        <pc:sldMkLst>
          <pc:docMk/>
          <pc:sldMk cId="1582779011" sldId="310"/>
        </pc:sldMkLst>
        <pc:spChg chg="del">
          <ac:chgData name="Sam O'Neill" userId="cb323814-a42a-4cfe-bc74-03f595e56f6e" providerId="ADAL" clId="{E8EC9894-E62E-4A7D-BAFD-595FA76B0362}" dt="2019-11-07T11:28:31.908" v="387" actId="478"/>
          <ac:spMkLst>
            <pc:docMk/>
            <pc:sldMk cId="1582779011" sldId="310"/>
            <ac:spMk id="3" creationId="{2ED27342-B019-4230-BC68-60F4E0ADF16D}"/>
          </ac:spMkLst>
        </pc:spChg>
        <pc:spChg chg="add del mod">
          <ac:chgData name="Sam O'Neill" userId="cb323814-a42a-4cfe-bc74-03f595e56f6e" providerId="ADAL" clId="{E8EC9894-E62E-4A7D-BAFD-595FA76B0362}" dt="2019-11-07T11:28:58.614" v="390" actId="478"/>
          <ac:spMkLst>
            <pc:docMk/>
            <pc:sldMk cId="1582779011" sldId="310"/>
            <ac:spMk id="4" creationId="{CA14E99F-D1A3-448D-8F06-1E61F5B791B8}"/>
          </ac:spMkLst>
        </pc:spChg>
        <pc:spChg chg="mod">
          <ac:chgData name="Sam O'Neill" userId="cb323814-a42a-4cfe-bc74-03f595e56f6e" providerId="ADAL" clId="{E8EC9894-E62E-4A7D-BAFD-595FA76B0362}" dt="2019-11-07T11:28:29.161" v="386" actId="20577"/>
          <ac:spMkLst>
            <pc:docMk/>
            <pc:sldMk cId="1582779011" sldId="310"/>
            <ac:spMk id="6" creationId="{DB57E94D-7ABF-4564-B18E-07C64105872B}"/>
          </ac:spMkLst>
        </pc:spChg>
        <pc:spChg chg="add mod">
          <ac:chgData name="Sam O'Neill" userId="cb323814-a42a-4cfe-bc74-03f595e56f6e" providerId="ADAL" clId="{E8EC9894-E62E-4A7D-BAFD-595FA76B0362}" dt="2019-11-07T11:39:44.659" v="414" actId="27636"/>
          <ac:spMkLst>
            <pc:docMk/>
            <pc:sldMk cId="1582779011" sldId="310"/>
            <ac:spMk id="7" creationId="{D4AA649A-6F87-451D-81D6-12F485D2411D}"/>
          </ac:spMkLst>
        </pc:spChg>
        <pc:picChg chg="add mod">
          <ac:chgData name="Sam O'Neill" userId="cb323814-a42a-4cfe-bc74-03f595e56f6e" providerId="ADAL" clId="{E8EC9894-E62E-4A7D-BAFD-595FA76B0362}" dt="2019-11-07T11:29:00.885" v="392" actId="1076"/>
          <ac:picMkLst>
            <pc:docMk/>
            <pc:sldMk cId="1582779011" sldId="310"/>
            <ac:picMk id="5" creationId="{FBF1E24D-6E34-4309-BF5C-0A0A8CA852FD}"/>
          </ac:picMkLst>
        </pc:picChg>
      </pc:sldChg>
      <pc:sldChg chg="add del">
        <pc:chgData name="Sam O'Neill" userId="cb323814-a42a-4cfe-bc74-03f595e56f6e" providerId="ADAL" clId="{E8EC9894-E62E-4A7D-BAFD-595FA76B0362}" dt="2019-11-07T11:28:33.228" v="389"/>
        <pc:sldMkLst>
          <pc:docMk/>
          <pc:sldMk cId="2463629954" sldId="311"/>
        </pc:sldMkLst>
      </pc:sldChg>
      <pc:sldChg chg="addSp delSp modSp add modAnim">
        <pc:chgData name="Sam O'Neill" userId="cb323814-a42a-4cfe-bc74-03f595e56f6e" providerId="ADAL" clId="{E8EC9894-E62E-4A7D-BAFD-595FA76B0362}" dt="2019-11-07T12:28:43.836" v="1458"/>
        <pc:sldMkLst>
          <pc:docMk/>
          <pc:sldMk cId="4139777861" sldId="311"/>
        </pc:sldMkLst>
        <pc:spChg chg="mod">
          <ac:chgData name="Sam O'Neill" userId="cb323814-a42a-4cfe-bc74-03f595e56f6e" providerId="ADAL" clId="{E8EC9894-E62E-4A7D-BAFD-595FA76B0362}" dt="2019-11-07T11:38:28.801" v="395" actId="20577"/>
          <ac:spMkLst>
            <pc:docMk/>
            <pc:sldMk cId="4139777861" sldId="311"/>
            <ac:spMk id="6" creationId="{DB57E94D-7ABF-4564-B18E-07C64105872B}"/>
          </ac:spMkLst>
        </pc:spChg>
        <pc:spChg chg="add mod">
          <ac:chgData name="Sam O'Neill" userId="cb323814-a42a-4cfe-bc74-03f595e56f6e" providerId="ADAL" clId="{E8EC9894-E62E-4A7D-BAFD-595FA76B0362}" dt="2019-11-07T12:11:56.151" v="1375" actId="27636"/>
          <ac:spMkLst>
            <pc:docMk/>
            <pc:sldMk cId="4139777861" sldId="311"/>
            <ac:spMk id="7" creationId="{F06EAD6D-CE21-4AFE-ADBE-4052EAB33219}"/>
          </ac:spMkLst>
        </pc:spChg>
        <pc:picChg chg="add mod">
          <ac:chgData name="Sam O'Neill" userId="cb323814-a42a-4cfe-bc74-03f595e56f6e" providerId="ADAL" clId="{E8EC9894-E62E-4A7D-BAFD-595FA76B0362}" dt="2019-11-07T11:39:09.155" v="405" actId="1076"/>
          <ac:picMkLst>
            <pc:docMk/>
            <pc:sldMk cId="4139777861" sldId="311"/>
            <ac:picMk id="2" creationId="{76BA3352-48F9-49DD-8887-EB3E011AB758}"/>
          </ac:picMkLst>
        </pc:picChg>
        <pc:picChg chg="del">
          <ac:chgData name="Sam O'Neill" userId="cb323814-a42a-4cfe-bc74-03f595e56f6e" providerId="ADAL" clId="{E8EC9894-E62E-4A7D-BAFD-595FA76B0362}" dt="2019-11-07T11:38:39.626" v="396" actId="478"/>
          <ac:picMkLst>
            <pc:docMk/>
            <pc:sldMk cId="4139777861" sldId="311"/>
            <ac:picMk id="5" creationId="{FBF1E24D-6E34-4309-BF5C-0A0A8CA852FD}"/>
          </ac:picMkLst>
        </pc:picChg>
      </pc:sldChg>
      <pc:sldChg chg="modSp add">
        <pc:chgData name="Sam O'Neill" userId="cb323814-a42a-4cfe-bc74-03f595e56f6e" providerId="ADAL" clId="{E8EC9894-E62E-4A7D-BAFD-595FA76B0362}" dt="2019-11-07T11:41:59.790" v="440" actId="20577"/>
        <pc:sldMkLst>
          <pc:docMk/>
          <pc:sldMk cId="725933525" sldId="312"/>
        </pc:sldMkLst>
        <pc:spChg chg="mod">
          <ac:chgData name="Sam O'Neill" userId="cb323814-a42a-4cfe-bc74-03f595e56f6e" providerId="ADAL" clId="{E8EC9894-E62E-4A7D-BAFD-595FA76B0362}" dt="2019-11-07T11:41:59.790" v="440" actId="20577"/>
          <ac:spMkLst>
            <pc:docMk/>
            <pc:sldMk cId="725933525" sldId="312"/>
            <ac:spMk id="2" creationId="{0A85F331-FA4C-4E92-A9DC-B75BC327C4AF}"/>
          </ac:spMkLst>
        </pc:spChg>
      </pc:sldChg>
      <pc:sldChg chg="delSp modSp add modAnim">
        <pc:chgData name="Sam O'Neill" userId="cb323814-a42a-4cfe-bc74-03f595e56f6e" providerId="ADAL" clId="{E8EC9894-E62E-4A7D-BAFD-595FA76B0362}" dt="2019-11-07T12:08:10.625" v="1329"/>
        <pc:sldMkLst>
          <pc:docMk/>
          <pc:sldMk cId="1881652749" sldId="313"/>
        </pc:sldMkLst>
        <pc:spChg chg="mod">
          <ac:chgData name="Sam O'Neill" userId="cb323814-a42a-4cfe-bc74-03f595e56f6e" providerId="ADAL" clId="{E8EC9894-E62E-4A7D-BAFD-595FA76B0362}" dt="2019-11-07T12:07:53.298" v="1321" actId="27636"/>
          <ac:spMkLst>
            <pc:docMk/>
            <pc:sldMk cId="1881652749" sldId="313"/>
            <ac:spMk id="3" creationId="{2ED27342-B019-4230-BC68-60F4E0ADF16D}"/>
          </ac:spMkLst>
        </pc:spChg>
        <pc:spChg chg="mod">
          <ac:chgData name="Sam O'Neill" userId="cb323814-a42a-4cfe-bc74-03f595e56f6e" providerId="ADAL" clId="{E8EC9894-E62E-4A7D-BAFD-595FA76B0362}" dt="2019-11-07T11:46:23.567" v="462" actId="20577"/>
          <ac:spMkLst>
            <pc:docMk/>
            <pc:sldMk cId="1881652749" sldId="313"/>
            <ac:spMk id="6" creationId="{DB57E94D-7ABF-4564-B18E-07C64105872B}"/>
          </ac:spMkLst>
        </pc:spChg>
        <pc:graphicFrameChg chg="del">
          <ac:chgData name="Sam O'Neill" userId="cb323814-a42a-4cfe-bc74-03f595e56f6e" providerId="ADAL" clId="{E8EC9894-E62E-4A7D-BAFD-595FA76B0362}" dt="2019-11-07T11:46:28.256" v="464" actId="478"/>
          <ac:graphicFrameMkLst>
            <pc:docMk/>
            <pc:sldMk cId="1881652749" sldId="313"/>
            <ac:graphicFrameMk id="2" creationId="{72067734-5767-43C4-9B68-35FDB02A439A}"/>
          </ac:graphicFrameMkLst>
        </pc:graphicFrameChg>
      </pc:sldChg>
      <pc:sldChg chg="add del">
        <pc:chgData name="Sam O'Neill" userId="cb323814-a42a-4cfe-bc74-03f595e56f6e" providerId="ADAL" clId="{E8EC9894-E62E-4A7D-BAFD-595FA76B0362}" dt="2019-11-07T11:57:32.216" v="1041" actId="2696"/>
        <pc:sldMkLst>
          <pc:docMk/>
          <pc:sldMk cId="2630300137" sldId="314"/>
        </pc:sldMkLst>
      </pc:sldChg>
      <pc:sldChg chg="add">
        <pc:chgData name="Sam O'Neill" userId="cb323814-a42a-4cfe-bc74-03f595e56f6e" providerId="ADAL" clId="{E8EC9894-E62E-4A7D-BAFD-595FA76B0362}" dt="2019-11-07T11:57:22.895" v="1040"/>
        <pc:sldMkLst>
          <pc:docMk/>
          <pc:sldMk cId="700290561" sldId="315"/>
        </pc:sldMkLst>
      </pc:sldChg>
      <pc:sldChg chg="addSp delSp modSp add delAnim modAnim">
        <pc:chgData name="Sam O'Neill" userId="cb323814-a42a-4cfe-bc74-03f595e56f6e" providerId="ADAL" clId="{E8EC9894-E62E-4A7D-BAFD-595FA76B0362}" dt="2019-11-07T12:07:38.904" v="1319"/>
        <pc:sldMkLst>
          <pc:docMk/>
          <pc:sldMk cId="4064605988" sldId="316"/>
        </pc:sldMkLst>
        <pc:spChg chg="mod">
          <ac:chgData name="Sam O'Neill" userId="cb323814-a42a-4cfe-bc74-03f595e56f6e" providerId="ADAL" clId="{E8EC9894-E62E-4A7D-BAFD-595FA76B0362}" dt="2019-11-07T11:57:44.641" v="1080" actId="20577"/>
          <ac:spMkLst>
            <pc:docMk/>
            <pc:sldMk cId="4064605988" sldId="316"/>
            <ac:spMk id="2" creationId="{F3E593E6-3D2F-4C7E-80B2-F78D636A9E07}"/>
          </ac:spMkLst>
        </pc:spChg>
        <pc:spChg chg="mod">
          <ac:chgData name="Sam O'Neill" userId="cb323814-a42a-4cfe-bc74-03f595e56f6e" providerId="ADAL" clId="{E8EC9894-E62E-4A7D-BAFD-595FA76B0362}" dt="2019-11-07T12:01:51.846" v="1182" actId="207"/>
          <ac:spMkLst>
            <pc:docMk/>
            <pc:sldMk cId="4064605988" sldId="316"/>
            <ac:spMk id="3" creationId="{5198A88B-52B3-469E-A512-B72752EB7862}"/>
          </ac:spMkLst>
        </pc:spChg>
        <pc:spChg chg="mod">
          <ac:chgData name="Sam O'Neill" userId="cb323814-a42a-4cfe-bc74-03f595e56f6e" providerId="ADAL" clId="{E8EC9894-E62E-4A7D-BAFD-595FA76B0362}" dt="2019-11-07T12:01:29.627" v="1176" actId="1076"/>
          <ac:spMkLst>
            <pc:docMk/>
            <pc:sldMk cId="4064605988" sldId="316"/>
            <ac:spMk id="4" creationId="{AFFBEFB2-CFEA-49CE-B4AD-CE8E063FFE1D}"/>
          </ac:spMkLst>
        </pc:spChg>
        <pc:spChg chg="mod">
          <ac:chgData name="Sam O'Neill" userId="cb323814-a42a-4cfe-bc74-03f595e56f6e" providerId="ADAL" clId="{E8EC9894-E62E-4A7D-BAFD-595FA76B0362}" dt="2019-11-07T12:01:33.036" v="1177" actId="1076"/>
          <ac:spMkLst>
            <pc:docMk/>
            <pc:sldMk cId="4064605988" sldId="316"/>
            <ac:spMk id="7" creationId="{8E72B60A-52F1-4C7F-B137-3EA8E8DB66AA}"/>
          </ac:spMkLst>
        </pc:spChg>
        <pc:spChg chg="add mod">
          <ac:chgData name="Sam O'Neill" userId="cb323814-a42a-4cfe-bc74-03f595e56f6e" providerId="ADAL" clId="{E8EC9894-E62E-4A7D-BAFD-595FA76B0362}" dt="2019-11-07T12:03:01.420" v="1195" actId="20577"/>
          <ac:spMkLst>
            <pc:docMk/>
            <pc:sldMk cId="4064605988" sldId="316"/>
            <ac:spMk id="9" creationId="{9CBCC2E2-A16C-41E0-BD80-88118D794A95}"/>
          </ac:spMkLst>
        </pc:spChg>
        <pc:picChg chg="del">
          <ac:chgData name="Sam O'Neill" userId="cb323814-a42a-4cfe-bc74-03f595e56f6e" providerId="ADAL" clId="{E8EC9894-E62E-4A7D-BAFD-595FA76B0362}" dt="2019-11-07T12:01:13.257" v="1168" actId="478"/>
          <ac:picMkLst>
            <pc:docMk/>
            <pc:sldMk cId="4064605988" sldId="316"/>
            <ac:picMk id="6" creationId="{98FA7403-1380-4581-AF6F-CBE721F7F295}"/>
          </ac:picMkLst>
        </pc:picChg>
        <pc:picChg chg="add mod ord">
          <ac:chgData name="Sam O'Neill" userId="cb323814-a42a-4cfe-bc74-03f595e56f6e" providerId="ADAL" clId="{E8EC9894-E62E-4A7D-BAFD-595FA76B0362}" dt="2019-11-07T12:01:25.652" v="1175" actId="171"/>
          <ac:picMkLst>
            <pc:docMk/>
            <pc:sldMk cId="4064605988" sldId="316"/>
            <ac:picMk id="8" creationId="{89692942-DB67-41CF-8179-8A7C46ACC4D0}"/>
          </ac:picMkLst>
        </pc:picChg>
      </pc:sldChg>
      <pc:sldChg chg="addSp delSp modSp add modAnim">
        <pc:chgData name="Sam O'Neill" userId="cb323814-a42a-4cfe-bc74-03f595e56f6e" providerId="ADAL" clId="{E8EC9894-E62E-4A7D-BAFD-595FA76B0362}" dt="2019-11-08T15:23:31.324" v="1517" actId="20577"/>
        <pc:sldMkLst>
          <pc:docMk/>
          <pc:sldMk cId="2071165366" sldId="317"/>
        </pc:sldMkLst>
        <pc:spChg chg="mod">
          <ac:chgData name="Sam O'Neill" userId="cb323814-a42a-4cfe-bc74-03f595e56f6e" providerId="ADAL" clId="{E8EC9894-E62E-4A7D-BAFD-595FA76B0362}" dt="2019-11-08T15:23:31.324" v="1517" actId="20577"/>
          <ac:spMkLst>
            <pc:docMk/>
            <pc:sldMk cId="2071165366" sldId="317"/>
            <ac:spMk id="2" creationId="{F3E593E6-3D2F-4C7E-80B2-F78D636A9E07}"/>
          </ac:spMkLst>
        </pc:spChg>
        <pc:spChg chg="mod">
          <ac:chgData name="Sam O'Neill" userId="cb323814-a42a-4cfe-bc74-03f595e56f6e" providerId="ADAL" clId="{E8EC9894-E62E-4A7D-BAFD-595FA76B0362}" dt="2019-11-07T12:30:14.089" v="1470" actId="20577"/>
          <ac:spMkLst>
            <pc:docMk/>
            <pc:sldMk cId="2071165366" sldId="317"/>
            <ac:spMk id="3" creationId="{5198A88B-52B3-469E-A512-B72752EB7862}"/>
          </ac:spMkLst>
        </pc:spChg>
        <pc:spChg chg="mod">
          <ac:chgData name="Sam O'Neill" userId="cb323814-a42a-4cfe-bc74-03f595e56f6e" providerId="ADAL" clId="{E8EC9894-E62E-4A7D-BAFD-595FA76B0362}" dt="2019-11-07T12:04:53.398" v="1264" actId="1076"/>
          <ac:spMkLst>
            <pc:docMk/>
            <pc:sldMk cId="2071165366" sldId="317"/>
            <ac:spMk id="9" creationId="{9CBCC2E2-A16C-41E0-BD80-88118D794A95}"/>
          </ac:spMkLst>
        </pc:spChg>
        <pc:picChg chg="add mod ord">
          <ac:chgData name="Sam O'Neill" userId="cb323814-a42a-4cfe-bc74-03f595e56f6e" providerId="ADAL" clId="{E8EC9894-E62E-4A7D-BAFD-595FA76B0362}" dt="2019-11-07T12:04:09.846" v="1249" actId="171"/>
          <ac:picMkLst>
            <pc:docMk/>
            <pc:sldMk cId="2071165366" sldId="317"/>
            <ac:picMk id="6" creationId="{20AE42BD-3374-42BC-A3B2-D19419239E04}"/>
          </ac:picMkLst>
        </pc:picChg>
        <pc:picChg chg="del">
          <ac:chgData name="Sam O'Neill" userId="cb323814-a42a-4cfe-bc74-03f595e56f6e" providerId="ADAL" clId="{E8EC9894-E62E-4A7D-BAFD-595FA76B0362}" dt="2019-11-07T12:03:55.949" v="1239" actId="478"/>
          <ac:picMkLst>
            <pc:docMk/>
            <pc:sldMk cId="2071165366" sldId="317"/>
            <ac:picMk id="8" creationId="{89692942-DB67-41CF-8179-8A7C46ACC4D0}"/>
          </ac:picMkLst>
        </pc:picChg>
      </pc:sldChg>
      <pc:sldChg chg="modSp add">
        <pc:chgData name="Sam O'Neill" userId="cb323814-a42a-4cfe-bc74-03f595e56f6e" providerId="ADAL" clId="{E8EC9894-E62E-4A7D-BAFD-595FA76B0362}" dt="2019-11-07T12:26:11.930" v="1399" actId="20577"/>
        <pc:sldMkLst>
          <pc:docMk/>
          <pc:sldMk cId="2747885837" sldId="318"/>
        </pc:sldMkLst>
        <pc:spChg chg="mod">
          <ac:chgData name="Sam O'Neill" userId="cb323814-a42a-4cfe-bc74-03f595e56f6e" providerId="ADAL" clId="{E8EC9894-E62E-4A7D-BAFD-595FA76B0362}" dt="2019-11-07T12:26:11.930" v="1399" actId="20577"/>
          <ac:spMkLst>
            <pc:docMk/>
            <pc:sldMk cId="2747885837" sldId="318"/>
            <ac:spMk id="2" creationId="{8041FF78-95E2-40D5-A9ED-4B7399CB3D69}"/>
          </ac:spMkLst>
        </pc:spChg>
      </pc:sldChg>
      <pc:sldChg chg="addSp modSp add modAnim">
        <pc:chgData name="Sam O'Neill" userId="cb323814-a42a-4cfe-bc74-03f595e56f6e" providerId="ADAL" clId="{E8EC9894-E62E-4A7D-BAFD-595FA76B0362}" dt="2019-11-07T12:28:02.903" v="1423"/>
        <pc:sldMkLst>
          <pc:docMk/>
          <pc:sldMk cId="4013387706" sldId="319"/>
        </pc:sldMkLst>
        <pc:spChg chg="add mod">
          <ac:chgData name="Sam O'Neill" userId="cb323814-a42a-4cfe-bc74-03f595e56f6e" providerId="ADAL" clId="{E8EC9894-E62E-4A7D-BAFD-595FA76B0362}" dt="2019-11-07T12:27:40.889" v="1411" actId="1076"/>
          <ac:spMkLst>
            <pc:docMk/>
            <pc:sldMk cId="4013387706" sldId="319"/>
            <ac:spMk id="2" creationId="{C24E7F71-73BE-40A4-8A00-CFB75F96732B}"/>
          </ac:spMkLst>
        </pc:spChg>
        <pc:spChg chg="mod">
          <ac:chgData name="Sam O'Neill" userId="cb323814-a42a-4cfe-bc74-03f595e56f6e" providerId="ADAL" clId="{E8EC9894-E62E-4A7D-BAFD-595FA76B0362}" dt="2019-11-07T12:27:50.710" v="1413" actId="20577"/>
          <ac:spMkLst>
            <pc:docMk/>
            <pc:sldMk cId="4013387706" sldId="319"/>
            <ac:spMk id="4" creationId="{E1E13AD9-E06D-4179-B2C8-610B1921B27E}"/>
          </ac:spMkLst>
        </pc:spChg>
        <pc:spChg chg="add mod">
          <ac:chgData name="Sam O'Neill" userId="cb323814-a42a-4cfe-bc74-03f595e56f6e" providerId="ADAL" clId="{E8EC9894-E62E-4A7D-BAFD-595FA76B0362}" dt="2019-11-07T12:27:33" v="1409" actId="1076"/>
          <ac:spMkLst>
            <pc:docMk/>
            <pc:sldMk cId="4013387706" sldId="319"/>
            <ac:spMk id="5" creationId="{1BF6789F-2590-40C0-9640-EDBA9554163D}"/>
          </ac:spMkLst>
        </pc:spChg>
        <pc:graphicFrameChg chg="mod">
          <ac:chgData name="Sam O'Neill" userId="cb323814-a42a-4cfe-bc74-03f595e56f6e" providerId="ADAL" clId="{E8EC9894-E62E-4A7D-BAFD-595FA76B0362}" dt="2019-11-07T12:27:07.895" v="1402" actId="1076"/>
          <ac:graphicFrameMkLst>
            <pc:docMk/>
            <pc:sldMk cId="4013387706" sldId="319"/>
            <ac:graphicFrameMk id="3" creationId="{7D761DB1-D266-4194-BFF9-18E5E47CA970}"/>
          </ac:graphicFrameMkLst>
        </pc:graphicFrameChg>
        <pc:graphicFrameChg chg="add mod">
          <ac:chgData name="Sam O'Neill" userId="cb323814-a42a-4cfe-bc74-03f595e56f6e" providerId="ADAL" clId="{E8EC9894-E62E-4A7D-BAFD-595FA76B0362}" dt="2019-11-07T12:27:36.192" v="1410" actId="1076"/>
          <ac:graphicFrameMkLst>
            <pc:docMk/>
            <pc:sldMk cId="4013387706" sldId="319"/>
            <ac:graphicFrameMk id="6" creationId="{D87D56BC-AE99-4D0D-9439-7D69C2D34627}"/>
          </ac:graphicFrameMkLst>
        </pc:graphicFrameChg>
        <pc:graphicFrameChg chg="add mod">
          <ac:chgData name="Sam O'Neill" userId="cb323814-a42a-4cfe-bc74-03f595e56f6e" providerId="ADAL" clId="{E8EC9894-E62E-4A7D-BAFD-595FA76B0362}" dt="2019-11-07T12:27:36.192" v="1410" actId="1076"/>
          <ac:graphicFrameMkLst>
            <pc:docMk/>
            <pc:sldMk cId="4013387706" sldId="319"/>
            <ac:graphicFrameMk id="7" creationId="{6E390BAC-A576-4E5D-85FF-89464BBC03AD}"/>
          </ac:graphicFrameMkLst>
        </pc:graphicFrameChg>
      </pc:sldChg>
      <pc:sldMasterChg chg="modSp">
        <pc:chgData name="Sam O'Neill" userId="cb323814-a42a-4cfe-bc74-03f595e56f6e" providerId="ADAL" clId="{E8EC9894-E62E-4A7D-BAFD-595FA76B0362}" dt="2019-11-07T12:28:12.447" v="1453"/>
        <pc:sldMasterMkLst>
          <pc:docMk/>
          <pc:sldMasterMk cId="3231878557" sldId="2147483648"/>
        </pc:sldMasterMkLst>
        <pc:spChg chg="mod ord modVis">
          <ac:chgData name="Sam O'Neill" userId="cb323814-a42a-4cfe-bc74-03f595e56f6e" providerId="ADAL" clId="{E8EC9894-E62E-4A7D-BAFD-595FA76B0362}" dt="2019-11-07T12:28:12.447" v="1453"/>
          <ac:spMkLst>
            <pc:docMk/>
            <pc:sldMasterMk cId="3231878557" sldId="2147483648"/>
            <ac:spMk id="7" creationId="{64B23A5A-228F-4E95-8C6A-4486B3D720E7}"/>
          </ac:spMkLst>
        </pc:spChg>
      </pc:sldMasterChg>
    </pc:docChg>
  </pc:docChgLst>
  <pc:docChgLst>
    <pc:chgData name="Sam O'Neill" userId="cb323814-a42a-4cfe-bc74-03f595e56f6e" providerId="ADAL" clId="{9DAD57B1-2AFF-49C5-8A8F-5BA01873EAAA}"/>
    <pc:docChg chg="custSel addSld delSld modSld">
      <pc:chgData name="Sam O'Neill" userId="cb323814-a42a-4cfe-bc74-03f595e56f6e" providerId="ADAL" clId="{9DAD57B1-2AFF-49C5-8A8F-5BA01873EAAA}" dt="2019-10-17T10:30:33.873" v="4005" actId="20577"/>
      <pc:docMkLst>
        <pc:docMk/>
      </pc:docMkLst>
      <pc:sldChg chg="modSp">
        <pc:chgData name="Sam O'Neill" userId="cb323814-a42a-4cfe-bc74-03f595e56f6e" providerId="ADAL" clId="{9DAD57B1-2AFF-49C5-8A8F-5BA01873EAAA}" dt="2019-10-15T15:52:51.676" v="3" actId="20577"/>
        <pc:sldMkLst>
          <pc:docMk/>
          <pc:sldMk cId="110775907" sldId="256"/>
        </pc:sldMkLst>
        <pc:spChg chg="mod">
          <ac:chgData name="Sam O'Neill" userId="cb323814-a42a-4cfe-bc74-03f595e56f6e" providerId="ADAL" clId="{9DAD57B1-2AFF-49C5-8A8F-5BA01873EAAA}" dt="2019-10-15T15:52:51.676" v="3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'Neill" userId="cb323814-a42a-4cfe-bc74-03f595e56f6e" providerId="ADAL" clId="{9DAD57B1-2AFF-49C5-8A8F-5BA01873EAAA}" dt="2019-10-17T10:30:33.873" v="4005" actId="20577"/>
        <pc:sldMkLst>
          <pc:docMk/>
          <pc:sldMk cId="2464477114" sldId="257"/>
        </pc:sldMkLst>
        <pc:spChg chg="mod">
          <ac:chgData name="Sam O'Neill" userId="cb323814-a42a-4cfe-bc74-03f595e56f6e" providerId="ADAL" clId="{9DAD57B1-2AFF-49C5-8A8F-5BA01873EAAA}" dt="2019-10-17T10:30:33.873" v="4005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'Neill" userId="cb323814-a42a-4cfe-bc74-03f595e56f6e" providerId="ADAL" clId="{9DAD57B1-2AFF-49C5-8A8F-5BA01873EAAA}" dt="2019-10-15T15:55:29.987" v="248" actId="2696"/>
        <pc:sldMkLst>
          <pc:docMk/>
          <pc:sldMk cId="737113903" sldId="258"/>
        </pc:sldMkLst>
      </pc:sldChg>
      <pc:sldChg chg="del">
        <pc:chgData name="Sam O'Neill" userId="cb323814-a42a-4cfe-bc74-03f595e56f6e" providerId="ADAL" clId="{9DAD57B1-2AFF-49C5-8A8F-5BA01873EAAA}" dt="2019-10-15T15:55:30.100" v="249" actId="2696"/>
        <pc:sldMkLst>
          <pc:docMk/>
          <pc:sldMk cId="3710664848" sldId="260"/>
        </pc:sldMkLst>
      </pc:sldChg>
      <pc:sldChg chg="del">
        <pc:chgData name="Sam O'Neill" userId="cb323814-a42a-4cfe-bc74-03f595e56f6e" providerId="ADAL" clId="{9DAD57B1-2AFF-49C5-8A8F-5BA01873EAAA}" dt="2019-10-15T15:55:30.135" v="250" actId="2696"/>
        <pc:sldMkLst>
          <pc:docMk/>
          <pc:sldMk cId="1402902768" sldId="262"/>
        </pc:sldMkLst>
      </pc:sldChg>
      <pc:sldChg chg="modSp add modTransition modAnim">
        <pc:chgData name="Sam O'Neill" userId="cb323814-a42a-4cfe-bc74-03f595e56f6e" providerId="ADAL" clId="{9DAD57B1-2AFF-49C5-8A8F-5BA01873EAAA}" dt="2019-10-17T09:45:37.524" v="3655" actId="20577"/>
        <pc:sldMkLst>
          <pc:docMk/>
          <pc:sldMk cId="3960105888" sldId="262"/>
        </pc:sldMkLst>
        <pc:spChg chg="mod">
          <ac:chgData name="Sam O'Neill" userId="cb323814-a42a-4cfe-bc74-03f595e56f6e" providerId="ADAL" clId="{9DAD57B1-2AFF-49C5-8A8F-5BA01873EAAA}" dt="2019-10-15T15:55:49.965" v="278" actId="27636"/>
          <ac:spMkLst>
            <pc:docMk/>
            <pc:sldMk cId="3960105888" sldId="262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45:37.524" v="3655" actId="20577"/>
          <ac:spMkLst>
            <pc:docMk/>
            <pc:sldMk cId="3960105888" sldId="262"/>
            <ac:spMk id="3" creationId="{5198A88B-52B3-469E-A512-B72752EB7862}"/>
          </ac:spMkLst>
        </pc:spChg>
      </pc:sldChg>
      <pc:sldChg chg="addSp modSp add">
        <pc:chgData name="Sam O'Neill" userId="cb323814-a42a-4cfe-bc74-03f595e56f6e" providerId="ADAL" clId="{9DAD57B1-2AFF-49C5-8A8F-5BA01873EAAA}" dt="2019-10-17T09:46:10.473" v="3661" actId="20577"/>
        <pc:sldMkLst>
          <pc:docMk/>
          <pc:sldMk cId="51033217" sldId="263"/>
        </pc:sldMkLst>
        <pc:spChg chg="mod">
          <ac:chgData name="Sam O'Neill" userId="cb323814-a42a-4cfe-bc74-03f595e56f6e" providerId="ADAL" clId="{9DAD57B1-2AFF-49C5-8A8F-5BA01873EAAA}" dt="2019-10-15T16:05:10.559" v="564" actId="6549"/>
          <ac:spMkLst>
            <pc:docMk/>
            <pc:sldMk cId="51033217" sldId="263"/>
            <ac:spMk id="3" creationId="{5198A88B-52B3-469E-A512-B72752EB7862}"/>
          </ac:spMkLst>
        </pc:spChg>
        <pc:spChg chg="add mod">
          <ac:chgData name="Sam O'Neill" userId="cb323814-a42a-4cfe-bc74-03f595e56f6e" providerId="ADAL" clId="{9DAD57B1-2AFF-49C5-8A8F-5BA01873EAAA}" dt="2019-10-17T09:46:10.473" v="3661" actId="20577"/>
          <ac:spMkLst>
            <pc:docMk/>
            <pc:sldMk cId="51033217" sldId="263"/>
            <ac:spMk id="6" creationId="{5F618D3C-CCDE-4A80-AFD1-57E1CFF1636E}"/>
          </ac:spMkLst>
        </pc:spChg>
        <pc:spChg chg="add mod">
          <ac:chgData name="Sam O'Neill" userId="cb323814-a42a-4cfe-bc74-03f595e56f6e" providerId="ADAL" clId="{9DAD57B1-2AFF-49C5-8A8F-5BA01873EAAA}" dt="2019-10-15T16:12:45.307" v="968" actId="20577"/>
          <ac:spMkLst>
            <pc:docMk/>
            <pc:sldMk cId="51033217" sldId="263"/>
            <ac:spMk id="7" creationId="{F55B70D9-D05A-48AB-AF10-B9CD2C7A5B9B}"/>
          </ac:spMkLst>
        </pc:spChg>
        <pc:graphicFrameChg chg="add mod">
          <ac:chgData name="Sam O'Neill" userId="cb323814-a42a-4cfe-bc74-03f595e56f6e" providerId="ADAL" clId="{9DAD57B1-2AFF-49C5-8A8F-5BA01873EAAA}" dt="2019-10-15T16:05:36.467" v="568" actId="1076"/>
          <ac:graphicFrameMkLst>
            <pc:docMk/>
            <pc:sldMk cId="51033217" sldId="263"/>
            <ac:graphicFrameMk id="4" creationId="{91104C5D-53C3-41DC-A767-2311F2FA9905}"/>
          </ac:graphicFrameMkLst>
        </pc:graphicFrameChg>
        <pc:graphicFrameChg chg="add mod">
          <ac:chgData name="Sam O'Neill" userId="cb323814-a42a-4cfe-bc74-03f595e56f6e" providerId="ADAL" clId="{9DAD57B1-2AFF-49C5-8A8F-5BA01873EAAA}" dt="2019-10-15T16:05:39.123" v="569" actId="1076"/>
          <ac:graphicFrameMkLst>
            <pc:docMk/>
            <pc:sldMk cId="51033217" sldId="263"/>
            <ac:graphicFrameMk id="5" creationId="{34FDC37A-0728-4DE4-A29E-581530393892}"/>
          </ac:graphicFrameMkLst>
        </pc:graphicFrameChg>
      </pc:sldChg>
      <pc:sldChg chg="del">
        <pc:chgData name="Sam O'Neill" userId="cb323814-a42a-4cfe-bc74-03f595e56f6e" providerId="ADAL" clId="{9DAD57B1-2AFF-49C5-8A8F-5BA01873EAAA}" dt="2019-10-15T15:55:30.235" v="251" actId="2696"/>
        <pc:sldMkLst>
          <pc:docMk/>
          <pc:sldMk cId="2064211643" sldId="263"/>
        </pc:sldMkLst>
      </pc:sldChg>
      <pc:sldChg chg="del">
        <pc:chgData name="Sam O'Neill" userId="cb323814-a42a-4cfe-bc74-03f595e56f6e" providerId="ADAL" clId="{9DAD57B1-2AFF-49C5-8A8F-5BA01873EAAA}" dt="2019-10-15T15:55:30.623" v="254" actId="2696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9DAD57B1-2AFF-49C5-8A8F-5BA01873EAAA}" dt="2019-10-15T16:14:01.300" v="983" actId="20577"/>
        <pc:sldMkLst>
          <pc:docMk/>
          <pc:sldMk cId="3842128786" sldId="264"/>
        </pc:sldMkLst>
        <pc:spChg chg="mod">
          <ac:chgData name="Sam O'Neill" userId="cb323814-a42a-4cfe-bc74-03f595e56f6e" providerId="ADAL" clId="{9DAD57B1-2AFF-49C5-8A8F-5BA01873EAAA}" dt="2019-10-15T16:13:40.091" v="971" actId="1076"/>
          <ac:spMkLst>
            <pc:docMk/>
            <pc:sldMk cId="3842128786" sldId="264"/>
            <ac:spMk id="6" creationId="{5F618D3C-CCDE-4A80-AFD1-57E1CFF1636E}"/>
          </ac:spMkLst>
        </pc:spChg>
        <pc:spChg chg="mod">
          <ac:chgData name="Sam O'Neill" userId="cb323814-a42a-4cfe-bc74-03f595e56f6e" providerId="ADAL" clId="{9DAD57B1-2AFF-49C5-8A8F-5BA01873EAAA}" dt="2019-10-15T16:13:53.089" v="976" actId="14100"/>
          <ac:spMkLst>
            <pc:docMk/>
            <pc:sldMk cId="3842128786" sldId="264"/>
            <ac:spMk id="7" creationId="{F55B70D9-D05A-48AB-AF10-B9CD2C7A5B9B}"/>
          </ac:spMkLst>
        </pc:spChg>
        <pc:spChg chg="add mod">
          <ac:chgData name="Sam O'Neill" userId="cb323814-a42a-4cfe-bc74-03f595e56f6e" providerId="ADAL" clId="{9DAD57B1-2AFF-49C5-8A8F-5BA01873EAAA}" dt="2019-10-15T16:14:01.300" v="983" actId="20577"/>
          <ac:spMkLst>
            <pc:docMk/>
            <pc:sldMk cId="3842128786" sldId="264"/>
            <ac:spMk id="8" creationId="{8A3F1CBC-A447-4908-93D8-D910AC9BDFBF}"/>
          </ac:spMkLst>
        </pc:spChg>
        <pc:graphicFrameChg chg="del">
          <ac:chgData name="Sam O'Neill" userId="cb323814-a42a-4cfe-bc74-03f595e56f6e" providerId="ADAL" clId="{9DAD57B1-2AFF-49C5-8A8F-5BA01873EAAA}" dt="2019-10-15T16:13:37.269" v="970" actId="478"/>
          <ac:graphicFrameMkLst>
            <pc:docMk/>
            <pc:sldMk cId="3842128786" sldId="264"/>
            <ac:graphicFrameMk id="4" creationId="{91104C5D-53C3-41DC-A767-2311F2FA9905}"/>
          </ac:graphicFrameMkLst>
        </pc:graphicFrameChg>
        <pc:graphicFrameChg chg="del">
          <ac:chgData name="Sam O'Neill" userId="cb323814-a42a-4cfe-bc74-03f595e56f6e" providerId="ADAL" clId="{9DAD57B1-2AFF-49C5-8A8F-5BA01873EAAA}" dt="2019-10-15T16:13:37.269" v="970" actId="478"/>
          <ac:graphicFrameMkLst>
            <pc:docMk/>
            <pc:sldMk cId="3842128786" sldId="264"/>
            <ac:graphicFrameMk id="5" creationId="{34FDC37A-0728-4DE4-A29E-581530393892}"/>
          </ac:graphicFrameMkLst>
        </pc:graphicFrameChg>
      </pc:sldChg>
      <pc:sldChg chg="addSp delSp modSp add modAnim">
        <pc:chgData name="Sam O'Neill" userId="cb323814-a42a-4cfe-bc74-03f595e56f6e" providerId="ADAL" clId="{9DAD57B1-2AFF-49C5-8A8F-5BA01873EAAA}" dt="2019-10-17T09:47:45.182" v="3698"/>
        <pc:sldMkLst>
          <pc:docMk/>
          <pc:sldMk cId="167284936" sldId="265"/>
        </pc:sldMkLst>
        <pc:spChg chg="add mod">
          <ac:chgData name="Sam O'Neill" userId="cb323814-a42a-4cfe-bc74-03f595e56f6e" providerId="ADAL" clId="{9DAD57B1-2AFF-49C5-8A8F-5BA01873EAAA}" dt="2019-10-15T16:19:18.172" v="1247" actId="313"/>
          <ac:spMkLst>
            <pc:docMk/>
            <pc:sldMk cId="167284936" sldId="265"/>
            <ac:spMk id="4" creationId="{37505E12-165A-4C48-B077-9A2AD82ADFA3}"/>
          </ac:spMkLst>
        </pc:spChg>
        <pc:spChg chg="del">
          <ac:chgData name="Sam O'Neill" userId="cb323814-a42a-4cfe-bc74-03f595e56f6e" providerId="ADAL" clId="{9DAD57B1-2AFF-49C5-8A8F-5BA01873EAAA}" dt="2019-10-15T16:15:41.115" v="985" actId="478"/>
          <ac:spMkLst>
            <pc:docMk/>
            <pc:sldMk cId="167284936" sldId="265"/>
            <ac:spMk id="6" creationId="{5F618D3C-CCDE-4A80-AFD1-57E1CFF1636E}"/>
          </ac:spMkLst>
        </pc:spChg>
        <pc:spChg chg="del">
          <ac:chgData name="Sam O'Neill" userId="cb323814-a42a-4cfe-bc74-03f595e56f6e" providerId="ADAL" clId="{9DAD57B1-2AFF-49C5-8A8F-5BA01873EAAA}" dt="2019-10-15T16:15:41.115" v="985" actId="478"/>
          <ac:spMkLst>
            <pc:docMk/>
            <pc:sldMk cId="167284936" sldId="265"/>
            <ac:spMk id="7" creationId="{F55B70D9-D05A-48AB-AF10-B9CD2C7A5B9B}"/>
          </ac:spMkLst>
        </pc:spChg>
        <pc:spChg chg="mod">
          <ac:chgData name="Sam O'Neill" userId="cb323814-a42a-4cfe-bc74-03f595e56f6e" providerId="ADAL" clId="{9DAD57B1-2AFF-49C5-8A8F-5BA01873EAAA}" dt="2019-10-15T16:16:02.874" v="989" actId="1076"/>
          <ac:spMkLst>
            <pc:docMk/>
            <pc:sldMk cId="167284936" sldId="265"/>
            <ac:spMk id="8" creationId="{8A3F1CBC-A447-4908-93D8-D910AC9BDFBF}"/>
          </ac:spMkLst>
        </pc:spChg>
        <pc:spChg chg="add mod">
          <ac:chgData name="Sam O'Neill" userId="cb323814-a42a-4cfe-bc74-03f595e56f6e" providerId="ADAL" clId="{9DAD57B1-2AFF-49C5-8A8F-5BA01873EAAA}" dt="2019-10-17T09:47:28.784" v="3694" actId="20577"/>
          <ac:spMkLst>
            <pc:docMk/>
            <pc:sldMk cId="167284936" sldId="265"/>
            <ac:spMk id="11" creationId="{61F9FE1A-1495-4FB6-AF09-58076583C96E}"/>
          </ac:spMkLst>
        </pc:spChg>
        <pc:graphicFrameChg chg="add">
          <ac:chgData name="Sam O'Neill" userId="cb323814-a42a-4cfe-bc74-03f595e56f6e" providerId="ADAL" clId="{9DAD57B1-2AFF-49C5-8A8F-5BA01873EAAA}" dt="2019-10-15T16:16:00.257" v="988"/>
          <ac:graphicFrameMkLst>
            <pc:docMk/>
            <pc:sldMk cId="167284936" sldId="265"/>
            <ac:graphicFrameMk id="9" creationId="{EF6A6017-A891-49C1-ABF1-AD75CC4E322B}"/>
          </ac:graphicFrameMkLst>
        </pc:graphicFrameChg>
        <pc:graphicFrameChg chg="add">
          <ac:chgData name="Sam O'Neill" userId="cb323814-a42a-4cfe-bc74-03f595e56f6e" providerId="ADAL" clId="{9DAD57B1-2AFF-49C5-8A8F-5BA01873EAAA}" dt="2019-10-15T16:16:00.257" v="988"/>
          <ac:graphicFrameMkLst>
            <pc:docMk/>
            <pc:sldMk cId="167284936" sldId="265"/>
            <ac:graphicFrameMk id="10" creationId="{0C75FD5D-647A-4470-8B6A-CF85FD1CAC96}"/>
          </ac:graphicFrameMkLst>
        </pc:graphicFrameChg>
      </pc:sldChg>
      <pc:sldChg chg="del">
        <pc:chgData name="Sam O'Neill" userId="cb323814-a42a-4cfe-bc74-03f595e56f6e" providerId="ADAL" clId="{9DAD57B1-2AFF-49C5-8A8F-5BA01873EAAA}" dt="2019-10-15T15:55:30.384" v="252" actId="2696"/>
        <pc:sldMkLst>
          <pc:docMk/>
          <pc:sldMk cId="2645702153" sldId="265"/>
        </pc:sldMkLst>
      </pc:sldChg>
      <pc:sldChg chg="del">
        <pc:chgData name="Sam O'Neill" userId="cb323814-a42a-4cfe-bc74-03f595e56f6e" providerId="ADAL" clId="{9DAD57B1-2AFF-49C5-8A8F-5BA01873EAAA}" dt="2019-10-15T15:55:30.539" v="253" actId="2696"/>
        <pc:sldMkLst>
          <pc:docMk/>
          <pc:sldMk cId="3317125378" sldId="266"/>
        </pc:sldMkLst>
      </pc:sldChg>
      <pc:sldChg chg="addSp delSp modSp add modAnim">
        <pc:chgData name="Sam O'Neill" userId="cb323814-a42a-4cfe-bc74-03f595e56f6e" providerId="ADAL" clId="{9DAD57B1-2AFF-49C5-8A8F-5BA01873EAAA}" dt="2019-10-17T09:48:21.442" v="3704"/>
        <pc:sldMkLst>
          <pc:docMk/>
          <pc:sldMk cId="3556650311" sldId="266"/>
        </pc:sldMkLst>
        <pc:spChg chg="mod">
          <ac:chgData name="Sam O'Neill" userId="cb323814-a42a-4cfe-bc74-03f595e56f6e" providerId="ADAL" clId="{9DAD57B1-2AFF-49C5-8A8F-5BA01873EAAA}" dt="2019-10-15T16:20:12.505" v="1252" actId="20577"/>
          <ac:spMkLst>
            <pc:docMk/>
            <pc:sldMk cId="3556650311" sldId="266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48:12.226" v="3700" actId="14100"/>
          <ac:spMkLst>
            <pc:docMk/>
            <pc:sldMk cId="3556650311" sldId="266"/>
            <ac:spMk id="3" creationId="{5198A88B-52B3-469E-A512-B72752EB7862}"/>
          </ac:spMkLst>
        </pc:spChg>
        <pc:spChg chg="del">
          <ac:chgData name="Sam O'Neill" userId="cb323814-a42a-4cfe-bc74-03f595e56f6e" providerId="ADAL" clId="{9DAD57B1-2AFF-49C5-8A8F-5BA01873EAAA}" dt="2019-10-15T16:20:09.017" v="1249" actId="478"/>
          <ac:spMkLst>
            <pc:docMk/>
            <pc:sldMk cId="3556650311" sldId="266"/>
            <ac:spMk id="6" creationId="{5F618D3C-CCDE-4A80-AFD1-57E1CFF1636E}"/>
          </ac:spMkLst>
        </pc:spChg>
        <pc:spChg chg="del">
          <ac:chgData name="Sam O'Neill" userId="cb323814-a42a-4cfe-bc74-03f595e56f6e" providerId="ADAL" clId="{9DAD57B1-2AFF-49C5-8A8F-5BA01873EAAA}" dt="2019-10-15T16:20:32.994" v="1259" actId="478"/>
          <ac:spMkLst>
            <pc:docMk/>
            <pc:sldMk cId="3556650311" sldId="266"/>
            <ac:spMk id="7" creationId="{F55B70D9-D05A-48AB-AF10-B9CD2C7A5B9B}"/>
          </ac:spMkLst>
        </pc:spChg>
        <pc:spChg chg="mod">
          <ac:chgData name="Sam O'Neill" userId="cb323814-a42a-4cfe-bc74-03f595e56f6e" providerId="ADAL" clId="{9DAD57B1-2AFF-49C5-8A8F-5BA01873EAAA}" dt="2019-10-17T09:25:12.249" v="3014" actId="1076"/>
          <ac:spMkLst>
            <pc:docMk/>
            <pc:sldMk cId="3556650311" sldId="266"/>
            <ac:spMk id="8" creationId="{8A3F1CBC-A447-4908-93D8-D910AC9BDFBF}"/>
          </ac:spMkLst>
        </pc:spChg>
        <pc:spChg chg="add del mod">
          <ac:chgData name="Sam O'Neill" userId="cb323814-a42a-4cfe-bc74-03f595e56f6e" providerId="ADAL" clId="{9DAD57B1-2AFF-49C5-8A8F-5BA01873EAAA}" dt="2019-10-17T09:25:09.357" v="3013" actId="478"/>
          <ac:spMkLst>
            <pc:docMk/>
            <pc:sldMk cId="3556650311" sldId="266"/>
            <ac:spMk id="10" creationId="{CB1ABA4B-8E95-4EBA-A965-114E5EE2C491}"/>
          </ac:spMkLst>
        </pc:spChg>
        <pc:graphicFrameChg chg="add mod modGraphic">
          <ac:chgData name="Sam O'Neill" userId="cb323814-a42a-4cfe-bc74-03f595e56f6e" providerId="ADAL" clId="{9DAD57B1-2AFF-49C5-8A8F-5BA01873EAAA}" dt="2019-10-15T16:22:32.911" v="1300" actId="6549"/>
          <ac:graphicFrameMkLst>
            <pc:docMk/>
            <pc:sldMk cId="3556650311" sldId="266"/>
            <ac:graphicFrameMk id="9" creationId="{1DF4990D-F916-48EE-BA36-89BA419B7567}"/>
          </ac:graphicFrameMkLst>
        </pc:graphicFrameChg>
      </pc:sldChg>
      <pc:sldChg chg="del">
        <pc:chgData name="Sam O'Neill" userId="cb323814-a42a-4cfe-bc74-03f595e56f6e" providerId="ADAL" clId="{9DAD57B1-2AFF-49C5-8A8F-5BA01873EAAA}" dt="2019-10-15T15:55:30.639" v="255" actId="2696"/>
        <pc:sldMkLst>
          <pc:docMk/>
          <pc:sldMk cId="474528059" sldId="267"/>
        </pc:sldMkLst>
      </pc:sldChg>
      <pc:sldChg chg="del">
        <pc:chgData name="Sam O'Neill" userId="cb323814-a42a-4cfe-bc74-03f595e56f6e" providerId="ADAL" clId="{9DAD57B1-2AFF-49C5-8A8F-5BA01873EAAA}" dt="2019-10-15T15:55:30.762" v="256" actId="2696"/>
        <pc:sldMkLst>
          <pc:docMk/>
          <pc:sldMk cId="113855319" sldId="268"/>
        </pc:sldMkLst>
      </pc:sldChg>
      <pc:sldChg chg="del">
        <pc:chgData name="Sam O'Neill" userId="cb323814-a42a-4cfe-bc74-03f595e56f6e" providerId="ADAL" clId="{9DAD57B1-2AFF-49C5-8A8F-5BA01873EAAA}" dt="2019-10-15T15:55:30.883" v="257" actId="2696"/>
        <pc:sldMkLst>
          <pc:docMk/>
          <pc:sldMk cId="3403934085" sldId="269"/>
        </pc:sldMkLst>
      </pc:sldChg>
      <pc:sldChg chg="del">
        <pc:chgData name="Sam O'Neill" userId="cb323814-a42a-4cfe-bc74-03f595e56f6e" providerId="ADAL" clId="{9DAD57B1-2AFF-49C5-8A8F-5BA01873EAAA}" dt="2019-10-15T15:55:31.415" v="262" actId="2696"/>
        <pc:sldMkLst>
          <pc:docMk/>
          <pc:sldMk cId="2910249278" sldId="270"/>
        </pc:sldMkLst>
      </pc:sldChg>
      <pc:sldChg chg="del">
        <pc:chgData name="Sam O'Neill" userId="cb323814-a42a-4cfe-bc74-03f595e56f6e" providerId="ADAL" clId="{9DAD57B1-2AFF-49C5-8A8F-5BA01873EAAA}" dt="2019-10-15T15:55:31.303" v="261" actId="2696"/>
        <pc:sldMkLst>
          <pc:docMk/>
          <pc:sldMk cId="544812879" sldId="271"/>
        </pc:sldMkLst>
      </pc:sldChg>
      <pc:sldChg chg="del">
        <pc:chgData name="Sam O'Neill" userId="cb323814-a42a-4cfe-bc74-03f595e56f6e" providerId="ADAL" clId="{9DAD57B1-2AFF-49C5-8A8F-5BA01873EAAA}" dt="2019-10-15T15:55:31.539" v="264" actId="2696"/>
        <pc:sldMkLst>
          <pc:docMk/>
          <pc:sldMk cId="229697247" sldId="272"/>
        </pc:sldMkLst>
      </pc:sldChg>
      <pc:sldChg chg="del">
        <pc:chgData name="Sam O'Neill" userId="cb323814-a42a-4cfe-bc74-03f595e56f6e" providerId="ADAL" clId="{9DAD57B1-2AFF-49C5-8A8F-5BA01873EAAA}" dt="2019-10-15T15:55:31.102" v="259" actId="2696"/>
        <pc:sldMkLst>
          <pc:docMk/>
          <pc:sldMk cId="417769644" sldId="273"/>
        </pc:sldMkLst>
      </pc:sldChg>
      <pc:sldChg chg="modSp del modAnim">
        <pc:chgData name="Sam O'Neill" userId="cb323814-a42a-4cfe-bc74-03f595e56f6e" providerId="ADAL" clId="{9DAD57B1-2AFF-49C5-8A8F-5BA01873EAAA}" dt="2019-10-17T09:39:19.470" v="3474"/>
        <pc:sldMkLst>
          <pc:docMk/>
          <pc:sldMk cId="674261045" sldId="274"/>
        </pc:sldMkLst>
        <pc:spChg chg="mod">
          <ac:chgData name="Sam O'Neill" userId="cb323814-a42a-4cfe-bc74-03f595e56f6e" providerId="ADAL" clId="{9DAD57B1-2AFF-49C5-8A8F-5BA01873EAAA}" dt="2019-10-17T09:39:08.615" v="3472" actId="20577"/>
          <ac:spMkLst>
            <pc:docMk/>
            <pc:sldMk cId="674261045" sldId="274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9DAD57B1-2AFF-49C5-8A8F-5BA01873EAAA}" dt="2019-10-15T15:55:31.203" v="260" actId="2696"/>
        <pc:sldMkLst>
          <pc:docMk/>
          <pc:sldMk cId="4216722578" sldId="275"/>
        </pc:sldMkLst>
      </pc:sldChg>
      <pc:sldChg chg="del">
        <pc:chgData name="Sam O'Neill" userId="cb323814-a42a-4cfe-bc74-03f595e56f6e" providerId="ADAL" clId="{9DAD57B1-2AFF-49C5-8A8F-5BA01873EAAA}" dt="2019-10-15T15:55:31.519" v="263" actId="2696"/>
        <pc:sldMkLst>
          <pc:docMk/>
          <pc:sldMk cId="1843170296" sldId="276"/>
        </pc:sldMkLst>
      </pc:sldChg>
      <pc:sldChg chg="del">
        <pc:chgData name="Sam O'Neill" userId="cb323814-a42a-4cfe-bc74-03f595e56f6e" providerId="ADAL" clId="{9DAD57B1-2AFF-49C5-8A8F-5BA01873EAAA}" dt="2019-10-15T15:55:31.690" v="265" actId="2696"/>
        <pc:sldMkLst>
          <pc:docMk/>
          <pc:sldMk cId="163967576" sldId="278"/>
        </pc:sldMkLst>
      </pc:sldChg>
      <pc:sldChg chg="add del">
        <pc:chgData name="Sam O'Neill" userId="cb323814-a42a-4cfe-bc74-03f595e56f6e" providerId="ADAL" clId="{9DAD57B1-2AFF-49C5-8A8F-5BA01873EAAA}" dt="2019-10-15T16:29:52.018" v="1426"/>
        <pc:sldMkLst>
          <pc:docMk/>
          <pc:sldMk cId="4287816193" sldId="279"/>
        </pc:sldMkLst>
      </pc:sldChg>
      <pc:sldChg chg="del">
        <pc:chgData name="Sam O'Neill" userId="cb323814-a42a-4cfe-bc74-03f595e56f6e" providerId="ADAL" clId="{9DAD57B1-2AFF-49C5-8A8F-5BA01873EAAA}" dt="2019-10-15T15:55:32.173" v="267" actId="2696"/>
        <pc:sldMkLst>
          <pc:docMk/>
          <pc:sldMk cId="2101226290" sldId="280"/>
        </pc:sldMkLst>
      </pc:sldChg>
      <pc:sldChg chg="add del">
        <pc:chgData name="Sam O'Neill" userId="cb323814-a42a-4cfe-bc74-03f595e56f6e" providerId="ADAL" clId="{9DAD57B1-2AFF-49C5-8A8F-5BA01873EAAA}" dt="2019-10-15T16:29:33.496" v="1425"/>
        <pc:sldMkLst>
          <pc:docMk/>
          <pc:sldMk cId="2837434748" sldId="281"/>
        </pc:sldMkLst>
      </pc:sldChg>
      <pc:sldChg chg="modSp modAnim">
        <pc:chgData name="Sam O'Neill" userId="cb323814-a42a-4cfe-bc74-03f595e56f6e" providerId="ADAL" clId="{9DAD57B1-2AFF-49C5-8A8F-5BA01873EAAA}" dt="2019-10-17T09:40:22.398" v="3486"/>
        <pc:sldMkLst>
          <pc:docMk/>
          <pc:sldMk cId="643845886" sldId="282"/>
        </pc:sldMkLst>
        <pc:picChg chg="mod">
          <ac:chgData name="Sam O'Neill" userId="cb323814-a42a-4cfe-bc74-03f595e56f6e" providerId="ADAL" clId="{9DAD57B1-2AFF-49C5-8A8F-5BA01873EAAA}" dt="2019-10-17T09:40:21.247" v="3484" actId="14100"/>
          <ac:picMkLst>
            <pc:docMk/>
            <pc:sldMk cId="643845886" sldId="282"/>
            <ac:picMk id="11" creationId="{D423485A-3650-4397-B3C5-BB93CBCA028A}"/>
          </ac:picMkLst>
        </pc:picChg>
      </pc:sldChg>
      <pc:sldChg chg="del">
        <pc:chgData name="Sam O'Neill" userId="cb323814-a42a-4cfe-bc74-03f595e56f6e" providerId="ADAL" clId="{9DAD57B1-2AFF-49C5-8A8F-5BA01873EAAA}" dt="2019-10-15T15:55:32.375" v="268" actId="2696"/>
        <pc:sldMkLst>
          <pc:docMk/>
          <pc:sldMk cId="2162126279" sldId="282"/>
        </pc:sldMkLst>
      </pc:sldChg>
      <pc:sldChg chg="addSp delSp modSp add delAnim">
        <pc:chgData name="Sam O'Neill" userId="cb323814-a42a-4cfe-bc74-03f595e56f6e" providerId="ADAL" clId="{9DAD57B1-2AFF-49C5-8A8F-5BA01873EAAA}" dt="2019-10-15T16:38:15.209" v="1498" actId="478"/>
        <pc:sldMkLst>
          <pc:docMk/>
          <pc:sldMk cId="4041463408" sldId="282"/>
        </pc:sldMkLst>
        <pc:spChg chg="mod">
          <ac:chgData name="Sam O'Neill" userId="cb323814-a42a-4cfe-bc74-03f595e56f6e" providerId="ADAL" clId="{9DAD57B1-2AFF-49C5-8A8F-5BA01873EAAA}" dt="2019-10-15T16:35:01.097" v="1495" actId="20577"/>
          <ac:spMkLst>
            <pc:docMk/>
            <pc:sldMk cId="4041463408" sldId="282"/>
            <ac:spMk id="2" creationId="{F3E593E6-3D2F-4C7E-80B2-F78D636A9E07}"/>
          </ac:spMkLst>
        </pc:spChg>
        <pc:spChg chg="del">
          <ac:chgData name="Sam O'Neill" userId="cb323814-a42a-4cfe-bc74-03f595e56f6e" providerId="ADAL" clId="{9DAD57B1-2AFF-49C5-8A8F-5BA01873EAAA}" dt="2019-10-15T16:30:20.753" v="1428" actId="478"/>
          <ac:spMkLst>
            <pc:docMk/>
            <pc:sldMk cId="4041463408" sldId="282"/>
            <ac:spMk id="3" creationId="{5198A88B-52B3-469E-A512-B72752EB7862}"/>
          </ac:spMkLst>
        </pc:spChg>
        <pc:spChg chg="add del mod">
          <ac:chgData name="Sam O'Neill" userId="cb323814-a42a-4cfe-bc74-03f595e56f6e" providerId="ADAL" clId="{9DAD57B1-2AFF-49C5-8A8F-5BA01873EAAA}" dt="2019-10-15T16:30:24.854" v="1429" actId="478"/>
          <ac:spMkLst>
            <pc:docMk/>
            <pc:sldMk cId="4041463408" sldId="282"/>
            <ac:spMk id="5" creationId="{1EF6B531-80A5-4756-A1E9-6E9B45601408}"/>
          </ac:spMkLst>
        </pc:spChg>
        <pc:spChg chg="mod">
          <ac:chgData name="Sam O'Neill" userId="cb323814-a42a-4cfe-bc74-03f595e56f6e" providerId="ADAL" clId="{9DAD57B1-2AFF-49C5-8A8F-5BA01873EAAA}" dt="2019-10-15T16:34:42.368" v="1442" actId="1076"/>
          <ac:spMkLst>
            <pc:docMk/>
            <pc:sldMk cId="4041463408" sldId="282"/>
            <ac:spMk id="6" creationId="{03AA5A98-CCB6-4776-BF55-D518B17469EA}"/>
          </ac:spMkLst>
        </pc:spChg>
        <pc:spChg chg="del">
          <ac:chgData name="Sam O'Neill" userId="cb323814-a42a-4cfe-bc74-03f595e56f6e" providerId="ADAL" clId="{9DAD57B1-2AFF-49C5-8A8F-5BA01873EAAA}" dt="2019-10-15T16:30:20.753" v="1428" actId="478"/>
          <ac:spMkLst>
            <pc:docMk/>
            <pc:sldMk cId="4041463408" sldId="282"/>
            <ac:spMk id="7" creationId="{F0A442F2-8CDD-41B3-A473-0D23A68EB622}"/>
          </ac:spMkLst>
        </pc:spChg>
        <pc:picChg chg="add del mod">
          <ac:chgData name="Sam O'Neill" userId="cb323814-a42a-4cfe-bc74-03f595e56f6e" providerId="ADAL" clId="{9DAD57B1-2AFF-49C5-8A8F-5BA01873EAAA}" dt="2019-10-15T16:34:32.056" v="1436" actId="478"/>
          <ac:picMkLst>
            <pc:docMk/>
            <pc:sldMk cId="4041463408" sldId="282"/>
            <ac:picMk id="9" creationId="{B129434C-D082-4D6A-8022-739677C9E087}"/>
          </ac:picMkLst>
        </pc:picChg>
        <pc:picChg chg="add mod">
          <ac:chgData name="Sam O'Neill" userId="cb323814-a42a-4cfe-bc74-03f595e56f6e" providerId="ADAL" clId="{9DAD57B1-2AFF-49C5-8A8F-5BA01873EAAA}" dt="2019-10-15T16:34:40.704" v="1441" actId="1076"/>
          <ac:picMkLst>
            <pc:docMk/>
            <pc:sldMk cId="4041463408" sldId="282"/>
            <ac:picMk id="11" creationId="{D423485A-3650-4397-B3C5-BB93CBCA028A}"/>
          </ac:picMkLst>
        </pc:picChg>
        <pc:picChg chg="add del">
          <ac:chgData name="Sam O'Neill" userId="cb323814-a42a-4cfe-bc74-03f595e56f6e" providerId="ADAL" clId="{9DAD57B1-2AFF-49C5-8A8F-5BA01873EAAA}" dt="2019-10-15T16:38:15.209" v="1498" actId="478"/>
          <ac:picMkLst>
            <pc:docMk/>
            <pc:sldMk cId="4041463408" sldId="282"/>
            <ac:picMk id="12" creationId="{C2A174DB-DE61-42DA-A1DE-A18FFA3CA4B4}"/>
          </ac:picMkLst>
        </pc:picChg>
        <pc:cxnChg chg="del mod">
          <ac:chgData name="Sam O'Neill" userId="cb323814-a42a-4cfe-bc74-03f595e56f6e" providerId="ADAL" clId="{9DAD57B1-2AFF-49C5-8A8F-5BA01873EAAA}" dt="2019-10-15T16:30:20.753" v="1428" actId="478"/>
          <ac:cxnSpMkLst>
            <pc:docMk/>
            <pc:sldMk cId="4041463408" sldId="282"/>
            <ac:cxnSpMk id="8" creationId="{D911DFFC-CC29-41D8-BD58-58F01D35B36E}"/>
          </ac:cxnSpMkLst>
        </pc:cxnChg>
        <pc:cxnChg chg="del mod">
          <ac:chgData name="Sam O'Neill" userId="cb323814-a42a-4cfe-bc74-03f595e56f6e" providerId="ADAL" clId="{9DAD57B1-2AFF-49C5-8A8F-5BA01873EAAA}" dt="2019-10-15T16:30:20.753" v="1428" actId="478"/>
          <ac:cxnSpMkLst>
            <pc:docMk/>
            <pc:sldMk cId="4041463408" sldId="282"/>
            <ac:cxnSpMk id="10" creationId="{BA634743-B38E-4A5C-935B-06A45A5F3A23}"/>
          </ac:cxnSpMkLst>
        </pc:cxnChg>
      </pc:sldChg>
      <pc:sldChg chg="del">
        <pc:chgData name="Sam O'Neill" userId="cb323814-a42a-4cfe-bc74-03f595e56f6e" providerId="ADAL" clId="{9DAD57B1-2AFF-49C5-8A8F-5BA01873EAAA}" dt="2019-10-15T15:55:32.483" v="269" actId="2696"/>
        <pc:sldMkLst>
          <pc:docMk/>
          <pc:sldMk cId="949664406" sldId="283"/>
        </pc:sldMkLst>
      </pc:sldChg>
      <pc:sldChg chg="addSp delSp modSp modAnim">
        <pc:chgData name="Sam O'Neill" userId="cb323814-a42a-4cfe-bc74-03f595e56f6e" providerId="ADAL" clId="{9DAD57B1-2AFF-49C5-8A8F-5BA01873EAAA}" dt="2019-10-17T09:46:40.864" v="3665"/>
        <pc:sldMkLst>
          <pc:docMk/>
          <pc:sldMk cId="1096814727" sldId="283"/>
        </pc:sldMkLst>
        <pc:picChg chg="add mod">
          <ac:chgData name="Sam O'Neill" userId="cb323814-a42a-4cfe-bc74-03f595e56f6e" providerId="ADAL" clId="{9DAD57B1-2AFF-49C5-8A8F-5BA01873EAAA}" dt="2019-10-17T09:23:09.794" v="3002" actId="14100"/>
          <ac:picMkLst>
            <pc:docMk/>
            <pc:sldMk cId="1096814727" sldId="283"/>
            <ac:picMk id="3" creationId="{C49CDC03-F863-43C8-B5B2-018355201DEB}"/>
          </ac:picMkLst>
        </pc:picChg>
        <pc:picChg chg="del">
          <ac:chgData name="Sam O'Neill" userId="cb323814-a42a-4cfe-bc74-03f595e56f6e" providerId="ADAL" clId="{9DAD57B1-2AFF-49C5-8A8F-5BA01873EAAA}" dt="2019-10-17T09:23:03.554" v="2999" actId="478"/>
          <ac:picMkLst>
            <pc:docMk/>
            <pc:sldMk cId="1096814727" sldId="283"/>
            <ac:picMk id="12" creationId="{C2A174DB-DE61-42DA-A1DE-A18FFA3CA4B4}"/>
          </ac:picMkLst>
        </pc:picChg>
      </pc:sldChg>
      <pc:sldChg chg="addSp delSp modSp add delAnim">
        <pc:chgData name="Sam O'Neill" userId="cb323814-a42a-4cfe-bc74-03f595e56f6e" providerId="ADAL" clId="{9DAD57B1-2AFF-49C5-8A8F-5BA01873EAAA}" dt="2019-10-15T16:39:33.816" v="1507" actId="1076"/>
        <pc:sldMkLst>
          <pc:docMk/>
          <pc:sldMk cId="2626648090" sldId="283"/>
        </pc:sldMkLst>
        <pc:spChg chg="del">
          <ac:chgData name="Sam O'Neill" userId="cb323814-a42a-4cfe-bc74-03f595e56f6e" providerId="ADAL" clId="{9DAD57B1-2AFF-49C5-8A8F-5BA01873EAAA}" dt="2019-10-15T16:38:19.403" v="1499" actId="478"/>
          <ac:spMkLst>
            <pc:docMk/>
            <pc:sldMk cId="2626648090" sldId="283"/>
            <ac:spMk id="6" creationId="{03AA5A98-CCB6-4776-BF55-D518B17469EA}"/>
          </ac:spMkLst>
        </pc:spChg>
        <pc:spChg chg="add mod">
          <ac:chgData name="Sam O'Neill" userId="cb323814-a42a-4cfe-bc74-03f595e56f6e" providerId="ADAL" clId="{9DAD57B1-2AFF-49C5-8A8F-5BA01873EAAA}" dt="2019-10-15T16:39:33.816" v="1507" actId="1076"/>
          <ac:spMkLst>
            <pc:docMk/>
            <pc:sldMk cId="2626648090" sldId="283"/>
            <ac:spMk id="7" creationId="{67CA3A4E-5808-4522-BBE0-0C8C32D58229}"/>
          </ac:spMkLst>
        </pc:spChg>
        <pc:picChg chg="del">
          <ac:chgData name="Sam O'Neill" userId="cb323814-a42a-4cfe-bc74-03f595e56f6e" providerId="ADAL" clId="{9DAD57B1-2AFF-49C5-8A8F-5BA01873EAAA}" dt="2019-10-15T16:38:21.230" v="1500" actId="478"/>
          <ac:picMkLst>
            <pc:docMk/>
            <pc:sldMk cId="2626648090" sldId="283"/>
            <ac:picMk id="11" creationId="{D423485A-3650-4397-B3C5-BB93CBCA028A}"/>
          </ac:picMkLst>
        </pc:picChg>
        <pc:picChg chg="mod">
          <ac:chgData name="Sam O'Neill" userId="cb323814-a42a-4cfe-bc74-03f595e56f6e" providerId="ADAL" clId="{9DAD57B1-2AFF-49C5-8A8F-5BA01873EAAA}" dt="2019-10-15T16:38:28.734" v="1504" actId="1076"/>
          <ac:picMkLst>
            <pc:docMk/>
            <pc:sldMk cId="2626648090" sldId="283"/>
            <ac:picMk id="12" creationId="{C2A174DB-DE61-42DA-A1DE-A18FFA3CA4B4}"/>
          </ac:picMkLst>
        </pc:picChg>
      </pc:sldChg>
      <pc:sldChg chg="modSp add modTransition modAnim">
        <pc:chgData name="Sam O'Neill" userId="cb323814-a42a-4cfe-bc74-03f595e56f6e" providerId="ADAL" clId="{9DAD57B1-2AFF-49C5-8A8F-5BA01873EAAA}" dt="2019-10-17T09:48:40.509" v="3710"/>
        <pc:sldMkLst>
          <pc:docMk/>
          <pc:sldMk cId="293032854" sldId="284"/>
        </pc:sldMkLst>
        <pc:spChg chg="mod">
          <ac:chgData name="Sam O'Neill" userId="cb323814-a42a-4cfe-bc74-03f595e56f6e" providerId="ADAL" clId="{9DAD57B1-2AFF-49C5-8A8F-5BA01873EAAA}" dt="2019-10-15T16:43:21.053" v="1620" actId="20577"/>
          <ac:spMkLst>
            <pc:docMk/>
            <pc:sldMk cId="293032854" sldId="284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27:01.693" v="3027" actId="207"/>
          <ac:spMkLst>
            <pc:docMk/>
            <pc:sldMk cId="293032854" sldId="284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9DAD57B1-2AFF-49C5-8A8F-5BA01873EAAA}" dt="2019-10-15T15:55:32.551" v="271" actId="2696"/>
        <pc:sldMkLst>
          <pc:docMk/>
          <pc:sldMk cId="2539416755" sldId="284"/>
        </pc:sldMkLst>
      </pc:sldChg>
      <pc:sldChg chg="del">
        <pc:chgData name="Sam O'Neill" userId="cb323814-a42a-4cfe-bc74-03f595e56f6e" providerId="ADAL" clId="{9DAD57B1-2AFF-49C5-8A8F-5BA01873EAAA}" dt="2019-10-15T15:55:32.570" v="272" actId="2696"/>
        <pc:sldMkLst>
          <pc:docMk/>
          <pc:sldMk cId="188742916" sldId="285"/>
        </pc:sldMkLst>
      </pc:sldChg>
      <pc:sldChg chg="modSp add modTransition">
        <pc:chgData name="Sam O'Neill" userId="cb323814-a42a-4cfe-bc74-03f595e56f6e" providerId="ADAL" clId="{9DAD57B1-2AFF-49C5-8A8F-5BA01873EAAA}" dt="2019-10-17T09:33:57.600" v="3349"/>
        <pc:sldMkLst>
          <pc:docMk/>
          <pc:sldMk cId="2030408796" sldId="285"/>
        </pc:sldMkLst>
        <pc:spChg chg="mod">
          <ac:chgData name="Sam O'Neill" userId="cb323814-a42a-4cfe-bc74-03f595e56f6e" providerId="ADAL" clId="{9DAD57B1-2AFF-49C5-8A8F-5BA01873EAAA}" dt="2019-10-15T16:48:42.853" v="1823" actId="20577"/>
          <ac:spMkLst>
            <pc:docMk/>
            <pc:sldMk cId="2030408796" sldId="285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9DAD57B1-2AFF-49C5-8A8F-5BA01873EAAA}" dt="2019-10-15T15:55:29.854" v="247" actId="2696"/>
        <pc:sldMkLst>
          <pc:docMk/>
          <pc:sldMk cId="2185440981" sldId="286"/>
        </pc:sldMkLst>
      </pc:sldChg>
      <pc:sldChg chg="modSp add modAnim">
        <pc:chgData name="Sam O'Neill" userId="cb323814-a42a-4cfe-bc74-03f595e56f6e" providerId="ADAL" clId="{9DAD57B1-2AFF-49C5-8A8F-5BA01873EAAA}" dt="2019-10-17T09:49:51.534" v="3740"/>
        <pc:sldMkLst>
          <pc:docMk/>
          <pc:sldMk cId="3477283215" sldId="286"/>
        </pc:sldMkLst>
        <pc:spChg chg="mod">
          <ac:chgData name="Sam O'Neill" userId="cb323814-a42a-4cfe-bc74-03f595e56f6e" providerId="ADAL" clId="{9DAD57B1-2AFF-49C5-8A8F-5BA01873EAAA}" dt="2019-10-17T09:49:51.534" v="3740"/>
          <ac:spMkLst>
            <pc:docMk/>
            <pc:sldMk cId="3477283215" sldId="286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38:37.500" v="3471" actId="6549"/>
          <ac:spMkLst>
            <pc:docMk/>
            <pc:sldMk cId="3477283215" sldId="286"/>
            <ac:spMk id="3" creationId="{5198A88B-52B3-469E-A512-B72752EB7862}"/>
          </ac:spMkLst>
        </pc:spChg>
      </pc:sldChg>
      <pc:sldChg chg="modSp add modAnim">
        <pc:chgData name="Sam O'Neill" userId="cb323814-a42a-4cfe-bc74-03f595e56f6e" providerId="ADAL" clId="{9DAD57B1-2AFF-49C5-8A8F-5BA01873EAAA}" dt="2019-10-17T10:12:31.008" v="3912"/>
        <pc:sldMkLst>
          <pc:docMk/>
          <pc:sldMk cId="1919647061" sldId="287"/>
        </pc:sldMkLst>
        <pc:spChg chg="mod">
          <ac:chgData name="Sam O'Neill" userId="cb323814-a42a-4cfe-bc74-03f595e56f6e" providerId="ADAL" clId="{9DAD57B1-2AFF-49C5-8A8F-5BA01873EAAA}" dt="2019-10-15T16:53:38.931" v="2547" actId="20577"/>
          <ac:spMkLst>
            <pc:docMk/>
            <pc:sldMk cId="1919647061" sldId="287"/>
            <ac:spMk id="2" creationId="{F3E593E6-3D2F-4C7E-80B2-F78D636A9E07}"/>
          </ac:spMkLst>
        </pc:spChg>
      </pc:sldChg>
      <pc:sldChg chg="addSp delSp modSp add modAnim">
        <pc:chgData name="Sam O'Neill" userId="cb323814-a42a-4cfe-bc74-03f595e56f6e" providerId="ADAL" clId="{9DAD57B1-2AFF-49C5-8A8F-5BA01873EAAA}" dt="2019-10-17T10:29:13.798" v="3925"/>
        <pc:sldMkLst>
          <pc:docMk/>
          <pc:sldMk cId="230708497" sldId="288"/>
        </pc:sldMkLst>
        <pc:spChg chg="mod">
          <ac:chgData name="Sam O'Neill" userId="cb323814-a42a-4cfe-bc74-03f595e56f6e" providerId="ADAL" clId="{9DAD57B1-2AFF-49C5-8A8F-5BA01873EAAA}" dt="2019-10-15T16:56:48.890" v="2889" actId="20577"/>
          <ac:spMkLst>
            <pc:docMk/>
            <pc:sldMk cId="230708497" sldId="288"/>
            <ac:spMk id="2" creationId="{F3E593E6-3D2F-4C7E-80B2-F78D636A9E07}"/>
          </ac:spMkLst>
        </pc:spChg>
        <pc:spChg chg="del mod">
          <ac:chgData name="Sam O'Neill" userId="cb323814-a42a-4cfe-bc74-03f595e56f6e" providerId="ADAL" clId="{9DAD57B1-2AFF-49C5-8A8F-5BA01873EAAA}" dt="2019-10-17T10:05:26.830" v="3863" actId="478"/>
          <ac:spMkLst>
            <pc:docMk/>
            <pc:sldMk cId="230708497" sldId="288"/>
            <ac:spMk id="3" creationId="{5198A88B-52B3-469E-A512-B72752EB7862}"/>
          </ac:spMkLst>
        </pc:spChg>
        <pc:spChg chg="add mod">
          <ac:chgData name="Sam O'Neill" userId="cb323814-a42a-4cfe-bc74-03f595e56f6e" providerId="ADAL" clId="{9DAD57B1-2AFF-49C5-8A8F-5BA01873EAAA}" dt="2019-10-17T10:05:51.679" v="3871" actId="1076"/>
          <ac:spMkLst>
            <pc:docMk/>
            <pc:sldMk cId="230708497" sldId="288"/>
            <ac:spMk id="4" creationId="{113A9BAE-B2B6-427C-97CF-F1B19CFC02A4}"/>
          </ac:spMkLst>
        </pc:spChg>
        <pc:spChg chg="add del mod">
          <ac:chgData name="Sam O'Neill" userId="cb323814-a42a-4cfe-bc74-03f595e56f6e" providerId="ADAL" clId="{9DAD57B1-2AFF-49C5-8A8F-5BA01873EAAA}" dt="2019-10-17T10:05:29.495" v="3864" actId="478"/>
          <ac:spMkLst>
            <pc:docMk/>
            <pc:sldMk cId="230708497" sldId="288"/>
            <ac:spMk id="11" creationId="{F84625B7-DCD1-4085-83AE-E5590AFA3805}"/>
          </ac:spMkLst>
        </pc:spChg>
        <pc:spChg chg="add mod">
          <ac:chgData name="Sam O'Neill" userId="cb323814-a42a-4cfe-bc74-03f595e56f6e" providerId="ADAL" clId="{9DAD57B1-2AFF-49C5-8A8F-5BA01873EAAA}" dt="2019-10-17T10:06:36.899" v="3879" actId="6549"/>
          <ac:spMkLst>
            <pc:docMk/>
            <pc:sldMk cId="230708497" sldId="288"/>
            <ac:spMk id="12" creationId="{BA3AE2C3-8C49-4731-9C2D-D3E3C0103A2E}"/>
          </ac:spMkLst>
        </pc:spChg>
        <pc:picChg chg="add del mod">
          <ac:chgData name="Sam O'Neill" userId="cb323814-a42a-4cfe-bc74-03f595e56f6e" providerId="ADAL" clId="{9DAD57B1-2AFF-49C5-8A8F-5BA01873EAAA}" dt="2019-10-17T10:01:45.477" v="3840" actId="478"/>
          <ac:picMkLst>
            <pc:docMk/>
            <pc:sldMk cId="230708497" sldId="288"/>
            <ac:picMk id="5" creationId="{26EC7A8F-D9F3-4A72-B2D7-9BA758C0F693}"/>
          </ac:picMkLst>
        </pc:picChg>
        <pc:picChg chg="add del mod">
          <ac:chgData name="Sam O'Neill" userId="cb323814-a42a-4cfe-bc74-03f595e56f6e" providerId="ADAL" clId="{9DAD57B1-2AFF-49C5-8A8F-5BA01873EAAA}" dt="2019-10-17T10:03:54.221" v="3847" actId="478"/>
          <ac:picMkLst>
            <pc:docMk/>
            <pc:sldMk cId="230708497" sldId="288"/>
            <ac:picMk id="6" creationId="{06C35F0B-8ECC-4773-A2A8-E153DFC68FAE}"/>
          </ac:picMkLst>
        </pc:picChg>
        <pc:picChg chg="add del mod">
          <ac:chgData name="Sam O'Neill" userId="cb323814-a42a-4cfe-bc74-03f595e56f6e" providerId="ADAL" clId="{9DAD57B1-2AFF-49C5-8A8F-5BA01873EAAA}" dt="2019-10-17T10:03:58.293" v="3848" actId="478"/>
          <ac:picMkLst>
            <pc:docMk/>
            <pc:sldMk cId="230708497" sldId="288"/>
            <ac:picMk id="7" creationId="{ECC086E8-8E81-427E-A79A-5D49907D69A3}"/>
          </ac:picMkLst>
        </pc:picChg>
        <pc:picChg chg="add mod ord">
          <ac:chgData name="Sam O'Neill" userId="cb323814-a42a-4cfe-bc74-03f595e56f6e" providerId="ADAL" clId="{9DAD57B1-2AFF-49C5-8A8F-5BA01873EAAA}" dt="2019-10-17T10:05:15.397" v="3860" actId="1076"/>
          <ac:picMkLst>
            <pc:docMk/>
            <pc:sldMk cId="230708497" sldId="288"/>
            <ac:picMk id="8" creationId="{D55C7E04-0C4C-4AA7-B4CD-8C9AA67BAF63}"/>
          </ac:picMkLst>
        </pc:picChg>
        <pc:picChg chg="add mod">
          <ac:chgData name="Sam O'Neill" userId="cb323814-a42a-4cfe-bc74-03f595e56f6e" providerId="ADAL" clId="{9DAD57B1-2AFF-49C5-8A8F-5BA01873EAAA}" dt="2019-10-17T10:05:01.269" v="3857" actId="14100"/>
          <ac:picMkLst>
            <pc:docMk/>
            <pc:sldMk cId="230708497" sldId="288"/>
            <ac:picMk id="9" creationId="{F151EE03-E2B1-471A-8AB9-5ADF83B1A882}"/>
          </ac:picMkLst>
        </pc:picChg>
      </pc:sldChg>
      <pc:sldChg chg="modAnim">
        <pc:chgData name="Sam O'Neill" userId="cb323814-a42a-4cfe-bc74-03f595e56f6e" providerId="ADAL" clId="{9DAD57B1-2AFF-49C5-8A8F-5BA01873EAAA}" dt="2019-10-17T09:53:24.925" v="3761"/>
        <pc:sldMkLst>
          <pc:docMk/>
          <pc:sldMk cId="1051920825" sldId="289"/>
        </pc:sldMkLst>
      </pc:sldChg>
      <pc:sldChg chg="modAnim">
        <pc:chgData name="Sam O'Neill" userId="cb323814-a42a-4cfe-bc74-03f595e56f6e" providerId="ADAL" clId="{9DAD57B1-2AFF-49C5-8A8F-5BA01873EAAA}" dt="2019-10-17T09:54:16.789" v="3775"/>
        <pc:sldMkLst>
          <pc:docMk/>
          <pc:sldMk cId="2658666563" sldId="290"/>
        </pc:sldMkLst>
      </pc:sldChg>
      <pc:sldChg chg="addSp delSp modSp delAnim modAnim">
        <pc:chgData name="Sam O'Neill" userId="cb323814-a42a-4cfe-bc74-03f595e56f6e" providerId="ADAL" clId="{9DAD57B1-2AFF-49C5-8A8F-5BA01873EAAA}" dt="2019-10-17T10:29:29.264" v="3928" actId="20577"/>
        <pc:sldMkLst>
          <pc:docMk/>
          <pc:sldMk cId="2933514211" sldId="291"/>
        </pc:sldMkLst>
        <pc:spChg chg="mod">
          <ac:chgData name="Sam O'Neill" userId="cb323814-a42a-4cfe-bc74-03f595e56f6e" providerId="ADAL" clId="{9DAD57B1-2AFF-49C5-8A8F-5BA01873EAAA}" dt="2019-10-17T10:29:29.264" v="3928" actId="20577"/>
          <ac:spMkLst>
            <pc:docMk/>
            <pc:sldMk cId="2933514211" sldId="291"/>
            <ac:spMk id="2" creationId="{F3E593E6-3D2F-4C7E-80B2-F78D636A9E07}"/>
          </ac:spMkLst>
        </pc:spChg>
        <pc:picChg chg="del">
          <ac:chgData name="Sam O'Neill" userId="cb323814-a42a-4cfe-bc74-03f595e56f6e" providerId="ADAL" clId="{9DAD57B1-2AFF-49C5-8A8F-5BA01873EAAA}" dt="2019-10-17T09:58:38.784" v="3807" actId="478"/>
          <ac:picMkLst>
            <pc:docMk/>
            <pc:sldMk cId="2933514211" sldId="291"/>
            <ac:picMk id="3" creationId="{D32F8F1D-AE49-4DDB-8A27-960C7581A1A1}"/>
          </ac:picMkLst>
        </pc:picChg>
        <pc:picChg chg="mod">
          <ac:chgData name="Sam O'Neill" userId="cb323814-a42a-4cfe-bc74-03f595e56f6e" providerId="ADAL" clId="{9DAD57B1-2AFF-49C5-8A8F-5BA01873EAAA}" dt="2019-10-17T10:08:34.299" v="3887" actId="1076"/>
          <ac:picMkLst>
            <pc:docMk/>
            <pc:sldMk cId="2933514211" sldId="291"/>
            <ac:picMk id="4" creationId="{FBEE869B-2667-40A1-9F47-3A902361AB41}"/>
          </ac:picMkLst>
        </pc:picChg>
        <pc:picChg chg="add del mod ord">
          <ac:chgData name="Sam O'Neill" userId="cb323814-a42a-4cfe-bc74-03f595e56f6e" providerId="ADAL" clId="{9DAD57B1-2AFF-49C5-8A8F-5BA01873EAAA}" dt="2019-10-17T10:00:13.728" v="3815" actId="478"/>
          <ac:picMkLst>
            <pc:docMk/>
            <pc:sldMk cId="2933514211" sldId="291"/>
            <ac:picMk id="5" creationId="{91FB2CE7-32CD-4037-A5AF-93E80B307C26}"/>
          </ac:picMkLst>
        </pc:picChg>
        <pc:picChg chg="add del mod ord">
          <ac:chgData name="Sam O'Neill" userId="cb323814-a42a-4cfe-bc74-03f595e56f6e" providerId="ADAL" clId="{9DAD57B1-2AFF-49C5-8A8F-5BA01873EAAA}" dt="2019-10-17T10:06:53.598" v="3880" actId="478"/>
          <ac:picMkLst>
            <pc:docMk/>
            <pc:sldMk cId="2933514211" sldId="291"/>
            <ac:picMk id="6" creationId="{218CBEE8-185F-44ED-9EE1-7BB99739963B}"/>
          </ac:picMkLst>
        </pc:picChg>
        <pc:picChg chg="add mod ord">
          <ac:chgData name="Sam O'Neill" userId="cb323814-a42a-4cfe-bc74-03f595e56f6e" providerId="ADAL" clId="{9DAD57B1-2AFF-49C5-8A8F-5BA01873EAAA}" dt="2019-10-17T10:08:22.251" v="3885" actId="1076"/>
          <ac:picMkLst>
            <pc:docMk/>
            <pc:sldMk cId="2933514211" sldId="291"/>
            <ac:picMk id="7" creationId="{58D052F5-51DE-47CC-A102-DDBD8ACE465E}"/>
          </ac:picMkLst>
        </pc:picChg>
      </pc:sldChg>
      <pc:sldChg chg="modSp modAnim">
        <pc:chgData name="Sam O'Neill" userId="cb323814-a42a-4cfe-bc74-03f595e56f6e" providerId="ADAL" clId="{9DAD57B1-2AFF-49C5-8A8F-5BA01873EAAA}" dt="2019-10-17T10:29:32.485" v="3930" actId="20577"/>
        <pc:sldMkLst>
          <pc:docMk/>
          <pc:sldMk cId="3558409356" sldId="292"/>
        </pc:sldMkLst>
        <pc:spChg chg="mod">
          <ac:chgData name="Sam O'Neill" userId="cb323814-a42a-4cfe-bc74-03f595e56f6e" providerId="ADAL" clId="{9DAD57B1-2AFF-49C5-8A8F-5BA01873EAAA}" dt="2019-10-17T10:29:32.485" v="3930" actId="20577"/>
          <ac:spMkLst>
            <pc:docMk/>
            <pc:sldMk cId="3558409356" sldId="292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10:06:11.850" v="3874" actId="6549"/>
          <ac:spMkLst>
            <pc:docMk/>
            <pc:sldMk cId="3558409356" sldId="292"/>
            <ac:spMk id="7" creationId="{CAE0188A-A546-403F-9827-F8E68A1E2A8F}"/>
          </ac:spMkLst>
        </pc:spChg>
      </pc:sldChg>
      <pc:sldChg chg="addSp delSp modSp add">
        <pc:chgData name="Sam O'Neill" userId="cb323814-a42a-4cfe-bc74-03f595e56f6e" providerId="ADAL" clId="{9DAD57B1-2AFF-49C5-8A8F-5BA01873EAAA}" dt="2019-10-16T15:00:26.597" v="2974" actId="1076"/>
        <pc:sldMkLst>
          <pc:docMk/>
          <pc:sldMk cId="3909865725" sldId="293"/>
        </pc:sldMkLst>
        <pc:spChg chg="mod">
          <ac:chgData name="Sam O'Neill" userId="cb323814-a42a-4cfe-bc74-03f595e56f6e" providerId="ADAL" clId="{9DAD57B1-2AFF-49C5-8A8F-5BA01873EAAA}" dt="2019-10-16T14:59:57.211" v="2936"/>
          <ac:spMkLst>
            <pc:docMk/>
            <pc:sldMk cId="3909865725" sldId="293"/>
            <ac:spMk id="3" creationId="{5198A88B-52B3-469E-A512-B72752EB7862}"/>
          </ac:spMkLst>
        </pc:spChg>
        <pc:spChg chg="del mod">
          <ac:chgData name="Sam O'Neill" userId="cb323814-a42a-4cfe-bc74-03f595e56f6e" providerId="ADAL" clId="{9DAD57B1-2AFF-49C5-8A8F-5BA01873EAAA}" dt="2019-10-16T14:56:20.289" v="2892" actId="478"/>
          <ac:spMkLst>
            <pc:docMk/>
            <pc:sldMk cId="3909865725" sldId="293"/>
            <ac:spMk id="6" creationId="{5F618D3C-CCDE-4A80-AFD1-57E1CFF1636E}"/>
          </ac:spMkLst>
        </pc:spChg>
        <pc:spChg chg="del">
          <ac:chgData name="Sam O'Neill" userId="cb323814-a42a-4cfe-bc74-03f595e56f6e" providerId="ADAL" clId="{9DAD57B1-2AFF-49C5-8A8F-5BA01873EAAA}" dt="2019-10-16T14:56:21.955" v="2893" actId="478"/>
          <ac:spMkLst>
            <pc:docMk/>
            <pc:sldMk cId="3909865725" sldId="293"/>
            <ac:spMk id="7" creationId="{F55B70D9-D05A-48AB-AF10-B9CD2C7A5B9B}"/>
          </ac:spMkLst>
        </pc:spChg>
        <pc:spChg chg="add mod">
          <ac:chgData name="Sam O'Neill" userId="cb323814-a42a-4cfe-bc74-03f595e56f6e" providerId="ADAL" clId="{9DAD57B1-2AFF-49C5-8A8F-5BA01873EAAA}" dt="2019-10-16T15:00:26.597" v="2974" actId="1076"/>
          <ac:spMkLst>
            <pc:docMk/>
            <pc:sldMk cId="3909865725" sldId="293"/>
            <ac:spMk id="8" creationId="{EB0844EB-0512-4D2C-BBD8-B08EB6329D08}"/>
          </ac:spMkLst>
        </pc:spChg>
        <pc:spChg chg="add mod">
          <ac:chgData name="Sam O'Neill" userId="cb323814-a42a-4cfe-bc74-03f595e56f6e" providerId="ADAL" clId="{9DAD57B1-2AFF-49C5-8A8F-5BA01873EAAA}" dt="2019-10-16T15:00:21.989" v="2972" actId="1076"/>
          <ac:spMkLst>
            <pc:docMk/>
            <pc:sldMk cId="3909865725" sldId="293"/>
            <ac:spMk id="9" creationId="{ADDBF738-6D3C-4575-86DE-7181B896D68C}"/>
          </ac:spMkLst>
        </pc:spChg>
        <pc:spChg chg="add mod">
          <ac:chgData name="Sam O'Neill" userId="cb323814-a42a-4cfe-bc74-03f595e56f6e" providerId="ADAL" clId="{9DAD57B1-2AFF-49C5-8A8F-5BA01873EAAA}" dt="2019-10-16T15:00:24.085" v="2973" actId="1076"/>
          <ac:spMkLst>
            <pc:docMk/>
            <pc:sldMk cId="3909865725" sldId="293"/>
            <ac:spMk id="10" creationId="{D7775BC0-B040-45E9-9F7A-8E697FF075DB}"/>
          </ac:spMkLst>
        </pc:spChg>
      </pc:sldChg>
      <pc:sldChg chg="addSp delSp modSp add modAnim">
        <pc:chgData name="Sam O'Neill" userId="cb323814-a42a-4cfe-bc74-03f595e56f6e" providerId="ADAL" clId="{9DAD57B1-2AFF-49C5-8A8F-5BA01873EAAA}" dt="2019-10-17T09:43:15.976" v="3547"/>
        <pc:sldMkLst>
          <pc:docMk/>
          <pc:sldMk cId="3504010382" sldId="294"/>
        </pc:sldMkLst>
        <pc:spChg chg="add mod">
          <ac:chgData name="Sam O'Neill" userId="cb323814-a42a-4cfe-bc74-03f595e56f6e" providerId="ADAL" clId="{9DAD57B1-2AFF-49C5-8A8F-5BA01873EAAA}" dt="2019-10-17T09:41:39.655" v="3525" actId="20577"/>
          <ac:spMkLst>
            <pc:docMk/>
            <pc:sldMk cId="3504010382" sldId="294"/>
            <ac:spMk id="6" creationId="{51E9A2FA-1832-4B14-B502-F576752A3C01}"/>
          </ac:spMkLst>
        </pc:spChg>
        <pc:spChg chg="add mod">
          <ac:chgData name="Sam O'Neill" userId="cb323814-a42a-4cfe-bc74-03f595e56f6e" providerId="ADAL" clId="{9DAD57B1-2AFF-49C5-8A8F-5BA01873EAAA}" dt="2019-10-17T09:41:43.551" v="3526" actId="1076"/>
          <ac:spMkLst>
            <pc:docMk/>
            <pc:sldMk cId="3504010382" sldId="294"/>
            <ac:spMk id="7" creationId="{27E5B634-2A74-4DFE-B568-C66854F0841D}"/>
          </ac:spMkLst>
        </pc:spChg>
        <pc:spChg chg="add mod">
          <ac:chgData name="Sam O'Neill" userId="cb323814-a42a-4cfe-bc74-03f595e56f6e" providerId="ADAL" clId="{9DAD57B1-2AFF-49C5-8A8F-5BA01873EAAA}" dt="2019-10-17T09:43:02.220" v="3543" actId="403"/>
          <ac:spMkLst>
            <pc:docMk/>
            <pc:sldMk cId="3504010382" sldId="294"/>
            <ac:spMk id="8" creationId="{E53C901A-B381-45B7-B6E2-15A4D729FE90}"/>
          </ac:spMkLst>
        </pc:spChg>
        <pc:spChg chg="del">
          <ac:chgData name="Sam O'Neill" userId="cb323814-a42a-4cfe-bc74-03f595e56f6e" providerId="ADAL" clId="{9DAD57B1-2AFF-49C5-8A8F-5BA01873EAAA}" dt="2019-10-16T15:00:48.125" v="2976" actId="478"/>
          <ac:spMkLst>
            <pc:docMk/>
            <pc:sldMk cId="3504010382" sldId="294"/>
            <ac:spMk id="8" creationId="{EB0844EB-0512-4D2C-BBD8-B08EB6329D08}"/>
          </ac:spMkLst>
        </pc:spChg>
        <pc:spChg chg="del">
          <ac:chgData name="Sam O'Neill" userId="cb323814-a42a-4cfe-bc74-03f595e56f6e" providerId="ADAL" clId="{9DAD57B1-2AFF-49C5-8A8F-5BA01873EAAA}" dt="2019-10-16T15:00:48.125" v="2976" actId="478"/>
          <ac:spMkLst>
            <pc:docMk/>
            <pc:sldMk cId="3504010382" sldId="294"/>
            <ac:spMk id="9" creationId="{ADDBF738-6D3C-4575-86DE-7181B896D68C}"/>
          </ac:spMkLst>
        </pc:spChg>
        <pc:spChg chg="del">
          <ac:chgData name="Sam O'Neill" userId="cb323814-a42a-4cfe-bc74-03f595e56f6e" providerId="ADAL" clId="{9DAD57B1-2AFF-49C5-8A8F-5BA01873EAAA}" dt="2019-10-16T15:00:48.125" v="2976" actId="478"/>
          <ac:spMkLst>
            <pc:docMk/>
            <pc:sldMk cId="3504010382" sldId="294"/>
            <ac:spMk id="10" creationId="{D7775BC0-B040-45E9-9F7A-8E697FF075DB}"/>
          </ac:spMkLst>
        </pc:spChg>
      </pc:sldChg>
      <pc:sldChg chg="addSp delSp modSp modAnim">
        <pc:chgData name="Sam O'Neill" userId="cb323814-a42a-4cfe-bc74-03f595e56f6e" providerId="ADAL" clId="{9DAD57B1-2AFF-49C5-8A8F-5BA01873EAAA}" dt="2019-10-17T09:48:31.949" v="3708"/>
        <pc:sldMkLst>
          <pc:docMk/>
          <pc:sldMk cId="918005165" sldId="295"/>
        </pc:sldMkLst>
        <pc:picChg chg="add del mod">
          <ac:chgData name="Sam O'Neill" userId="cb323814-a42a-4cfe-bc74-03f595e56f6e" providerId="ADAL" clId="{9DAD57B1-2AFF-49C5-8A8F-5BA01873EAAA}" dt="2019-10-17T09:20:34.743" v="2993" actId="478"/>
          <ac:picMkLst>
            <pc:docMk/>
            <pc:sldMk cId="918005165" sldId="295"/>
            <ac:picMk id="3" creationId="{F2EAFB97-BED0-4060-8459-1591FB4BE4D1}"/>
          </ac:picMkLst>
        </pc:picChg>
        <pc:picChg chg="add del mod">
          <ac:chgData name="Sam O'Neill" userId="cb323814-a42a-4cfe-bc74-03f595e56f6e" providerId="ADAL" clId="{9DAD57B1-2AFF-49C5-8A8F-5BA01873EAAA}" dt="2019-10-17T09:23:51.549" v="3003" actId="478"/>
          <ac:picMkLst>
            <pc:docMk/>
            <pc:sldMk cId="918005165" sldId="295"/>
            <ac:picMk id="4" creationId="{CFAAF48C-1D41-4BB7-B8C4-7CB917DD3422}"/>
          </ac:picMkLst>
        </pc:picChg>
        <pc:picChg chg="add del mod">
          <ac:chgData name="Sam O'Neill" userId="cb323814-a42a-4cfe-bc74-03f595e56f6e" providerId="ADAL" clId="{9DAD57B1-2AFF-49C5-8A8F-5BA01873EAAA}" dt="2019-10-17T09:24:40.942" v="3007" actId="478"/>
          <ac:picMkLst>
            <pc:docMk/>
            <pc:sldMk cId="918005165" sldId="295"/>
            <ac:picMk id="6" creationId="{7E008B04-58FF-4C4F-8312-D3B1206C4925}"/>
          </ac:picMkLst>
        </pc:picChg>
        <pc:picChg chg="add mod">
          <ac:chgData name="Sam O'Neill" userId="cb323814-a42a-4cfe-bc74-03f595e56f6e" providerId="ADAL" clId="{9DAD57B1-2AFF-49C5-8A8F-5BA01873EAAA}" dt="2019-10-17T09:24:48.121" v="3011" actId="14100"/>
          <ac:picMkLst>
            <pc:docMk/>
            <pc:sldMk cId="918005165" sldId="295"/>
            <ac:picMk id="7" creationId="{E0226F20-8B5B-4945-958C-9A6783FD7B1D}"/>
          </ac:picMkLst>
        </pc:picChg>
      </pc:sldChg>
      <pc:sldChg chg="delSp modSp add modAnim">
        <pc:chgData name="Sam O'Neill" userId="cb323814-a42a-4cfe-bc74-03f595e56f6e" providerId="ADAL" clId="{9DAD57B1-2AFF-49C5-8A8F-5BA01873EAAA}" dt="2019-10-17T10:12:48.257" v="3920"/>
        <pc:sldMkLst>
          <pc:docMk/>
          <pc:sldMk cId="970809104" sldId="296"/>
        </pc:sldMkLst>
        <pc:spChg chg="mod">
          <ac:chgData name="Sam O'Neill" userId="cb323814-a42a-4cfe-bc74-03f595e56f6e" providerId="ADAL" clId="{9DAD57B1-2AFF-49C5-8A8F-5BA01873EAAA}" dt="2019-10-17T09:49:41.989" v="3738"/>
          <ac:spMkLst>
            <pc:docMk/>
            <pc:sldMk cId="970809104" sldId="296"/>
            <ac:spMk id="2" creationId="{F3E593E6-3D2F-4C7E-80B2-F78D636A9E07}"/>
          </ac:spMkLst>
        </pc:spChg>
        <pc:spChg chg="mod">
          <ac:chgData name="Sam O'Neill" userId="cb323814-a42a-4cfe-bc74-03f595e56f6e" providerId="ADAL" clId="{9DAD57B1-2AFF-49C5-8A8F-5BA01873EAAA}" dt="2019-10-17T09:49:22.496" v="3737" actId="115"/>
          <ac:spMkLst>
            <pc:docMk/>
            <pc:sldMk cId="970809104" sldId="296"/>
            <ac:spMk id="3" creationId="{5198A88B-52B3-469E-A512-B72752EB7862}"/>
          </ac:spMkLst>
        </pc:sp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4" creationId="{E185EB6E-D788-4631-AE8C-E3A4D94E2A11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5" creationId="{92C356FF-71AF-4FE3-9272-348DC0139A97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6" creationId="{EAAA7EB1-F46F-47F4-B931-BCDB4EA64E5E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7" creationId="{928C7852-7904-45C3-8212-4482F4426729}"/>
          </ac:picMkLst>
        </pc:picChg>
        <pc:picChg chg="del">
          <ac:chgData name="Sam O'Neill" userId="cb323814-a42a-4cfe-bc74-03f595e56f6e" providerId="ADAL" clId="{9DAD57B1-2AFF-49C5-8A8F-5BA01873EAAA}" dt="2019-10-17T09:27:59.275" v="3029" actId="478"/>
          <ac:picMkLst>
            <pc:docMk/>
            <pc:sldMk cId="970809104" sldId="296"/>
            <ac:picMk id="8" creationId="{CF7BB79C-20CE-4CAF-8174-103B0F7B90E7}"/>
          </ac:picMkLst>
        </pc:picChg>
      </pc:sldChg>
      <pc:sldChg chg="modSp add del">
        <pc:chgData name="Sam O'Neill" userId="cb323814-a42a-4cfe-bc74-03f595e56f6e" providerId="ADAL" clId="{9DAD57B1-2AFF-49C5-8A8F-5BA01873EAAA}" dt="2019-10-17T09:49:48.028" v="3739" actId="2696"/>
        <pc:sldMkLst>
          <pc:docMk/>
          <pc:sldMk cId="2191066078" sldId="297"/>
        </pc:sldMkLst>
        <pc:spChg chg="mod">
          <ac:chgData name="Sam O'Neill" userId="cb323814-a42a-4cfe-bc74-03f595e56f6e" providerId="ADAL" clId="{9DAD57B1-2AFF-49C5-8A8F-5BA01873EAAA}" dt="2019-10-17T09:34:08.464" v="3361" actId="20577"/>
          <ac:spMkLst>
            <pc:docMk/>
            <pc:sldMk cId="2191066078" sldId="297"/>
            <ac:spMk id="3" creationId="{5198A88B-52B3-469E-A512-B72752EB7862}"/>
          </ac:spMkLst>
        </pc:spChg>
      </pc:sldChg>
    </pc:docChg>
  </pc:docChgLst>
  <pc:docChgLst>
    <pc:chgData name="Sam O'Neill" userId="cb323814-a42a-4cfe-bc74-03f595e56f6e" providerId="ADAL" clId="{559C20C6-E908-4A0B-913B-73AA4FB10806}"/>
    <pc:docChg chg="undo redo custSel addSld delSld modSld sldOrd">
      <pc:chgData name="Sam O'Neill" userId="cb323814-a42a-4cfe-bc74-03f595e56f6e" providerId="ADAL" clId="{559C20C6-E908-4A0B-913B-73AA4FB10806}" dt="2020-01-29T17:40:57.929" v="4811" actId="20577"/>
      <pc:docMkLst>
        <pc:docMk/>
      </pc:docMkLst>
      <pc:sldChg chg="modSp">
        <pc:chgData name="Sam O'Neill" userId="cb323814-a42a-4cfe-bc74-03f595e56f6e" providerId="ADAL" clId="{559C20C6-E908-4A0B-913B-73AA4FB10806}" dt="2020-01-28T12:45:16.535" v="19" actId="20577"/>
        <pc:sldMkLst>
          <pc:docMk/>
          <pc:sldMk cId="110775907" sldId="256"/>
        </pc:sldMkLst>
        <pc:spChg chg="mod">
          <ac:chgData name="Sam O'Neill" userId="cb323814-a42a-4cfe-bc74-03f595e56f6e" providerId="ADAL" clId="{559C20C6-E908-4A0B-913B-73AA4FB10806}" dt="2020-01-28T12:45:16.535" v="19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'Neill" userId="cb323814-a42a-4cfe-bc74-03f595e56f6e" providerId="ADAL" clId="{559C20C6-E908-4A0B-913B-73AA4FB10806}" dt="2020-01-29T12:58:24.418" v="559" actId="27636"/>
        <pc:sldMkLst>
          <pc:docMk/>
          <pc:sldMk cId="2464477114" sldId="257"/>
        </pc:sldMkLst>
        <pc:spChg chg="mod">
          <ac:chgData name="Sam O'Neill" userId="cb323814-a42a-4cfe-bc74-03f595e56f6e" providerId="ADAL" clId="{559C20C6-E908-4A0B-913B-73AA4FB10806}" dt="2020-01-29T12:58:24.418" v="559" actId="27636"/>
          <ac:spMkLst>
            <pc:docMk/>
            <pc:sldMk cId="2464477114" sldId="257"/>
            <ac:spMk id="3" creationId="{2ED27342-B019-4230-BC68-60F4E0ADF16D}"/>
          </ac:spMkLst>
        </pc:spChg>
      </pc:sldChg>
      <pc:sldChg chg="add del">
        <pc:chgData name="Sam O'Neill" userId="cb323814-a42a-4cfe-bc74-03f595e56f6e" providerId="ADAL" clId="{559C20C6-E908-4A0B-913B-73AA4FB10806}" dt="2020-01-28T13:19:16.501" v="333" actId="2696"/>
        <pc:sldMkLst>
          <pc:docMk/>
          <pc:sldMk cId="1484236167" sldId="261"/>
        </pc:sldMkLst>
      </pc:sldChg>
      <pc:sldChg chg="del">
        <pc:chgData name="Sam O'Neill" userId="cb323814-a42a-4cfe-bc74-03f595e56f6e" providerId="ADAL" clId="{559C20C6-E908-4A0B-913B-73AA4FB10806}" dt="2020-01-28T13:19:22.957" v="335" actId="2696"/>
        <pc:sldMkLst>
          <pc:docMk/>
          <pc:sldMk cId="3226419782" sldId="262"/>
        </pc:sldMkLst>
      </pc:sldChg>
      <pc:sldChg chg="modSp add mod modShow">
        <pc:chgData name="Sam O'Neill" userId="cb323814-a42a-4cfe-bc74-03f595e56f6e" providerId="ADAL" clId="{559C20C6-E908-4A0B-913B-73AA4FB10806}" dt="2020-01-28T13:22:24.609" v="470" actId="20577"/>
        <pc:sldMkLst>
          <pc:docMk/>
          <pc:sldMk cId="2769808991" sldId="263"/>
        </pc:sldMkLst>
        <pc:spChg chg="mod">
          <ac:chgData name="Sam O'Neill" userId="cb323814-a42a-4cfe-bc74-03f595e56f6e" providerId="ADAL" clId="{559C20C6-E908-4A0B-913B-73AA4FB10806}" dt="2020-01-28T13:22:24.609" v="470" actId="20577"/>
          <ac:spMkLst>
            <pc:docMk/>
            <pc:sldMk cId="2769808991" sldId="263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8T13:21:17.617" v="382" actId="20577"/>
          <ac:spMkLst>
            <pc:docMk/>
            <pc:sldMk cId="2769808991" sldId="263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559C20C6-E908-4A0B-913B-73AA4FB10806}" dt="2020-01-28T13:24:14.906" v="549" actId="113"/>
        <pc:sldMkLst>
          <pc:docMk/>
          <pc:sldMk cId="2283685273" sldId="264"/>
        </pc:sldMkLst>
        <pc:spChg chg="mod">
          <ac:chgData name="Sam O'Neill" userId="cb323814-a42a-4cfe-bc74-03f595e56f6e" providerId="ADAL" clId="{559C20C6-E908-4A0B-913B-73AA4FB10806}" dt="2020-01-28T13:22:49.330" v="489" actId="20577"/>
          <ac:spMkLst>
            <pc:docMk/>
            <pc:sldMk cId="2283685273" sldId="264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8T13:24:14.906" v="549" actId="113"/>
          <ac:spMkLst>
            <pc:docMk/>
            <pc:sldMk cId="2283685273" sldId="264"/>
            <ac:spMk id="3" creationId="{5198A88B-52B3-469E-A512-B72752EB7862}"/>
          </ac:spMkLst>
        </pc:spChg>
      </pc:sldChg>
      <pc:sldChg chg="ord">
        <pc:chgData name="Sam O'Neill" userId="cb323814-a42a-4cfe-bc74-03f595e56f6e" providerId="ADAL" clId="{559C20C6-E908-4A0B-913B-73AA4FB10806}" dt="2020-01-29T14:02:48.609" v="2790"/>
        <pc:sldMkLst>
          <pc:docMk/>
          <pc:sldMk cId="1179506474" sldId="265"/>
        </pc:sldMkLst>
      </pc:sldChg>
      <pc:sldChg chg="modSp">
        <pc:chgData name="Sam O'Neill" userId="cb323814-a42a-4cfe-bc74-03f595e56f6e" providerId="ADAL" clId="{559C20C6-E908-4A0B-913B-73AA4FB10806}" dt="2020-01-29T13:09:25.305" v="644" actId="20577"/>
        <pc:sldMkLst>
          <pc:docMk/>
          <pc:sldMk cId="1196531814" sldId="267"/>
        </pc:sldMkLst>
        <pc:spChg chg="mod">
          <ac:chgData name="Sam O'Neill" userId="cb323814-a42a-4cfe-bc74-03f595e56f6e" providerId="ADAL" clId="{559C20C6-E908-4A0B-913B-73AA4FB10806}" dt="2020-01-29T12:59:06.067" v="578" actId="20577"/>
          <ac:spMkLst>
            <pc:docMk/>
            <pc:sldMk cId="1196531814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5" creationId="{8FA8459A-ECFE-422B-85A6-FEA596703881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6" creationId="{364C9355-AB32-4042-B2F5-6701B21EB278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7" creationId="{4A1BC99B-2E81-4349-A7BF-2542B3F1A082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8" creationId="{28A69E2F-F695-4E9C-B6F7-279010FA504B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9" creationId="{5982D3C1-752A-499A-BE1D-A7C86A8C95A5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10" creationId="{5B942D11-ADB8-4C65-8F7A-7F0A54DBB9D0}"/>
          </ac:spMkLst>
        </pc:spChg>
        <pc:spChg chg="mod">
          <ac:chgData name="Sam O'Neill" userId="cb323814-a42a-4cfe-bc74-03f595e56f6e" providerId="ADAL" clId="{559C20C6-E908-4A0B-913B-73AA4FB10806}" dt="2020-01-29T12:58:49.522" v="562" actId="1076"/>
          <ac:spMkLst>
            <pc:docMk/>
            <pc:sldMk cId="1196531814" sldId="267"/>
            <ac:spMk id="11" creationId="{3550C79E-F7CA-47E2-BDCE-D5EEAEBFA31E}"/>
          </ac:spMkLst>
        </pc:spChg>
        <pc:spChg chg="mod">
          <ac:chgData name="Sam O'Neill" userId="cb323814-a42a-4cfe-bc74-03f595e56f6e" providerId="ADAL" clId="{559C20C6-E908-4A0B-913B-73AA4FB10806}" dt="2020-01-29T12:58:49.522" v="562" actId="1076"/>
          <ac:spMkLst>
            <pc:docMk/>
            <pc:sldMk cId="1196531814" sldId="267"/>
            <ac:spMk id="12" creationId="{DFFD4FC1-7AF8-4C2D-8FE0-071D11B7BF99}"/>
          </ac:spMkLst>
        </pc:spChg>
        <pc:spChg chg="mod">
          <ac:chgData name="Sam O'Neill" userId="cb323814-a42a-4cfe-bc74-03f595e56f6e" providerId="ADAL" clId="{559C20C6-E908-4A0B-913B-73AA4FB10806}" dt="2020-01-29T12:58:49.522" v="562" actId="1076"/>
          <ac:spMkLst>
            <pc:docMk/>
            <pc:sldMk cId="1196531814" sldId="267"/>
            <ac:spMk id="13" creationId="{9502B1BB-6E43-44BB-AAD7-29DE49CD8BD2}"/>
          </ac:spMkLst>
        </pc:spChg>
        <pc:spChg chg="mod">
          <ac:chgData name="Sam O'Neill" userId="cb323814-a42a-4cfe-bc74-03f595e56f6e" providerId="ADAL" clId="{559C20C6-E908-4A0B-913B-73AA4FB10806}" dt="2020-01-29T13:09:21.201" v="636" actId="20577"/>
          <ac:spMkLst>
            <pc:docMk/>
            <pc:sldMk cId="1196531814" sldId="267"/>
            <ac:spMk id="27" creationId="{DBFF21D8-8881-41DA-866F-47FE84F5545D}"/>
          </ac:spMkLst>
        </pc:spChg>
        <pc:spChg chg="mod">
          <ac:chgData name="Sam O'Neill" userId="cb323814-a42a-4cfe-bc74-03f595e56f6e" providerId="ADAL" clId="{559C20C6-E908-4A0B-913B-73AA4FB10806}" dt="2020-01-29T13:09:23.065" v="640" actId="20577"/>
          <ac:spMkLst>
            <pc:docMk/>
            <pc:sldMk cId="1196531814" sldId="267"/>
            <ac:spMk id="28" creationId="{8DF699BF-6D20-450D-8D98-DFDC1BBFB141}"/>
          </ac:spMkLst>
        </pc:spChg>
        <pc:spChg chg="mod">
          <ac:chgData name="Sam O'Neill" userId="cb323814-a42a-4cfe-bc74-03f595e56f6e" providerId="ADAL" clId="{559C20C6-E908-4A0B-913B-73AA4FB10806}" dt="2020-01-29T13:04:28.918" v="586" actId="1582"/>
          <ac:spMkLst>
            <pc:docMk/>
            <pc:sldMk cId="1196531814" sldId="267"/>
            <ac:spMk id="36" creationId="{A3C13E60-8D8E-4F2E-915D-ABC4C3AA58ED}"/>
          </ac:spMkLst>
        </pc:spChg>
        <pc:spChg chg="mod">
          <ac:chgData name="Sam O'Neill" userId="cb323814-a42a-4cfe-bc74-03f595e56f6e" providerId="ADAL" clId="{559C20C6-E908-4A0B-913B-73AA4FB10806}" dt="2020-01-29T13:09:25.305" v="644" actId="20577"/>
          <ac:spMkLst>
            <pc:docMk/>
            <pc:sldMk cId="1196531814" sldId="267"/>
            <ac:spMk id="38" creationId="{12288274-6E54-40D4-84BB-4E2640B86075}"/>
          </ac:spMkLst>
        </pc:spChg>
        <pc:cxnChg chg="mod">
          <ac:chgData name="Sam O'Neill" userId="cb323814-a42a-4cfe-bc74-03f595e56f6e" providerId="ADAL" clId="{559C20C6-E908-4A0B-913B-73AA4FB10806}" dt="2020-01-29T12:58:49.522" v="562" actId="1076"/>
          <ac:cxnSpMkLst>
            <pc:docMk/>
            <pc:sldMk cId="1196531814" sldId="267"/>
            <ac:cxnSpMk id="15" creationId="{E769BEEA-6756-4F4D-8F75-192B74BCC0C5}"/>
          </ac:cxnSpMkLst>
        </pc:cxnChg>
        <pc:cxnChg chg="mod">
          <ac:chgData name="Sam O'Neill" userId="cb323814-a42a-4cfe-bc74-03f595e56f6e" providerId="ADAL" clId="{559C20C6-E908-4A0B-913B-73AA4FB10806}" dt="2020-01-29T12:58:49.522" v="562" actId="1076"/>
          <ac:cxnSpMkLst>
            <pc:docMk/>
            <pc:sldMk cId="1196531814" sldId="267"/>
            <ac:cxnSpMk id="16" creationId="{8FE8D943-6F4C-4967-8368-08ED1B2BB878}"/>
          </ac:cxnSpMkLst>
        </pc:cxnChg>
        <pc:cxnChg chg="mod">
          <ac:chgData name="Sam O'Neill" userId="cb323814-a42a-4cfe-bc74-03f595e56f6e" providerId="ADAL" clId="{559C20C6-E908-4A0B-913B-73AA4FB10806}" dt="2020-01-29T12:58:53.187" v="563" actId="1076"/>
          <ac:cxnSpMkLst>
            <pc:docMk/>
            <pc:sldMk cId="1196531814" sldId="267"/>
            <ac:cxnSpMk id="19" creationId="{A9A7E540-B782-4C03-99F2-E1D36ACBAAC7}"/>
          </ac:cxnSpMkLst>
        </pc:cxnChg>
        <pc:cxnChg chg="mod">
          <ac:chgData name="Sam O'Neill" userId="cb323814-a42a-4cfe-bc74-03f595e56f6e" providerId="ADAL" clId="{559C20C6-E908-4A0B-913B-73AA4FB10806}" dt="2020-01-29T12:58:53.187" v="563" actId="1076"/>
          <ac:cxnSpMkLst>
            <pc:docMk/>
            <pc:sldMk cId="1196531814" sldId="267"/>
            <ac:cxnSpMk id="22" creationId="{CD019CB4-4B0B-4659-8638-D28336A987DE}"/>
          </ac:cxnSpMkLst>
        </pc:cxnChg>
        <pc:cxnChg chg="mod">
          <ac:chgData name="Sam O'Neill" userId="cb323814-a42a-4cfe-bc74-03f595e56f6e" providerId="ADAL" clId="{559C20C6-E908-4A0B-913B-73AA4FB10806}" dt="2020-01-29T12:58:53.187" v="563" actId="1076"/>
          <ac:cxnSpMkLst>
            <pc:docMk/>
            <pc:sldMk cId="1196531814" sldId="267"/>
            <ac:cxnSpMk id="37" creationId="{54CF04C7-7641-43BE-9623-9D2AA748530E}"/>
          </ac:cxnSpMkLst>
        </pc:cxnChg>
      </pc:sldChg>
      <pc:sldChg chg="modSp">
        <pc:chgData name="Sam O'Neill" userId="cb323814-a42a-4cfe-bc74-03f595e56f6e" providerId="ADAL" clId="{559C20C6-E908-4A0B-913B-73AA4FB10806}" dt="2020-01-29T13:09:36.017" v="650" actId="20577"/>
        <pc:sldMkLst>
          <pc:docMk/>
          <pc:sldMk cId="1117700205" sldId="268"/>
        </pc:sldMkLst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8" creationId="{28A69E2F-F695-4E9C-B6F7-279010FA504B}"/>
          </ac:spMkLst>
        </pc:spChg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9" creationId="{5982D3C1-752A-499A-BE1D-A7C86A8C95A5}"/>
          </ac:spMkLst>
        </pc:spChg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10" creationId="{5B942D11-ADB8-4C65-8F7A-7F0A54DBB9D0}"/>
          </ac:spMkLst>
        </pc:spChg>
        <pc:spChg chg="mod">
          <ac:chgData name="Sam O'Neill" userId="cb323814-a42a-4cfe-bc74-03f595e56f6e" providerId="ADAL" clId="{559C20C6-E908-4A0B-913B-73AA4FB10806}" dt="2020-01-29T13:09:31.577" v="646" actId="20577"/>
          <ac:spMkLst>
            <pc:docMk/>
            <pc:sldMk cId="1117700205" sldId="268"/>
            <ac:spMk id="27" creationId="{DBFF21D8-8881-41DA-866F-47FE84F5545D}"/>
          </ac:spMkLst>
        </pc:spChg>
        <pc:spChg chg="mod">
          <ac:chgData name="Sam O'Neill" userId="cb323814-a42a-4cfe-bc74-03f595e56f6e" providerId="ADAL" clId="{559C20C6-E908-4A0B-913B-73AA4FB10806}" dt="2020-01-29T13:09:33.905" v="648" actId="20577"/>
          <ac:spMkLst>
            <pc:docMk/>
            <pc:sldMk cId="1117700205" sldId="268"/>
            <ac:spMk id="28" creationId="{8DF699BF-6D20-450D-8D98-DFDC1BBFB141}"/>
          </ac:spMkLst>
        </pc:spChg>
        <pc:spChg chg="mod">
          <ac:chgData name="Sam O'Neill" userId="cb323814-a42a-4cfe-bc74-03f595e56f6e" providerId="ADAL" clId="{559C20C6-E908-4A0B-913B-73AA4FB10806}" dt="2020-01-29T13:04:40.503" v="587" actId="1582"/>
          <ac:spMkLst>
            <pc:docMk/>
            <pc:sldMk cId="1117700205" sldId="268"/>
            <ac:spMk id="36" creationId="{A3C13E60-8D8E-4F2E-915D-ABC4C3AA58ED}"/>
          </ac:spMkLst>
        </pc:spChg>
        <pc:spChg chg="mod">
          <ac:chgData name="Sam O'Neill" userId="cb323814-a42a-4cfe-bc74-03f595e56f6e" providerId="ADAL" clId="{559C20C6-E908-4A0B-913B-73AA4FB10806}" dt="2020-01-29T13:09:36.017" v="650" actId="20577"/>
          <ac:spMkLst>
            <pc:docMk/>
            <pc:sldMk cId="1117700205" sldId="268"/>
            <ac:spMk id="38" creationId="{12288274-6E54-40D4-84BB-4E2640B86075}"/>
          </ac:spMkLst>
        </pc:spChg>
      </pc:sldChg>
      <pc:sldChg chg="modSp">
        <pc:chgData name="Sam O'Neill" userId="cb323814-a42a-4cfe-bc74-03f595e56f6e" providerId="ADAL" clId="{559C20C6-E908-4A0B-913B-73AA4FB10806}" dt="2020-01-29T13:13:16.701" v="844" actId="20577"/>
        <pc:sldMkLst>
          <pc:docMk/>
          <pc:sldMk cId="849270315" sldId="270"/>
        </pc:sldMkLst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6" creationId="{55DE8B04-2AA1-4101-8050-561CFFEE60A5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7" creationId="{0525A80C-4E7C-43BF-BB14-18C1033DB789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8" creationId="{CAC22BF2-B789-4F3F-9781-51F67EC97321}"/>
          </ac:spMkLst>
        </pc:spChg>
        <pc:spChg chg="mod">
          <ac:chgData name="Sam O'Neill" userId="cb323814-a42a-4cfe-bc74-03f595e56f6e" providerId="ADAL" clId="{559C20C6-E908-4A0B-913B-73AA4FB10806}" dt="2020-01-29T13:12:55.223" v="831" actId="14100"/>
          <ac:spMkLst>
            <pc:docMk/>
            <pc:sldMk cId="849270315" sldId="270"/>
            <ac:spMk id="11" creationId="{9226557B-2BEB-46CC-9876-11FA413024E4}"/>
          </ac:spMkLst>
        </pc:spChg>
        <pc:spChg chg="mod">
          <ac:chgData name="Sam O'Neill" userId="cb323814-a42a-4cfe-bc74-03f595e56f6e" providerId="ADAL" clId="{559C20C6-E908-4A0B-913B-73AA4FB10806}" dt="2020-01-29T13:13:03.589" v="836" actId="14100"/>
          <ac:spMkLst>
            <pc:docMk/>
            <pc:sldMk cId="849270315" sldId="270"/>
            <ac:spMk id="12" creationId="{810A3FB6-E922-4C3A-8842-D98FE10A17CD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13" creationId="{102444F3-EF5A-4FFD-A925-3FCC045DDE43}"/>
          </ac:spMkLst>
        </pc:spChg>
        <pc:spChg chg="mod">
          <ac:chgData name="Sam O'Neill" userId="cb323814-a42a-4cfe-bc74-03f595e56f6e" providerId="ADAL" clId="{559C20C6-E908-4A0B-913B-73AA4FB10806}" dt="2020-01-29T13:13:08.149" v="839" actId="14100"/>
          <ac:spMkLst>
            <pc:docMk/>
            <pc:sldMk cId="849270315" sldId="270"/>
            <ac:spMk id="15" creationId="{7A6CCC24-C63B-41B3-830A-B62E869723FC}"/>
          </ac:spMkLst>
        </pc:spChg>
        <pc:spChg chg="mod">
          <ac:chgData name="Sam O'Neill" userId="cb323814-a42a-4cfe-bc74-03f595e56f6e" providerId="ADAL" clId="{559C20C6-E908-4A0B-913B-73AA4FB10806}" dt="2020-01-29T13:04:49.061" v="588" actId="1582"/>
          <ac:spMkLst>
            <pc:docMk/>
            <pc:sldMk cId="849270315" sldId="270"/>
            <ac:spMk id="16" creationId="{23B494F0-8B35-48A0-A031-3E3F7DC69CD5}"/>
          </ac:spMkLst>
        </pc:spChg>
        <pc:spChg chg="mod">
          <ac:chgData name="Sam O'Neill" userId="cb323814-a42a-4cfe-bc74-03f595e56f6e" providerId="ADAL" clId="{559C20C6-E908-4A0B-913B-73AA4FB10806}" dt="2020-01-29T13:13:14.261" v="842" actId="14100"/>
          <ac:spMkLst>
            <pc:docMk/>
            <pc:sldMk cId="849270315" sldId="270"/>
            <ac:spMk id="18" creationId="{FC99C0B0-22F5-4CD6-B684-E9BAF21D2624}"/>
          </ac:spMkLst>
        </pc:spChg>
        <pc:spChg chg="mod">
          <ac:chgData name="Sam O'Neill" userId="cb323814-a42a-4cfe-bc74-03f595e56f6e" providerId="ADAL" clId="{559C20C6-E908-4A0B-913B-73AA4FB10806}" dt="2020-01-29T13:13:16.701" v="844" actId="20577"/>
          <ac:spMkLst>
            <pc:docMk/>
            <pc:sldMk cId="849270315" sldId="270"/>
            <ac:spMk id="23" creationId="{A4E5759A-C23E-49B9-A839-2CF640FCC54C}"/>
          </ac:spMkLst>
        </pc:spChg>
      </pc:sldChg>
      <pc:sldChg chg="modSp">
        <pc:chgData name="Sam O'Neill" userId="cb323814-a42a-4cfe-bc74-03f595e56f6e" providerId="ADAL" clId="{559C20C6-E908-4A0B-913B-73AA4FB10806}" dt="2020-01-29T13:13:45.685" v="864" actId="20577"/>
        <pc:sldMkLst>
          <pc:docMk/>
          <pc:sldMk cId="1933534600" sldId="271"/>
        </pc:sldMkLst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6" creationId="{55DE8B04-2AA1-4101-8050-561CFFEE60A5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7" creationId="{0525A80C-4E7C-43BF-BB14-18C1033DB789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8" creationId="{CAC22BF2-B789-4F3F-9781-51F67EC97321}"/>
          </ac:spMkLst>
        </pc:spChg>
        <pc:spChg chg="mod">
          <ac:chgData name="Sam O'Neill" userId="cb323814-a42a-4cfe-bc74-03f595e56f6e" providerId="ADAL" clId="{559C20C6-E908-4A0B-913B-73AA4FB10806}" dt="2020-01-29T13:13:26.829" v="848" actId="14100"/>
          <ac:spMkLst>
            <pc:docMk/>
            <pc:sldMk cId="1933534600" sldId="271"/>
            <ac:spMk id="11" creationId="{9226557B-2BEB-46CC-9876-11FA413024E4}"/>
          </ac:spMkLst>
        </pc:spChg>
        <pc:spChg chg="mod">
          <ac:chgData name="Sam O'Neill" userId="cb323814-a42a-4cfe-bc74-03f595e56f6e" providerId="ADAL" clId="{559C20C6-E908-4A0B-913B-73AA4FB10806}" dt="2020-01-29T13:13:35.118" v="855" actId="14100"/>
          <ac:spMkLst>
            <pc:docMk/>
            <pc:sldMk cId="1933534600" sldId="271"/>
            <ac:spMk id="12" creationId="{810A3FB6-E922-4C3A-8842-D98FE10A17CD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13" creationId="{102444F3-EF5A-4FFD-A925-3FCC045DDE43}"/>
          </ac:spMkLst>
        </pc:spChg>
        <pc:spChg chg="mod">
          <ac:chgData name="Sam O'Neill" userId="cb323814-a42a-4cfe-bc74-03f595e56f6e" providerId="ADAL" clId="{559C20C6-E908-4A0B-913B-73AA4FB10806}" dt="2020-01-29T13:13:38.862" v="858" actId="14100"/>
          <ac:spMkLst>
            <pc:docMk/>
            <pc:sldMk cId="1933534600" sldId="271"/>
            <ac:spMk id="15" creationId="{7A6CCC24-C63B-41B3-830A-B62E869723FC}"/>
          </ac:spMkLst>
        </pc:spChg>
        <pc:spChg chg="mod">
          <ac:chgData name="Sam O'Neill" userId="cb323814-a42a-4cfe-bc74-03f595e56f6e" providerId="ADAL" clId="{559C20C6-E908-4A0B-913B-73AA4FB10806}" dt="2020-01-29T13:04:57.964" v="589" actId="1582"/>
          <ac:spMkLst>
            <pc:docMk/>
            <pc:sldMk cId="1933534600" sldId="271"/>
            <ac:spMk id="16" creationId="{23B494F0-8B35-48A0-A031-3E3F7DC69CD5}"/>
          </ac:spMkLst>
        </pc:spChg>
        <pc:spChg chg="mod">
          <ac:chgData name="Sam O'Neill" userId="cb323814-a42a-4cfe-bc74-03f595e56f6e" providerId="ADAL" clId="{559C20C6-E908-4A0B-913B-73AA4FB10806}" dt="2020-01-29T13:13:43.798" v="862" actId="14100"/>
          <ac:spMkLst>
            <pc:docMk/>
            <pc:sldMk cId="1933534600" sldId="271"/>
            <ac:spMk id="18" creationId="{FC99C0B0-22F5-4CD6-B684-E9BAF21D2624}"/>
          </ac:spMkLst>
        </pc:spChg>
        <pc:spChg chg="mod">
          <ac:chgData name="Sam O'Neill" userId="cb323814-a42a-4cfe-bc74-03f595e56f6e" providerId="ADAL" clId="{559C20C6-E908-4A0B-913B-73AA4FB10806}" dt="2020-01-29T13:13:45.685" v="864" actId="20577"/>
          <ac:spMkLst>
            <pc:docMk/>
            <pc:sldMk cId="1933534600" sldId="271"/>
            <ac:spMk id="23" creationId="{A4E5759A-C23E-49B9-A839-2CF640FCC54C}"/>
          </ac:spMkLst>
        </pc:spChg>
      </pc:sldChg>
      <pc:sldChg chg="addSp delSp modSp">
        <pc:chgData name="Sam O'Neill" userId="cb323814-a42a-4cfe-bc74-03f595e56f6e" providerId="ADAL" clId="{559C20C6-E908-4A0B-913B-73AA4FB10806}" dt="2020-01-29T13:14:12.630" v="869" actId="20577"/>
        <pc:sldMkLst>
          <pc:docMk/>
          <pc:sldMk cId="220347951" sldId="272"/>
        </pc:sldMkLst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6" creationId="{55DE8B04-2AA1-4101-8050-561CFFEE60A5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7" creationId="{0525A80C-4E7C-43BF-BB14-18C1033DB789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8" creationId="{CAC22BF2-B789-4F3F-9781-51F67EC97321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1" creationId="{9226557B-2BEB-46CC-9876-11FA413024E4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2" creationId="{810A3FB6-E922-4C3A-8842-D98FE10A17CD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13" creationId="{102444F3-EF5A-4FFD-A925-3FCC045DDE43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5" creationId="{7A6CCC24-C63B-41B3-830A-B62E869723FC}"/>
          </ac:spMkLst>
        </pc:spChg>
        <pc:spChg chg="mod">
          <ac:chgData name="Sam O'Neill" userId="cb323814-a42a-4cfe-bc74-03f595e56f6e" providerId="ADAL" clId="{559C20C6-E908-4A0B-913B-73AA4FB10806}" dt="2020-01-29T13:05:05.132" v="590" actId="1582"/>
          <ac:spMkLst>
            <pc:docMk/>
            <pc:sldMk cId="220347951" sldId="272"/>
            <ac:spMk id="16" creationId="{23B494F0-8B35-48A0-A031-3E3F7DC69CD5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18" creationId="{FC99C0B0-22F5-4CD6-B684-E9BAF21D2624}"/>
          </ac:spMkLst>
        </pc:spChg>
        <pc:spChg chg="del">
          <ac:chgData name="Sam O'Neill" userId="cb323814-a42a-4cfe-bc74-03f595e56f6e" providerId="ADAL" clId="{559C20C6-E908-4A0B-913B-73AA4FB10806}" dt="2020-01-29T13:14:09.614" v="865" actId="478"/>
          <ac:spMkLst>
            <pc:docMk/>
            <pc:sldMk cId="220347951" sldId="272"/>
            <ac:spMk id="23" creationId="{A4E5759A-C23E-49B9-A839-2CF640FCC54C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29" creationId="{F443FB61-E224-4843-9E22-D4851490BB66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30" creationId="{AC17DE52-ED4F-43C8-A73F-D8C8EB21B7D8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31" creationId="{63176854-2B21-48B5-83E0-FE32E6CE7529}"/>
          </ac:spMkLst>
        </pc:spChg>
        <pc:spChg chg="add">
          <ac:chgData name="Sam O'Neill" userId="cb323814-a42a-4cfe-bc74-03f595e56f6e" providerId="ADAL" clId="{559C20C6-E908-4A0B-913B-73AA4FB10806}" dt="2020-01-29T13:14:10.245" v="866"/>
          <ac:spMkLst>
            <pc:docMk/>
            <pc:sldMk cId="220347951" sldId="272"/>
            <ac:spMk id="32" creationId="{B888FD34-E885-4B0E-8361-52D4E87F53E5}"/>
          </ac:spMkLst>
        </pc:spChg>
        <pc:spChg chg="add mod">
          <ac:chgData name="Sam O'Neill" userId="cb323814-a42a-4cfe-bc74-03f595e56f6e" providerId="ADAL" clId="{559C20C6-E908-4A0B-913B-73AA4FB10806}" dt="2020-01-29T13:14:12.630" v="869" actId="20577"/>
          <ac:spMkLst>
            <pc:docMk/>
            <pc:sldMk cId="220347951" sldId="272"/>
            <ac:spMk id="33" creationId="{0D7DAEF6-026E-4C06-B3E2-578E6361F46A}"/>
          </ac:spMkLst>
        </pc:spChg>
      </pc:sldChg>
      <pc:sldChg chg="modSp">
        <pc:chgData name="Sam O'Neill" userId="cb323814-a42a-4cfe-bc74-03f595e56f6e" providerId="ADAL" clId="{559C20C6-E908-4A0B-913B-73AA4FB10806}" dt="2020-01-29T13:05:28.060" v="592"/>
        <pc:sldMkLst>
          <pc:docMk/>
          <pc:sldMk cId="2237555915" sldId="274"/>
        </pc:sldMkLst>
        <pc:spChg chg="mod">
          <ac:chgData name="Sam O'Neill" userId="cb323814-a42a-4cfe-bc74-03f595e56f6e" providerId="ADAL" clId="{559C20C6-E908-4A0B-913B-73AA4FB10806}" dt="2020-01-29T13:05:28.060" v="592"/>
          <ac:spMkLst>
            <pc:docMk/>
            <pc:sldMk cId="2237555915" sldId="274"/>
            <ac:spMk id="21" creationId="{B7FA0F91-9332-4131-8236-9368B2B33D14}"/>
          </ac:spMkLst>
        </pc:spChg>
        <pc:spChg chg="mod">
          <ac:chgData name="Sam O'Neill" userId="cb323814-a42a-4cfe-bc74-03f595e56f6e" providerId="ADAL" clId="{559C20C6-E908-4A0B-913B-73AA4FB10806}" dt="2020-01-29T13:05:28.060" v="592"/>
          <ac:spMkLst>
            <pc:docMk/>
            <pc:sldMk cId="2237555915" sldId="274"/>
            <ac:spMk id="71" creationId="{3FB6D1D6-BC28-43DC-95BC-DEA78C7252B8}"/>
          </ac:spMkLst>
        </pc:spChg>
        <pc:spChg chg="mod">
          <ac:chgData name="Sam O'Neill" userId="cb323814-a42a-4cfe-bc74-03f595e56f6e" providerId="ADAL" clId="{559C20C6-E908-4A0B-913B-73AA4FB10806}" dt="2020-01-29T13:05:28.060" v="592"/>
          <ac:spMkLst>
            <pc:docMk/>
            <pc:sldMk cId="2237555915" sldId="274"/>
            <ac:spMk id="86" creationId="{37EFFF40-4AE0-4E0B-8414-1E128DC79DC5}"/>
          </ac:spMkLst>
        </pc:spChg>
      </pc:sldChg>
      <pc:sldChg chg="addSp modSp">
        <pc:chgData name="Sam O'Neill" userId="cb323814-a42a-4cfe-bc74-03f595e56f6e" providerId="ADAL" clId="{559C20C6-E908-4A0B-913B-73AA4FB10806}" dt="2020-01-29T13:15:04.182" v="876" actId="1076"/>
        <pc:sldMkLst>
          <pc:docMk/>
          <pc:sldMk cId="2520052617" sldId="275"/>
        </pc:sldMkLst>
        <pc:spChg chg="mod">
          <ac:chgData name="Sam O'Neill" userId="cb323814-a42a-4cfe-bc74-03f595e56f6e" providerId="ADAL" clId="{559C20C6-E908-4A0B-913B-73AA4FB10806}" dt="2020-01-29T13:14:54.026" v="870"/>
          <ac:spMkLst>
            <pc:docMk/>
            <pc:sldMk cId="2520052617" sldId="275"/>
            <ac:spMk id="3" creationId="{5198A88B-52B3-469E-A512-B72752EB7862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6" creationId="{8066DD1C-934C-4355-9826-019E9DB7C3BB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7" creationId="{096AB4BA-E408-49F7-92B4-BE04DD7CAA49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8" creationId="{F1B8DD4C-B27F-41A5-A003-BE033F967803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1" creationId="{B7FA0F91-9332-4131-8236-9368B2B33D14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2" creationId="{D3535CCD-10A9-4C42-AD26-2BE1711A8F0E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3" creationId="{6450FD23-EA9C-4545-98BC-24B79C4C6F14}"/>
          </ac:spMkLst>
        </pc:spChg>
        <pc:spChg chg="mod">
          <ac:chgData name="Sam O'Neill" userId="cb323814-a42a-4cfe-bc74-03f595e56f6e" providerId="ADAL" clId="{559C20C6-E908-4A0B-913B-73AA4FB10806}" dt="2020-01-29T13:05:15.570" v="591" actId="1582"/>
          <ac:spMkLst>
            <pc:docMk/>
            <pc:sldMk cId="2520052617" sldId="275"/>
            <ac:spMk id="27" creationId="{77945EF4-6959-411D-9FEA-F7998639512C}"/>
          </ac:spMkLst>
        </pc:spChg>
        <pc:spChg chg="add mod">
          <ac:chgData name="Sam O'Neill" userId="cb323814-a42a-4cfe-bc74-03f595e56f6e" providerId="ADAL" clId="{559C20C6-E908-4A0B-913B-73AA4FB10806}" dt="2020-01-29T13:15:04.182" v="876" actId="1076"/>
          <ac:spMkLst>
            <pc:docMk/>
            <pc:sldMk cId="2520052617" sldId="275"/>
            <ac:spMk id="31" creationId="{4902737F-23D8-4A35-9D03-009DC422A0ED}"/>
          </ac:spMkLst>
        </pc:spChg>
      </pc:sldChg>
      <pc:sldChg chg="modSp">
        <pc:chgData name="Sam O'Neill" userId="cb323814-a42a-4cfe-bc74-03f595e56f6e" providerId="ADAL" clId="{559C20C6-E908-4A0B-913B-73AA4FB10806}" dt="2020-01-29T13:05:38.342" v="593"/>
        <pc:sldMkLst>
          <pc:docMk/>
          <pc:sldMk cId="3105986257" sldId="276"/>
        </pc:sldMkLst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21" creationId="{B7FA0F91-9332-4131-8236-9368B2B33D14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24" creationId="{231DBC58-18E3-4850-AB45-387B9D18A61C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34" creationId="{588C272B-9D00-4C93-ABC6-DE553A841A47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71" creationId="{3FB6D1D6-BC28-43DC-95BC-DEA78C7252B8}"/>
          </ac:spMkLst>
        </pc:spChg>
        <pc:spChg chg="mod">
          <ac:chgData name="Sam O'Neill" userId="cb323814-a42a-4cfe-bc74-03f595e56f6e" providerId="ADAL" clId="{559C20C6-E908-4A0B-913B-73AA4FB10806}" dt="2020-01-29T13:05:38.342" v="593"/>
          <ac:spMkLst>
            <pc:docMk/>
            <pc:sldMk cId="3105986257" sldId="276"/>
            <ac:spMk id="86" creationId="{37EFFF40-4AE0-4E0B-8414-1E128DC79DC5}"/>
          </ac:spMkLst>
        </pc:spChg>
      </pc:sldChg>
      <pc:sldChg chg="addSp delSp">
        <pc:chgData name="Sam O'Neill" userId="cb323814-a42a-4cfe-bc74-03f595e56f6e" providerId="ADAL" clId="{559C20C6-E908-4A0B-913B-73AA4FB10806}" dt="2020-01-29T13:29:26.866" v="1150"/>
        <pc:sldMkLst>
          <pc:docMk/>
          <pc:sldMk cId="2915340057" sldId="277"/>
        </pc:sldMkLst>
        <pc:graphicFrameChg chg="add del">
          <ac:chgData name="Sam O'Neill" userId="cb323814-a42a-4cfe-bc74-03f595e56f6e" providerId="ADAL" clId="{559C20C6-E908-4A0B-913B-73AA4FB10806}" dt="2020-01-29T13:29:24.849" v="1148"/>
          <ac:graphicFrameMkLst>
            <pc:docMk/>
            <pc:sldMk cId="2915340057" sldId="277"/>
            <ac:graphicFrameMk id="4" creationId="{9171CACE-113D-4735-9CA3-E933C9945C48}"/>
          </ac:graphicFrameMkLst>
        </pc:graphicFrameChg>
        <pc:graphicFrameChg chg="add del">
          <ac:chgData name="Sam O'Neill" userId="cb323814-a42a-4cfe-bc74-03f595e56f6e" providerId="ADAL" clId="{559C20C6-E908-4A0B-913B-73AA4FB10806}" dt="2020-01-29T13:29:26.866" v="1150"/>
          <ac:graphicFrameMkLst>
            <pc:docMk/>
            <pc:sldMk cId="2915340057" sldId="277"/>
            <ac:graphicFrameMk id="6" creationId="{254341B6-9048-4471-92E4-9096027C14C7}"/>
          </ac:graphicFrameMkLst>
        </pc:graphicFrameChg>
      </pc:sldChg>
      <pc:sldChg chg="addSp delSp modSp">
        <pc:chgData name="Sam O'Neill" userId="cb323814-a42a-4cfe-bc74-03f595e56f6e" providerId="ADAL" clId="{559C20C6-E908-4A0B-913B-73AA4FB10806}" dt="2020-01-29T16:31:02.509" v="3919" actId="478"/>
        <pc:sldMkLst>
          <pc:docMk/>
          <pc:sldMk cId="2234063388" sldId="278"/>
        </pc:sldMkLst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27" creationId="{C24EA29F-8BD3-42AD-8298-40D09C8D29B3}"/>
          </ac:spMkLst>
        </pc:spChg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28" creationId="{BD4AB814-8A84-47C9-9ABB-0CFECD626A76}"/>
          </ac:spMkLst>
        </pc:spChg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29" creationId="{18A9239C-C2CA-49E1-ADC7-49D2B44C71A4}"/>
          </ac:spMkLst>
        </pc:spChg>
        <pc:spChg chg="add del">
          <ac:chgData name="Sam O'Neill" userId="cb323814-a42a-4cfe-bc74-03f595e56f6e" providerId="ADAL" clId="{559C20C6-E908-4A0B-913B-73AA4FB10806}" dt="2020-01-29T16:11:41.974" v="3690"/>
          <ac:spMkLst>
            <pc:docMk/>
            <pc:sldMk cId="2234063388" sldId="278"/>
            <ac:spMk id="30" creationId="{5256F67D-28E3-47D8-8E8C-35B2B835DE8E}"/>
          </ac:spMkLst>
        </pc:spChg>
        <pc:spChg chg="mod">
          <ac:chgData name="Sam O'Neill" userId="cb323814-a42a-4cfe-bc74-03f595e56f6e" providerId="ADAL" clId="{559C20C6-E908-4A0B-913B-73AA4FB10806}" dt="2020-01-29T13:41:29.225" v="2226" actId="404"/>
          <ac:spMkLst>
            <pc:docMk/>
            <pc:sldMk cId="2234063388" sldId="278"/>
            <ac:spMk id="36" creationId="{391177A7-3BA1-4B05-A46A-54FD59290713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6:11:50.833" v="3694" actId="20577"/>
          <ac:spMkLst>
            <pc:docMk/>
            <pc:sldMk cId="2234063388" sldId="278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6:11:48.354" v="3692" actId="20577"/>
          <ac:spMkLst>
            <pc:docMk/>
            <pc:sldMk cId="2234063388" sldId="278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17:31.539" v="892" actId="1076"/>
          <ac:spMkLst>
            <pc:docMk/>
            <pc:sldMk cId="2234063388" sldId="278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20:11.350" v="996" actId="14100"/>
          <ac:spMkLst>
            <pc:docMk/>
            <pc:sldMk cId="2234063388" sldId="278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20:15.958" v="1001" actId="14100"/>
          <ac:spMkLst>
            <pc:docMk/>
            <pc:sldMk cId="2234063388" sldId="278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20:21.310" v="1006" actId="14100"/>
          <ac:spMkLst>
            <pc:docMk/>
            <pc:sldMk cId="2234063388" sldId="278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20:24.132" v="1010" actId="20577"/>
          <ac:spMkLst>
            <pc:docMk/>
            <pc:sldMk cId="2234063388" sldId="278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20:26.206" v="1012" actId="20577"/>
          <ac:spMkLst>
            <pc:docMk/>
            <pc:sldMk cId="2234063388" sldId="278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20:17.845" v="1003" actId="20577"/>
          <ac:spMkLst>
            <pc:docMk/>
            <pc:sldMk cId="2234063388" sldId="278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20:28.079" v="1014" actId="20577"/>
          <ac:spMkLst>
            <pc:docMk/>
            <pc:sldMk cId="2234063388" sldId="278"/>
            <ac:spMk id="84" creationId="{C4A004CF-8122-42E4-9530-61EFC2589855}"/>
          </ac:spMkLst>
        </pc:spChg>
        <pc:graphicFrameChg chg="add del mod modGraphic">
          <ac:chgData name="Sam O'Neill" userId="cb323814-a42a-4cfe-bc74-03f595e56f6e" providerId="ADAL" clId="{559C20C6-E908-4A0B-913B-73AA4FB10806}" dt="2020-01-29T13:28:55.752" v="1145" actId="478"/>
          <ac:graphicFrameMkLst>
            <pc:docMk/>
            <pc:sldMk cId="2234063388" sldId="278"/>
            <ac:graphicFrameMk id="3" creationId="{579DAE36-0FA4-40A8-A5F0-4407A09F9A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1:02.509" v="3919" actId="478"/>
          <ac:graphicFrameMkLst>
            <pc:docMk/>
            <pc:sldMk cId="2234063388" sldId="278"/>
            <ac:graphicFrameMk id="26" creationId="{0AD74685-5B11-486E-AB0C-264DF7E9F27D}"/>
          </ac:graphicFrameMkLst>
        </pc:graphicFrame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17:31.539" v="892" actId="1076"/>
          <ac:cxnSpMkLst>
            <pc:docMk/>
            <pc:sldMk cId="2234063388" sldId="278"/>
            <ac:cxnSpMk id="73" creationId="{E3189EE5-9EEA-4338-B2DF-41C831AAB87C}"/>
          </ac:cxnSpMkLst>
        </pc:cxnChg>
      </pc:sldChg>
      <pc:sldChg chg="modSp del">
        <pc:chgData name="Sam O'Neill" userId="cb323814-a42a-4cfe-bc74-03f595e56f6e" providerId="ADAL" clId="{559C20C6-E908-4A0B-913B-73AA4FB10806}" dt="2020-01-29T13:22:38.217" v="1057" actId="47"/>
        <pc:sldMkLst>
          <pc:docMk/>
          <pc:sldMk cId="122309272" sldId="279"/>
        </pc:sldMkLst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01.861" v="595"/>
          <ac:spMkLst>
            <pc:docMk/>
            <pc:sldMk cId="122309272" sldId="279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23:30.617" v="1065" actId="47"/>
        <pc:sldMkLst>
          <pc:docMk/>
          <pc:sldMk cId="1024318712" sldId="280"/>
        </pc:sldMkLst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13.749" v="596"/>
          <ac:spMkLst>
            <pc:docMk/>
            <pc:sldMk cId="1024318712" sldId="280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2:04.417" v="2231" actId="47"/>
        <pc:sldMkLst>
          <pc:docMk/>
          <pc:sldMk cId="3792992735" sldId="281"/>
        </pc:sldMkLst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25.719" v="597"/>
          <ac:spMkLst>
            <pc:docMk/>
            <pc:sldMk cId="3792992735" sldId="281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7:58.847" v="2472" actId="47"/>
        <pc:sldMkLst>
          <pc:docMk/>
          <pc:sldMk cId="446370990" sldId="282"/>
        </pc:sldMkLst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35.086" v="598"/>
          <ac:spMkLst>
            <pc:docMk/>
            <pc:sldMk cId="446370990" sldId="282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8:46.355" v="2478" actId="47"/>
        <pc:sldMkLst>
          <pc:docMk/>
          <pc:sldMk cId="613823368" sldId="283"/>
        </pc:sldMkLst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46.200" v="599"/>
          <ac:spMkLst>
            <pc:docMk/>
            <pc:sldMk cId="613823368" sldId="283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49:09.997" v="2483" actId="47"/>
        <pc:sldMkLst>
          <pc:docMk/>
          <pc:sldMk cId="3480988085" sldId="284"/>
        </pc:sldMkLst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6:56.518" v="600"/>
          <ac:spMkLst>
            <pc:docMk/>
            <pc:sldMk cId="3480988085" sldId="284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52:39.815" v="2541" actId="47"/>
        <pc:sldMkLst>
          <pc:docMk/>
          <pc:sldMk cId="603339477" sldId="285"/>
        </pc:sldMkLst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7:08.016" v="601"/>
          <ac:spMkLst>
            <pc:docMk/>
            <pc:sldMk cId="603339477" sldId="285"/>
            <ac:spMk id="56" creationId="{1C744FBA-6B91-49F9-897C-2A32A226A911}"/>
          </ac:spMkLst>
        </pc:spChg>
      </pc:sldChg>
      <pc:sldChg chg="modSp del">
        <pc:chgData name="Sam O'Neill" userId="cb323814-a42a-4cfe-bc74-03f595e56f6e" providerId="ADAL" clId="{559C20C6-E908-4A0B-913B-73AA4FB10806}" dt="2020-01-29T13:59:35.434" v="2731" actId="47"/>
        <pc:sldMkLst>
          <pc:docMk/>
          <pc:sldMk cId="418354214" sldId="286"/>
        </pc:sldMkLst>
        <pc:spChg chg="mod">
          <ac:chgData name="Sam O'Neill" userId="cb323814-a42a-4cfe-bc74-03f595e56f6e" providerId="ADAL" clId="{559C20C6-E908-4A0B-913B-73AA4FB10806}" dt="2020-01-29T13:58:27.584" v="2725" actId="20577"/>
          <ac:spMkLst>
            <pc:docMk/>
            <pc:sldMk cId="418354214" sldId="286"/>
            <ac:spMk id="3" creationId="{5198A88B-52B3-469E-A512-B72752EB7862}"/>
          </ac:spMkLst>
        </pc:spChg>
      </pc:sldChg>
      <pc:sldChg chg="addSp modSp del">
        <pc:chgData name="Sam O'Neill" userId="cb323814-a42a-4cfe-bc74-03f595e56f6e" providerId="ADAL" clId="{559C20C6-E908-4A0B-913B-73AA4FB10806}" dt="2020-01-29T14:03:41.957" v="2792" actId="47"/>
        <pc:sldMkLst>
          <pc:docMk/>
          <pc:sldMk cId="1584060751" sldId="287"/>
        </pc:sldMkLst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" creationId="{6F297346-54D4-4A88-B042-5939CA44E13A}"/>
          </ac:spMkLst>
        </pc:spChg>
        <pc:spChg chg="mod">
          <ac:chgData name="Sam O'Neill" userId="cb323814-a42a-4cfe-bc74-03f595e56f6e" providerId="ADAL" clId="{559C20C6-E908-4A0B-913B-73AA4FB10806}" dt="2020-01-29T14:00:36.761" v="2741" actId="1076"/>
          <ac:spMkLst>
            <pc:docMk/>
            <pc:sldMk cId="1584060751" sldId="287"/>
            <ac:spMk id="4" creationId="{E03E1A13-2BA9-4BA1-B2D8-3A6BA65C6864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5" creationId="{33DB83AE-8F32-429D-BFB7-FDE43F0A5E94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7" creationId="{94D65D42-17CF-4DEC-AF7F-9B4AFD04B656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8" creationId="{62F999D3-8E66-4A56-ACEB-3E16DBEE7850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29" creationId="{EF4DC98A-BACB-404F-B70A-D570D907D3EA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1" creationId="{383145C9-D2B9-4EB4-B48F-CE004C282E4F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2" creationId="{4C557FB7-2024-4ED0-AEA2-9D0E5FDAC0E6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3" creationId="{0DD7F380-CE5F-4A51-882B-23BCD6DB1D67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6" creationId="{B4F8BD95-DE93-4D02-8CA1-C502E7D90CED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7" creationId="{883770D7-DDE2-4860-8604-C3FAD7E3F314}"/>
          </ac:spMkLst>
        </pc:spChg>
        <pc:spChg chg="mod">
          <ac:chgData name="Sam O'Neill" userId="cb323814-a42a-4cfe-bc74-03f595e56f6e" providerId="ADAL" clId="{559C20C6-E908-4A0B-913B-73AA4FB10806}" dt="2020-01-29T14:00:09.920" v="2735" actId="1076"/>
          <ac:spMkLst>
            <pc:docMk/>
            <pc:sldMk cId="1584060751" sldId="287"/>
            <ac:spMk id="38" creationId="{A7787F80-8EB5-4A22-9B46-2A2D26B816A5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39" creationId="{0C3E1D3E-AD75-4EA0-B755-4E1EF6596AF5}"/>
          </ac:spMkLst>
        </pc:spChg>
        <pc:spChg chg="add mod">
          <ac:chgData name="Sam O'Neill" userId="cb323814-a42a-4cfe-bc74-03f595e56f6e" providerId="ADAL" clId="{559C20C6-E908-4A0B-913B-73AA4FB10806}" dt="2020-01-29T14:00:32.187" v="2740" actId="1582"/>
          <ac:spMkLst>
            <pc:docMk/>
            <pc:sldMk cId="1584060751" sldId="287"/>
            <ac:spMk id="40" creationId="{0E509268-43C7-4C0F-840C-6AA65197DBC4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4:00:07.177" v="2734" actId="1076"/>
          <ac:spMkLst>
            <pc:docMk/>
            <pc:sldMk cId="1584060751" sldId="287"/>
            <ac:spMk id="84" creationId="{C4A004CF-8122-42E4-9530-61EFC2589855}"/>
          </ac:spMkLst>
        </pc:sp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4:00:07.177" v="2734" actId="1076"/>
          <ac:cxnSpMkLst>
            <pc:docMk/>
            <pc:sldMk cId="1584060751" sldId="287"/>
            <ac:cxnSpMk id="73" creationId="{E3189EE5-9EEA-4338-B2DF-41C831AAB87C}"/>
          </ac:cxnSpMkLst>
        </pc:cxnChg>
      </pc:sldChg>
      <pc:sldChg chg="modSp">
        <pc:chgData name="Sam O'Neill" userId="cb323814-a42a-4cfe-bc74-03f595e56f6e" providerId="ADAL" clId="{559C20C6-E908-4A0B-913B-73AA4FB10806}" dt="2020-01-29T14:03:56.101" v="2800" actId="20577"/>
        <pc:sldMkLst>
          <pc:docMk/>
          <pc:sldMk cId="3607127533" sldId="288"/>
        </pc:sldMkLst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3" creationId="{1611AED7-FF70-4771-AAC4-B6A9E1D8511C}"/>
          </ac:spMkLst>
        </pc:spChg>
        <pc:spChg chg="mod">
          <ac:chgData name="Sam O'Neill" userId="cb323814-a42a-4cfe-bc74-03f595e56f6e" providerId="ADAL" clId="{559C20C6-E908-4A0B-913B-73AA4FB10806}" dt="2020-01-29T14:03:52.322" v="2794" actId="20577"/>
          <ac:spMkLst>
            <pc:docMk/>
            <pc:sldMk cId="3607127533" sldId="288"/>
            <ac:spMk id="7" creationId="{E062E836-CB68-489F-B9EF-66EEAA3E324E}"/>
          </ac:spMkLst>
        </pc:spChg>
        <pc:spChg chg="mod">
          <ac:chgData name="Sam O'Neill" userId="cb323814-a42a-4cfe-bc74-03f595e56f6e" providerId="ADAL" clId="{559C20C6-E908-4A0B-913B-73AA4FB10806}" dt="2020-01-29T14:03:53.677" v="2796" actId="20577"/>
          <ac:spMkLst>
            <pc:docMk/>
            <pc:sldMk cId="3607127533" sldId="288"/>
            <ac:spMk id="8" creationId="{0FD7B61C-48A3-4419-B8DF-B268B5BA01C2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10" creationId="{F93E77F7-1934-4ADF-BCC7-9C169DD10B87}"/>
          </ac:spMkLst>
        </pc:spChg>
        <pc:spChg chg="mod">
          <ac:chgData name="Sam O'Neill" userId="cb323814-a42a-4cfe-bc74-03f595e56f6e" providerId="ADAL" clId="{559C20C6-E908-4A0B-913B-73AA4FB10806}" dt="2020-01-29T14:03:55.117" v="2798" actId="20577"/>
          <ac:spMkLst>
            <pc:docMk/>
            <pc:sldMk cId="3607127533" sldId="288"/>
            <ac:spMk id="15" creationId="{29428B00-F406-42A6-8EEF-BAA3B0DEF5A1}"/>
          </ac:spMkLst>
        </pc:spChg>
        <pc:spChg chg="mod">
          <ac:chgData name="Sam O'Neill" userId="cb323814-a42a-4cfe-bc74-03f595e56f6e" providerId="ADAL" clId="{559C20C6-E908-4A0B-913B-73AA4FB10806}" dt="2020-01-29T14:03:56.101" v="2800" actId="20577"/>
          <ac:spMkLst>
            <pc:docMk/>
            <pc:sldMk cId="3607127533" sldId="288"/>
            <ac:spMk id="16" creationId="{4B0F51C3-47AD-419C-B9DC-FDF653B5B216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17" creationId="{A4CC9D74-DE25-46C9-BE26-5D758EE0A3DF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19" creationId="{1F45E10C-D37D-484C-88AE-60471E83527A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24" creationId="{C00B1612-E35D-424C-B133-7DA1278D98C9}"/>
          </ac:spMkLst>
        </pc:spChg>
        <pc:spChg chg="mod">
          <ac:chgData name="Sam O'Neill" userId="cb323814-a42a-4cfe-bc74-03f595e56f6e" providerId="ADAL" clId="{559C20C6-E908-4A0B-913B-73AA4FB10806}" dt="2020-01-29T13:07:24.488" v="602"/>
          <ac:spMkLst>
            <pc:docMk/>
            <pc:sldMk cId="3607127533" sldId="288"/>
            <ac:spMk id="25" creationId="{ADC3A50E-A397-490D-B475-5A5E4328FBD6}"/>
          </ac:spMkLst>
        </pc:spChg>
        <pc:spChg chg="mod">
          <ac:chgData name="Sam O'Neill" userId="cb323814-a42a-4cfe-bc74-03f595e56f6e" providerId="ADAL" clId="{559C20C6-E908-4A0B-913B-73AA4FB10806}" dt="2020-01-29T13:53:39.345" v="2554" actId="1076"/>
          <ac:spMkLst>
            <pc:docMk/>
            <pc:sldMk cId="3607127533" sldId="288"/>
            <ac:spMk id="29" creationId="{081ECCBA-242D-448F-9177-2705CEB0E282}"/>
          </ac:spMkLst>
        </pc:spChg>
      </pc:sldChg>
      <pc:sldChg chg="addSp modSp">
        <pc:chgData name="Sam O'Neill" userId="cb323814-a42a-4cfe-bc74-03f595e56f6e" providerId="ADAL" clId="{559C20C6-E908-4A0B-913B-73AA4FB10806}" dt="2020-01-29T17:37:09.554" v="4810" actId="1582"/>
        <pc:sldMkLst>
          <pc:docMk/>
          <pc:sldMk cId="1916829109" sldId="289"/>
        </pc:sldMkLst>
        <pc:spChg chg="mod">
          <ac:chgData name="Sam O'Neill" userId="cb323814-a42a-4cfe-bc74-03f595e56f6e" providerId="ADAL" clId="{559C20C6-E908-4A0B-913B-73AA4FB10806}" dt="2020-01-29T15:02:59.569" v="3370" actId="20577"/>
          <ac:spMkLst>
            <pc:docMk/>
            <pc:sldMk cId="1916829109" sldId="289"/>
            <ac:spMk id="3" creationId="{5198A88B-52B3-469E-A512-B72752EB7862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4" creationId="{DA05E8EF-8D3A-47AC-92A3-4B337A78AD2D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5" creationId="{3C0A6AC0-127B-4B06-A1BD-E75C578F2978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7" creationId="{A606A5E2-9DC0-4BFC-A5E9-229C2D9422E3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8" creationId="{09021F6B-D807-408B-984D-FEA0D7998597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9" creationId="{DE7A339C-C1A8-43DB-8A8C-D43BE2F0C7D2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10" creationId="{FA700AA2-8F00-41A2-9F5E-8234C626D027}"/>
          </ac:spMkLst>
        </pc:spChg>
        <pc:spChg chg="add mod">
          <ac:chgData name="Sam O'Neill" userId="cb323814-a42a-4cfe-bc74-03f595e56f6e" providerId="ADAL" clId="{559C20C6-E908-4A0B-913B-73AA4FB10806}" dt="2020-01-29T14:16:58.940" v="2845" actId="404"/>
          <ac:spMkLst>
            <pc:docMk/>
            <pc:sldMk cId="1916829109" sldId="289"/>
            <ac:spMk id="11" creationId="{A7FC1000-3D98-430E-9BF7-D82A17F07DA7}"/>
          </ac:spMkLst>
        </pc:spChg>
        <pc:grpChg chg="add mod">
          <ac:chgData name="Sam O'Neill" userId="cb323814-a42a-4cfe-bc74-03f595e56f6e" providerId="ADAL" clId="{559C20C6-E908-4A0B-913B-73AA4FB10806}" dt="2020-01-29T14:17:07.007" v="2846" actId="1076"/>
          <ac:grpSpMkLst>
            <pc:docMk/>
            <pc:sldMk cId="1916829109" sldId="289"/>
            <ac:grpSpMk id="12" creationId="{C2EF8C8C-4BEF-418E-9AC4-FE800E4F063B}"/>
          </ac:grpSpMkLst>
        </pc:grpChg>
        <pc:cxnChg chg="add mod">
          <ac:chgData name="Sam O'Neill" userId="cb323814-a42a-4cfe-bc74-03f595e56f6e" providerId="ADAL" clId="{559C20C6-E908-4A0B-913B-73AA4FB10806}" dt="2020-01-29T14:16:51.598" v="2841" actId="164"/>
          <ac:cxnSpMkLst>
            <pc:docMk/>
            <pc:sldMk cId="1916829109" sldId="289"/>
            <ac:cxnSpMk id="6" creationId="{AFCC0431-4111-4E5E-AFE6-598C8C371384}"/>
          </ac:cxnSpMkLst>
        </pc:cxnChg>
        <pc:cxnChg chg="add mod">
          <ac:chgData name="Sam O'Neill" userId="cb323814-a42a-4cfe-bc74-03f595e56f6e" providerId="ADAL" clId="{559C20C6-E908-4A0B-913B-73AA4FB10806}" dt="2020-01-29T17:37:09.554" v="4810" actId="1582"/>
          <ac:cxnSpMkLst>
            <pc:docMk/>
            <pc:sldMk cId="1916829109" sldId="289"/>
            <ac:cxnSpMk id="14" creationId="{BAB94127-6682-4482-AA77-76D4F6C90B1C}"/>
          </ac:cxnSpMkLst>
        </pc:cxnChg>
      </pc:sldChg>
      <pc:sldChg chg="modSp del">
        <pc:chgData name="Sam O'Neill" userId="cb323814-a42a-4cfe-bc74-03f595e56f6e" providerId="ADAL" clId="{559C20C6-E908-4A0B-913B-73AA4FB10806}" dt="2020-01-29T17:36:55.294" v="4807" actId="47"/>
        <pc:sldMkLst>
          <pc:docMk/>
          <pc:sldMk cId="3839834318" sldId="292"/>
        </pc:sldMkLst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0" creationId="{4F991CBE-0199-4B5B-BC10-F05B8C11AC85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1" creationId="{89A412A4-0D95-450F-A78B-797823F4F21D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2" creationId="{4FE60A3F-6E77-434B-BCCD-DA617C3D3EC8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45" creationId="{4B665DD9-DE5B-466B-8EF1-382A811E8605}"/>
          </ac:spMkLst>
        </pc:spChg>
        <pc:spChg chg="mod">
          <ac:chgData name="Sam O'Neill" userId="cb323814-a42a-4cfe-bc74-03f595e56f6e" providerId="ADAL" clId="{559C20C6-E908-4A0B-913B-73AA4FB10806}" dt="2020-01-29T13:08:03.348" v="607"/>
          <ac:spMkLst>
            <pc:docMk/>
            <pc:sldMk cId="3839834318" sldId="292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08:03.348" v="607"/>
          <ac:spMkLst>
            <pc:docMk/>
            <pc:sldMk cId="3839834318" sldId="292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59" creationId="{D5149D5B-67FE-400C-82C7-00EDCB914817}"/>
          </ac:spMkLst>
        </pc:spChg>
        <pc:spChg chg="mod">
          <ac:chgData name="Sam O'Neill" userId="cb323814-a42a-4cfe-bc74-03f595e56f6e" providerId="ADAL" clId="{559C20C6-E908-4A0B-913B-73AA4FB10806}" dt="2020-01-29T13:08:12.878" v="608"/>
          <ac:spMkLst>
            <pc:docMk/>
            <pc:sldMk cId="3839834318" sldId="292"/>
            <ac:spMk id="60" creationId="{A1A71869-3D0A-4670-9AAA-B40662EB4495}"/>
          </ac:spMkLst>
        </pc:spChg>
      </pc:sldChg>
      <pc:sldChg chg="del">
        <pc:chgData name="Sam O'Neill" userId="cb323814-a42a-4cfe-bc74-03f595e56f6e" providerId="ADAL" clId="{559C20C6-E908-4A0B-913B-73AA4FB10806}" dt="2020-01-29T14:02:52.352" v="2791" actId="47"/>
        <pc:sldMkLst>
          <pc:docMk/>
          <pc:sldMk cId="3212836589" sldId="293"/>
        </pc:sldMkLst>
      </pc:sldChg>
      <pc:sldChg chg="addSp delSp modSp del">
        <pc:chgData name="Sam O'Neill" userId="cb323814-a42a-4cfe-bc74-03f595e56f6e" providerId="ADAL" clId="{559C20C6-E908-4A0B-913B-73AA4FB10806}" dt="2020-01-29T15:28:58.718" v="3438" actId="47"/>
        <pc:sldMkLst>
          <pc:docMk/>
          <pc:sldMk cId="2081506952" sldId="294"/>
        </pc:sldMkLst>
        <pc:spChg chg="add mod">
          <ac:chgData name="Sam O'Neill" userId="cb323814-a42a-4cfe-bc74-03f595e56f6e" providerId="ADAL" clId="{559C20C6-E908-4A0B-913B-73AA4FB10806}" dt="2020-01-29T13:58:11.015" v="2724" actId="20577"/>
          <ac:spMkLst>
            <pc:docMk/>
            <pc:sldMk cId="2081506952" sldId="294"/>
            <ac:spMk id="3" creationId="{922CF538-A184-4DC2-9427-D6654776A8DD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28" creationId="{62F999D3-8E66-4A56-ACEB-3E16DBEE7850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29" creationId="{EF4DC98A-BACB-404F-B70A-D570D907D3EA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33" creationId="{0DD7F380-CE5F-4A51-882B-23BCD6DB1D67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36" creationId="{B4F8BD95-DE93-4D02-8CA1-C502E7D90CED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0" creationId="{4F991CBE-0199-4B5B-BC10-F05B8C11AC85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1" creationId="{89A412A4-0D95-450F-A78B-797823F4F21D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2" creationId="{4FE60A3F-6E77-434B-BCCD-DA617C3D3EC8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45" creationId="{4B665DD9-DE5B-466B-8EF1-382A811E8605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48" creationId="{E45BD8B0-2D4D-4601-8049-879EA278419F}"/>
          </ac:spMkLst>
        </pc:spChg>
        <pc:spChg chg="del mod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0" creationId="{FC327A8B-BF68-4EF9-A90C-E2C75CA9267C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2" creationId="{7F42C71B-4EE3-4068-A953-2BEC308EAE35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3" creationId="{02DE0087-C528-4E8A-9177-C50EE10D12E0}"/>
          </ac:spMkLst>
        </pc:spChg>
        <pc:spChg chg="mod">
          <ac:chgData name="Sam O'Neill" userId="cb323814-a42a-4cfe-bc74-03f595e56f6e" providerId="ADAL" clId="{559C20C6-E908-4A0B-913B-73AA4FB10806}" dt="2020-01-29T15:24:06.259" v="3436" actId="1035"/>
          <ac:spMkLst>
            <pc:docMk/>
            <pc:sldMk cId="2081506952" sldId="294"/>
            <ac:spMk id="54" creationId="{5E08737E-659A-4A74-98D9-36740E6966A1}"/>
          </ac:spMkLst>
        </pc:spChg>
        <pc:spChg chg="del mod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56" creationId="{2869DDEE-67E3-44F9-80B0-A743909C5A9F}"/>
          </ac:spMkLst>
        </pc:spChg>
        <pc:spChg chg="mod">
          <ac:chgData name="Sam O'Neill" userId="cb323814-a42a-4cfe-bc74-03f595e56f6e" providerId="ADAL" clId="{559C20C6-E908-4A0B-913B-73AA4FB10806}" dt="2020-01-29T15:27:32.133" v="3437" actId="20577"/>
          <ac:spMkLst>
            <pc:docMk/>
            <pc:sldMk cId="2081506952" sldId="294"/>
            <ac:spMk id="58" creationId="{B10601DE-0FE8-4390-853F-7CB86DA8D934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59" creationId="{D5149D5B-67FE-400C-82C7-00EDCB914817}"/>
          </ac:spMkLst>
        </pc:spChg>
        <pc:spChg chg="mod">
          <ac:chgData name="Sam O'Neill" userId="cb323814-a42a-4cfe-bc74-03f595e56f6e" providerId="ADAL" clId="{559C20C6-E908-4A0B-913B-73AA4FB10806}" dt="2020-01-29T13:07:43.326" v="605"/>
          <ac:spMkLst>
            <pc:docMk/>
            <pc:sldMk cId="2081506952" sldId="294"/>
            <ac:spMk id="60" creationId="{A1A71869-3D0A-4670-9AAA-B40662EB4495}"/>
          </ac:spMkLst>
        </pc:spChg>
        <pc:spChg chg="del">
          <ac:chgData name="Sam O'Neill" userId="cb323814-a42a-4cfe-bc74-03f595e56f6e" providerId="ADAL" clId="{559C20C6-E908-4A0B-913B-73AA4FB10806}" dt="2020-01-29T13:54:41.868" v="2572" actId="478"/>
          <ac:spMkLst>
            <pc:docMk/>
            <pc:sldMk cId="2081506952" sldId="294"/>
            <ac:spMk id="63" creationId="{C495B516-C4B0-482F-B187-D6E671BB2080}"/>
          </ac:spMkLst>
        </pc:spChg>
        <pc:spChg chg="mod">
          <ac:chgData name="Sam O'Neill" userId="cb323814-a42a-4cfe-bc74-03f595e56f6e" providerId="ADAL" clId="{559C20C6-E908-4A0B-913B-73AA4FB10806}" dt="2020-01-29T13:56:36.028" v="2607" actId="1076"/>
          <ac:spMkLst>
            <pc:docMk/>
            <pc:sldMk cId="2081506952" sldId="294"/>
            <ac:spMk id="76" creationId="{AC6BAF37-A618-4958-970D-C9683840CFAD}"/>
          </ac:spMkLst>
        </pc:spChg>
        <pc:spChg chg="mod">
          <ac:chgData name="Sam O'Neill" userId="cb323814-a42a-4cfe-bc74-03f595e56f6e" providerId="ADAL" clId="{559C20C6-E908-4A0B-913B-73AA4FB10806}" dt="2020-01-29T13:57:24.214" v="2629" actId="20577"/>
          <ac:spMkLst>
            <pc:docMk/>
            <pc:sldMk cId="2081506952" sldId="294"/>
            <ac:spMk id="77" creationId="{14A3E01B-5231-4E50-A0CE-200317965192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79" creationId="{F45BE8E3-4130-4970-99C8-1B25C2EEBE94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80" creationId="{67FCCFF3-2A43-4362-BD2C-01933A49279B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82" creationId="{6EF3491D-6DDC-4E6F-979D-B30DB84607EE}"/>
          </ac:spMkLst>
        </pc:spChg>
        <pc:spChg chg="del">
          <ac:chgData name="Sam O'Neill" userId="cb323814-a42a-4cfe-bc74-03f595e56f6e" providerId="ADAL" clId="{559C20C6-E908-4A0B-913B-73AA4FB10806}" dt="2020-01-29T13:54:23.931" v="2559" actId="478"/>
          <ac:spMkLst>
            <pc:docMk/>
            <pc:sldMk cId="2081506952" sldId="294"/>
            <ac:spMk id="83" creationId="{C18A5F47-794A-4A37-B744-6DB2AE9D9962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84" creationId="{177F264C-EC6D-49A4-966D-DD33DD42F301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92" creationId="{8610B78A-5CA6-418E-847C-226D34800304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93" creationId="{98C52C1D-5EEA-4B67-92F1-FDD2881B8541}"/>
          </ac:spMkLst>
        </pc:spChg>
        <pc:spChg chg="add mod">
          <ac:chgData name="Sam O'Neill" userId="cb323814-a42a-4cfe-bc74-03f595e56f6e" providerId="ADAL" clId="{559C20C6-E908-4A0B-913B-73AA4FB10806}" dt="2020-01-29T13:55:28.980" v="2586" actId="1076"/>
          <ac:spMkLst>
            <pc:docMk/>
            <pc:sldMk cId="2081506952" sldId="294"/>
            <ac:spMk id="94" creationId="{E5E8C483-390D-43D9-BF65-2E77AEDF2ED0}"/>
          </ac:spMkLst>
        </pc:spChg>
        <pc:spChg chg="add mod">
          <ac:chgData name="Sam O'Neill" userId="cb323814-a42a-4cfe-bc74-03f595e56f6e" providerId="ADAL" clId="{559C20C6-E908-4A0B-913B-73AA4FB10806}" dt="2020-01-29T13:58:02.155" v="2697" actId="20577"/>
          <ac:spMkLst>
            <pc:docMk/>
            <pc:sldMk cId="2081506952" sldId="294"/>
            <ac:spMk id="95" creationId="{A74FC0BB-8259-435B-8D61-7D2842D4A082}"/>
          </ac:spMkLst>
        </pc:spChg>
        <pc:grpChg chg="del mod">
          <ac:chgData name="Sam O'Neill" userId="cb323814-a42a-4cfe-bc74-03f595e56f6e" providerId="ADAL" clId="{559C20C6-E908-4A0B-913B-73AA4FB10806}" dt="2020-01-29T13:59:52.881" v="2732" actId="478"/>
          <ac:grpSpMkLst>
            <pc:docMk/>
            <pc:sldMk cId="2081506952" sldId="294"/>
            <ac:grpSpMk id="8" creationId="{703CC621-2FC4-44E7-983A-CBD064C8256A}"/>
          </ac:grpSpMkLst>
        </pc:grpChg>
        <pc:graphicFrameChg chg="add del mod">
          <ac:chgData name="Sam O'Neill" userId="cb323814-a42a-4cfe-bc74-03f595e56f6e" providerId="ADAL" clId="{559C20C6-E908-4A0B-913B-73AA4FB10806}" dt="2020-01-29T15:23:50.447" v="3426" actId="478"/>
          <ac:graphicFrameMkLst>
            <pc:docMk/>
            <pc:sldMk cId="2081506952" sldId="294"/>
            <ac:graphicFrameMk id="96" creationId="{20143C09-9CDC-458C-9060-0D78AD0C8354}"/>
          </ac:graphicFrameMkLst>
        </pc:graphicFrameChg>
        <pc:graphicFrameChg chg="add del mod">
          <ac:chgData name="Sam O'Neill" userId="cb323814-a42a-4cfe-bc74-03f595e56f6e" providerId="ADAL" clId="{559C20C6-E908-4A0B-913B-73AA4FB10806}" dt="2020-01-29T15:23:51.436" v="3428" actId="1076"/>
          <ac:graphicFrameMkLst>
            <pc:docMk/>
            <pc:sldMk cId="2081506952" sldId="294"/>
            <ac:graphicFrameMk id="97" creationId="{27AD2606-64B7-44DC-8DAB-EF973D56B6FD}"/>
          </ac:graphicFrameMkLst>
        </pc:graphicFrameChg>
        <pc:cxnChg chg="mod">
          <ac:chgData name="Sam O'Neill" userId="cb323814-a42a-4cfe-bc74-03f595e56f6e" providerId="ADAL" clId="{559C20C6-E908-4A0B-913B-73AA4FB10806}" dt="2020-01-29T13:55:28.980" v="2586" actId="1076"/>
          <ac:cxnSpMkLst>
            <pc:docMk/>
            <pc:sldMk cId="2081506952" sldId="294"/>
            <ac:cxnSpMk id="51" creationId="{B9171975-38B9-47CE-AD98-92AB3C96F6A7}"/>
          </ac:cxnSpMkLst>
        </pc:cxnChg>
        <pc:cxnChg chg="del">
          <ac:chgData name="Sam O'Neill" userId="cb323814-a42a-4cfe-bc74-03f595e56f6e" providerId="ADAL" clId="{559C20C6-E908-4A0B-913B-73AA4FB10806}" dt="2020-01-29T13:54:23.931" v="2559" actId="478"/>
          <ac:cxnSpMkLst>
            <pc:docMk/>
            <pc:sldMk cId="2081506952" sldId="294"/>
            <ac:cxnSpMk id="73" creationId="{E3189EE5-9EEA-4338-B2DF-41C831AAB87C}"/>
          </ac:cxnSpMkLst>
        </pc:cxnChg>
        <pc:cxnChg chg="add mod">
          <ac:chgData name="Sam O'Neill" userId="cb323814-a42a-4cfe-bc74-03f595e56f6e" providerId="ADAL" clId="{559C20C6-E908-4A0B-913B-73AA4FB10806}" dt="2020-01-29T13:55:28.980" v="2586" actId="1076"/>
          <ac:cxnSpMkLst>
            <pc:docMk/>
            <pc:sldMk cId="2081506952" sldId="294"/>
            <ac:cxnSpMk id="81" creationId="{05A8279D-403B-40EA-B9D6-2A516C57CD1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3:08:31.952" v="630" actId="20577"/>
        <pc:sldMkLst>
          <pc:docMk/>
          <pc:sldMk cId="1481393748" sldId="295"/>
        </pc:sldMkLst>
        <pc:spChg chg="del">
          <ac:chgData name="Sam O'Neill" userId="cb323814-a42a-4cfe-bc74-03f595e56f6e" providerId="ADAL" clId="{559C20C6-E908-4A0B-913B-73AA4FB10806}" dt="2020-01-29T13:08:25.733" v="610"/>
          <ac:spMkLst>
            <pc:docMk/>
            <pc:sldMk cId="1481393748" sldId="295"/>
            <ac:spMk id="2" creationId="{9AC003B2-E6B5-4E87-B474-DD374742D23A}"/>
          </ac:spMkLst>
        </pc:spChg>
        <pc:spChg chg="del">
          <ac:chgData name="Sam O'Neill" userId="cb323814-a42a-4cfe-bc74-03f595e56f6e" providerId="ADAL" clId="{559C20C6-E908-4A0B-913B-73AA4FB10806}" dt="2020-01-29T13:08:25.733" v="610"/>
          <ac:spMkLst>
            <pc:docMk/>
            <pc:sldMk cId="1481393748" sldId="295"/>
            <ac:spMk id="3" creationId="{29F23469-A476-437C-9C28-4D90207CA556}"/>
          </ac:spMkLst>
        </pc:spChg>
        <pc:spChg chg="add mod">
          <ac:chgData name="Sam O'Neill" userId="cb323814-a42a-4cfe-bc74-03f595e56f6e" providerId="ADAL" clId="{559C20C6-E908-4A0B-913B-73AA4FB10806}" dt="2020-01-29T13:08:31.952" v="630" actId="20577"/>
          <ac:spMkLst>
            <pc:docMk/>
            <pc:sldMk cId="1481393748" sldId="295"/>
            <ac:spMk id="4" creationId="{9FFAE2FC-4E79-40C1-83A3-9CF810DEFD28}"/>
          </ac:spMkLst>
        </pc:spChg>
        <pc:spChg chg="add mod">
          <ac:chgData name="Sam O'Neill" userId="cb323814-a42a-4cfe-bc74-03f595e56f6e" providerId="ADAL" clId="{559C20C6-E908-4A0B-913B-73AA4FB10806}" dt="2020-01-29T13:08:25.733" v="610"/>
          <ac:spMkLst>
            <pc:docMk/>
            <pc:sldMk cId="1481393748" sldId="295"/>
            <ac:spMk id="5" creationId="{6D95BC4D-9CA5-4392-86C2-A92F9422D97F}"/>
          </ac:spMkLst>
        </pc:spChg>
      </pc:sldChg>
      <pc:sldChg chg="delSp modSp add">
        <pc:chgData name="Sam O'Neill" userId="cb323814-a42a-4cfe-bc74-03f595e56f6e" providerId="ADAL" clId="{559C20C6-E908-4A0B-913B-73AA4FB10806}" dt="2020-01-29T13:12:03.489" v="828" actId="20577"/>
        <pc:sldMkLst>
          <pc:docMk/>
          <pc:sldMk cId="2444773635" sldId="296"/>
        </pc:sldMkLst>
        <pc:spChg chg="mod">
          <ac:chgData name="Sam O'Neill" userId="cb323814-a42a-4cfe-bc74-03f595e56f6e" providerId="ADAL" clId="{559C20C6-E908-4A0B-913B-73AA4FB10806}" dt="2020-01-29T13:10:04.658" v="652" actId="20577"/>
          <ac:spMkLst>
            <pc:docMk/>
            <pc:sldMk cId="2444773635" sldId="296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3:12:03.489" v="828" actId="20577"/>
          <ac:spMkLst>
            <pc:docMk/>
            <pc:sldMk cId="2444773635" sldId="296"/>
            <ac:spMk id="3" creationId="{5198A88B-52B3-469E-A512-B72752EB7862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5" creationId="{8FA8459A-ECFE-422B-85A6-FEA596703881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6" creationId="{364C9355-AB32-4042-B2F5-6701B21EB278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7" creationId="{4A1BC99B-2E81-4349-A7BF-2542B3F1A082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11" creationId="{3550C79E-F7CA-47E2-BDCE-D5EEAEBFA31E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12" creationId="{DFFD4FC1-7AF8-4C2D-8FE0-071D11B7BF99}"/>
          </ac:spMkLst>
        </pc:spChg>
        <pc:spChg chg="del">
          <ac:chgData name="Sam O'Neill" userId="cb323814-a42a-4cfe-bc74-03f595e56f6e" providerId="ADAL" clId="{559C20C6-E908-4A0B-913B-73AA4FB10806}" dt="2020-01-29T13:10:09.901" v="653" actId="478"/>
          <ac:spMkLst>
            <pc:docMk/>
            <pc:sldMk cId="2444773635" sldId="296"/>
            <ac:spMk id="13" creationId="{9502B1BB-6E43-44BB-AAD7-29DE49CD8BD2}"/>
          </ac:spMkLst>
        </pc:spChg>
        <pc:cxnChg chg="del">
          <ac:chgData name="Sam O'Neill" userId="cb323814-a42a-4cfe-bc74-03f595e56f6e" providerId="ADAL" clId="{559C20C6-E908-4A0B-913B-73AA4FB10806}" dt="2020-01-29T13:10:09.901" v="653" actId="478"/>
          <ac:cxnSpMkLst>
            <pc:docMk/>
            <pc:sldMk cId="2444773635" sldId="296"/>
            <ac:cxnSpMk id="15" creationId="{E769BEEA-6756-4F4D-8F75-192B74BCC0C5}"/>
          </ac:cxnSpMkLst>
        </pc:cxnChg>
        <pc:cxnChg chg="del">
          <ac:chgData name="Sam O'Neill" userId="cb323814-a42a-4cfe-bc74-03f595e56f6e" providerId="ADAL" clId="{559C20C6-E908-4A0B-913B-73AA4FB10806}" dt="2020-01-29T13:10:09.901" v="653" actId="478"/>
          <ac:cxnSpMkLst>
            <pc:docMk/>
            <pc:sldMk cId="2444773635" sldId="296"/>
            <ac:cxnSpMk id="16" creationId="{8FE8D943-6F4C-4967-8368-08ED1B2BB878}"/>
          </ac:cxnSpMkLst>
        </pc:cxnChg>
      </pc:sldChg>
      <pc:sldChg chg="addSp modSp add del">
        <pc:chgData name="Sam O'Neill" userId="cb323814-a42a-4cfe-bc74-03f595e56f6e" providerId="ADAL" clId="{559C20C6-E908-4A0B-913B-73AA4FB10806}" dt="2020-01-29T13:52:41.354" v="2542" actId="47"/>
        <pc:sldMkLst>
          <pc:docMk/>
          <pc:sldMk cId="1271737553" sldId="297"/>
        </pc:sldMkLst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" creationId="{6F297346-54D4-4A88-B042-5939CA44E13A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5" creationId="{33DB83AE-8F32-429D-BFB7-FDE43F0A5E94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7" creationId="{94D65D42-17CF-4DEC-AF7F-9B4AFD04B656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8" creationId="{62F999D3-8E66-4A56-ACEB-3E16DBEE7850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29" creationId="{EF4DC98A-BACB-404F-B70A-D570D907D3EA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1" creationId="{383145C9-D2B9-4EB4-B48F-CE004C282E4F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2" creationId="{4C557FB7-2024-4ED0-AEA2-9D0E5FDAC0E6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3" creationId="{0DD7F380-CE5F-4A51-882B-23BCD6DB1D67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6" creationId="{B4F8BD95-DE93-4D02-8CA1-C502E7D90CED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7" creationId="{883770D7-DDE2-4860-8604-C3FAD7E3F314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8" creationId="{A7787F80-8EB5-4A22-9B46-2A2D26B816A5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39" creationId="{0C3E1D3E-AD75-4EA0-B755-4E1EF6596AF5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16:42.823" v="886" actId="404"/>
          <ac:spMkLst>
            <pc:docMk/>
            <pc:sldMk cId="1271737553" sldId="297"/>
            <ac:spMk id="84" creationId="{C4A004CF-8122-42E4-9530-61EFC2589855}"/>
          </ac:spMkLst>
        </pc:spChg>
        <pc:grpChg chg="add mod">
          <ac:chgData name="Sam O'Neill" userId="cb323814-a42a-4cfe-bc74-03f595e56f6e" providerId="ADAL" clId="{559C20C6-E908-4A0B-913B-73AA4FB10806}" dt="2020-01-29T13:16:39.825" v="884" actId="14100"/>
          <ac:grpSpMkLst>
            <pc:docMk/>
            <pc:sldMk cId="1271737553" sldId="297"/>
            <ac:grpSpMk id="4" creationId="{A35A0699-A778-4ECE-898A-0E1E14294A3B}"/>
          </ac:grpSpMkLst>
        </pc:grp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16:33.472" v="883" actId="164"/>
          <ac:cxnSpMkLst>
            <pc:docMk/>
            <pc:sldMk cId="1271737553" sldId="297"/>
            <ac:cxnSpMk id="73" creationId="{E3189EE5-9EEA-4338-B2DF-41C831AAB87C}"/>
          </ac:cxnSpMkLst>
        </pc:cxnChg>
      </pc:sldChg>
      <pc:sldChg chg="add del">
        <pc:chgData name="Sam O'Neill" userId="cb323814-a42a-4cfe-bc74-03f595e56f6e" providerId="ADAL" clId="{559C20C6-E908-4A0B-913B-73AA4FB10806}" dt="2020-01-29T13:15:34.939" v="878"/>
        <pc:sldMkLst>
          <pc:docMk/>
          <pc:sldMk cId="3835882876" sldId="297"/>
        </pc:sldMkLst>
      </pc:sldChg>
      <pc:sldChg chg="add del">
        <pc:chgData name="Sam O'Neill" userId="cb323814-a42a-4cfe-bc74-03f595e56f6e" providerId="ADAL" clId="{559C20C6-E908-4A0B-913B-73AA4FB10806}" dt="2020-01-29T13:16:07.893" v="880"/>
        <pc:sldMkLst>
          <pc:docMk/>
          <pc:sldMk cId="3998874696" sldId="297"/>
        </pc:sldMkLst>
      </pc:sldChg>
      <pc:sldChg chg="addSp delSp modSp add">
        <pc:chgData name="Sam O'Neill" userId="cb323814-a42a-4cfe-bc74-03f595e56f6e" providerId="ADAL" clId="{559C20C6-E908-4A0B-913B-73AA4FB10806}" dt="2020-01-29T16:31:04.325" v="3920" actId="478"/>
        <pc:sldMkLst>
          <pc:docMk/>
          <pc:sldMk cId="2385059939" sldId="298"/>
        </pc:sldMkLst>
        <pc:spChg chg="add mod">
          <ac:chgData name="Sam O'Neill" userId="cb323814-a42a-4cfe-bc74-03f595e56f6e" providerId="ADAL" clId="{559C20C6-E908-4A0B-913B-73AA4FB10806}" dt="2020-01-29T13:21:23.006" v="1020" actId="1076"/>
          <ac:spMkLst>
            <pc:docMk/>
            <pc:sldMk cId="2385059939" sldId="298"/>
            <ac:spMk id="25" creationId="{CE0F35F8-2D14-42F7-98CA-CE048B52F1C0}"/>
          </ac:spMkLst>
        </pc:spChg>
        <pc:spChg chg="add mod">
          <ac:chgData name="Sam O'Neill" userId="cb323814-a42a-4cfe-bc74-03f595e56f6e" providerId="ADAL" clId="{559C20C6-E908-4A0B-913B-73AA4FB10806}" dt="2020-01-29T13:21:23.006" v="1020" actId="1076"/>
          <ac:spMkLst>
            <pc:docMk/>
            <pc:sldMk cId="2385059939" sldId="298"/>
            <ac:spMk id="26" creationId="{C3E60562-109A-487E-BDF7-D54486139D07}"/>
          </ac:spMkLst>
        </pc:spChg>
        <pc:spChg chg="add mod">
          <ac:chgData name="Sam O'Neill" userId="cb323814-a42a-4cfe-bc74-03f595e56f6e" providerId="ADAL" clId="{559C20C6-E908-4A0B-913B-73AA4FB10806}" dt="2020-01-29T13:22:27.480" v="1055" actId="1076"/>
          <ac:spMkLst>
            <pc:docMk/>
            <pc:sldMk cId="2385059939" sldId="298"/>
            <ac:spMk id="28" creationId="{1E1CD957-A6AF-498E-A473-3D2B06AFB60D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0" creationId="{D6BFF5E9-31D1-4053-81CC-0F9B7E767953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1" creationId="{5BF83111-0E3D-4293-96F3-0ECA33E8F07B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2" creationId="{B40381C1-8F1C-4D32-9BBC-C49210A2E960}"/>
          </ac:spMkLst>
        </pc:spChg>
        <pc:spChg chg="add">
          <ac:chgData name="Sam O'Neill" userId="cb323814-a42a-4cfe-bc74-03f595e56f6e" providerId="ADAL" clId="{559C20C6-E908-4A0B-913B-73AA4FB10806}" dt="2020-01-29T16:11:37.144" v="3688"/>
          <ac:spMkLst>
            <pc:docMk/>
            <pc:sldMk cId="2385059939" sldId="298"/>
            <ac:spMk id="33" creationId="{EB4F9216-AB54-4636-8F9A-5B1F315FD43E}"/>
          </ac:spMkLst>
        </pc:spChg>
        <pc:spChg chg="del">
          <ac:chgData name="Sam O'Neill" userId="cb323814-a42a-4cfe-bc74-03f595e56f6e" providerId="ADAL" clId="{559C20C6-E908-4A0B-913B-73AA4FB10806}" dt="2020-01-29T13:21:43.762" v="1031" actId="478"/>
          <ac:spMkLst>
            <pc:docMk/>
            <pc:sldMk cId="2385059939" sldId="298"/>
            <ac:spMk id="36" creationId="{391177A7-3BA1-4B05-A46A-54FD59290713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44" creationId="{D887E03B-5F16-4B0B-A4FD-B6468D1BA3AE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48" creationId="{91CC64C6-4A0C-4471-8427-47067D595D0A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51" creationId="{BD573B4C-7BA4-4E79-8F11-C8E0D39436E3}"/>
          </ac:spMkLst>
        </pc:spChg>
        <pc:spChg chg="del">
          <ac:chgData name="Sam O'Neill" userId="cb323814-a42a-4cfe-bc74-03f595e56f6e" providerId="ADAL" clId="{559C20C6-E908-4A0B-913B-73AA4FB10806}" dt="2020-01-29T16:11:34.884" v="3687"/>
          <ac:spMkLst>
            <pc:docMk/>
            <pc:sldMk cId="2385059939" sldId="298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21:30.845" v="1026" actId="6549"/>
          <ac:spMkLst>
            <pc:docMk/>
            <pc:sldMk cId="2385059939" sldId="298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21:29.311" v="1025" actId="6549"/>
          <ac:spMkLst>
            <pc:docMk/>
            <pc:sldMk cId="2385059939" sldId="298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21:27.543" v="1024" actId="20577"/>
          <ac:spMkLst>
            <pc:docMk/>
            <pc:sldMk cId="2385059939" sldId="298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21:35.325" v="1029" actId="6549"/>
          <ac:spMkLst>
            <pc:docMk/>
            <pc:sldMk cId="2385059939" sldId="298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21:33.917" v="1028" actId="6549"/>
          <ac:spMkLst>
            <pc:docMk/>
            <pc:sldMk cId="2385059939" sldId="298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21:32.191" v="1027" actId="6549"/>
          <ac:spMkLst>
            <pc:docMk/>
            <pc:sldMk cId="2385059939" sldId="298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21:36.839" v="1030" actId="6549"/>
          <ac:spMkLst>
            <pc:docMk/>
            <pc:sldMk cId="2385059939" sldId="298"/>
            <ac:spMk id="84" creationId="{C4A004CF-8122-42E4-9530-61EFC2589855}"/>
          </ac:spMkLst>
        </pc:spChg>
        <pc:graphicFrameChg chg="del mod modGraphic">
          <ac:chgData name="Sam O'Neill" userId="cb323814-a42a-4cfe-bc74-03f595e56f6e" providerId="ADAL" clId="{559C20C6-E908-4A0B-913B-73AA4FB10806}" dt="2020-01-29T13:25:37.799" v="1104" actId="478"/>
          <ac:graphicFrameMkLst>
            <pc:docMk/>
            <pc:sldMk cId="2385059939" sldId="298"/>
            <ac:graphicFrameMk id="3" creationId="{579DAE36-0FA4-40A8-A5F0-4407A09F9A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1:04.325" v="3920" actId="478"/>
          <ac:graphicFrameMkLst>
            <pc:docMk/>
            <pc:sldMk cId="2385059939" sldId="298"/>
            <ac:graphicFrameMk id="29" creationId="{96F2BFFF-0FC1-440B-ABFE-51BB244A0ED1}"/>
          </ac:graphicFrameMkLst>
        </pc:graphicFrameChg>
        <pc:cxnChg chg="add mod">
          <ac:chgData name="Sam O'Neill" userId="cb323814-a42a-4cfe-bc74-03f595e56f6e" providerId="ADAL" clId="{559C20C6-E908-4A0B-913B-73AA4FB10806}" dt="2020-01-29T13:21:52.160" v="1033" actId="1076"/>
          <ac:cxnSpMkLst>
            <pc:docMk/>
            <pc:sldMk cId="2385059939" sldId="298"/>
            <ac:cxnSpMk id="27" creationId="{8F6AAB70-506A-4A17-A576-8473696DA9AB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1:06.300" v="3921" actId="478"/>
        <pc:sldMkLst>
          <pc:docMk/>
          <pc:sldMk cId="2070830331" sldId="299"/>
        </pc:sldMkLst>
        <pc:spChg chg="del">
          <ac:chgData name="Sam O'Neill" userId="cb323814-a42a-4cfe-bc74-03f595e56f6e" providerId="ADAL" clId="{559C20C6-E908-4A0B-913B-73AA4FB10806}" dt="2020-01-29T13:22:53.009" v="1058" actId="478"/>
          <ac:spMkLst>
            <pc:docMk/>
            <pc:sldMk cId="2070830331" sldId="299"/>
            <ac:spMk id="28" creationId="{1E1CD957-A6AF-498E-A473-3D2B06AFB60D}"/>
          </ac:spMkLst>
        </pc:spChg>
        <pc:spChg chg="add mod">
          <ac:chgData name="Sam O'Neill" userId="cb323814-a42a-4cfe-bc74-03f595e56f6e" providerId="ADAL" clId="{559C20C6-E908-4A0B-913B-73AA4FB10806}" dt="2020-01-29T13:23:11.921" v="1064" actId="1076"/>
          <ac:spMkLst>
            <pc:docMk/>
            <pc:sldMk cId="2070830331" sldId="299"/>
            <ac:spMk id="30" creationId="{E20925CF-E673-457C-81B4-7BC6ECADB720}"/>
          </ac:spMkLst>
        </pc:spChg>
        <pc:spChg chg="add mod">
          <ac:chgData name="Sam O'Neill" userId="cb323814-a42a-4cfe-bc74-03f595e56f6e" providerId="ADAL" clId="{559C20C6-E908-4A0B-913B-73AA4FB10806}" dt="2020-01-29T13:23:07.137" v="1062" actId="1076"/>
          <ac:spMkLst>
            <pc:docMk/>
            <pc:sldMk cId="2070830331" sldId="299"/>
            <ac:spMk id="31" creationId="{CFCA3A0E-1ADD-4BD7-B3BF-259A9B5FA34B}"/>
          </ac:spMkLst>
        </pc:spChg>
        <pc:graphicFrameChg chg="del">
          <ac:chgData name="Sam O'Neill" userId="cb323814-a42a-4cfe-bc74-03f595e56f6e" providerId="ADAL" clId="{559C20C6-E908-4A0B-913B-73AA4FB10806}" dt="2020-01-29T13:25:42.269" v="1106" actId="478"/>
          <ac:graphicFrameMkLst>
            <pc:docMk/>
            <pc:sldMk cId="2070830331" sldId="299"/>
            <ac:graphicFrameMk id="3" creationId="{579DAE36-0FA4-40A8-A5F0-4407A09F9AE3}"/>
          </ac:graphicFrameMkLst>
        </pc:graphicFrameChg>
        <pc:graphicFrameChg chg="add del">
          <ac:chgData name="Sam O'Neill" userId="cb323814-a42a-4cfe-bc74-03f595e56f6e" providerId="ADAL" clId="{559C20C6-E908-4A0B-913B-73AA4FB10806}" dt="2020-01-29T13:41:52.162" v="2227" actId="478"/>
          <ac:graphicFrameMkLst>
            <pc:docMk/>
            <pc:sldMk cId="2070830331" sldId="299"/>
            <ac:graphicFrameMk id="32" creationId="{A2C70615-D68B-4FCD-8599-107CF2B9C04E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1:06.300" v="3921" actId="478"/>
          <ac:graphicFrameMkLst>
            <pc:docMk/>
            <pc:sldMk cId="2070830331" sldId="299"/>
            <ac:graphicFrameMk id="33" creationId="{F1BAB059-801F-4F48-A001-12E5EDD0198B}"/>
          </ac:graphicFrameMkLst>
        </pc:graphicFrameChg>
        <pc:cxnChg chg="del">
          <ac:chgData name="Sam O'Neill" userId="cb323814-a42a-4cfe-bc74-03f595e56f6e" providerId="ADAL" clId="{559C20C6-E908-4A0B-913B-73AA4FB10806}" dt="2020-01-29T13:22:53.009" v="1058" actId="478"/>
          <ac:cxnSpMkLst>
            <pc:docMk/>
            <pc:sldMk cId="2070830331" sldId="299"/>
            <ac:cxnSpMk id="27" creationId="{8F6AAB70-506A-4A17-A576-8473696DA9AB}"/>
          </ac:cxnSpMkLst>
        </pc:cxnChg>
        <pc:cxnChg chg="add mod">
          <ac:chgData name="Sam O'Neill" userId="cb323814-a42a-4cfe-bc74-03f595e56f6e" providerId="ADAL" clId="{559C20C6-E908-4A0B-913B-73AA4FB10806}" dt="2020-01-29T13:23:10.041" v="1063" actId="14100"/>
          <ac:cxnSpMkLst>
            <pc:docMk/>
            <pc:sldMk cId="2070830331" sldId="299"/>
            <ac:cxnSpMk id="29" creationId="{3C0F93E0-E4E1-4E42-A780-B31D156CBF8B}"/>
          </ac:cxnSpMkLst>
        </pc:cxnChg>
      </pc:sldChg>
      <pc:sldChg chg="addSp delSp modSp add del">
        <pc:chgData name="Sam O'Neill" userId="cb323814-a42a-4cfe-bc74-03f595e56f6e" providerId="ADAL" clId="{559C20C6-E908-4A0B-913B-73AA4FB10806}" dt="2020-01-29T16:38:03.595" v="4234" actId="47"/>
        <pc:sldMkLst>
          <pc:docMk/>
          <pc:sldMk cId="2883914214" sldId="300"/>
        </pc:sldMkLst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25" creationId="{CE0F35F8-2D14-42F7-98CA-CE048B52F1C0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26" creationId="{C3E60562-109A-487E-BDF7-D54486139D07}"/>
          </ac:spMkLst>
        </pc:spChg>
        <pc:spChg chg="del">
          <ac:chgData name="Sam O'Neill" userId="cb323814-a42a-4cfe-bc74-03f595e56f6e" providerId="ADAL" clId="{559C20C6-E908-4A0B-913B-73AA4FB10806}" dt="2020-01-29T13:23:37.939" v="1067" actId="478"/>
          <ac:spMkLst>
            <pc:docMk/>
            <pc:sldMk cId="2883914214" sldId="300"/>
            <ac:spMk id="30" creationId="{E20925CF-E673-457C-81B4-7BC6ECADB720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31" creationId="{CFCA3A0E-1ADD-4BD7-B3BF-259A9B5FA34B}"/>
          </ac:spMkLst>
        </pc:spChg>
        <pc:spChg chg="add mod">
          <ac:chgData name="Sam O'Neill" userId="cb323814-a42a-4cfe-bc74-03f595e56f6e" providerId="ADAL" clId="{559C20C6-E908-4A0B-913B-73AA4FB10806}" dt="2020-01-29T13:24:15.210" v="1074" actId="1076"/>
          <ac:spMkLst>
            <pc:docMk/>
            <pc:sldMk cId="2883914214" sldId="300"/>
            <ac:spMk id="32" creationId="{3606D8CD-A33A-4586-982E-C70BB44176AB}"/>
          </ac:spMkLst>
        </pc:spChg>
        <pc:spChg chg="add 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33" creationId="{1A1369A9-D875-4C2C-A31C-0C1AE79625F4}"/>
          </ac:spMkLst>
        </pc:spChg>
        <pc:spChg chg="add 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34" creationId="{CE8255FF-E6FC-4573-8791-BE666BE7BB99}"/>
          </ac:spMkLst>
        </pc:spChg>
        <pc:spChg chg="add mod">
          <ac:chgData name="Sam O'Neill" userId="cb323814-a42a-4cfe-bc74-03f595e56f6e" providerId="ADAL" clId="{559C20C6-E908-4A0B-913B-73AA4FB10806}" dt="2020-01-29T16:32:50.368" v="4100" actId="20577"/>
          <ac:spMkLst>
            <pc:docMk/>
            <pc:sldMk cId="2883914214" sldId="300"/>
            <ac:spMk id="37" creationId="{CD61E19D-1784-41D0-98F0-5C39CBDB18E7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6:32:17.635" v="4031" actId="208"/>
          <ac:spMkLst>
            <pc:docMk/>
            <pc:sldMk cId="2883914214" sldId="300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6:32:17.635" v="4031" actId="208"/>
          <ac:spMkLst>
            <pc:docMk/>
            <pc:sldMk cId="2883914214" sldId="300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24:12.571" v="1073" actId="1076"/>
          <ac:spMkLst>
            <pc:docMk/>
            <pc:sldMk cId="2883914214" sldId="300"/>
            <ac:spMk id="84" creationId="{C4A004CF-8122-42E4-9530-61EFC2589855}"/>
          </ac:spMkLst>
        </pc:spChg>
        <pc:graphicFrameChg chg="del">
          <ac:chgData name="Sam O'Neill" userId="cb323814-a42a-4cfe-bc74-03f595e56f6e" providerId="ADAL" clId="{559C20C6-E908-4A0B-913B-73AA4FB10806}" dt="2020-01-29T13:25:47.053" v="1108" actId="478"/>
          <ac:graphicFrameMkLst>
            <pc:docMk/>
            <pc:sldMk cId="2883914214" sldId="300"/>
            <ac:graphicFrameMk id="3" creationId="{579DAE36-0FA4-40A8-A5F0-4407A09F9AE3}"/>
          </ac:graphicFrameMkLst>
        </pc:graphicFrameChg>
        <pc:graphicFrameChg chg="add del">
          <ac:chgData name="Sam O'Neill" userId="cb323814-a42a-4cfe-bc74-03f595e56f6e" providerId="ADAL" clId="{559C20C6-E908-4A0B-913B-73AA4FB10806}" dt="2020-01-29T13:41:56.816" v="2229" actId="478"/>
          <ac:graphicFrameMkLst>
            <pc:docMk/>
            <pc:sldMk cId="2883914214" sldId="300"/>
            <ac:graphicFrameMk id="35" creationId="{F25FB68E-A817-493F-895B-82EEE7291DFD}"/>
          </ac:graphicFrameMkLst>
        </pc:graphicFrameChg>
        <pc:graphicFrameChg chg="add mod modGraphic">
          <ac:chgData name="Sam O'Neill" userId="cb323814-a42a-4cfe-bc74-03f595e56f6e" providerId="ADAL" clId="{559C20C6-E908-4A0B-913B-73AA4FB10806}" dt="2020-01-29T16:20:23.095" v="3825"/>
          <ac:graphicFrameMkLst>
            <pc:docMk/>
            <pc:sldMk cId="2883914214" sldId="300"/>
            <ac:graphicFrameMk id="36" creationId="{E8C93F85-4CBB-4A51-BAE5-2F6415550FE3}"/>
          </ac:graphicFrameMkLst>
        </pc:graphicFrameChg>
        <pc:cxnChg chg="del">
          <ac:chgData name="Sam O'Neill" userId="cb323814-a42a-4cfe-bc74-03f595e56f6e" providerId="ADAL" clId="{559C20C6-E908-4A0B-913B-73AA4FB10806}" dt="2020-01-29T13:23:37.939" v="1067" actId="478"/>
          <ac:cxnSpMkLst>
            <pc:docMk/>
            <pc:sldMk cId="2883914214" sldId="300"/>
            <ac:cxnSpMk id="29" creationId="{3C0F93E0-E4E1-4E42-A780-B31D156CBF8B}"/>
          </ac:cxnSpMkLst>
        </pc:cxnChg>
        <pc:cxnChg chg="mod">
          <ac:chgData name="Sam O'Neill" userId="cb323814-a42a-4cfe-bc74-03f595e56f6e" providerId="ADAL" clId="{559C20C6-E908-4A0B-913B-73AA4FB10806}" dt="2020-01-29T16:32:20.884" v="4032" actId="208"/>
          <ac:cxnSpMkLst>
            <pc:docMk/>
            <pc:sldMk cId="2883914214" sldId="300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24:12.571" v="1073" actId="1076"/>
          <ac:cxnSpMkLst>
            <pc:docMk/>
            <pc:sldMk cId="2883914214" sldId="300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45:58.063" v="4428" actId="20577"/>
        <pc:sldMkLst>
          <pc:docMk/>
          <pc:sldMk cId="4202980668" sldId="301"/>
        </pc:sldMkLst>
        <pc:spChg chg="mod">
          <ac:chgData name="Sam O'Neill" userId="cb323814-a42a-4cfe-bc74-03f595e56f6e" providerId="ADAL" clId="{559C20C6-E908-4A0B-913B-73AA4FB10806}" dt="2020-01-29T16:14:29.147" v="3729" actId="20577"/>
          <ac:spMkLst>
            <pc:docMk/>
            <pc:sldMk cId="4202980668" sldId="301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6:28:00.666" v="3877" actId="1076"/>
          <ac:spMkLst>
            <pc:docMk/>
            <pc:sldMk cId="4202980668" sldId="301"/>
            <ac:spMk id="28" creationId="{62F999D3-8E66-4A56-ACEB-3E16DBEE7850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29" creationId="{EF4DC98A-BACB-404F-B70A-D570D907D3EA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33" creationId="{0DD7F380-CE5F-4A51-882B-23BCD6DB1D67}"/>
          </ac:spMkLst>
        </pc:spChg>
        <pc:spChg chg="del mod">
          <ac:chgData name="Sam O'Neill" userId="cb323814-a42a-4cfe-bc74-03f595e56f6e" providerId="ADAL" clId="{559C20C6-E908-4A0B-913B-73AA4FB10806}" dt="2020-01-29T16:29:49.882" v="3918" actId="478"/>
          <ac:spMkLst>
            <pc:docMk/>
            <pc:sldMk cId="4202980668" sldId="301"/>
            <ac:spMk id="36" creationId="{B4F8BD95-DE93-4D02-8CA1-C502E7D90CED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48" creationId="{E45BD8B0-2D4D-4601-8049-879EA278419F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0" creationId="{FC327A8B-BF68-4EF9-A90C-E2C75CA9267C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2" creationId="{7F42C71B-4EE3-4068-A953-2BEC308EAE35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3" creationId="{02DE0087-C528-4E8A-9177-C50EE10D12E0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4" creationId="{5E08737E-659A-4A74-98D9-36740E6966A1}"/>
          </ac:spMkLst>
        </pc:spChg>
        <pc:spChg chg="mod">
          <ac:chgData name="Sam O'Neill" userId="cb323814-a42a-4cfe-bc74-03f595e56f6e" providerId="ADAL" clId="{559C20C6-E908-4A0B-913B-73AA4FB10806}" dt="2020-01-29T16:28:19.739" v="3892" actId="20577"/>
          <ac:spMkLst>
            <pc:docMk/>
            <pc:sldMk cId="4202980668" sldId="301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6" creationId="{2869DDEE-67E3-44F9-80B0-A743909C5A9F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58" creationId="{B10601DE-0FE8-4390-853F-7CB86DA8D934}"/>
          </ac:spMkLst>
        </pc:spChg>
        <pc:spChg chg="del">
          <ac:chgData name="Sam O'Neill" userId="cb323814-a42a-4cfe-bc74-03f595e56f6e" providerId="ADAL" clId="{559C20C6-E908-4A0B-913B-73AA4FB10806}" dt="2020-01-29T13:30:06.915" v="1195" actId="478"/>
          <ac:spMkLst>
            <pc:docMk/>
            <pc:sldMk cId="4202980668" sldId="301"/>
            <ac:spMk id="63" creationId="{C495B516-C4B0-482F-B187-D6E671BB2080}"/>
          </ac:spMkLst>
        </pc:spChg>
        <pc:spChg chg="del">
          <ac:chgData name="Sam O'Neill" userId="cb323814-a42a-4cfe-bc74-03f595e56f6e" providerId="ADAL" clId="{559C20C6-E908-4A0B-913B-73AA4FB10806}" dt="2020-01-29T13:30:56.674" v="1204" actId="478"/>
          <ac:spMkLst>
            <pc:docMk/>
            <pc:sldMk cId="4202980668" sldId="301"/>
            <ac:spMk id="77" creationId="{14A3E01B-5231-4E50-A0CE-200317965192}"/>
          </ac:spMkLst>
        </pc:spChg>
        <pc:spChg chg="add mod">
          <ac:chgData name="Sam O'Neill" userId="cb323814-a42a-4cfe-bc74-03f595e56f6e" providerId="ADAL" clId="{559C20C6-E908-4A0B-913B-73AA4FB10806}" dt="2020-01-29T16:45:58.063" v="4428" actId="20577"/>
          <ac:spMkLst>
            <pc:docMk/>
            <pc:sldMk cId="4202980668" sldId="301"/>
            <ac:spMk id="79" creationId="{058237AD-1FBC-40A2-BFC4-5823CCBF2BAD}"/>
          </ac:spMkLst>
        </pc:spChg>
        <pc:spChg chg="add mod">
          <ac:chgData name="Sam O'Neill" userId="cb323814-a42a-4cfe-bc74-03f595e56f6e" providerId="ADAL" clId="{559C20C6-E908-4A0B-913B-73AA4FB10806}" dt="2020-01-29T16:28:14.163" v="3885" actId="20577"/>
          <ac:spMkLst>
            <pc:docMk/>
            <pc:sldMk cId="4202980668" sldId="301"/>
            <ac:spMk id="80" creationId="{A9BE0A54-0721-4382-BEB1-E515FC900018}"/>
          </ac:spMkLst>
        </pc:spChg>
        <pc:spChg chg="add mod">
          <ac:chgData name="Sam O'Neill" userId="cb323814-a42a-4cfe-bc74-03f595e56f6e" providerId="ADAL" clId="{559C20C6-E908-4A0B-913B-73AA4FB10806}" dt="2020-01-29T16:28:08.083" v="3880" actId="1076"/>
          <ac:spMkLst>
            <pc:docMk/>
            <pc:sldMk cId="4202980668" sldId="301"/>
            <ac:spMk id="81" creationId="{B25B4CF1-B288-42D8-A1EE-EFA796FD3028}"/>
          </ac:spMkLst>
        </pc:spChg>
        <pc:spChg chg="add del mod">
          <ac:chgData name="Sam O'Neill" userId="cb323814-a42a-4cfe-bc74-03f595e56f6e" providerId="ADAL" clId="{559C20C6-E908-4A0B-913B-73AA4FB10806}" dt="2020-01-29T16:29:48.011" v="3917" actId="478"/>
          <ac:spMkLst>
            <pc:docMk/>
            <pc:sldMk cId="4202980668" sldId="301"/>
            <ac:spMk id="82" creationId="{DA8C5D99-040B-404A-9EE9-BF48B88ADE9E}"/>
          </ac:spMkLst>
        </pc:spChg>
        <pc:spChg chg="del mod">
          <ac:chgData name="Sam O'Neill" userId="cb323814-a42a-4cfe-bc74-03f595e56f6e" providerId="ADAL" clId="{559C20C6-E908-4A0B-913B-73AA4FB10806}" dt="2020-01-29T16:14:01.212" v="3703" actId="478"/>
          <ac:spMkLst>
            <pc:docMk/>
            <pc:sldMk cId="4202980668" sldId="301"/>
            <ac:spMk id="83" creationId="{C18A5F47-794A-4A37-B744-6DB2AE9D9962}"/>
          </ac:spMkLst>
        </pc:spChg>
        <pc:spChg chg="add mod">
          <ac:chgData name="Sam O'Neill" userId="cb323814-a42a-4cfe-bc74-03f595e56f6e" providerId="ADAL" clId="{559C20C6-E908-4A0B-913B-73AA4FB10806}" dt="2020-01-29T16:29:09.874" v="3916" actId="1076"/>
          <ac:spMkLst>
            <pc:docMk/>
            <pc:sldMk cId="4202980668" sldId="301"/>
            <ac:spMk id="92" creationId="{4A2F3E26-4F9D-4A64-B580-444B9FAD00DF}"/>
          </ac:spMkLst>
        </pc:spChg>
        <pc:grpChg chg="del">
          <ac:chgData name="Sam O'Neill" userId="cb323814-a42a-4cfe-bc74-03f595e56f6e" providerId="ADAL" clId="{559C20C6-E908-4A0B-913B-73AA4FB10806}" dt="2020-01-29T13:30:03.641" v="1194" actId="478"/>
          <ac:grpSpMkLst>
            <pc:docMk/>
            <pc:sldMk cId="4202980668" sldId="301"/>
            <ac:grpSpMk id="8" creationId="{703CC621-2FC4-44E7-983A-CBD064C8256A}"/>
          </ac:grpSpMkLst>
        </pc:grpChg>
        <pc:cxnChg chg="del">
          <ac:chgData name="Sam O'Neill" userId="cb323814-a42a-4cfe-bc74-03f595e56f6e" providerId="ADAL" clId="{559C20C6-E908-4A0B-913B-73AA4FB10806}" dt="2020-01-29T13:30:06.915" v="1195" actId="478"/>
          <ac:cxnSpMkLst>
            <pc:docMk/>
            <pc:sldMk cId="4202980668" sldId="301"/>
            <ac:cxnSpMk id="51" creationId="{B9171975-38B9-47CE-AD98-92AB3C96F6A7}"/>
          </ac:cxnSpMkLst>
        </pc:cxnChg>
        <pc:cxnChg chg="del mod">
          <ac:chgData name="Sam O'Neill" userId="cb323814-a42a-4cfe-bc74-03f595e56f6e" providerId="ADAL" clId="{559C20C6-E908-4A0B-913B-73AA4FB10806}" dt="2020-01-29T16:14:02.435" v="3704" actId="478"/>
          <ac:cxnSpMkLst>
            <pc:docMk/>
            <pc:sldMk cId="4202980668" sldId="301"/>
            <ac:cxnSpMk id="73" creationId="{E3189EE5-9EEA-4338-B2DF-41C831AAB87C}"/>
          </ac:cxnSpMkLst>
        </pc:cxnChg>
        <pc:cxnChg chg="add mod">
          <ac:chgData name="Sam O'Neill" userId="cb323814-a42a-4cfe-bc74-03f595e56f6e" providerId="ADAL" clId="{559C20C6-E908-4A0B-913B-73AA4FB10806}" dt="2020-01-29T16:28:08.083" v="3880" actId="1076"/>
          <ac:cxnSpMkLst>
            <pc:docMk/>
            <pc:sldMk cId="4202980668" sldId="301"/>
            <ac:cxnSpMk id="84" creationId="{FB58B0DB-9F4B-4F99-96EF-C549F44BB2AD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3:39:50.285" v="2178" actId="20577"/>
        <pc:sldMkLst>
          <pc:docMk/>
          <pc:sldMk cId="3057753886" sldId="302"/>
        </pc:sldMkLst>
        <pc:spChg chg="mod">
          <ac:chgData name="Sam O'Neill" userId="cb323814-a42a-4cfe-bc74-03f595e56f6e" providerId="ADAL" clId="{559C20C6-E908-4A0B-913B-73AA4FB10806}" dt="2020-01-29T13:34:00.229" v="1513" actId="20577"/>
          <ac:spMkLst>
            <pc:docMk/>
            <pc:sldMk cId="3057753886" sldId="302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3:39:50.285" v="2178" actId="20577"/>
          <ac:spMkLst>
            <pc:docMk/>
            <pc:sldMk cId="3057753886" sldId="302"/>
            <ac:spMk id="12" creationId="{F08CE3A8-D718-4E6C-A940-9920ECC0B492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28" creationId="{62F999D3-8E66-4A56-ACEB-3E16DBEE7850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29" creationId="{EF4DC98A-BACB-404F-B70A-D570D907D3EA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33" creationId="{0DD7F380-CE5F-4A51-882B-23BCD6DB1D67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36" creationId="{B4F8BD95-DE93-4D02-8CA1-C502E7D90CED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79" creationId="{058237AD-1FBC-40A2-BFC4-5823CCBF2BAD}"/>
          </ac:spMkLst>
        </pc:spChg>
        <pc:spChg chg="del">
          <ac:chgData name="Sam O'Neill" userId="cb323814-a42a-4cfe-bc74-03f595e56f6e" providerId="ADAL" clId="{559C20C6-E908-4A0B-913B-73AA4FB10806}" dt="2020-01-29T13:34:17.153" v="1516" actId="478"/>
          <ac:spMkLst>
            <pc:docMk/>
            <pc:sldMk cId="3057753886" sldId="302"/>
            <ac:spMk id="83" creationId="{C18A5F47-794A-4A37-B744-6DB2AE9D9962}"/>
          </ac:spMkLst>
        </pc:spChg>
        <pc:cxnChg chg="del">
          <ac:chgData name="Sam O'Neill" userId="cb323814-a42a-4cfe-bc74-03f595e56f6e" providerId="ADAL" clId="{559C20C6-E908-4A0B-913B-73AA4FB10806}" dt="2020-01-29T13:34:17.153" v="1516" actId="478"/>
          <ac:cxnSpMkLst>
            <pc:docMk/>
            <pc:sldMk cId="3057753886" sldId="302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3:03.072" v="4101" actId="478"/>
        <pc:sldMkLst>
          <pc:docMk/>
          <pc:sldMk cId="2626397598" sldId="303"/>
        </pc:sldMkLst>
        <pc:spChg chg="mod">
          <ac:chgData name="Sam O'Neill" userId="cb323814-a42a-4cfe-bc74-03f595e56f6e" providerId="ADAL" clId="{559C20C6-E908-4A0B-913B-73AA4FB10806}" dt="2020-01-29T13:46:11.283" v="2350" actId="20577"/>
          <ac:spMkLst>
            <pc:docMk/>
            <pc:sldMk cId="2626397598" sldId="303"/>
            <ac:spMk id="2" creationId="{F3E593E6-3D2F-4C7E-80B2-F78D636A9E0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25" creationId="{CE0F35F8-2D14-42F7-98CA-CE048B52F1C0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26" creationId="{C3E60562-109A-487E-BDF7-D54486139D0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31" creationId="{CFCA3A0E-1ADD-4BD7-B3BF-259A9B5FA34B}"/>
          </ac:spMkLst>
        </pc:spChg>
        <pc:spChg chg="mod">
          <ac:chgData name="Sam O'Neill" userId="cb323814-a42a-4cfe-bc74-03f595e56f6e" providerId="ADAL" clId="{559C20C6-E908-4A0B-913B-73AA4FB10806}" dt="2020-01-29T13:46:38.692" v="2381" actId="1076"/>
          <ac:spMkLst>
            <pc:docMk/>
            <pc:sldMk cId="2626397598" sldId="303"/>
            <ac:spMk id="32" creationId="{3606D8CD-A33A-4586-982E-C70BB44176AB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33" creationId="{1A1369A9-D875-4C2C-A31C-0C1AE79625F4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34" creationId="{CE8255FF-E6FC-4573-8791-BE666BE7BB99}"/>
          </ac:spMkLst>
        </pc:spChg>
        <pc:spChg chg="add mod">
          <ac:chgData name="Sam O'Neill" userId="cb323814-a42a-4cfe-bc74-03f595e56f6e" providerId="ADAL" clId="{559C20C6-E908-4A0B-913B-73AA4FB10806}" dt="2020-01-29T16:26:57.072" v="3867" actId="20577"/>
          <ac:spMkLst>
            <pc:docMk/>
            <pc:sldMk cId="2626397598" sldId="303"/>
            <ac:spMk id="35" creationId="{14042D0E-1DF6-4876-A8FA-8F53FF1A9552}"/>
          </ac:spMkLst>
        </pc:spChg>
        <pc:spChg chg="del">
          <ac:chgData name="Sam O'Neill" userId="cb323814-a42a-4cfe-bc74-03f595e56f6e" providerId="ADAL" clId="{559C20C6-E908-4A0B-913B-73AA4FB10806}" dt="2020-01-29T13:46:14.891" v="2351" actId="478"/>
          <ac:spMkLst>
            <pc:docMk/>
            <pc:sldMk cId="2626397598" sldId="303"/>
            <ac:spMk id="37" creationId="{CD61E19D-1784-41D0-98F0-5C39CBDB18E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3:46:35.333" v="2380" actId="1076"/>
          <ac:spMkLst>
            <pc:docMk/>
            <pc:sldMk cId="2626397598" sldId="303"/>
            <ac:spMk id="84" creationId="{C4A004CF-8122-42E4-9530-61EFC2589855}"/>
          </ac:spMkLst>
        </pc:spChg>
        <pc:graphicFrameChg chg="del mod modGraphic">
          <ac:chgData name="Sam O'Neill" userId="cb323814-a42a-4cfe-bc74-03f595e56f6e" providerId="ADAL" clId="{559C20C6-E908-4A0B-913B-73AA4FB10806}" dt="2020-01-29T16:21:32.959" v="3831" actId="478"/>
          <ac:graphicFrameMkLst>
            <pc:docMk/>
            <pc:sldMk cId="2626397598" sldId="303"/>
            <ac:graphicFrameMk id="36" creationId="{E8C93F85-4CBB-4A51-BAE5-2F6415550F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3:03.072" v="4101" actId="478"/>
          <ac:graphicFrameMkLst>
            <pc:docMk/>
            <pc:sldMk cId="2626397598" sldId="303"/>
            <ac:graphicFrameMk id="38" creationId="{43CEA955-72E0-4232-8167-E119EEEFDD61}"/>
          </ac:graphicFrameMkLst>
        </pc:graphicFrame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559C20C6-E908-4A0B-913B-73AA4FB10806}" dt="2020-01-29T13:46:35.333" v="2380" actId="1076"/>
          <ac:cxnSpMkLst>
            <pc:docMk/>
            <pc:sldMk cId="2626397598" sldId="303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3:09.366" v="4103" actId="478"/>
        <pc:sldMkLst>
          <pc:docMk/>
          <pc:sldMk cId="1500707532" sldId="304"/>
        </pc:sldMkLst>
        <pc:spChg chg="del">
          <ac:chgData name="Sam O'Neill" userId="cb323814-a42a-4cfe-bc74-03f595e56f6e" providerId="ADAL" clId="{559C20C6-E908-4A0B-913B-73AA4FB10806}" dt="2020-01-29T13:48:10.509" v="2473" actId="478"/>
          <ac:spMkLst>
            <pc:docMk/>
            <pc:sldMk cId="1500707532" sldId="304"/>
            <ac:spMk id="35" creationId="{14042D0E-1DF6-4876-A8FA-8F53FF1A9552}"/>
          </ac:spMkLst>
        </pc:spChg>
        <pc:spChg chg="add mod">
          <ac:chgData name="Sam O'Neill" userId="cb323814-a42a-4cfe-bc74-03f595e56f6e" providerId="ADAL" clId="{559C20C6-E908-4A0B-913B-73AA4FB10806}" dt="2020-01-29T13:48:19.678" v="2476" actId="404"/>
          <ac:spMkLst>
            <pc:docMk/>
            <pc:sldMk cId="1500707532" sldId="304"/>
            <ac:spMk id="37" creationId="{D25AD15B-F2B1-43E1-A1BC-97681A96BF07}"/>
          </ac:spMkLst>
        </pc:spChg>
        <pc:spChg chg="add mod">
          <ac:chgData name="Sam O'Neill" userId="cb323814-a42a-4cfe-bc74-03f595e56f6e" providerId="ADAL" clId="{559C20C6-E908-4A0B-913B-73AA4FB10806}" dt="2020-01-29T13:48:19.678" v="2476" actId="404"/>
          <ac:spMkLst>
            <pc:docMk/>
            <pc:sldMk cId="1500707532" sldId="304"/>
            <ac:spMk id="38" creationId="{937C522D-205F-4E1D-89CC-82EF46837461}"/>
          </ac:spMkLst>
        </pc:spChg>
        <pc:spChg chg="add mod">
          <ac:chgData name="Sam O'Neill" userId="cb323814-a42a-4cfe-bc74-03f595e56f6e" providerId="ADAL" clId="{559C20C6-E908-4A0B-913B-73AA4FB10806}" dt="2020-01-29T13:48:16.741" v="2475" actId="1076"/>
          <ac:spMkLst>
            <pc:docMk/>
            <pc:sldMk cId="1500707532" sldId="304"/>
            <ac:spMk id="40" creationId="{5C4B839A-F0C8-4D34-B895-D4096B5DFF65}"/>
          </ac:spMkLst>
        </pc:spChg>
        <pc:graphicFrameChg chg="del mod modGraphic">
          <ac:chgData name="Sam O'Neill" userId="cb323814-a42a-4cfe-bc74-03f595e56f6e" providerId="ADAL" clId="{559C20C6-E908-4A0B-913B-73AA4FB10806}" dt="2020-01-29T16:22:11.792" v="3844" actId="478"/>
          <ac:graphicFrameMkLst>
            <pc:docMk/>
            <pc:sldMk cId="1500707532" sldId="304"/>
            <ac:graphicFrameMk id="36" creationId="{E8C93F85-4CBB-4A51-BAE5-2F6415550F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33:09.366" v="4103" actId="478"/>
          <ac:graphicFrameMkLst>
            <pc:docMk/>
            <pc:sldMk cId="1500707532" sldId="304"/>
            <ac:graphicFrameMk id="41" creationId="{D964EDB7-BE52-4846-A657-EC282CF27A2A}"/>
          </ac:graphicFrameMkLst>
        </pc:graphicFrameChg>
        <pc:cxnChg chg="add mod">
          <ac:chgData name="Sam O'Neill" userId="cb323814-a42a-4cfe-bc74-03f595e56f6e" providerId="ADAL" clId="{559C20C6-E908-4A0B-913B-73AA4FB10806}" dt="2020-01-29T13:48:16.741" v="2475" actId="1076"/>
          <ac:cxnSpMkLst>
            <pc:docMk/>
            <pc:sldMk cId="1500707532" sldId="304"/>
            <ac:cxnSpMk id="39" creationId="{219D6F74-1E11-44D0-8B1D-7F44CEB52677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3:11.672" v="4104" actId="478"/>
        <pc:sldMkLst>
          <pc:docMk/>
          <pc:sldMk cId="2528931569" sldId="305"/>
        </pc:sldMkLst>
        <pc:spChg chg="del">
          <ac:chgData name="Sam O'Neill" userId="cb323814-a42a-4cfe-bc74-03f595e56f6e" providerId="ADAL" clId="{559C20C6-E908-4A0B-913B-73AA4FB10806}" dt="2020-01-29T13:48:54.269" v="2479" actId="478"/>
          <ac:spMkLst>
            <pc:docMk/>
            <pc:sldMk cId="2528931569" sldId="305"/>
            <ac:spMk id="40" creationId="{5C4B839A-F0C8-4D34-B895-D4096B5DFF65}"/>
          </ac:spMkLst>
        </pc:spChg>
        <pc:spChg chg="add mod">
          <ac:chgData name="Sam O'Neill" userId="cb323814-a42a-4cfe-bc74-03f595e56f6e" providerId="ADAL" clId="{559C20C6-E908-4A0B-913B-73AA4FB10806}" dt="2020-01-29T13:48:57.470" v="2481" actId="1076"/>
          <ac:spMkLst>
            <pc:docMk/>
            <pc:sldMk cId="2528931569" sldId="305"/>
            <ac:spMk id="41" creationId="{62E155DA-0AE5-447A-ACDE-353D23D2595D}"/>
          </ac:spMkLst>
        </pc:spChg>
        <pc:spChg chg="add mod">
          <ac:chgData name="Sam O'Neill" userId="cb323814-a42a-4cfe-bc74-03f595e56f6e" providerId="ADAL" clId="{559C20C6-E908-4A0B-913B-73AA4FB10806}" dt="2020-01-29T13:49:01.131" v="2482" actId="404"/>
          <ac:spMkLst>
            <pc:docMk/>
            <pc:sldMk cId="2528931569" sldId="305"/>
            <ac:spMk id="42" creationId="{FB745031-42EF-4DD1-86FD-59E566A5A6F2}"/>
          </ac:spMkLst>
        </pc:spChg>
        <pc:graphicFrameChg chg="del mod modGraphic">
          <ac:chgData name="Sam O'Neill" userId="cb323814-a42a-4cfe-bc74-03f595e56f6e" providerId="ADAL" clId="{559C20C6-E908-4A0B-913B-73AA4FB10806}" dt="2020-01-29T16:22:17.424" v="3847" actId="478"/>
          <ac:graphicFrameMkLst>
            <pc:docMk/>
            <pc:sldMk cId="2528931569" sldId="305"/>
            <ac:graphicFrameMk id="36" creationId="{E8C93F85-4CBB-4A51-BAE5-2F6415550FE3}"/>
          </ac:graphicFrameMkLst>
        </pc:graphicFrameChg>
        <pc:graphicFrameChg chg="add del mod">
          <ac:chgData name="Sam O'Neill" userId="cb323814-a42a-4cfe-bc74-03f595e56f6e" providerId="ADAL" clId="{559C20C6-E908-4A0B-913B-73AA4FB10806}" dt="2020-01-29T16:33:11.672" v="4104" actId="478"/>
          <ac:graphicFrameMkLst>
            <pc:docMk/>
            <pc:sldMk cId="2528931569" sldId="305"/>
            <ac:graphicFrameMk id="43" creationId="{D15B3273-66B8-4CAE-8554-9C5A93919EE4}"/>
          </ac:graphicFrameMkLst>
        </pc:graphicFrameChg>
        <pc:cxnChg chg="add mod">
          <ac:chgData name="Sam O'Neill" userId="cb323814-a42a-4cfe-bc74-03f595e56f6e" providerId="ADAL" clId="{559C20C6-E908-4A0B-913B-73AA4FB10806}" dt="2020-01-29T13:48:57.470" v="2481" actId="1076"/>
          <ac:cxnSpMkLst>
            <pc:docMk/>
            <pc:sldMk cId="2528931569" sldId="305"/>
            <ac:cxnSpMk id="35" creationId="{54577BE9-8CB3-4796-A433-E3A86FB256BF}"/>
          </ac:cxnSpMkLst>
        </pc:cxnChg>
        <pc:cxnChg chg="del">
          <ac:chgData name="Sam O'Neill" userId="cb323814-a42a-4cfe-bc74-03f595e56f6e" providerId="ADAL" clId="{559C20C6-E908-4A0B-913B-73AA4FB10806}" dt="2020-01-29T13:48:54.269" v="2479" actId="478"/>
          <ac:cxnSpMkLst>
            <pc:docMk/>
            <pc:sldMk cId="2528931569" sldId="305"/>
            <ac:cxnSpMk id="39" creationId="{219D6F74-1E11-44D0-8B1D-7F44CEB52677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51:04.637" v="4442" actId="1076"/>
        <pc:sldMkLst>
          <pc:docMk/>
          <pc:sldMk cId="2871589415" sldId="306"/>
        </pc:sldMkLst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25" creationId="{CE0F35F8-2D14-42F7-98CA-CE048B52F1C0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26" creationId="{C3E60562-109A-487E-BDF7-D54486139D07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1" creationId="{CFCA3A0E-1ADD-4BD7-B3BF-259A9B5FA34B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2" creationId="{3606D8CD-A33A-4586-982E-C70BB44176AB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3" creationId="{1A1369A9-D875-4C2C-A31C-0C1AE79625F4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4" creationId="{CE8255FF-E6FC-4573-8791-BE666BE7BB99}"/>
          </ac:spMkLst>
        </pc:spChg>
        <pc:spChg chg="del">
          <ac:chgData name="Sam O'Neill" userId="cb323814-a42a-4cfe-bc74-03f595e56f6e" providerId="ADAL" clId="{559C20C6-E908-4A0B-913B-73AA4FB10806}" dt="2020-01-29T13:49:31.854" v="2486" actId="478"/>
          <ac:spMkLst>
            <pc:docMk/>
            <pc:sldMk cId="2871589415" sldId="306"/>
            <ac:spMk id="37" creationId="{D25AD15B-F2B1-43E1-A1BC-97681A96BF07}"/>
          </ac:spMkLst>
        </pc:spChg>
        <pc:spChg chg="del">
          <ac:chgData name="Sam O'Neill" userId="cb323814-a42a-4cfe-bc74-03f595e56f6e" providerId="ADAL" clId="{559C20C6-E908-4A0B-913B-73AA4FB10806}" dt="2020-01-29T13:49:31.854" v="2486" actId="478"/>
          <ac:spMkLst>
            <pc:docMk/>
            <pc:sldMk cId="2871589415" sldId="306"/>
            <ac:spMk id="38" creationId="{937C522D-205F-4E1D-89CC-82EF46837461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39" creationId="{DEA2BD11-D4E8-45EB-8B9B-56C7A6143F02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0" creationId="{EAACD9D7-CFCC-4042-8206-17C35F0F0132}"/>
          </ac:spMkLst>
        </pc:spChg>
        <pc:spChg chg="del">
          <ac:chgData name="Sam O'Neill" userId="cb323814-a42a-4cfe-bc74-03f595e56f6e" providerId="ADAL" clId="{559C20C6-E908-4A0B-913B-73AA4FB10806}" dt="2020-01-29T13:49:18.775" v="2485" actId="478"/>
          <ac:spMkLst>
            <pc:docMk/>
            <pc:sldMk cId="2871589415" sldId="306"/>
            <ac:spMk id="41" creationId="{62E155DA-0AE5-447A-ACDE-353D23D2595D}"/>
          </ac:spMkLst>
        </pc:spChg>
        <pc:spChg chg="del">
          <ac:chgData name="Sam O'Neill" userId="cb323814-a42a-4cfe-bc74-03f595e56f6e" providerId="ADAL" clId="{559C20C6-E908-4A0B-913B-73AA4FB10806}" dt="2020-01-29T13:49:31.854" v="2486" actId="478"/>
          <ac:spMkLst>
            <pc:docMk/>
            <pc:sldMk cId="2871589415" sldId="306"/>
            <ac:spMk id="42" creationId="{FB745031-42EF-4DD1-86FD-59E566A5A6F2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3" creationId="{ADF2C230-B54D-4430-8AA2-886BFBA008DC}"/>
          </ac:spMkLst>
        </pc:spChg>
        <pc:spChg chg="mod ord">
          <ac:chgData name="Sam O'Neill" userId="cb323814-a42a-4cfe-bc74-03f595e56f6e" providerId="ADAL" clId="{559C20C6-E908-4A0B-913B-73AA4FB10806}" dt="2020-01-29T16:51:04.637" v="4442" actId="1076"/>
          <ac:spMkLst>
            <pc:docMk/>
            <pc:sldMk cId="2871589415" sldId="306"/>
            <ac:spMk id="44" creationId="{D887E03B-5F16-4B0B-A4FD-B6468D1BA3AE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5" creationId="{2BC38536-04FC-474C-ADCA-281E7C4F154B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6" creationId="{7057DA42-60D7-4D2E-BDFD-2C215B1BF3CC}"/>
          </ac:spMkLst>
        </pc:spChg>
        <pc:spChg chg="add 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7" creationId="{0C739822-2D76-4C07-B097-C37430E300EE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56" creationId="{1C744FBA-6B91-49F9-897C-2A32A226A911}"/>
          </ac:spMkLst>
        </pc:spChg>
        <pc:spChg chg="add del mod">
          <ac:chgData name="Sam O'Neill" userId="cb323814-a42a-4cfe-bc74-03f595e56f6e" providerId="ADAL" clId="{559C20C6-E908-4A0B-913B-73AA4FB10806}" dt="2020-01-29T16:12:43.513" v="3699" actId="478"/>
          <ac:spMkLst>
            <pc:docMk/>
            <pc:sldMk cId="2871589415" sldId="306"/>
            <ac:spMk id="57" creationId="{BD83BAA3-D47D-4B22-86E9-4AF4A05BEEF7}"/>
          </ac:spMkLst>
        </pc:spChg>
        <pc:spChg chg="add mod">
          <ac:chgData name="Sam O'Neill" userId="cb323814-a42a-4cfe-bc74-03f595e56f6e" providerId="ADAL" clId="{559C20C6-E908-4A0B-913B-73AA4FB10806}" dt="2020-01-29T16:40:18.992" v="4345" actId="207"/>
          <ac:spMkLst>
            <pc:docMk/>
            <pc:sldMk cId="2871589415" sldId="306"/>
            <ac:spMk id="60" creationId="{FF5FE811-C0D0-41F3-81E4-AF7D73FB0D47}"/>
          </ac:spMkLst>
        </pc:spChg>
        <pc:spChg chg="add mod">
          <ac:chgData name="Sam O'Neill" userId="cb323814-a42a-4cfe-bc74-03f595e56f6e" providerId="ADAL" clId="{559C20C6-E908-4A0B-913B-73AA4FB10806}" dt="2020-01-29T16:39:25.991" v="4285" actId="1076"/>
          <ac:spMkLst>
            <pc:docMk/>
            <pc:sldMk cId="2871589415" sldId="306"/>
            <ac:spMk id="61" creationId="{089F4D4A-0627-4AC7-9204-E529D37F7847}"/>
          </ac:spMkLst>
        </pc:spChg>
        <pc:spChg chg="add mod">
          <ac:chgData name="Sam O'Neill" userId="cb323814-a42a-4cfe-bc74-03f595e56f6e" providerId="ADAL" clId="{559C20C6-E908-4A0B-913B-73AA4FB10806}" dt="2020-01-29T16:39:25.991" v="4285" actId="1076"/>
          <ac:spMkLst>
            <pc:docMk/>
            <pc:sldMk cId="2871589415" sldId="306"/>
            <ac:spMk id="62" creationId="{523822F3-4325-4B55-A101-1CD2F5417B34}"/>
          </ac:spMkLst>
        </pc:spChg>
        <pc:spChg chg="add mod">
          <ac:chgData name="Sam O'Neill" userId="cb323814-a42a-4cfe-bc74-03f595e56f6e" providerId="ADAL" clId="{559C20C6-E908-4A0B-913B-73AA4FB10806}" dt="2020-01-29T16:39:42.287" v="4300" actId="1076"/>
          <ac:spMkLst>
            <pc:docMk/>
            <pc:sldMk cId="2871589415" sldId="306"/>
            <ac:spMk id="65" creationId="{D34F0D09-2429-4C8B-B797-B99929106E8A}"/>
          </ac:spMkLst>
        </pc:spChg>
        <pc:spChg chg="add mod">
          <ac:chgData name="Sam O'Neill" userId="cb323814-a42a-4cfe-bc74-03f595e56f6e" providerId="ADAL" clId="{559C20C6-E908-4A0B-913B-73AA4FB10806}" dt="2020-01-29T16:39:25.991" v="4285" actId="1076"/>
          <ac:spMkLst>
            <pc:docMk/>
            <pc:sldMk cId="2871589415" sldId="306"/>
            <ac:spMk id="66" creationId="{BE7861EE-02C9-4D5E-8D8E-BD81F8FB2FB6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79" creationId="{D3CCFB96-B09B-41F2-A131-410EA96950B7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0" creationId="{4A7AA330-1CE6-4D22-8E7A-A13D22B95EF0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1" creationId="{A4AD70D1-0B58-4FD7-9562-0505A58C1D91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2" creationId="{66BB4EF2-F93E-4378-8A9E-9613A5B26552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3" creationId="{C18A5F47-794A-4A37-B744-6DB2AE9D9962}"/>
          </ac:spMkLst>
        </pc:spChg>
        <pc:spChg chg="mod">
          <ac:chgData name="Sam O'Neill" userId="cb323814-a42a-4cfe-bc74-03f595e56f6e" providerId="ADAL" clId="{559C20C6-E908-4A0B-913B-73AA4FB10806}" dt="2020-01-29T16:39:12.041" v="4282" actId="1076"/>
          <ac:spMkLst>
            <pc:docMk/>
            <pc:sldMk cId="2871589415" sldId="306"/>
            <ac:spMk id="84" creationId="{C4A004CF-8122-42E4-9530-61EFC2589855}"/>
          </ac:spMkLst>
        </pc:spChg>
        <pc:graphicFrameChg chg="del mod modGraphic">
          <ac:chgData name="Sam O'Neill" userId="cb323814-a42a-4cfe-bc74-03f595e56f6e" providerId="ADAL" clId="{559C20C6-E908-4A0B-913B-73AA4FB10806}" dt="2020-01-29T16:22:24.664" v="3851" actId="478"/>
          <ac:graphicFrameMkLst>
            <pc:docMk/>
            <pc:sldMk cId="2871589415" sldId="306"/>
            <ac:graphicFrameMk id="36" creationId="{E8C93F85-4CBB-4A51-BAE5-2F6415550FE3}"/>
          </ac:graphicFrameMkLst>
        </pc:graphicFrameChg>
        <pc:graphicFrameChg chg="add mod">
          <ac:chgData name="Sam O'Neill" userId="cb323814-a42a-4cfe-bc74-03f595e56f6e" providerId="ADAL" clId="{559C20C6-E908-4A0B-913B-73AA4FB10806}" dt="2020-01-29T16:36:03.695" v="4194" actId="20577"/>
          <ac:graphicFrameMkLst>
            <pc:docMk/>
            <pc:sldMk cId="2871589415" sldId="306"/>
            <ac:graphicFrameMk id="59" creationId="{A90D4B67-851B-43E1-9B48-E68FC6D94458}"/>
          </ac:graphicFrameMkLst>
        </pc:graphicFrameChg>
        <pc:cxnChg chg="del">
          <ac:chgData name="Sam O'Neill" userId="cb323814-a42a-4cfe-bc74-03f595e56f6e" providerId="ADAL" clId="{559C20C6-E908-4A0B-913B-73AA4FB10806}" dt="2020-01-29T13:49:18.775" v="2485" actId="478"/>
          <ac:cxnSpMkLst>
            <pc:docMk/>
            <pc:sldMk cId="2871589415" sldId="306"/>
            <ac:cxnSpMk id="35" creationId="{54577BE9-8CB3-4796-A433-E3A86FB256BF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6:51:04.637" v="4442" actId="1076"/>
          <ac:cxnSpMkLst>
            <pc:docMk/>
            <pc:sldMk cId="2871589415" sldId="306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6:50:42.557" v="4439" actId="14100"/>
          <ac:cxnSpMkLst>
            <pc:docMk/>
            <pc:sldMk cId="2871589415" sldId="306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63" creationId="{080D136A-9047-44BB-A8C4-2EFD298AB002}"/>
          </ac:cxnSpMkLst>
        </pc:cxnChg>
        <pc:cxnChg chg="add mod">
          <ac:chgData name="Sam O'Neill" userId="cb323814-a42a-4cfe-bc74-03f595e56f6e" providerId="ADAL" clId="{559C20C6-E908-4A0B-913B-73AA4FB10806}" dt="2020-01-29T16:39:25.991" v="4285" actId="1076"/>
          <ac:cxnSpMkLst>
            <pc:docMk/>
            <pc:sldMk cId="2871589415" sldId="306"/>
            <ac:cxnSpMk id="64" creationId="{81CBB2EB-BF15-4FDC-A28D-84A251A9444C}"/>
          </ac:cxnSpMkLst>
        </pc:cxnChg>
        <pc:cxnChg chg="mod">
          <ac:chgData name="Sam O'Neill" userId="cb323814-a42a-4cfe-bc74-03f595e56f6e" providerId="ADAL" clId="{559C20C6-E908-4A0B-913B-73AA4FB10806}" dt="2020-01-29T16:39:12.041" v="4282" actId="1076"/>
          <ac:cxnSpMkLst>
            <pc:docMk/>
            <pc:sldMk cId="2871589415" sldId="306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559C20C6-E908-4A0B-913B-73AA4FB10806}" dt="2020-01-29T16:37:12.606" v="4233" actId="14100"/>
        <pc:sldMkLst>
          <pc:docMk/>
          <pc:sldMk cId="2756074913" sldId="307"/>
        </pc:sldMkLst>
        <pc:spChg chg="mod">
          <ac:chgData name="Sam O'Neill" userId="cb323814-a42a-4cfe-bc74-03f595e56f6e" providerId="ADAL" clId="{559C20C6-E908-4A0B-913B-73AA4FB10806}" dt="2020-01-29T16:34:42.302" v="4164" actId="208"/>
          <ac:spMkLst>
            <pc:docMk/>
            <pc:sldMk cId="2756074913" sldId="307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6:34:42.302" v="4164" actId="208"/>
          <ac:spMkLst>
            <pc:docMk/>
            <pc:sldMk cId="2756074913" sldId="307"/>
            <ac:spMk id="55" creationId="{5D8C1D26-B750-46A6-B68F-E52883736055}"/>
          </ac:spMkLst>
        </pc:spChg>
        <pc:graphicFrameChg chg="del mod modGraphic">
          <ac:chgData name="Sam O'Neill" userId="cb323814-a42a-4cfe-bc74-03f595e56f6e" providerId="ADAL" clId="{559C20C6-E908-4A0B-913B-73AA4FB10806}" dt="2020-01-29T16:22:21.129" v="3849" actId="478"/>
          <ac:graphicFrameMkLst>
            <pc:docMk/>
            <pc:sldMk cId="2756074913" sldId="307"/>
            <ac:graphicFrameMk id="36" creationId="{E8C93F85-4CBB-4A51-BAE5-2F6415550FE3}"/>
          </ac:graphicFrameMkLst>
        </pc:graphicFrameChg>
        <pc:graphicFrameChg chg="add del mod">
          <ac:chgData name="Sam O'Neill" userId="cb323814-a42a-4cfe-bc74-03f595e56f6e" providerId="ADAL" clId="{559C20C6-E908-4A0B-913B-73AA4FB10806}" dt="2020-01-29T16:33:33.678" v="4105" actId="478"/>
          <ac:graphicFrameMkLst>
            <pc:docMk/>
            <pc:sldMk cId="2756074913" sldId="307"/>
            <ac:graphicFrameMk id="37" creationId="{FF6A2586-6E3D-4D6E-AC82-8E5EAE5591A1}"/>
          </ac:graphicFrameMkLst>
        </pc:graphicFrameChg>
        <pc:cxnChg chg="add mod">
          <ac:chgData name="Sam O'Neill" userId="cb323814-a42a-4cfe-bc74-03f595e56f6e" providerId="ADAL" clId="{559C20C6-E908-4A0B-913B-73AA4FB10806}" dt="2020-01-29T16:37:12.606" v="4233" actId="14100"/>
          <ac:cxnSpMkLst>
            <pc:docMk/>
            <pc:sldMk cId="2756074913" sldId="307"/>
            <ac:cxnSpMk id="38" creationId="{D46B3823-5D92-4392-9BCD-358C9A1AFF85}"/>
          </ac:cxnSpMkLst>
        </pc:cxnChg>
        <pc:cxnChg chg="del mod">
          <ac:chgData name="Sam O'Neill" userId="cb323814-a42a-4cfe-bc74-03f595e56f6e" providerId="ADAL" clId="{559C20C6-E908-4A0B-913B-73AA4FB10806}" dt="2020-01-29T16:37:08.246" v="4231" actId="478"/>
          <ac:cxnSpMkLst>
            <pc:docMk/>
            <pc:sldMk cId="2756074913" sldId="307"/>
            <ac:cxnSpMk id="63" creationId="{080D136A-9047-44BB-A8C4-2EFD298AB002}"/>
          </ac:cxnSpMkLst>
        </pc:cxnChg>
      </pc:sldChg>
      <pc:sldChg chg="modSp add">
        <pc:chgData name="Sam O'Neill" userId="cb323814-a42a-4cfe-bc74-03f595e56f6e" providerId="ADAL" clId="{559C20C6-E908-4A0B-913B-73AA4FB10806}" dt="2020-01-29T13:58:58.569" v="2729" actId="113"/>
        <pc:sldMkLst>
          <pc:docMk/>
          <pc:sldMk cId="2908928839" sldId="308"/>
        </pc:sldMkLst>
        <pc:spChg chg="mod">
          <ac:chgData name="Sam O'Neill" userId="cb323814-a42a-4cfe-bc74-03f595e56f6e" providerId="ADAL" clId="{559C20C6-E908-4A0B-913B-73AA4FB10806}" dt="2020-01-29T13:58:58.569" v="2729" actId="113"/>
          <ac:spMkLst>
            <pc:docMk/>
            <pc:sldMk cId="2908928839" sldId="308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559C20C6-E908-4A0B-913B-73AA4FB10806}" dt="2020-01-29T17:40:57.929" v="4811" actId="20577"/>
        <pc:sldMkLst>
          <pc:docMk/>
          <pc:sldMk cId="1713177327" sldId="309"/>
        </pc:sldMkLst>
        <pc:spChg chg="mod">
          <ac:chgData name="Sam O'Neill" userId="cb323814-a42a-4cfe-bc74-03f595e56f6e" providerId="ADAL" clId="{559C20C6-E908-4A0B-913B-73AA4FB10806}" dt="2020-01-29T14:01:14.397" v="2744"/>
          <ac:spMkLst>
            <pc:docMk/>
            <pc:sldMk cId="1713177327" sldId="309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4:06:28.822" v="2816" actId="1076"/>
          <ac:spMkLst>
            <pc:docMk/>
            <pc:sldMk cId="1713177327" sldId="309"/>
            <ac:spMk id="37" creationId="{0B0446D1-5DC1-4F96-97C1-ED11C0D507BC}"/>
          </ac:spMkLst>
        </pc:spChg>
        <pc:spChg chg="add mod">
          <ac:chgData name="Sam O'Neill" userId="cb323814-a42a-4cfe-bc74-03f595e56f6e" providerId="ADAL" clId="{559C20C6-E908-4A0B-913B-73AA4FB10806}" dt="2020-01-29T17:40:57.929" v="4811" actId="20577"/>
          <ac:spMkLst>
            <pc:docMk/>
            <pc:sldMk cId="1713177327" sldId="309"/>
            <ac:spMk id="38" creationId="{C34FD24D-A29A-4193-A69D-CE3D0E658CE0}"/>
          </ac:spMkLst>
        </pc:spChg>
        <pc:spChg chg="mod">
          <ac:chgData name="Sam O'Neill" userId="cb323814-a42a-4cfe-bc74-03f595e56f6e" providerId="ADAL" clId="{559C20C6-E908-4A0B-913B-73AA4FB10806}" dt="2020-01-29T14:01:06.377" v="2743" actId="208"/>
          <ac:spMkLst>
            <pc:docMk/>
            <pc:sldMk cId="1713177327" sldId="309"/>
            <ac:spMk id="44" creationId="{D887E03B-5F16-4B0B-A4FD-B6468D1BA3AE}"/>
          </ac:spMkLst>
        </pc:spChg>
        <pc:spChg chg="mod">
          <ac:chgData name="Sam O'Neill" userId="cb323814-a42a-4cfe-bc74-03f595e56f6e" providerId="ADAL" clId="{559C20C6-E908-4A0B-913B-73AA4FB10806}" dt="2020-01-29T16:10:35.766" v="3684" actId="6549"/>
          <ac:spMkLst>
            <pc:docMk/>
            <pc:sldMk cId="1713177327" sldId="309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4:01:06.377" v="2743" actId="208"/>
          <ac:spMkLst>
            <pc:docMk/>
            <pc:sldMk cId="1713177327" sldId="309"/>
            <ac:spMk id="49" creationId="{366B4E2E-866F-4113-BFE1-279316F7140F}"/>
          </ac:spMkLst>
        </pc:spChg>
        <pc:spChg chg="mod">
          <ac:chgData name="Sam O'Neill" userId="cb323814-a42a-4cfe-bc74-03f595e56f6e" providerId="ADAL" clId="{559C20C6-E908-4A0B-913B-73AA4FB10806}" dt="2020-01-29T16:51:23.317" v="4448" actId="20577"/>
          <ac:spMkLst>
            <pc:docMk/>
            <pc:sldMk cId="1713177327" sldId="309"/>
            <ac:spMk id="51" creationId="{BD573B4C-7BA4-4E79-8F11-C8E0D39436E3}"/>
          </ac:spMkLst>
        </pc:spChg>
        <pc:spChg chg="mod">
          <ac:chgData name="Sam O'Neill" userId="cb323814-a42a-4cfe-bc74-03f595e56f6e" providerId="ADAL" clId="{559C20C6-E908-4A0B-913B-73AA4FB10806}" dt="2020-01-29T16:51:19.550" v="4446" actId="20577"/>
          <ac:spMkLst>
            <pc:docMk/>
            <pc:sldMk cId="1713177327" sldId="309"/>
            <ac:spMk id="55" creationId="{5D8C1D26-B750-46A6-B68F-E52883736055}"/>
          </ac:spMkLst>
        </pc:spChg>
        <pc:spChg chg="mod">
          <ac:chgData name="Sam O'Neill" userId="cb323814-a42a-4cfe-bc74-03f595e56f6e" providerId="ADAL" clId="{559C20C6-E908-4A0B-913B-73AA4FB10806}" dt="2020-01-29T14:01:06.377" v="2743" actId="208"/>
          <ac:spMkLst>
            <pc:docMk/>
            <pc:sldMk cId="1713177327" sldId="309"/>
            <ac:spMk id="56" creationId="{1C744FBA-6B91-49F9-897C-2A32A226A911}"/>
          </ac:spMkLst>
        </pc:spChg>
        <pc:graphicFrameChg chg="del mod modGraphic">
          <ac:chgData name="Sam O'Neill" userId="cb323814-a42a-4cfe-bc74-03f595e56f6e" providerId="ADAL" clId="{559C20C6-E908-4A0B-913B-73AA4FB10806}" dt="2020-01-29T15:18:53.112" v="3398" actId="478"/>
          <ac:graphicFrameMkLst>
            <pc:docMk/>
            <pc:sldMk cId="1713177327" sldId="309"/>
            <ac:graphicFrameMk id="36" creationId="{E8C93F85-4CBB-4A51-BAE5-2F6415550FE3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5:29:16.841" v="3440" actId="478"/>
          <ac:graphicFrameMkLst>
            <pc:docMk/>
            <pc:sldMk cId="1713177327" sldId="309"/>
            <ac:graphicFrameMk id="41" creationId="{F5996EAA-85B1-423E-B248-BF2221C9E6A0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6:51:14.577" v="4443" actId="478"/>
          <ac:graphicFrameMkLst>
            <pc:docMk/>
            <pc:sldMk cId="1713177327" sldId="309"/>
            <ac:graphicFrameMk id="42" creationId="{02811815-33B9-4E9F-B0D2-DCFF2AE0D39C}"/>
          </ac:graphicFrameMkLst>
        </pc:graphicFrameChg>
        <pc:graphicFrameChg chg="add modGraphic">
          <ac:chgData name="Sam O'Neill" userId="cb323814-a42a-4cfe-bc74-03f595e56f6e" providerId="ADAL" clId="{559C20C6-E908-4A0B-913B-73AA4FB10806}" dt="2020-01-29T16:51:56.229" v="4451" actId="207"/>
          <ac:graphicFrameMkLst>
            <pc:docMk/>
            <pc:sldMk cId="1713177327" sldId="309"/>
            <ac:graphicFrameMk id="57" creationId="{53CCF054-8388-44AD-B71B-F77B85F50990}"/>
          </ac:graphicFrameMkLst>
        </pc:graphicFrame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559C20C6-E908-4A0B-913B-73AA4FB10806}" dt="2020-01-29T14:01:06.377" v="2743" actId="208"/>
          <ac:cxnSpMkLst>
            <pc:docMk/>
            <pc:sldMk cId="1713177327" sldId="309"/>
            <ac:cxnSpMk id="58" creationId="{6045EF4C-529F-4075-8666-B4956C87D90E}"/>
          </ac:cxnSpMkLst>
        </pc:cxnChg>
      </pc:sldChg>
      <pc:sldChg chg="modSp add">
        <pc:chgData name="Sam O'Neill" userId="cb323814-a42a-4cfe-bc74-03f595e56f6e" providerId="ADAL" clId="{559C20C6-E908-4A0B-913B-73AA4FB10806}" dt="2020-01-29T14:02:35.119" v="2788" actId="113"/>
        <pc:sldMkLst>
          <pc:docMk/>
          <pc:sldMk cId="3530854050" sldId="310"/>
        </pc:sldMkLst>
        <pc:spChg chg="mod">
          <ac:chgData name="Sam O'Neill" userId="cb323814-a42a-4cfe-bc74-03f595e56f6e" providerId="ADAL" clId="{559C20C6-E908-4A0B-913B-73AA4FB10806}" dt="2020-01-29T14:02:35.119" v="2788" actId="113"/>
          <ac:spMkLst>
            <pc:docMk/>
            <pc:sldMk cId="3530854050" sldId="310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559C20C6-E908-4A0B-913B-73AA4FB10806}" dt="2020-01-29T14:02:30.631" v="2787"/>
        <pc:sldMkLst>
          <pc:docMk/>
          <pc:sldMk cId="2021697848" sldId="311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627397114" sldId="311"/>
        </pc:sldMkLst>
        <pc:graphicFrameChg chg="add del modGraphic">
          <ac:chgData name="Sam O'Neill" userId="cb323814-a42a-4cfe-bc74-03f595e56f6e" providerId="ADAL" clId="{559C20C6-E908-4A0B-913B-73AA4FB10806}" dt="2020-01-29T15:38:07.997" v="3628" actId="20577"/>
          <ac:graphicFrameMkLst>
            <pc:docMk/>
            <pc:sldMk cId="3627397114" sldId="311"/>
            <ac:graphicFrameMk id="36" creationId="{E8C93F85-4CBB-4A51-BAE5-2F6415550FE3}"/>
          </ac:graphicFrameMkLst>
        </pc:graphicFrameChg>
        <pc:graphicFrameChg chg="add del">
          <ac:chgData name="Sam O'Neill" userId="cb323814-a42a-4cfe-bc74-03f595e56f6e" providerId="ADAL" clId="{559C20C6-E908-4A0B-913B-73AA4FB10806}" dt="2020-01-29T15:38:04.206" v="3626"/>
          <ac:graphicFrameMkLst>
            <pc:docMk/>
            <pc:sldMk cId="3627397114" sldId="311"/>
            <ac:graphicFrameMk id="41" creationId="{DEDEDBE7-5BA2-4F9C-9755-9D28212931B7}"/>
          </ac:graphicFrameMkLst>
        </pc:graphicFrameChg>
      </pc:sldChg>
      <pc:sldChg chg="addSp delSp modSp add ord">
        <pc:chgData name="Sam O'Neill" userId="cb323814-a42a-4cfe-bc74-03f595e56f6e" providerId="ADAL" clId="{559C20C6-E908-4A0B-913B-73AA4FB10806}" dt="2020-01-29T14:48:04.968" v="3078"/>
        <pc:sldMkLst>
          <pc:docMk/>
          <pc:sldMk cId="506454538" sldId="312"/>
        </pc:sldMkLst>
        <pc:spChg chg="mod">
          <ac:chgData name="Sam O'Neill" userId="cb323814-a42a-4cfe-bc74-03f595e56f6e" providerId="ADAL" clId="{559C20C6-E908-4A0B-913B-73AA4FB10806}" dt="2020-01-29T14:30:50.967" v="2867" actId="20577"/>
          <ac:spMkLst>
            <pc:docMk/>
            <pc:sldMk cId="506454538" sldId="312"/>
            <ac:spMk id="2" creationId="{F3E593E6-3D2F-4C7E-80B2-F78D636A9E07}"/>
          </ac:spMkLst>
        </pc:spChg>
        <pc:spChg chg="del">
          <ac:chgData name="Sam O'Neill" userId="cb323814-a42a-4cfe-bc74-03f595e56f6e" providerId="ADAL" clId="{559C20C6-E908-4A0B-913B-73AA4FB10806}" dt="2020-01-29T14:31:09.769" v="2868" actId="478"/>
          <ac:spMkLst>
            <pc:docMk/>
            <pc:sldMk cId="506454538" sldId="312"/>
            <ac:spMk id="3" creationId="{5198A88B-52B3-469E-A512-B72752EB7862}"/>
          </ac:spMkLst>
        </pc:spChg>
        <pc:spChg chg="add del mod">
          <ac:chgData name="Sam O'Neill" userId="cb323814-a42a-4cfe-bc74-03f595e56f6e" providerId="ADAL" clId="{559C20C6-E908-4A0B-913B-73AA4FB10806}" dt="2020-01-29T14:31:11.365" v="2869" actId="478"/>
          <ac:spMkLst>
            <pc:docMk/>
            <pc:sldMk cId="506454538" sldId="312"/>
            <ac:spMk id="14" creationId="{29DFC3D1-1B8B-4283-85F7-12F9BCFF01A0}"/>
          </ac:spMkLst>
        </pc:spChg>
        <pc:spChg chg="add mod">
          <ac:chgData name="Sam O'Neill" userId="cb323814-a42a-4cfe-bc74-03f595e56f6e" providerId="ADAL" clId="{559C20C6-E908-4A0B-913B-73AA4FB10806}" dt="2020-01-29T14:31:58.842" v="2883" actId="208"/>
          <ac:spMkLst>
            <pc:docMk/>
            <pc:sldMk cId="506454538" sldId="312"/>
            <ac:spMk id="15" creationId="{6EE4DD66-BF25-4800-B112-DA4875953247}"/>
          </ac:spMkLst>
        </pc:spChg>
        <pc:spChg chg="add del">
          <ac:chgData name="Sam O'Neill" userId="cb323814-a42a-4cfe-bc74-03f595e56f6e" providerId="ADAL" clId="{559C20C6-E908-4A0B-913B-73AA4FB10806}" dt="2020-01-29T14:31:26.053" v="2873" actId="478"/>
          <ac:spMkLst>
            <pc:docMk/>
            <pc:sldMk cId="506454538" sldId="312"/>
            <ac:spMk id="16" creationId="{CEA5B349-D5AE-431A-AF97-4661B8AD42E8}"/>
          </ac:spMkLst>
        </pc:spChg>
        <pc:spChg chg="add mod">
          <ac:chgData name="Sam O'Neill" userId="cb323814-a42a-4cfe-bc74-03f595e56f6e" providerId="ADAL" clId="{559C20C6-E908-4A0B-913B-73AA4FB10806}" dt="2020-01-29T14:31:58.842" v="2883" actId="208"/>
          <ac:spMkLst>
            <pc:docMk/>
            <pc:sldMk cId="506454538" sldId="312"/>
            <ac:spMk id="17" creationId="{7F5E263E-84A3-49DC-A2EB-E0AE7965661C}"/>
          </ac:spMkLst>
        </pc:spChg>
        <pc:spChg chg="add">
          <ac:chgData name="Sam O'Neill" userId="cb323814-a42a-4cfe-bc74-03f595e56f6e" providerId="ADAL" clId="{559C20C6-E908-4A0B-913B-73AA4FB10806}" dt="2020-01-29T14:31:12.033" v="2870"/>
          <ac:spMkLst>
            <pc:docMk/>
            <pc:sldMk cId="506454538" sldId="312"/>
            <ac:spMk id="19" creationId="{CA1C51B7-527A-4B71-97EC-EE769CC7CF9E}"/>
          </ac:spMkLst>
        </pc:spChg>
        <pc:spChg chg="add mod">
          <ac:chgData name="Sam O'Neill" userId="cb323814-a42a-4cfe-bc74-03f595e56f6e" providerId="ADAL" clId="{559C20C6-E908-4A0B-913B-73AA4FB10806}" dt="2020-01-29T14:31:42.383" v="2881" actId="20577"/>
          <ac:spMkLst>
            <pc:docMk/>
            <pc:sldMk cId="506454538" sldId="312"/>
            <ac:spMk id="21" creationId="{40391F37-9584-4662-9C8B-145087C8336A}"/>
          </ac:spMkLst>
        </pc:spChg>
        <pc:spChg chg="add mod">
          <ac:chgData name="Sam O'Neill" userId="cb323814-a42a-4cfe-bc74-03f595e56f6e" providerId="ADAL" clId="{559C20C6-E908-4A0B-913B-73AA4FB10806}" dt="2020-01-29T14:31:36.012" v="2879" actId="20577"/>
          <ac:spMkLst>
            <pc:docMk/>
            <pc:sldMk cId="506454538" sldId="312"/>
            <ac:spMk id="22" creationId="{26D52AC7-7FDF-4BB5-898E-341FDB441726}"/>
          </ac:spMkLst>
        </pc:spChg>
        <pc:spChg chg="add del">
          <ac:chgData name="Sam O'Neill" userId="cb323814-a42a-4cfe-bc74-03f595e56f6e" providerId="ADAL" clId="{559C20C6-E908-4A0B-913B-73AA4FB10806}" dt="2020-01-29T14:31:30.781" v="2876" actId="478"/>
          <ac:spMkLst>
            <pc:docMk/>
            <pc:sldMk cId="506454538" sldId="312"/>
            <ac:spMk id="23" creationId="{6B26AB04-F0D6-4EAD-98D1-E20C3B28A447}"/>
          </ac:spMkLst>
        </pc:spChg>
        <pc:spChg chg="add mod">
          <ac:chgData name="Sam O'Neill" userId="cb323814-a42a-4cfe-bc74-03f595e56f6e" providerId="ADAL" clId="{559C20C6-E908-4A0B-913B-73AA4FB10806}" dt="2020-01-29T14:31:47.540" v="2882" actId="20577"/>
          <ac:spMkLst>
            <pc:docMk/>
            <pc:sldMk cId="506454538" sldId="312"/>
            <ac:spMk id="24" creationId="{4223DDDB-6E4B-4CA1-B025-DB9586F0E536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28" creationId="{CEA2339D-0DA5-4F2F-978F-8FD4148EDDD7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29" creationId="{8B567137-B322-4CF1-9C11-32EBA96232E4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1" creationId="{FCC36BA8-D06E-4B9F-BD5D-8364582E5426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3" creationId="{D62BA225-6F6C-4763-A702-5EF16FAC7380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4" creationId="{48BB62A1-37DD-4C95-B6C1-259E6D368873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5" creationId="{76AE98BF-81D2-47F5-B14F-11C7EB2D75AA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7" creationId="{785E2267-F3E4-4A62-9E3D-076BBC703E51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8" creationId="{451A0DD2-D892-46D1-B883-F7B913D1590F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39" creationId="{73BF2FEC-C8BF-4099-9147-415B567404DF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0" creationId="{57EAC4C3-7FD5-47A5-9F3E-581E014D0FDA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1" creationId="{7B31D7EA-1C7F-423F-8DF1-4F51CC80D95F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2" creationId="{4F1AFF44-CECD-4619-9698-B5568637CE46}"/>
          </ac:spMkLst>
        </pc:spChg>
        <pc:spChg chg="add mod">
          <ac:chgData name="Sam O'Neill" userId="cb323814-a42a-4cfe-bc74-03f595e56f6e" providerId="ADAL" clId="{559C20C6-E908-4A0B-913B-73AA4FB10806}" dt="2020-01-29T14:40:12.027" v="3051" actId="207"/>
          <ac:spMkLst>
            <pc:docMk/>
            <pc:sldMk cId="506454538" sldId="312"/>
            <ac:spMk id="43" creationId="{B8CAA3AF-2B19-446A-8CDF-FBBFA2CDF653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4" creationId="{47F2C681-3E58-4352-8C6E-47501AF035BC}"/>
          </ac:spMkLst>
        </pc:spChg>
        <pc:spChg chg="add mod">
          <ac:chgData name="Sam O'Neill" userId="cb323814-a42a-4cfe-bc74-03f595e56f6e" providerId="ADAL" clId="{559C20C6-E908-4A0B-913B-73AA4FB10806}" dt="2020-01-29T14:39:37.629" v="3045" actId="1076"/>
          <ac:spMkLst>
            <pc:docMk/>
            <pc:sldMk cId="506454538" sldId="312"/>
            <ac:spMk id="45" creationId="{E036406E-6EB3-45A5-BF2C-7BE94F80698D}"/>
          </ac:spMkLst>
        </pc:spChg>
        <pc:spChg chg="add mod">
          <ac:chgData name="Sam O'Neill" userId="cb323814-a42a-4cfe-bc74-03f595e56f6e" providerId="ADAL" clId="{559C20C6-E908-4A0B-913B-73AA4FB10806}" dt="2020-01-29T14:40:57.685" v="3075" actId="20577"/>
          <ac:spMkLst>
            <pc:docMk/>
            <pc:sldMk cId="506454538" sldId="312"/>
            <ac:spMk id="46" creationId="{2C6DB65A-13FE-45F7-9F0C-C679C660682E}"/>
          </ac:spMkLst>
        </pc:spChg>
        <pc:grpChg chg="del">
          <ac:chgData name="Sam O'Neill" userId="cb323814-a42a-4cfe-bc74-03f595e56f6e" providerId="ADAL" clId="{559C20C6-E908-4A0B-913B-73AA4FB10806}" dt="2020-01-29T14:32:01.141" v="2884" actId="478"/>
          <ac:grpSpMkLst>
            <pc:docMk/>
            <pc:sldMk cId="506454538" sldId="312"/>
            <ac:grpSpMk id="12" creationId="{C2EF8C8C-4BEF-418E-9AC4-FE800E4F063B}"/>
          </ac:grpSpMkLst>
        </pc:grpChg>
        <pc:grpChg chg="add">
          <ac:chgData name="Sam O'Neill" userId="cb323814-a42a-4cfe-bc74-03f595e56f6e" providerId="ADAL" clId="{559C20C6-E908-4A0B-913B-73AA4FB10806}" dt="2020-01-29T14:39:24.729" v="3044"/>
          <ac:grpSpMkLst>
            <pc:docMk/>
            <pc:sldMk cId="506454538" sldId="312"/>
            <ac:grpSpMk id="47" creationId="{B9D0C8AB-9C1F-4C3B-B9C7-4C4C39AA948B}"/>
          </ac:grpSpMkLst>
        </pc:grpChg>
        <pc:cxnChg chg="add mod">
          <ac:chgData name="Sam O'Neill" userId="cb323814-a42a-4cfe-bc74-03f595e56f6e" providerId="ADAL" clId="{559C20C6-E908-4A0B-913B-73AA4FB10806}" dt="2020-01-29T14:31:29.057" v="2875" actId="14100"/>
          <ac:cxnSpMkLst>
            <pc:docMk/>
            <pc:sldMk cId="506454538" sldId="312"/>
            <ac:cxnSpMk id="18" creationId="{C44E620E-EBF9-49E0-B1DE-4F1321E77DB7}"/>
          </ac:cxnSpMkLst>
        </pc:cxnChg>
        <pc:cxnChg chg="add">
          <ac:chgData name="Sam O'Neill" userId="cb323814-a42a-4cfe-bc74-03f595e56f6e" providerId="ADAL" clId="{559C20C6-E908-4A0B-913B-73AA4FB10806}" dt="2020-01-29T14:31:12.033" v="2870"/>
          <ac:cxnSpMkLst>
            <pc:docMk/>
            <pc:sldMk cId="506454538" sldId="312"/>
            <ac:cxnSpMk id="20" creationId="{78B37640-0B88-45FB-86A3-4F945A355D7C}"/>
          </ac:cxnSpMkLst>
        </pc:cxnChg>
        <pc:cxnChg chg="add">
          <ac:chgData name="Sam O'Neill" userId="cb323814-a42a-4cfe-bc74-03f595e56f6e" providerId="ADAL" clId="{559C20C6-E908-4A0B-913B-73AA4FB10806}" dt="2020-01-29T14:31:18.138" v="2871"/>
          <ac:cxnSpMkLst>
            <pc:docMk/>
            <pc:sldMk cId="506454538" sldId="312"/>
            <ac:cxnSpMk id="25" creationId="{0E1C7AAA-4251-433C-839E-576530408BF8}"/>
          </ac:cxnSpMkLst>
        </pc:cxnChg>
        <pc:cxnChg chg="add del">
          <ac:chgData name="Sam O'Neill" userId="cb323814-a42a-4cfe-bc74-03f595e56f6e" providerId="ADAL" clId="{559C20C6-E908-4A0B-913B-73AA4FB10806}" dt="2020-01-29T14:31:26.716" v="2874" actId="478"/>
          <ac:cxnSpMkLst>
            <pc:docMk/>
            <pc:sldMk cId="506454538" sldId="312"/>
            <ac:cxnSpMk id="26" creationId="{FF43F25B-0FAF-49A4-AB39-7E09C6A84850}"/>
          </ac:cxnSpMkLst>
        </pc:cxnChg>
        <pc:cxnChg chg="add mod">
          <ac:chgData name="Sam O'Neill" userId="cb323814-a42a-4cfe-bc74-03f595e56f6e" providerId="ADAL" clId="{559C20C6-E908-4A0B-913B-73AA4FB10806}" dt="2020-01-29T14:39:37.629" v="3045" actId="1076"/>
          <ac:cxnSpMkLst>
            <pc:docMk/>
            <pc:sldMk cId="506454538" sldId="312"/>
            <ac:cxnSpMk id="30" creationId="{A7BDD7AC-BEBF-4BC5-9B57-90B5FC9D1176}"/>
          </ac:cxnSpMkLst>
        </pc:cxnChg>
        <pc:cxnChg chg="add mod">
          <ac:chgData name="Sam O'Neill" userId="cb323814-a42a-4cfe-bc74-03f595e56f6e" providerId="ADAL" clId="{559C20C6-E908-4A0B-913B-73AA4FB10806}" dt="2020-01-29T14:39:37.629" v="3045" actId="1076"/>
          <ac:cxnSpMkLst>
            <pc:docMk/>
            <pc:sldMk cId="506454538" sldId="312"/>
            <ac:cxnSpMk id="32" creationId="{9B4359FF-0CCF-4848-83B5-BC32BB6F49C0}"/>
          </ac:cxnSpMkLst>
        </pc:cxnChg>
        <pc:cxnChg chg="add mod">
          <ac:chgData name="Sam O'Neill" userId="cb323814-a42a-4cfe-bc74-03f595e56f6e" providerId="ADAL" clId="{559C20C6-E908-4A0B-913B-73AA4FB10806}" dt="2020-01-29T14:39:37.629" v="3045" actId="1076"/>
          <ac:cxnSpMkLst>
            <pc:docMk/>
            <pc:sldMk cId="506454538" sldId="312"/>
            <ac:cxnSpMk id="36" creationId="{E17810F9-0994-4E87-B780-7BCA5A4049E5}"/>
          </ac:cxnSpMkLst>
        </pc:cxnChg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394134216" sldId="313"/>
        </pc:sldMkLst>
        <pc:spChg chg="mod">
          <ac:chgData name="Sam O'Neill" userId="cb323814-a42a-4cfe-bc74-03f595e56f6e" providerId="ADAL" clId="{559C20C6-E908-4A0B-913B-73AA4FB10806}" dt="2020-01-29T14:48:22.898" v="3108" actId="20577"/>
          <ac:spMkLst>
            <pc:docMk/>
            <pc:sldMk cId="3394134216" sldId="313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4:59:44.099" v="3286" actId="1076"/>
          <ac:spMkLst>
            <pc:docMk/>
            <pc:sldMk cId="3394134216" sldId="313"/>
            <ac:spMk id="17" creationId="{6D7FAC92-4147-47F2-B46B-8FD9D2B68A1A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25" creationId="{CE0F35F8-2D14-42F7-98CA-CE048B52F1C0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26" creationId="{C3E60562-109A-487E-BDF7-D54486139D07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1" creationId="{CFCA3A0E-1ADD-4BD7-B3BF-259A9B5FA34B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2" creationId="{3606D8CD-A33A-4586-982E-C70BB44176AB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3" creationId="{1A1369A9-D875-4C2C-A31C-0C1AE79625F4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4" creationId="{CE8255FF-E6FC-4573-8791-BE666BE7BB99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7" creationId="{0B0446D1-5DC1-4F96-97C1-ED11C0D507BC}"/>
          </ac:spMkLst>
        </pc:spChg>
        <pc:spChg chg="del">
          <ac:chgData name="Sam O'Neill" userId="cb323814-a42a-4cfe-bc74-03f595e56f6e" providerId="ADAL" clId="{559C20C6-E908-4A0B-913B-73AA4FB10806}" dt="2020-01-29T14:48:26.418" v="3109" actId="478"/>
          <ac:spMkLst>
            <pc:docMk/>
            <pc:sldMk cId="3394134216" sldId="313"/>
            <ac:spMk id="38" creationId="{C34FD24D-A29A-4193-A69D-CE3D0E658CE0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39" creationId="{DEA2BD11-D4E8-45EB-8B9B-56C7A6143F0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0" creationId="{EAACD9D7-CFCC-4042-8206-17C35F0F0132}"/>
          </ac:spMkLst>
        </pc:spChg>
        <pc:spChg chg="add mod">
          <ac:chgData name="Sam O'Neill" userId="cb323814-a42a-4cfe-bc74-03f595e56f6e" providerId="ADAL" clId="{559C20C6-E908-4A0B-913B-73AA4FB10806}" dt="2020-01-29T16:10:35.113" v="3682" actId="20577"/>
          <ac:spMkLst>
            <pc:docMk/>
            <pc:sldMk cId="3394134216" sldId="313"/>
            <ac:spMk id="41" creationId="{F423E8D1-51A7-4814-8CED-E194157B858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3" creationId="{ADF2C230-B54D-4430-8AA2-886BFBA008DC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4" creationId="{D887E03B-5F16-4B0B-A4FD-B6468D1BA3AE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5" creationId="{2BC38536-04FC-474C-ADCA-281E7C4F154B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6" creationId="{7057DA42-60D7-4D2E-BDFD-2C215B1BF3CC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7" creationId="{0C739822-2D76-4C07-B097-C37430E300EE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8" creationId="{91CC64C6-4A0C-4471-8427-47067D595D0A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51" creationId="{BD573B4C-7BA4-4E79-8F11-C8E0D39436E3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4:48:14.627" v="3080" actId="478"/>
          <ac:spMkLst>
            <pc:docMk/>
            <pc:sldMk cId="3394134216" sldId="313"/>
            <ac:spMk id="56" creationId="{1C744FBA-6B91-49F9-897C-2A32A226A911}"/>
          </ac:spMkLst>
        </pc:spChg>
        <pc:spChg chg="mod">
          <ac:chgData name="Sam O'Neill" userId="cb323814-a42a-4cfe-bc74-03f595e56f6e" providerId="ADAL" clId="{559C20C6-E908-4A0B-913B-73AA4FB10806}" dt="2020-01-29T14:54:20.831" v="3172" actId="20577"/>
          <ac:spMkLst>
            <pc:docMk/>
            <pc:sldMk cId="3394134216" sldId="313"/>
            <ac:spMk id="72" creationId="{93638839-8E5F-4C94-BCF7-8A408AAAF4F1}"/>
          </ac:spMkLst>
        </pc:spChg>
        <pc:spChg chg="mod">
          <ac:chgData name="Sam O'Neill" userId="cb323814-a42a-4cfe-bc74-03f595e56f6e" providerId="ADAL" clId="{559C20C6-E908-4A0B-913B-73AA4FB10806}" dt="2020-01-29T14:54:30.463" v="3180" actId="1076"/>
          <ac:spMkLst>
            <pc:docMk/>
            <pc:sldMk cId="3394134216" sldId="313"/>
            <ac:spMk id="74" creationId="{540EF642-93F3-4235-B9DE-D97B2432FF37}"/>
          </ac:spMkLst>
        </pc:spChg>
        <pc:spChg chg="mod">
          <ac:chgData name="Sam O'Neill" userId="cb323814-a42a-4cfe-bc74-03f595e56f6e" providerId="ADAL" clId="{559C20C6-E908-4A0B-913B-73AA4FB10806}" dt="2020-01-29T14:54:48.367" v="3189" actId="20577"/>
          <ac:spMkLst>
            <pc:docMk/>
            <pc:sldMk cId="3394134216" sldId="313"/>
            <ac:spMk id="75" creationId="{EFA91BE1-BEA3-4E63-91D1-0F7515DCD1BA}"/>
          </ac:spMkLst>
        </pc:spChg>
        <pc:spChg chg="mod">
          <ac:chgData name="Sam O'Neill" userId="cb323814-a42a-4cfe-bc74-03f595e56f6e" providerId="ADAL" clId="{559C20C6-E908-4A0B-913B-73AA4FB10806}" dt="2020-01-29T14:54:52.211" v="3192" actId="14100"/>
          <ac:spMkLst>
            <pc:docMk/>
            <pc:sldMk cId="3394134216" sldId="313"/>
            <ac:spMk id="76" creationId="{DD038ABF-C9F7-4C1B-A276-CD7F7544C9A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77" creationId="{2D469A5C-6D23-467E-92CB-7EFBE8C87CFE}"/>
          </ac:spMkLst>
        </pc:spChg>
        <pc:spChg chg="mod">
          <ac:chgData name="Sam O'Neill" userId="cb323814-a42a-4cfe-bc74-03f595e56f6e" providerId="ADAL" clId="{559C20C6-E908-4A0B-913B-73AA4FB10806}" dt="2020-01-29T14:54:36.696" v="3183" actId="20577"/>
          <ac:spMkLst>
            <pc:docMk/>
            <pc:sldMk cId="3394134216" sldId="313"/>
            <ac:spMk id="78" creationId="{436E9F44-23BF-4C0C-896B-89C39752F0B1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79" creationId="{D3CCFB96-B09B-41F2-A131-410EA96950B7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0" creationId="{4A7AA330-1CE6-4D22-8E7A-A13D22B95EF0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1" creationId="{A4AD70D1-0B58-4FD7-9562-0505A58C1D91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2" creationId="{66BB4EF2-F93E-4378-8A9E-9613A5B2655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3" creationId="{C18A5F47-794A-4A37-B744-6DB2AE9D9962}"/>
          </ac:spMkLst>
        </pc:spChg>
        <pc:spChg chg="del">
          <ac:chgData name="Sam O'Neill" userId="cb323814-a42a-4cfe-bc74-03f595e56f6e" providerId="ADAL" clId="{559C20C6-E908-4A0B-913B-73AA4FB10806}" dt="2020-01-29T14:48:12.665" v="3079" actId="478"/>
          <ac:spMkLst>
            <pc:docMk/>
            <pc:sldMk cId="3394134216" sldId="313"/>
            <ac:spMk id="84" creationId="{C4A004CF-8122-42E4-9530-61EFC2589855}"/>
          </ac:spMkLst>
        </pc:spChg>
        <pc:spChg chg="mod">
          <ac:chgData name="Sam O'Neill" userId="cb323814-a42a-4cfe-bc74-03f595e56f6e" providerId="ADAL" clId="{559C20C6-E908-4A0B-913B-73AA4FB10806}" dt="2020-01-29T14:54:23.226" v="3174" actId="20577"/>
          <ac:spMkLst>
            <pc:docMk/>
            <pc:sldMk cId="3394134216" sldId="313"/>
            <ac:spMk id="85" creationId="{A1D7EB94-4409-4F87-A99F-15B588C50C57}"/>
          </ac:spMkLst>
        </pc:spChg>
        <pc:spChg chg="mod">
          <ac:chgData name="Sam O'Neill" userId="cb323814-a42a-4cfe-bc74-03f595e56f6e" providerId="ADAL" clId="{559C20C6-E908-4A0B-913B-73AA4FB10806}" dt="2020-01-29T14:54:43.670" v="3187" actId="1076"/>
          <ac:spMkLst>
            <pc:docMk/>
            <pc:sldMk cId="3394134216" sldId="313"/>
            <ac:spMk id="86" creationId="{1A8B362B-D491-43D8-A086-B319FB900145}"/>
          </ac:spMkLst>
        </pc:spChg>
        <pc:spChg chg="add mod">
          <ac:chgData name="Sam O'Neill" userId="cb323814-a42a-4cfe-bc74-03f595e56f6e" providerId="ADAL" clId="{559C20C6-E908-4A0B-913B-73AA4FB10806}" dt="2020-01-29T15:00:08.191" v="3303" actId="20577"/>
          <ac:spMkLst>
            <pc:docMk/>
            <pc:sldMk cId="3394134216" sldId="313"/>
            <ac:spMk id="100" creationId="{60321991-BFDF-405B-BDF5-02568FF42791}"/>
          </ac:spMkLst>
        </pc:spChg>
        <pc:grpChg chg="add mod">
          <ac:chgData name="Sam O'Neill" userId="cb323814-a42a-4cfe-bc74-03f595e56f6e" providerId="ADAL" clId="{559C20C6-E908-4A0B-913B-73AA4FB10806}" dt="2020-01-29T14:54:09.734" v="3170" actId="1076"/>
          <ac:grpSpMkLst>
            <pc:docMk/>
            <pc:sldMk cId="3394134216" sldId="313"/>
            <ac:grpSpMk id="42" creationId="{D0B3F2C6-8CC8-48D8-8E49-9A5C5E68D965}"/>
          </ac:grpSpMkLst>
        </pc:grpChg>
        <pc:graphicFrameChg chg="mod modGraphic">
          <ac:chgData name="Sam O'Neill" userId="cb323814-a42a-4cfe-bc74-03f595e56f6e" providerId="ADAL" clId="{559C20C6-E908-4A0B-913B-73AA4FB10806}" dt="2020-01-29T15:55:03.651" v="3664"/>
          <ac:graphicFrameMkLst>
            <pc:docMk/>
            <pc:sldMk cId="3394134216" sldId="313"/>
            <ac:graphicFrameMk id="36" creationId="{E8C93F85-4CBB-4A51-BAE5-2F6415550FE3}"/>
          </ac:graphicFrameMkLst>
        </pc:graphicFrameChg>
        <pc:cxnChg chg="add del mod">
          <ac:chgData name="Sam O'Neill" userId="cb323814-a42a-4cfe-bc74-03f595e56f6e" providerId="ADAL" clId="{559C20C6-E908-4A0B-913B-73AA4FB10806}" dt="2020-01-29T14:59:08.346" v="3271" actId="11529"/>
          <ac:cxnSpMkLst>
            <pc:docMk/>
            <pc:sldMk cId="3394134216" sldId="313"/>
            <ac:cxnSpMk id="4" creationId="{BDC77C46-E4C9-48D1-AD64-AC92B0366F4C}"/>
          </ac:cxnSpMkLst>
        </pc:cxnChg>
        <pc:cxnChg chg="add del mod">
          <ac:chgData name="Sam O'Neill" userId="cb323814-a42a-4cfe-bc74-03f595e56f6e" providerId="ADAL" clId="{559C20C6-E908-4A0B-913B-73AA4FB10806}" dt="2020-01-29T14:59:17.858" v="3274" actId="478"/>
          <ac:cxnSpMkLst>
            <pc:docMk/>
            <pc:sldMk cId="3394134216" sldId="313"/>
            <ac:cxnSpMk id="9" creationId="{A58CF5A0-93C9-402E-9508-6AE80CA2D062}"/>
          </ac:cxnSpMkLst>
        </pc:cxnChg>
        <pc:cxnChg chg="add del mod">
          <ac:chgData name="Sam O'Neill" userId="cb323814-a42a-4cfe-bc74-03f595e56f6e" providerId="ADAL" clId="{559C20C6-E908-4A0B-913B-73AA4FB10806}" dt="2020-01-29T14:59:28.097" v="3276" actId="11529"/>
          <ac:cxnSpMkLst>
            <pc:docMk/>
            <pc:sldMk cId="3394134216" sldId="313"/>
            <ac:cxnSpMk id="12" creationId="{D7F97AD0-2FAE-4B42-9509-810E14F56147}"/>
          </ac:cxnSpMkLst>
        </pc:cxnChg>
        <pc:cxnChg chg="add mod">
          <ac:chgData name="Sam O'Neill" userId="cb323814-a42a-4cfe-bc74-03f595e56f6e" providerId="ADAL" clId="{559C20C6-E908-4A0B-913B-73AA4FB10806}" dt="2020-01-29T14:59:30.787" v="3277" actId="11529"/>
          <ac:cxnSpMkLst>
            <pc:docMk/>
            <pc:sldMk cId="3394134216" sldId="313"/>
            <ac:cxnSpMk id="14" creationId="{768F25DE-7314-406A-ACA7-F4EDEBCB97AD}"/>
          </ac:cxnSpMkLst>
        </pc:cxnChg>
        <pc:cxnChg chg="add mod">
          <ac:chgData name="Sam O'Neill" userId="cb323814-a42a-4cfe-bc74-03f595e56f6e" providerId="ADAL" clId="{559C20C6-E908-4A0B-913B-73AA4FB10806}" dt="2020-01-29T14:59:34.026" v="3278" actId="11529"/>
          <ac:cxnSpMkLst>
            <pc:docMk/>
            <pc:sldMk cId="3394134216" sldId="313"/>
            <ac:cxnSpMk id="16" creationId="{274E968C-D086-41F2-9919-77AB71A97E8F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0" creationId="{5DBB16CA-64E5-4B7B-97EB-343B1EE07956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2" creationId="{99D45929-0095-4D21-B7C3-D453839A1D3B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3" creationId="{7B6C7F18-898E-4B24-A600-873B97E30415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4" creationId="{A825FC40-E933-4D8D-8BC0-67BF21FB458C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58" creationId="{6045EF4C-529F-4075-8666-B4956C87D90E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559C20C6-E908-4A0B-913B-73AA4FB10806}" dt="2020-01-29T14:48:12.665" v="3079" actId="478"/>
          <ac:cxnSpMkLst>
            <pc:docMk/>
            <pc:sldMk cId="3394134216" sldId="313"/>
            <ac:cxnSpMk id="73" creationId="{E3189EE5-9EEA-4338-B2DF-41C831AAB87C}"/>
          </ac:cxnSpMkLst>
        </pc:cxnChg>
        <pc:cxnChg chg="add mod">
          <ac:chgData name="Sam O'Neill" userId="cb323814-a42a-4cfe-bc74-03f595e56f6e" providerId="ADAL" clId="{559C20C6-E908-4A0B-913B-73AA4FB10806}" dt="2020-01-29T14:59:56.843" v="3290" actId="14100"/>
          <ac:cxnSpMkLst>
            <pc:docMk/>
            <pc:sldMk cId="3394134216" sldId="313"/>
            <ac:cxnSpMk id="99" creationId="{91ECFA20-5CF6-4F23-B382-99316D55B37B}"/>
          </ac:cxnSpMkLst>
        </pc:cxnChg>
      </pc:sldChg>
      <pc:sldChg chg="add del">
        <pc:chgData name="Sam O'Neill" userId="cb323814-a42a-4cfe-bc74-03f595e56f6e" providerId="ADAL" clId="{559C20C6-E908-4A0B-913B-73AA4FB10806}" dt="2020-01-29T16:52:46.916" v="4452" actId="47"/>
        <pc:sldMkLst>
          <pc:docMk/>
          <pc:sldMk cId="61221929" sldId="314"/>
        </pc:sldMkLst>
      </pc:sldChg>
      <pc:sldChg chg="addSp delSp modSp add del">
        <pc:chgData name="Sam O'Neill" userId="cb323814-a42a-4cfe-bc74-03f595e56f6e" providerId="ADAL" clId="{559C20C6-E908-4A0B-913B-73AA4FB10806}" dt="2020-01-29T16:12:41.078" v="3698" actId="47"/>
        <pc:sldMkLst>
          <pc:docMk/>
          <pc:sldMk cId="260943999" sldId="314"/>
        </pc:sldMkLst>
        <pc:spChg chg="add del mod">
          <ac:chgData name="Sam O'Neill" userId="cb323814-a42a-4cfe-bc74-03f595e56f6e" providerId="ADAL" clId="{559C20C6-E908-4A0B-913B-73AA4FB10806}" dt="2020-01-29T16:12:32.157" v="3697" actId="478"/>
          <ac:spMkLst>
            <pc:docMk/>
            <pc:sldMk cId="260943999" sldId="314"/>
            <ac:spMk id="37" creationId="{83A9B9DA-13A1-4EB7-B4BE-A3748A527522}"/>
          </ac:spMkLst>
        </pc:spChg>
        <pc:graphicFrameChg chg="mod modGraphic">
          <ac:chgData name="Sam O'Neill" userId="cb323814-a42a-4cfe-bc74-03f595e56f6e" providerId="ADAL" clId="{559C20C6-E908-4A0B-913B-73AA4FB10806}" dt="2020-01-29T16:12:29.538" v="3696" actId="2166"/>
          <ac:graphicFrameMkLst>
            <pc:docMk/>
            <pc:sldMk cId="260943999" sldId="314"/>
            <ac:graphicFrameMk id="36" creationId="{E8C93F85-4CBB-4A51-BAE5-2F6415550FE3}"/>
          </ac:graphicFrameMkLst>
        </pc:graphicFrameChg>
      </pc:sldChg>
      <pc:sldChg chg="delSp modSp add">
        <pc:chgData name="Sam O'Neill" userId="cb323814-a42a-4cfe-bc74-03f595e56f6e" providerId="ADAL" clId="{559C20C6-E908-4A0B-913B-73AA4FB10806}" dt="2020-01-29T16:35:10.061" v="4168" actId="208"/>
        <pc:sldMkLst>
          <pc:docMk/>
          <pc:sldMk cId="1234885339" sldId="315"/>
        </pc:sldMkLst>
        <pc:spChg chg="del">
          <ac:chgData name="Sam O'Neill" userId="cb323814-a42a-4cfe-bc74-03f595e56f6e" providerId="ADAL" clId="{559C20C6-E908-4A0B-913B-73AA4FB10806}" dt="2020-01-29T16:35:04.368" v="4166" actId="478"/>
          <ac:spMkLst>
            <pc:docMk/>
            <pc:sldMk cId="1234885339" sldId="315"/>
            <ac:spMk id="37" creationId="{CD61E19D-1784-41D0-98F0-5C39CBDB18E7}"/>
          </ac:spMkLst>
        </pc:spChg>
        <pc:spChg chg="mod">
          <ac:chgData name="Sam O'Neill" userId="cb323814-a42a-4cfe-bc74-03f595e56f6e" providerId="ADAL" clId="{559C20C6-E908-4A0B-913B-73AA4FB10806}" dt="2020-01-29T16:35:10.061" v="4168" actId="208"/>
          <ac:spMkLst>
            <pc:docMk/>
            <pc:sldMk cId="1234885339" sldId="315"/>
            <ac:spMk id="48" creationId="{91CC64C6-4A0C-4471-8427-47067D595D0A}"/>
          </ac:spMkLst>
        </pc:spChg>
        <pc:spChg chg="mod">
          <ac:chgData name="Sam O'Neill" userId="cb323814-a42a-4cfe-bc74-03f595e56f6e" providerId="ADAL" clId="{559C20C6-E908-4A0B-913B-73AA4FB10806}" dt="2020-01-29T16:35:10.061" v="4168" actId="208"/>
          <ac:spMkLst>
            <pc:docMk/>
            <pc:sldMk cId="1234885339" sldId="315"/>
            <ac:spMk id="49" creationId="{366B4E2E-866F-4113-BFE1-279316F7140F}"/>
          </ac:spMkLst>
        </pc:spChg>
        <pc:graphicFrameChg chg="del">
          <ac:chgData name="Sam O'Neill" userId="cb323814-a42a-4cfe-bc74-03f595e56f6e" providerId="ADAL" clId="{559C20C6-E908-4A0B-913B-73AA4FB10806}" dt="2020-01-29T16:35:05.943" v="4167" actId="478"/>
          <ac:graphicFrameMkLst>
            <pc:docMk/>
            <pc:sldMk cId="1234885339" sldId="315"/>
            <ac:graphicFrameMk id="36" creationId="{E8C93F85-4CBB-4A51-BAE5-2F6415550FE3}"/>
          </ac:graphicFrameMkLst>
        </pc:graphicFrameChg>
        <pc:cxnChg chg="mod">
          <ac:chgData name="Sam O'Neill" userId="cb323814-a42a-4cfe-bc74-03f595e56f6e" providerId="ADAL" clId="{559C20C6-E908-4A0B-913B-73AA4FB10806}" dt="2020-01-29T16:35:10.061" v="4168" actId="208"/>
          <ac:cxnSpMkLst>
            <pc:docMk/>
            <pc:sldMk cId="1234885339" sldId="315"/>
            <ac:cxnSpMk id="50" creationId="{5DBB16CA-64E5-4B7B-97EB-343B1EE07956}"/>
          </ac:cxnSpMkLst>
        </pc:cxnChg>
      </pc:sldChg>
      <pc:sldChg chg="modSp add del">
        <pc:chgData name="Sam O'Neill" userId="cb323814-a42a-4cfe-bc74-03f595e56f6e" providerId="ADAL" clId="{559C20C6-E908-4A0B-913B-73AA4FB10806}" dt="2020-01-29T15:17:29.947" v="3388" actId="47"/>
        <pc:sldMkLst>
          <pc:docMk/>
          <pc:sldMk cId="3709177668" sldId="315"/>
        </pc:sldMkLst>
        <pc:graphicFrameChg chg="modGraphic">
          <ac:chgData name="Sam O'Neill" userId="cb323814-a42a-4cfe-bc74-03f595e56f6e" providerId="ADAL" clId="{559C20C6-E908-4A0B-913B-73AA4FB10806}" dt="2020-01-29T15:17:05.343" v="3385" actId="14734"/>
          <ac:graphicFrameMkLst>
            <pc:docMk/>
            <pc:sldMk cId="3709177668" sldId="315"/>
            <ac:graphicFrameMk id="36" creationId="{E8C93F85-4CBB-4A51-BAE5-2F6415550FE3}"/>
          </ac:graphicFrameMkLst>
        </pc:graphicFrameChg>
      </pc:sldChg>
      <pc:sldChg chg="addSp delSp modSp add">
        <pc:chgData name="Sam O'Neill" userId="cb323814-a42a-4cfe-bc74-03f595e56f6e" providerId="ADAL" clId="{559C20C6-E908-4A0B-913B-73AA4FB10806}" dt="2020-01-29T17:12:47.268" v="4806" actId="20577"/>
        <pc:sldMkLst>
          <pc:docMk/>
          <pc:sldMk cId="2635785397" sldId="316"/>
        </pc:sldMkLst>
        <pc:spChg chg="mod">
          <ac:chgData name="Sam O'Neill" userId="cb323814-a42a-4cfe-bc74-03f595e56f6e" providerId="ADAL" clId="{559C20C6-E908-4A0B-913B-73AA4FB10806}" dt="2020-01-29T16:53:02.592" v="4466" actId="20577"/>
          <ac:spMkLst>
            <pc:docMk/>
            <pc:sldMk cId="2635785397" sldId="316"/>
            <ac:spMk id="2" creationId="{F3E593E6-3D2F-4C7E-80B2-F78D636A9E07}"/>
          </ac:spMkLst>
        </pc:spChg>
        <pc:spChg chg="add mod">
          <ac:chgData name="Sam O'Neill" userId="cb323814-a42a-4cfe-bc74-03f595e56f6e" providerId="ADAL" clId="{559C20C6-E908-4A0B-913B-73AA4FB10806}" dt="2020-01-29T17:12:47.268" v="4806" actId="20577"/>
          <ac:spMkLst>
            <pc:docMk/>
            <pc:sldMk cId="2635785397" sldId="316"/>
            <ac:spMk id="3" creationId="{418B8980-139A-4CCE-AF53-E18C833C5BDB}"/>
          </ac:spMkLst>
        </pc:spChg>
        <pc:spChg chg="add mod">
          <ac:chgData name="Sam O'Neill" userId="cb323814-a42a-4cfe-bc74-03f595e56f6e" providerId="ADAL" clId="{559C20C6-E908-4A0B-913B-73AA4FB10806}" dt="2020-01-29T16:53:33.656" v="4473" actId="20577"/>
          <ac:spMkLst>
            <pc:docMk/>
            <pc:sldMk cId="2635785397" sldId="316"/>
            <ac:spMk id="10" creationId="{45C48229-7AE0-4991-B0FA-4AF0F22BA42D}"/>
          </ac:spMkLst>
        </pc:spChg>
        <pc:spChg chg="add del mod">
          <ac:chgData name="Sam O'Neill" userId="cb323814-a42a-4cfe-bc74-03f595e56f6e" providerId="ADAL" clId="{559C20C6-E908-4A0B-913B-73AA4FB10806}" dt="2020-01-29T16:53:31.663" v="4471" actId="478"/>
          <ac:spMkLst>
            <pc:docMk/>
            <pc:sldMk cId="2635785397" sldId="316"/>
            <ac:spMk id="11" creationId="{3FBBE62D-30E0-405E-92AC-3C7C17622A72}"/>
          </ac:spMkLst>
        </pc:spChg>
        <pc:spChg chg="add mod">
          <ac:chgData name="Sam O'Neill" userId="cb323814-a42a-4cfe-bc74-03f595e56f6e" providerId="ADAL" clId="{559C20C6-E908-4A0B-913B-73AA4FB10806}" dt="2020-01-29T16:53:42.052" v="4477" actId="20577"/>
          <ac:spMkLst>
            <pc:docMk/>
            <pc:sldMk cId="2635785397" sldId="316"/>
            <ac:spMk id="12" creationId="{276F5FFE-703A-4940-8AB4-7FD00EAE1878}"/>
          </ac:spMkLst>
        </pc:spChg>
        <pc:spChg chg="mod">
          <ac:chgData name="Sam O'Neill" userId="cb323814-a42a-4cfe-bc74-03f595e56f6e" providerId="ADAL" clId="{559C20C6-E908-4A0B-913B-73AA4FB10806}" dt="2020-01-29T17:12:04.737" v="4775" actId="20577"/>
          <ac:spMkLst>
            <pc:docMk/>
            <pc:sldMk cId="2635785397" sldId="316"/>
            <ac:spMk id="79" creationId="{058237AD-1FBC-40A2-BFC4-5823CCBF2BAD}"/>
          </ac:spMkLst>
        </pc:spChg>
      </pc:sldChg>
      <pc:sldChg chg="add ord">
        <pc:chgData name="Sam O'Neill" userId="cb323814-a42a-4cfe-bc74-03f595e56f6e" providerId="ADAL" clId="{559C20C6-E908-4A0B-913B-73AA4FB10806}" dt="2020-01-29T17:10:59.831" v="4746"/>
        <pc:sldMkLst>
          <pc:docMk/>
          <pc:sldMk cId="3560351858" sldId="317"/>
        </pc:sldMkLst>
      </pc:sldChg>
      <pc:sldChg chg="addSp delSp modSp add">
        <pc:chgData name="Sam O'Neill" userId="cb323814-a42a-4cfe-bc74-03f595e56f6e" providerId="ADAL" clId="{559C20C6-E908-4A0B-913B-73AA4FB10806}" dt="2020-01-29T17:08:06.190" v="4744" actId="1076"/>
        <pc:sldMkLst>
          <pc:docMk/>
          <pc:sldMk cId="860377797" sldId="318"/>
        </pc:sldMkLst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25" creationId="{CE0F35F8-2D14-42F7-98CA-CE048B52F1C0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26" creationId="{C3E60562-109A-487E-BDF7-D54486139D07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1" creationId="{CFCA3A0E-1ADD-4BD7-B3BF-259A9B5FA34B}"/>
          </ac:spMkLst>
        </pc:spChg>
        <pc:spChg chg="del mod">
          <ac:chgData name="Sam O'Neill" userId="cb323814-a42a-4cfe-bc74-03f595e56f6e" providerId="ADAL" clId="{559C20C6-E908-4A0B-913B-73AA4FB10806}" dt="2020-01-29T16:56:03.896" v="4579"/>
          <ac:spMkLst>
            <pc:docMk/>
            <pc:sldMk cId="860377797" sldId="318"/>
            <ac:spMk id="32" creationId="{3606D8CD-A33A-4586-982E-C70BB44176AB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3" creationId="{1A1369A9-D875-4C2C-A31C-0C1AE79625F4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4" creationId="{CE8255FF-E6FC-4573-8791-BE666BE7BB99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7" creationId="{0B0446D1-5DC1-4F96-97C1-ED11C0D507BC}"/>
          </ac:spMkLst>
        </pc:spChg>
        <pc:spChg chg="del">
          <ac:chgData name="Sam O'Neill" userId="cb323814-a42a-4cfe-bc74-03f595e56f6e" providerId="ADAL" clId="{559C20C6-E908-4A0B-913B-73AA4FB10806}" dt="2020-01-29T17:07:30.070" v="4733" actId="478"/>
          <ac:spMkLst>
            <pc:docMk/>
            <pc:sldMk cId="860377797" sldId="318"/>
            <ac:spMk id="38" creationId="{C34FD24D-A29A-4193-A69D-CE3D0E658CE0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39" creationId="{DEA2BD11-D4E8-45EB-8B9B-56C7A6143F0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0" creationId="{EAACD9D7-CFCC-4042-8206-17C35F0F013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3" creationId="{ADF2C230-B54D-4430-8AA2-886BFBA008DC}"/>
          </ac:spMkLst>
        </pc:spChg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44" creationId="{D887E03B-5F16-4B0B-A4FD-B6468D1BA3AE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5" creationId="{2BC38536-04FC-474C-ADCA-281E7C4F154B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6" creationId="{7057DA42-60D7-4D2E-BDFD-2C215B1BF3CC}"/>
          </ac:spMkLst>
        </pc:spChg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47" creationId="{0C739822-2D76-4C07-B097-C37430E300EE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8" creationId="{91CC64C6-4A0C-4471-8427-47067D595D0A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49" creationId="{366B4E2E-866F-4113-BFE1-279316F7140F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51" creationId="{BD573B4C-7BA4-4E79-8F11-C8E0D39436E3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55" creationId="{5D8C1D26-B750-46A6-B68F-E52883736055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56" creationId="{1C744FBA-6B91-49F9-897C-2A32A226A911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77" creationId="{2D469A5C-6D23-467E-92CB-7EFBE8C87CFE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79" creationId="{D3CCFB96-B09B-41F2-A131-410EA96950B7}"/>
          </ac:spMkLst>
        </pc:spChg>
        <pc:spChg chg="del">
          <ac:chgData name="Sam O'Neill" userId="cb323814-a42a-4cfe-bc74-03f595e56f6e" providerId="ADAL" clId="{559C20C6-E908-4A0B-913B-73AA4FB10806}" dt="2020-01-29T16:56:05.304" v="4580" actId="478"/>
          <ac:spMkLst>
            <pc:docMk/>
            <pc:sldMk cId="860377797" sldId="318"/>
            <ac:spMk id="80" creationId="{4A7AA330-1CE6-4D22-8E7A-A13D22B95EF0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1" creationId="{A4AD70D1-0B58-4FD7-9562-0505A58C1D91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2" creationId="{66BB4EF2-F93E-4378-8A9E-9613A5B2655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3" creationId="{C18A5F47-794A-4A37-B744-6DB2AE9D9962}"/>
          </ac:spMkLst>
        </pc:spChg>
        <pc:spChg chg="del">
          <ac:chgData name="Sam O'Neill" userId="cb323814-a42a-4cfe-bc74-03f595e56f6e" providerId="ADAL" clId="{559C20C6-E908-4A0B-913B-73AA4FB10806}" dt="2020-01-29T16:56:01.051" v="4576" actId="478"/>
          <ac:spMkLst>
            <pc:docMk/>
            <pc:sldMk cId="860377797" sldId="318"/>
            <ac:spMk id="84" creationId="{C4A004CF-8122-42E4-9530-61EFC2589855}"/>
          </ac:spMkLst>
        </pc:spChg>
        <pc:graphicFrameChg chg="add del mod">
          <ac:chgData name="Sam O'Neill" userId="cb323814-a42a-4cfe-bc74-03f595e56f6e" providerId="ADAL" clId="{559C20C6-E908-4A0B-913B-73AA4FB10806}" dt="2020-01-29T16:56:35.635" v="4585"/>
          <ac:graphicFrameMkLst>
            <pc:docMk/>
            <pc:sldMk cId="860377797" sldId="318"/>
            <ac:graphicFrameMk id="3" creationId="{E14FDBD9-D49C-4C08-8D00-49F873550F42}"/>
          </ac:graphicFrameMkLst>
        </pc:graphicFrameChg>
        <pc:graphicFrameChg chg="add del mod modGraphic">
          <ac:chgData name="Sam O'Neill" userId="cb323814-a42a-4cfe-bc74-03f595e56f6e" providerId="ADAL" clId="{559C20C6-E908-4A0B-913B-73AA4FB10806}" dt="2020-01-29T17:03:44.291" v="4598" actId="478"/>
          <ac:graphicFrameMkLst>
            <pc:docMk/>
            <pc:sldMk cId="860377797" sldId="318"/>
            <ac:graphicFrameMk id="4" creationId="{C74029F4-8556-4F71-9D3C-E934E6744A53}"/>
          </ac:graphicFrameMkLst>
        </pc:graphicFrameChg>
        <pc:graphicFrameChg chg="add mod modGraphic">
          <ac:chgData name="Sam O'Neill" userId="cb323814-a42a-4cfe-bc74-03f595e56f6e" providerId="ADAL" clId="{559C20C6-E908-4A0B-913B-73AA4FB10806}" dt="2020-01-29T17:08:06.190" v="4744" actId="1076"/>
          <ac:graphicFrameMkLst>
            <pc:docMk/>
            <pc:sldMk cId="860377797" sldId="318"/>
            <ac:graphicFrameMk id="5" creationId="{D1A3AAE4-A293-4E34-BC3C-213B03607C9B}"/>
          </ac:graphicFrameMkLst>
        </pc:graphicFrameChg>
        <pc:graphicFrameChg chg="del mod modGraphic">
          <ac:chgData name="Sam O'Neill" userId="cb323814-a42a-4cfe-bc74-03f595e56f6e" providerId="ADAL" clId="{559C20C6-E908-4A0B-913B-73AA4FB10806}" dt="2020-01-29T17:03:47.454" v="4600" actId="478"/>
          <ac:graphicFrameMkLst>
            <pc:docMk/>
            <pc:sldMk cId="860377797" sldId="318"/>
            <ac:graphicFrameMk id="57" creationId="{53CCF054-8388-44AD-B71B-F77B85F50990}"/>
          </ac:graphicFrameMkLst>
        </pc:graphicFrame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0" creationId="{5DBB16CA-64E5-4B7B-97EB-343B1EE07956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2" creationId="{99D45929-0095-4D21-B7C3-D453839A1D3B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3" creationId="{7B6C7F18-898E-4B24-A600-873B97E30415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4" creationId="{A825FC40-E933-4D8D-8BC0-67BF21FB458C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58" creationId="{6045EF4C-529F-4075-8666-B4956C87D90E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559C20C6-E908-4A0B-913B-73AA4FB10806}" dt="2020-01-29T16:56:01.051" v="4576" actId="478"/>
          <ac:cxnSpMkLst>
            <pc:docMk/>
            <pc:sldMk cId="860377797" sldId="318"/>
            <ac:cxnSpMk id="73" creationId="{E3189EE5-9EEA-4338-B2DF-41C831AAB87C}"/>
          </ac:cxnSpMkLst>
        </pc:cxnChg>
      </pc:sldChg>
      <pc:sldChg chg="add">
        <pc:chgData name="Sam O'Neill" userId="cb323814-a42a-4cfe-bc74-03f595e56f6e" providerId="ADAL" clId="{559C20C6-E908-4A0B-913B-73AA4FB10806}" dt="2020-01-29T17:11:03.333" v="4747"/>
        <pc:sldMkLst>
          <pc:docMk/>
          <pc:sldMk cId="1141858548" sldId="319"/>
        </pc:sldMkLst>
      </pc:sldChg>
    </pc:docChg>
  </pc:docChgLst>
  <pc:docChgLst>
    <pc:chgData name="Sam O’Neil" userId="cb323814-a42a-4cfe-bc74-03f595e56f6e" providerId="ADAL" clId="{2A2F4E40-71C5-49CC-8EBB-DC469AE0CA50}"/>
    <pc:docChg chg="undo custSel addSld delSld modSld">
      <pc:chgData name="Sam O’Neil" userId="cb323814-a42a-4cfe-bc74-03f595e56f6e" providerId="ADAL" clId="{2A2F4E40-71C5-49CC-8EBB-DC469AE0CA50}" dt="2019-11-21T12:09:13.370" v="2378" actId="20577"/>
      <pc:docMkLst>
        <pc:docMk/>
      </pc:docMkLst>
      <pc:sldChg chg="modSp">
        <pc:chgData name="Sam O’Neil" userId="cb323814-a42a-4cfe-bc74-03f595e56f6e" providerId="ADAL" clId="{2A2F4E40-71C5-49CC-8EBB-DC469AE0CA50}" dt="2019-11-20T11:26:59.491" v="26" actId="20577"/>
        <pc:sldMkLst>
          <pc:docMk/>
          <pc:sldMk cId="110775907" sldId="256"/>
        </pc:sldMkLst>
        <pc:spChg chg="mod">
          <ac:chgData name="Sam O’Neil" userId="cb323814-a42a-4cfe-bc74-03f595e56f6e" providerId="ADAL" clId="{2A2F4E40-71C5-49CC-8EBB-DC469AE0CA50}" dt="2019-11-20T11:26:59.491" v="26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’Neil" userId="cb323814-a42a-4cfe-bc74-03f595e56f6e" providerId="ADAL" clId="{2A2F4E40-71C5-49CC-8EBB-DC469AE0CA50}" dt="2019-11-20T12:16:32.027" v="512" actId="20577"/>
        <pc:sldMkLst>
          <pc:docMk/>
          <pc:sldMk cId="2464477114" sldId="257"/>
        </pc:sldMkLst>
        <pc:spChg chg="mod">
          <ac:chgData name="Sam O’Neil" userId="cb323814-a42a-4cfe-bc74-03f595e56f6e" providerId="ADAL" clId="{2A2F4E40-71C5-49CC-8EBB-DC469AE0CA50}" dt="2019-11-20T12:16:32.027" v="512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3226419782" sldId="262"/>
        </pc:sldMkLst>
      </pc:sldChg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2913395776" sldId="263"/>
        </pc:sldMkLst>
      </pc:sldChg>
      <pc:sldChg chg="del">
        <pc:chgData name="Sam O’Neil" userId="cb323814-a42a-4cfe-bc74-03f595e56f6e" providerId="ADAL" clId="{2A2F4E40-71C5-49CC-8EBB-DC469AE0CA50}" dt="2019-11-20T11:26:52.057" v="6" actId="2696"/>
        <pc:sldMkLst>
          <pc:docMk/>
          <pc:sldMk cId="2314261482" sldId="264"/>
        </pc:sldMkLst>
      </pc:sldChg>
      <pc:sldChg chg="del">
        <pc:chgData name="Sam O’Neil" userId="cb323814-a42a-4cfe-bc74-03f595e56f6e" providerId="ADAL" clId="{2A2F4E40-71C5-49CC-8EBB-DC469AE0CA50}" dt="2019-11-20T11:26:56.213" v="20" actId="2696"/>
        <pc:sldMkLst>
          <pc:docMk/>
          <pc:sldMk cId="2923059188" sldId="268"/>
        </pc:sldMkLst>
      </pc:sldChg>
      <pc:sldChg chg="delSp modSp add del">
        <pc:chgData name="Sam O’Neil" userId="cb323814-a42a-4cfe-bc74-03f595e56f6e" providerId="ADAL" clId="{2A2F4E40-71C5-49CC-8EBB-DC469AE0CA50}" dt="2019-11-21T12:06:50.594" v="2374" actId="20577"/>
        <pc:sldMkLst>
          <pc:docMk/>
          <pc:sldMk cId="2458902969" sldId="270"/>
        </pc:sldMkLst>
        <pc:spChg chg="del">
          <ac:chgData name="Sam O’Neil" userId="cb323814-a42a-4cfe-bc74-03f595e56f6e" providerId="ADAL" clId="{2A2F4E40-71C5-49CC-8EBB-DC469AE0CA50}" dt="2019-11-20T18:03:54.461" v="655" actId="478"/>
          <ac:spMkLst>
            <pc:docMk/>
            <pc:sldMk cId="2458902969" sldId="270"/>
            <ac:spMk id="7" creationId="{68DCAFC0-B514-4979-A923-B3A35E55DD35}"/>
          </ac:spMkLst>
        </pc:spChg>
        <pc:graphicFrameChg chg="mod modGraphic">
          <ac:chgData name="Sam O’Neil" userId="cb323814-a42a-4cfe-bc74-03f595e56f6e" providerId="ADAL" clId="{2A2F4E40-71C5-49CC-8EBB-DC469AE0CA50}" dt="2019-11-21T12:06:50.594" v="2374" actId="20577"/>
          <ac:graphicFrameMkLst>
            <pc:docMk/>
            <pc:sldMk cId="2458902969" sldId="270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1.426" v="4" actId="2696"/>
        <pc:sldMkLst>
          <pc:docMk/>
          <pc:sldMk cId="1366319027" sldId="271"/>
        </pc:sldMkLst>
      </pc:sldChg>
      <pc:sldChg chg="modSp add">
        <pc:chgData name="Sam O’Neil" userId="cb323814-a42a-4cfe-bc74-03f595e56f6e" providerId="ADAL" clId="{2A2F4E40-71C5-49CC-8EBB-DC469AE0CA50}" dt="2019-11-20T12:20:19.139" v="637" actId="20577"/>
        <pc:sldMkLst>
          <pc:docMk/>
          <pc:sldMk cId="3240690951" sldId="271"/>
        </pc:sldMkLst>
        <pc:spChg chg="mod">
          <ac:chgData name="Sam O’Neil" userId="cb323814-a42a-4cfe-bc74-03f595e56f6e" providerId="ADAL" clId="{2A2F4E40-71C5-49CC-8EBB-DC469AE0CA50}" dt="2019-11-20T12:19:24.925" v="519" actId="20577"/>
          <ac:spMkLst>
            <pc:docMk/>
            <pc:sldMk cId="3240690951" sldId="271"/>
            <ac:spMk id="2" creationId="{3C670DCA-349F-4E07-9481-BFF8779160C8}"/>
          </ac:spMkLst>
        </pc:spChg>
        <pc:spChg chg="mod">
          <ac:chgData name="Sam O’Neil" userId="cb323814-a42a-4cfe-bc74-03f595e56f6e" providerId="ADAL" clId="{2A2F4E40-71C5-49CC-8EBB-DC469AE0CA50}" dt="2019-11-20T12:20:19.139" v="637" actId="20577"/>
          <ac:spMkLst>
            <pc:docMk/>
            <pc:sldMk cId="3240690951" sldId="271"/>
            <ac:spMk id="3" creationId="{2ED27342-B019-4230-BC68-60F4E0ADF16D}"/>
          </ac:spMkLst>
        </pc:spChg>
      </pc:sldChg>
      <pc:sldChg chg="addSp modSp add">
        <pc:chgData name="Sam O’Neil" userId="cb323814-a42a-4cfe-bc74-03f595e56f6e" providerId="ADAL" clId="{2A2F4E40-71C5-49CC-8EBB-DC469AE0CA50}" dt="2019-11-20T18:25:21.348" v="1398" actId="6549"/>
        <pc:sldMkLst>
          <pc:docMk/>
          <pc:sldMk cId="3936150012" sldId="272"/>
        </pc:sldMkLst>
        <pc:spChg chg="mod">
          <ac:chgData name="Sam O’Neil" userId="cb323814-a42a-4cfe-bc74-03f595e56f6e" providerId="ADAL" clId="{2A2F4E40-71C5-49CC-8EBB-DC469AE0CA50}" dt="2019-11-20T18:09:46.048" v="947" actId="20577"/>
          <ac:spMkLst>
            <pc:docMk/>
            <pc:sldMk cId="3936150012" sldId="272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0T18:04:53.202" v="753" actId="20577"/>
          <ac:spMkLst>
            <pc:docMk/>
            <pc:sldMk cId="3936150012" sldId="272"/>
            <ac:spMk id="4" creationId="{62B5A31C-0D68-4475-A2AE-456BA5EEADCD}"/>
          </ac:spMkLst>
        </pc:spChg>
        <pc:graphicFrameChg chg="mod modGraphic">
          <ac:chgData name="Sam O’Neil" userId="cb323814-a42a-4cfe-bc74-03f595e56f6e" providerId="ADAL" clId="{2A2F4E40-71C5-49CC-8EBB-DC469AE0CA50}" dt="2019-11-20T18:25:21.348" v="1398" actId="6549"/>
          <ac:graphicFrameMkLst>
            <pc:docMk/>
            <pc:sldMk cId="3936150012" sldId="272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1.173" v="2" actId="2696"/>
        <pc:sldMkLst>
          <pc:docMk/>
          <pc:sldMk cId="4196707492" sldId="272"/>
        </pc:sldMkLst>
      </pc:sldChg>
      <pc:sldChg chg="del">
        <pc:chgData name="Sam O’Neil" userId="cb323814-a42a-4cfe-bc74-03f595e56f6e" providerId="ADAL" clId="{2A2F4E40-71C5-49CC-8EBB-DC469AE0CA50}" dt="2019-11-20T11:26:52.540" v="7" actId="2696"/>
        <pc:sldMkLst>
          <pc:docMk/>
          <pc:sldMk cId="2430772097" sldId="273"/>
        </pc:sldMkLst>
      </pc:sldChg>
      <pc:sldChg chg="modSp add">
        <pc:chgData name="Sam O’Neil" userId="cb323814-a42a-4cfe-bc74-03f595e56f6e" providerId="ADAL" clId="{2A2F4E40-71C5-49CC-8EBB-DC469AE0CA50}" dt="2019-11-20T18:24:55.791" v="1391" actId="6549"/>
        <pc:sldMkLst>
          <pc:docMk/>
          <pc:sldMk cId="3286258724" sldId="273"/>
        </pc:sldMkLst>
        <pc:spChg chg="mod">
          <ac:chgData name="Sam O’Neil" userId="cb323814-a42a-4cfe-bc74-03f595e56f6e" providerId="ADAL" clId="{2A2F4E40-71C5-49CC-8EBB-DC469AE0CA50}" dt="2019-11-20T18:10:55.895" v="1013" actId="20577"/>
          <ac:spMkLst>
            <pc:docMk/>
            <pc:sldMk cId="3286258724" sldId="273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08:05.222" v="901" actId="1076"/>
          <ac:spMkLst>
            <pc:docMk/>
            <pc:sldMk cId="3286258724" sldId="273"/>
            <ac:spMk id="4" creationId="{62B5A31C-0D68-4475-A2AE-456BA5EEADCD}"/>
          </ac:spMkLst>
        </pc:spChg>
        <pc:graphicFrameChg chg="mod modGraphic">
          <ac:chgData name="Sam O’Neil" userId="cb323814-a42a-4cfe-bc74-03f595e56f6e" providerId="ADAL" clId="{2A2F4E40-71C5-49CC-8EBB-DC469AE0CA50}" dt="2019-11-20T18:24:55.791" v="1391" actId="6549"/>
          <ac:graphicFrameMkLst>
            <pc:docMk/>
            <pc:sldMk cId="3286258724" sldId="273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1.626" v="5" actId="2696"/>
        <pc:sldMkLst>
          <pc:docMk/>
          <pc:sldMk cId="2431734939" sldId="274"/>
        </pc:sldMkLst>
      </pc:sldChg>
      <pc:sldChg chg="modSp add">
        <pc:chgData name="Sam O’Neil" userId="cb323814-a42a-4cfe-bc74-03f595e56f6e" providerId="ADAL" clId="{2A2F4E40-71C5-49CC-8EBB-DC469AE0CA50}" dt="2019-11-20T18:09:29.836" v="939" actId="13926"/>
        <pc:sldMkLst>
          <pc:docMk/>
          <pc:sldMk cId="2559174208" sldId="274"/>
        </pc:sldMkLst>
        <pc:spChg chg="mod">
          <ac:chgData name="Sam O’Neil" userId="cb323814-a42a-4cfe-bc74-03f595e56f6e" providerId="ADAL" clId="{2A2F4E40-71C5-49CC-8EBB-DC469AE0CA50}" dt="2019-11-20T18:08:44.322" v="912" actId="20577"/>
          <ac:spMkLst>
            <pc:docMk/>
            <pc:sldMk cId="2559174208" sldId="274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09:13.078" v="937" actId="20577"/>
          <ac:spMkLst>
            <pc:docMk/>
            <pc:sldMk cId="2559174208" sldId="274"/>
            <ac:spMk id="3" creationId="{5198A88B-52B3-469E-A512-B72752EB7862}"/>
          </ac:spMkLst>
        </pc:spChg>
        <pc:graphicFrameChg chg="modGraphic">
          <ac:chgData name="Sam O’Neil" userId="cb323814-a42a-4cfe-bc74-03f595e56f6e" providerId="ADAL" clId="{2A2F4E40-71C5-49CC-8EBB-DC469AE0CA50}" dt="2019-11-20T18:09:29.836" v="939" actId="13926"/>
          <ac:graphicFrameMkLst>
            <pc:docMk/>
            <pc:sldMk cId="2559174208" sldId="274"/>
            <ac:graphicFrameMk id="4" creationId="{B5B6C751-0817-4827-A97A-A8C3A6178DBE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4.632" v="11" actId="2696"/>
        <pc:sldMkLst>
          <pc:docMk/>
          <pc:sldMk cId="1891308513" sldId="275"/>
        </pc:sldMkLst>
      </pc:sldChg>
      <pc:sldChg chg="delSp modSp add">
        <pc:chgData name="Sam O’Neil" userId="cb323814-a42a-4cfe-bc74-03f595e56f6e" providerId="ADAL" clId="{2A2F4E40-71C5-49CC-8EBB-DC469AE0CA50}" dt="2019-11-21T12:00:57.718" v="2210" actId="1076"/>
        <pc:sldMkLst>
          <pc:docMk/>
          <pc:sldMk cId="2561449769" sldId="275"/>
        </pc:sldMkLst>
        <pc:spChg chg="mod">
          <ac:chgData name="Sam O’Neil" userId="cb323814-a42a-4cfe-bc74-03f595e56f6e" providerId="ADAL" clId="{2A2F4E40-71C5-49CC-8EBB-DC469AE0CA50}" dt="2019-11-21T12:00:57.718" v="2210" actId="1076"/>
          <ac:spMkLst>
            <pc:docMk/>
            <pc:sldMk cId="2561449769" sldId="275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10:12.404" v="962" actId="20577"/>
          <ac:spMkLst>
            <pc:docMk/>
            <pc:sldMk cId="2561449769" sldId="275"/>
            <ac:spMk id="39" creationId="{3E91DE14-6B75-4CAA-A562-329FBE6EF274}"/>
          </ac:spMkLst>
        </pc:spChg>
        <pc:spChg chg="del">
          <ac:chgData name="Sam O’Neil" userId="cb323814-a42a-4cfe-bc74-03f595e56f6e" providerId="ADAL" clId="{2A2F4E40-71C5-49CC-8EBB-DC469AE0CA50}" dt="2019-11-20T18:10:15.931" v="963" actId="478"/>
          <ac:spMkLst>
            <pc:docMk/>
            <pc:sldMk cId="2561449769" sldId="275"/>
            <ac:spMk id="51" creationId="{3717715A-C2AC-4CA3-BC61-EE93EE3206C3}"/>
          </ac:spMkLst>
        </pc:spChg>
      </pc:sldChg>
      <pc:sldChg chg="addSp delSp modSp add">
        <pc:chgData name="Sam O’Neil" userId="cb323814-a42a-4cfe-bc74-03f595e56f6e" providerId="ADAL" clId="{2A2F4E40-71C5-49CC-8EBB-DC469AE0CA50}" dt="2019-11-20T18:14:18.009" v="1064" actId="20577"/>
        <pc:sldMkLst>
          <pc:docMk/>
          <pc:sldMk cId="468365988" sldId="276"/>
        </pc:sldMkLst>
        <pc:spChg chg="add mod">
          <ac:chgData name="Sam O’Neil" userId="cb323814-a42a-4cfe-bc74-03f595e56f6e" providerId="ADAL" clId="{2A2F4E40-71C5-49CC-8EBB-DC469AE0CA50}" dt="2019-11-20T18:12:03.187" v="1025" actId="208"/>
          <ac:spMkLst>
            <pc:docMk/>
            <pc:sldMk cId="468365988" sldId="276"/>
            <ac:spMk id="25" creationId="{E1ACE88A-04D8-4283-9CA8-A61C7DF12C52}"/>
          </ac:spMkLst>
        </pc:spChg>
        <pc:spChg chg="add del">
          <ac:chgData name="Sam O’Neil" userId="cb323814-a42a-4cfe-bc74-03f595e56f6e" providerId="ADAL" clId="{2A2F4E40-71C5-49CC-8EBB-DC469AE0CA50}" dt="2019-11-20T18:12:08.625" v="1027"/>
          <ac:spMkLst>
            <pc:docMk/>
            <pc:sldMk cId="468365988" sldId="276"/>
            <ac:spMk id="29" creationId="{34C0EFAD-7FFD-49A3-9505-B09B9008D285}"/>
          </ac:spMkLst>
        </pc:spChg>
        <pc:spChg chg="add mod">
          <ac:chgData name="Sam O’Neil" userId="cb323814-a42a-4cfe-bc74-03f595e56f6e" providerId="ADAL" clId="{2A2F4E40-71C5-49CC-8EBB-DC469AE0CA50}" dt="2019-11-20T18:13:15.231" v="1046" actId="207"/>
          <ac:spMkLst>
            <pc:docMk/>
            <pc:sldMk cId="468365988" sldId="276"/>
            <ac:spMk id="35" creationId="{58A7ABE7-D89F-49CE-AC2F-1CABF6F36C6B}"/>
          </ac:spMkLst>
        </pc:spChg>
        <pc:spChg chg="add mod">
          <ac:chgData name="Sam O’Neil" userId="cb323814-a42a-4cfe-bc74-03f595e56f6e" providerId="ADAL" clId="{2A2F4E40-71C5-49CC-8EBB-DC469AE0CA50}" dt="2019-11-20T18:13:31.122" v="1049" actId="1076"/>
          <ac:spMkLst>
            <pc:docMk/>
            <pc:sldMk cId="468365988" sldId="276"/>
            <ac:spMk id="36" creationId="{7F540BFE-19A0-4491-852A-B35AD9AFB6F0}"/>
          </ac:spMkLst>
        </pc:spChg>
        <pc:spChg chg="add mod">
          <ac:chgData name="Sam O’Neil" userId="cb323814-a42a-4cfe-bc74-03f595e56f6e" providerId="ADAL" clId="{2A2F4E40-71C5-49CC-8EBB-DC469AE0CA50}" dt="2019-11-20T18:14:18.009" v="1064" actId="20577"/>
          <ac:spMkLst>
            <pc:docMk/>
            <pc:sldMk cId="468365988" sldId="276"/>
            <ac:spMk id="37" creationId="{7AF092F5-74BE-4C23-A94D-90853C3398C8}"/>
          </ac:spMkLst>
        </pc:spChg>
        <pc:spChg chg="mod">
          <ac:chgData name="Sam O’Neil" userId="cb323814-a42a-4cfe-bc74-03f595e56f6e" providerId="ADAL" clId="{2A2F4E40-71C5-49CC-8EBB-DC469AE0CA50}" dt="2019-11-20T18:12:38.482" v="1034" actId="1076"/>
          <ac:spMkLst>
            <pc:docMk/>
            <pc:sldMk cId="468365988" sldId="276"/>
            <ac:spMk id="48" creationId="{B9D3F35C-036D-416E-9BA7-5201FB51B982}"/>
          </ac:spMkLst>
        </pc:spChg>
        <pc:spChg chg="mod">
          <ac:chgData name="Sam O’Neil" userId="cb323814-a42a-4cfe-bc74-03f595e56f6e" providerId="ADAL" clId="{2A2F4E40-71C5-49CC-8EBB-DC469AE0CA50}" dt="2019-11-20T18:12:46.243" v="1040" actId="1035"/>
          <ac:spMkLst>
            <pc:docMk/>
            <pc:sldMk cId="468365988" sldId="276"/>
            <ac:spMk id="49" creationId="{6D9A3310-787D-4026-8A0E-B550B2B651DE}"/>
          </ac:spMkLst>
        </pc:spChg>
        <pc:spChg chg="mod">
          <ac:chgData name="Sam O’Neil" userId="cb323814-a42a-4cfe-bc74-03f595e56f6e" providerId="ADAL" clId="{2A2F4E40-71C5-49CC-8EBB-DC469AE0CA50}" dt="2019-11-20T18:12:47.971" v="1041" actId="1035"/>
          <ac:spMkLst>
            <pc:docMk/>
            <pc:sldMk cId="468365988" sldId="276"/>
            <ac:spMk id="50" creationId="{1594CDD7-BD37-4E83-AEE3-2E2CFFDEB9AA}"/>
          </ac:spMkLst>
        </pc:spChg>
        <pc:cxnChg chg="add mod">
          <ac:chgData name="Sam O’Neil" userId="cb323814-a42a-4cfe-bc74-03f595e56f6e" providerId="ADAL" clId="{2A2F4E40-71C5-49CC-8EBB-DC469AE0CA50}" dt="2019-11-20T18:12:03.187" v="1025" actId="208"/>
          <ac:cxnSpMkLst>
            <pc:docMk/>
            <pc:sldMk cId="468365988" sldId="276"/>
            <ac:cxnSpMk id="26" creationId="{2F54C1D3-3A31-48F7-8A40-8B36C54D6FA0}"/>
          </ac:cxnSpMkLst>
        </pc:cxnChg>
        <pc:cxnChg chg="add del">
          <ac:chgData name="Sam O’Neil" userId="cb323814-a42a-4cfe-bc74-03f595e56f6e" providerId="ADAL" clId="{2A2F4E40-71C5-49CC-8EBB-DC469AE0CA50}" dt="2019-11-20T18:12:08.625" v="1027"/>
          <ac:cxnSpMkLst>
            <pc:docMk/>
            <pc:sldMk cId="468365988" sldId="276"/>
            <ac:cxnSpMk id="30" creationId="{F47E3F6D-B33E-45A2-889E-1E8B7E4D88A9}"/>
          </ac:cxnSpMkLst>
        </pc:cxnChg>
        <pc:cxnChg chg="add mod">
          <ac:chgData name="Sam O’Neil" userId="cb323814-a42a-4cfe-bc74-03f595e56f6e" providerId="ADAL" clId="{2A2F4E40-71C5-49CC-8EBB-DC469AE0CA50}" dt="2019-11-20T18:12:18.552" v="1031" actId="14100"/>
          <ac:cxnSpMkLst>
            <pc:docMk/>
            <pc:sldMk cId="468365988" sldId="276"/>
            <ac:cxnSpMk id="31" creationId="{08068789-EF99-4EC6-9C74-A235C032569E}"/>
          </ac:cxnSpMkLst>
        </pc:cxnChg>
      </pc:sldChg>
      <pc:sldChg chg="del">
        <pc:chgData name="Sam O’Neil" userId="cb323814-a42a-4cfe-bc74-03f595e56f6e" providerId="ADAL" clId="{2A2F4E40-71C5-49CC-8EBB-DC469AE0CA50}" dt="2019-11-20T11:26:53.025" v="8" actId="2696"/>
        <pc:sldMkLst>
          <pc:docMk/>
          <pc:sldMk cId="3216355891" sldId="276"/>
        </pc:sldMkLst>
      </pc:sldChg>
      <pc:sldChg chg="del">
        <pc:chgData name="Sam O’Neil" userId="cb323814-a42a-4cfe-bc74-03f595e56f6e" providerId="ADAL" clId="{2A2F4E40-71C5-49CC-8EBB-DC469AE0CA50}" dt="2019-11-20T11:26:55.247" v="12" actId="2696"/>
        <pc:sldMkLst>
          <pc:docMk/>
          <pc:sldMk cId="1074072966" sldId="277"/>
        </pc:sldMkLst>
      </pc:sldChg>
      <pc:sldChg chg="addSp delSp modSp add">
        <pc:chgData name="Sam O’Neil" userId="cb323814-a42a-4cfe-bc74-03f595e56f6e" providerId="ADAL" clId="{2A2F4E40-71C5-49CC-8EBB-DC469AE0CA50}" dt="2019-11-20T19:03:44.380" v="1586" actId="20577"/>
        <pc:sldMkLst>
          <pc:docMk/>
          <pc:sldMk cId="1384563930" sldId="277"/>
        </pc:sldMkLst>
        <pc:spChg chg="mod">
          <ac:chgData name="Sam O’Neil" userId="cb323814-a42a-4cfe-bc74-03f595e56f6e" providerId="ADAL" clId="{2A2F4E40-71C5-49CC-8EBB-DC469AE0CA50}" dt="2019-11-20T18:13:44.766" v="1059" actId="20577"/>
          <ac:spMkLst>
            <pc:docMk/>
            <pc:sldMk cId="1384563930" sldId="277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0T18:15:36.599" v="1100" actId="20577"/>
          <ac:spMkLst>
            <pc:docMk/>
            <pc:sldMk cId="1384563930" sldId="277"/>
            <ac:spMk id="3" creationId="{C8E331C1-D458-4114-AE2B-269D24897D29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5" creationId="{E424A4A8-460D-424D-9525-7861EA805CA9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6" creationId="{6899D9AC-020F-4B29-A995-2C84A6CD4885}"/>
          </ac:spMkLst>
        </pc:spChg>
        <pc:spChg chg="del">
          <ac:chgData name="Sam O’Neil" userId="cb323814-a42a-4cfe-bc74-03f595e56f6e" providerId="ADAL" clId="{2A2F4E40-71C5-49CC-8EBB-DC469AE0CA50}" dt="2019-11-20T18:14:06.389" v="1061" actId="478"/>
          <ac:spMkLst>
            <pc:docMk/>
            <pc:sldMk cId="1384563930" sldId="277"/>
            <ac:spMk id="8" creationId="{1319FE82-000E-44C1-AD51-2B98315B3033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9" creationId="{9E525F58-B350-4EEA-89B6-B5E5FB31A59F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10" creationId="{C02B3F76-2010-4CDD-BF5C-EEBC1A4DFAED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25" creationId="{E1ACE88A-04D8-4283-9CA8-A61C7DF12C52}"/>
          </ac:spMkLst>
        </pc:spChg>
        <pc:spChg chg="add del">
          <ac:chgData name="Sam O’Neil" userId="cb323814-a42a-4cfe-bc74-03f595e56f6e" providerId="ADAL" clId="{2A2F4E40-71C5-49CC-8EBB-DC469AE0CA50}" dt="2019-11-20T18:14:23.311" v="1066"/>
          <ac:spMkLst>
            <pc:docMk/>
            <pc:sldMk cId="1384563930" sldId="277"/>
            <ac:spMk id="30" creationId="{EAF129FC-4961-4C58-BC82-92580992A200}"/>
          </ac:spMkLst>
        </pc:spChg>
        <pc:spChg chg="add mod">
          <ac:chgData name="Sam O’Neil" userId="cb323814-a42a-4cfe-bc74-03f595e56f6e" providerId="ADAL" clId="{2A2F4E40-71C5-49CC-8EBB-DC469AE0CA50}" dt="2019-11-20T18:15:59.947" v="1124" actId="20577"/>
          <ac:spMkLst>
            <pc:docMk/>
            <pc:sldMk cId="1384563930" sldId="277"/>
            <ac:spMk id="34" creationId="{78F86FE5-13E8-49A0-8C26-B8FB8042E0FE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35" creationId="{58A7ABE7-D89F-49CE-AC2F-1CABF6F36C6B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36" creationId="{7F540BFE-19A0-4491-852A-B35AD9AFB6F0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39" creationId="{3E91DE14-6B75-4CAA-A562-329FBE6EF274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0" creationId="{161FFEF2-72BC-48C4-9E80-4533C6DB57B0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1" creationId="{E2CA4A60-3A3D-465B-B68D-D13CB93BD506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3" creationId="{C34AA4E6-6BFF-46F2-BDAB-40E76DD0E391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4" creationId="{812F2822-9DD6-4896-B238-0B350EAE6BF5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5" creationId="{019A6CAE-39C9-4AF0-A0A3-9C5136C08088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6" creationId="{3C57DF94-A767-42A3-B32A-FCADD4886427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7" creationId="{F0EB0290-0D22-4021-B8DC-00B61BCE3B09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8" creationId="{B9D3F35C-036D-416E-9BA7-5201FB51B982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49" creationId="{6D9A3310-787D-4026-8A0E-B550B2B651DE}"/>
          </ac:spMkLst>
        </pc:spChg>
        <pc:spChg chg="del">
          <ac:chgData name="Sam O’Neil" userId="cb323814-a42a-4cfe-bc74-03f595e56f6e" providerId="ADAL" clId="{2A2F4E40-71C5-49CC-8EBB-DC469AE0CA50}" dt="2019-11-20T18:14:04.626" v="1060" actId="478"/>
          <ac:spMkLst>
            <pc:docMk/>
            <pc:sldMk cId="1384563930" sldId="277"/>
            <ac:spMk id="50" creationId="{1594CDD7-BD37-4E83-AEE3-2E2CFFDEB9AA}"/>
          </ac:spMkLst>
        </pc:spChg>
        <pc:graphicFrameChg chg="add mod modGraphic">
          <ac:chgData name="Sam O’Neil" userId="cb323814-a42a-4cfe-bc74-03f595e56f6e" providerId="ADAL" clId="{2A2F4E40-71C5-49CC-8EBB-DC469AE0CA50}" dt="2019-11-20T19:03:21.673" v="1576" actId="20577"/>
          <ac:graphicFrameMkLst>
            <pc:docMk/>
            <pc:sldMk cId="1384563930" sldId="277"/>
            <ac:graphicFrameMk id="32" creationId="{B2BDC17B-A563-4B35-8E2C-DA77BD2E95D1}"/>
          </ac:graphicFrameMkLst>
        </pc:graphicFrameChg>
        <pc:graphicFrameChg chg="add mod modGraphic">
          <ac:chgData name="Sam O’Neil" userId="cb323814-a42a-4cfe-bc74-03f595e56f6e" providerId="ADAL" clId="{2A2F4E40-71C5-49CC-8EBB-DC469AE0CA50}" dt="2019-11-20T19:03:44.380" v="1586" actId="20577"/>
          <ac:graphicFrameMkLst>
            <pc:docMk/>
            <pc:sldMk cId="1384563930" sldId="277"/>
            <ac:graphicFrameMk id="33" creationId="{B642E6B5-E37B-4B97-8260-456418966A3F}"/>
          </ac:graphicFrameMkLst>
        </pc:graphicFrame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2" creationId="{5DFC75A3-FA35-4FC9-A471-07526464FF75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4" creationId="{0F4ADE17-ED11-4D07-9F6C-D615D689D2C1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6" creationId="{291B41CC-B7A0-41BF-8033-17D8C84E7A5F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18" creationId="{4C516171-3DB5-4095-8338-E08333AC3899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20" creationId="{5A3A2433-B47F-4470-BB80-2F3DAA1A1B47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22" creationId="{17137A8B-F7B7-4FD5-A0C8-5E40B3FEAA6C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26" creationId="{2F54C1D3-3A31-48F7-8A40-8B36C54D6FA0}"/>
          </ac:cxnSpMkLst>
        </pc:cxnChg>
        <pc:cxnChg chg="del mod">
          <ac:chgData name="Sam O’Neil" userId="cb323814-a42a-4cfe-bc74-03f595e56f6e" providerId="ADAL" clId="{2A2F4E40-71C5-49CC-8EBB-DC469AE0CA50}" dt="2019-11-20T18:14:04.626" v="1060" actId="478"/>
          <ac:cxnSpMkLst>
            <pc:docMk/>
            <pc:sldMk cId="1384563930" sldId="277"/>
            <ac:cxnSpMk id="31" creationId="{08068789-EF99-4EC6-9C74-A235C032569E}"/>
          </ac:cxnSpMkLst>
        </pc:cxnChg>
      </pc:sldChg>
      <pc:sldChg chg="del">
        <pc:chgData name="Sam O’Neil" userId="cb323814-a42a-4cfe-bc74-03f595e56f6e" providerId="ADAL" clId="{2A2F4E40-71C5-49CC-8EBB-DC469AE0CA50}" dt="2019-11-20T11:26:55.757" v="13" actId="2696"/>
        <pc:sldMkLst>
          <pc:docMk/>
          <pc:sldMk cId="950490403" sldId="278"/>
        </pc:sldMkLst>
      </pc:sldChg>
      <pc:sldChg chg="modSp add">
        <pc:chgData name="Sam O’Neil" userId="cb323814-a42a-4cfe-bc74-03f595e56f6e" providerId="ADAL" clId="{2A2F4E40-71C5-49CC-8EBB-DC469AE0CA50}" dt="2019-11-20T18:18:09.191" v="1136" actId="20577"/>
        <pc:sldMkLst>
          <pc:docMk/>
          <pc:sldMk cId="4130756932" sldId="278"/>
        </pc:sldMkLst>
        <pc:spChg chg="mod">
          <ac:chgData name="Sam O’Neil" userId="cb323814-a42a-4cfe-bc74-03f595e56f6e" providerId="ADAL" clId="{2A2F4E40-71C5-49CC-8EBB-DC469AE0CA50}" dt="2019-11-20T18:18:09.191" v="1136" actId="20577"/>
          <ac:spMkLst>
            <pc:docMk/>
            <pc:sldMk cId="4130756932" sldId="278"/>
            <ac:spMk id="3" creationId="{5198A88B-52B3-469E-A512-B72752EB7862}"/>
          </ac:spMkLst>
        </pc:spChg>
        <pc:graphicFrameChg chg="modGraphic">
          <ac:chgData name="Sam O’Neil" userId="cb323814-a42a-4cfe-bc74-03f595e56f6e" providerId="ADAL" clId="{2A2F4E40-71C5-49CC-8EBB-DC469AE0CA50}" dt="2019-11-20T18:17:59.752" v="1132" actId="13926"/>
          <ac:graphicFrameMkLst>
            <pc:docMk/>
            <pc:sldMk cId="4130756932" sldId="278"/>
            <ac:graphicFrameMk id="4" creationId="{B5B6C751-0817-4827-A97A-A8C3A6178DBE}"/>
          </ac:graphicFrameMkLst>
        </pc:graphicFrameChg>
        <pc:graphicFrameChg chg="modGraphic">
          <ac:chgData name="Sam O’Neil" userId="cb323814-a42a-4cfe-bc74-03f595e56f6e" providerId="ADAL" clId="{2A2F4E40-71C5-49CC-8EBB-DC469AE0CA50}" dt="2019-11-20T18:18:04.771" v="1135" actId="20577"/>
          <ac:graphicFrameMkLst>
            <pc:docMk/>
            <pc:sldMk cId="4130756932" sldId="278"/>
            <ac:graphicFrameMk id="6" creationId="{BFD13904-C8D8-4C8B-936F-3957FA14EE27}"/>
          </ac:graphicFrameMkLst>
        </pc:graphicFrameChg>
      </pc:sldChg>
      <pc:sldChg chg="modSp add">
        <pc:chgData name="Sam O’Neil" userId="cb323814-a42a-4cfe-bc74-03f595e56f6e" providerId="ADAL" clId="{2A2F4E40-71C5-49CC-8EBB-DC469AE0CA50}" dt="2019-11-21T12:09:13.370" v="2378" actId="20577"/>
        <pc:sldMkLst>
          <pc:docMk/>
          <pc:sldMk cId="79205864" sldId="279"/>
        </pc:sldMkLst>
        <pc:spChg chg="mod">
          <ac:chgData name="Sam O’Neil" userId="cb323814-a42a-4cfe-bc74-03f595e56f6e" providerId="ADAL" clId="{2A2F4E40-71C5-49CC-8EBB-DC469AE0CA50}" dt="2019-11-20T18:18:19.435" v="1143" actId="20577"/>
          <ac:spMkLst>
            <pc:docMk/>
            <pc:sldMk cId="79205864" sldId="279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8:21:16.865" v="1321" actId="1076"/>
          <ac:spMkLst>
            <pc:docMk/>
            <pc:sldMk cId="79205864" sldId="279"/>
            <ac:spMk id="4" creationId="{62B5A31C-0D68-4475-A2AE-456BA5EEADCD}"/>
          </ac:spMkLst>
        </pc:spChg>
        <pc:graphicFrameChg chg="mod modGraphic">
          <ac:chgData name="Sam O’Neil" userId="cb323814-a42a-4cfe-bc74-03f595e56f6e" providerId="ADAL" clId="{2A2F4E40-71C5-49CC-8EBB-DC469AE0CA50}" dt="2019-11-21T12:09:13.370" v="2378" actId="20577"/>
          <ac:graphicFrameMkLst>
            <pc:docMk/>
            <pc:sldMk cId="79205864" sldId="279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5.946" v="14" actId="2696"/>
        <pc:sldMkLst>
          <pc:docMk/>
          <pc:sldMk cId="3044867936" sldId="279"/>
        </pc:sldMkLst>
      </pc:sldChg>
      <pc:sldChg chg="addSp delSp modSp add">
        <pc:chgData name="Sam O’Neil" userId="cb323814-a42a-4cfe-bc74-03f595e56f6e" providerId="ADAL" clId="{2A2F4E40-71C5-49CC-8EBB-DC469AE0CA50}" dt="2019-11-21T11:57:39.473" v="2128" actId="20577"/>
        <pc:sldMkLst>
          <pc:docMk/>
          <pc:sldMk cId="1884217568" sldId="280"/>
        </pc:sldMkLst>
        <pc:spChg chg="mod">
          <ac:chgData name="Sam O’Neil" userId="cb323814-a42a-4cfe-bc74-03f595e56f6e" providerId="ADAL" clId="{2A2F4E40-71C5-49CC-8EBB-DC469AE0CA50}" dt="2019-11-21T11:57:39.473" v="2128" actId="20577"/>
          <ac:spMkLst>
            <pc:docMk/>
            <pc:sldMk cId="1884217568" sldId="280"/>
            <ac:spMk id="2" creationId="{8659F029-56F5-4E1D-BE9B-7F5645AADB81}"/>
          </ac:spMkLst>
        </pc:spChg>
        <pc:spChg chg="del">
          <ac:chgData name="Sam O’Neil" userId="cb323814-a42a-4cfe-bc74-03f595e56f6e" providerId="ADAL" clId="{2A2F4E40-71C5-49CC-8EBB-DC469AE0CA50}" dt="2019-11-20T18:21:52.358" v="1333"/>
          <ac:spMkLst>
            <pc:docMk/>
            <pc:sldMk cId="1884217568" sldId="280"/>
            <ac:spMk id="3" creationId="{08DDE60D-CA5D-4BA1-B0F6-149F6F846D0E}"/>
          </ac:spMkLst>
        </pc:spChg>
        <pc:spChg chg="add mod">
          <ac:chgData name="Sam O’Neil" userId="cb323814-a42a-4cfe-bc74-03f595e56f6e" providerId="ADAL" clId="{2A2F4E40-71C5-49CC-8EBB-DC469AE0CA50}" dt="2019-11-20T18:21:52.358" v="1333"/>
          <ac:spMkLst>
            <pc:docMk/>
            <pc:sldMk cId="1884217568" sldId="280"/>
            <ac:spMk id="4" creationId="{B13CB8D3-FCD7-4E0F-BF5B-F7C60478A060}"/>
          </ac:spMkLst>
        </pc:spChg>
      </pc:sldChg>
      <pc:sldChg chg="del">
        <pc:chgData name="Sam O’Neil" userId="cb323814-a42a-4cfe-bc74-03f595e56f6e" providerId="ADAL" clId="{2A2F4E40-71C5-49CC-8EBB-DC469AE0CA50}" dt="2019-11-20T11:26:53.566" v="9" actId="2696"/>
        <pc:sldMkLst>
          <pc:docMk/>
          <pc:sldMk cId="3196128063" sldId="280"/>
        </pc:sldMkLst>
      </pc:sldChg>
      <pc:sldChg chg="del">
        <pc:chgData name="Sam O’Neil" userId="cb323814-a42a-4cfe-bc74-03f595e56f6e" providerId="ADAL" clId="{2A2F4E40-71C5-49CC-8EBB-DC469AE0CA50}" dt="2019-11-20T11:26:56.072" v="17" actId="2696"/>
        <pc:sldMkLst>
          <pc:docMk/>
          <pc:sldMk cId="1032049495" sldId="281"/>
        </pc:sldMkLst>
      </pc:sldChg>
      <pc:sldChg chg="modSp add">
        <pc:chgData name="Sam O’Neil" userId="cb323814-a42a-4cfe-bc74-03f595e56f6e" providerId="ADAL" clId="{2A2F4E40-71C5-49CC-8EBB-DC469AE0CA50}" dt="2019-11-20T18:23:19.161" v="1344" actId="20577"/>
        <pc:sldMkLst>
          <pc:docMk/>
          <pc:sldMk cId="2088039553" sldId="281"/>
        </pc:sldMkLst>
        <pc:spChg chg="mod">
          <ac:chgData name="Sam O’Neil" userId="cb323814-a42a-4cfe-bc74-03f595e56f6e" providerId="ADAL" clId="{2A2F4E40-71C5-49CC-8EBB-DC469AE0CA50}" dt="2019-11-20T18:23:19.161" v="1344" actId="20577"/>
          <ac:spMkLst>
            <pc:docMk/>
            <pc:sldMk cId="2088039553" sldId="281"/>
            <ac:spMk id="2" creationId="{8659F029-56F5-4E1D-BE9B-7F5645AADB81}"/>
          </ac:spMkLst>
        </pc:spChg>
      </pc:sldChg>
      <pc:sldChg chg="del">
        <pc:chgData name="Sam O’Neil" userId="cb323814-a42a-4cfe-bc74-03f595e56f6e" providerId="ADAL" clId="{2A2F4E40-71C5-49CC-8EBB-DC469AE0CA50}" dt="2019-11-20T11:26:56.121" v="18" actId="2696"/>
        <pc:sldMkLst>
          <pc:docMk/>
          <pc:sldMk cId="1650202783" sldId="282"/>
        </pc:sldMkLst>
      </pc:sldChg>
      <pc:sldChg chg="modSp add">
        <pc:chgData name="Sam O’Neil" userId="cb323814-a42a-4cfe-bc74-03f595e56f6e" providerId="ADAL" clId="{2A2F4E40-71C5-49CC-8EBB-DC469AE0CA50}" dt="2019-11-20T18:40:07.697" v="1445" actId="20577"/>
        <pc:sldMkLst>
          <pc:docMk/>
          <pc:sldMk cId="3621580036" sldId="282"/>
        </pc:sldMkLst>
        <pc:spChg chg="mod">
          <ac:chgData name="Sam O’Neil" userId="cb323814-a42a-4cfe-bc74-03f595e56f6e" providerId="ADAL" clId="{2A2F4E40-71C5-49CC-8EBB-DC469AE0CA50}" dt="2019-11-20T18:23:39.377" v="1375" actId="20577"/>
          <ac:spMkLst>
            <pc:docMk/>
            <pc:sldMk cId="3621580036" sldId="282"/>
            <ac:spMk id="2" creationId="{F3E593E6-3D2F-4C7E-80B2-F78D636A9E07}"/>
          </ac:spMkLst>
        </pc:spChg>
        <pc:graphicFrameChg chg="mod modGraphic">
          <ac:chgData name="Sam O’Neil" userId="cb323814-a42a-4cfe-bc74-03f595e56f6e" providerId="ADAL" clId="{2A2F4E40-71C5-49CC-8EBB-DC469AE0CA50}" dt="2019-11-20T18:40:07.697" v="1445" actId="20577"/>
          <ac:graphicFrameMkLst>
            <pc:docMk/>
            <pc:sldMk cId="3621580036" sldId="282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333" v="22" actId="2696"/>
        <pc:sldMkLst>
          <pc:docMk/>
          <pc:sldMk cId="889540580" sldId="283"/>
        </pc:sldMkLst>
      </pc:sldChg>
      <pc:sldChg chg="addSp delSp modSp add">
        <pc:chgData name="Sam O’Neil" userId="cb323814-a42a-4cfe-bc74-03f595e56f6e" providerId="ADAL" clId="{2A2F4E40-71C5-49CC-8EBB-DC469AE0CA50}" dt="2019-11-20T18:46:08.226" v="1545" actId="207"/>
        <pc:sldMkLst>
          <pc:docMk/>
          <pc:sldMk cId="3858105676" sldId="283"/>
        </pc:sldMkLst>
        <pc:spChg chg="mod">
          <ac:chgData name="Sam O’Neil" userId="cb323814-a42a-4cfe-bc74-03f595e56f6e" providerId="ADAL" clId="{2A2F4E40-71C5-49CC-8EBB-DC469AE0CA50}" dt="2019-11-20T18:39:04.226" v="1417" actId="20577"/>
          <ac:spMkLst>
            <pc:docMk/>
            <pc:sldMk cId="3858105676" sldId="283"/>
            <ac:spMk id="2" creationId="{F3E593E6-3D2F-4C7E-80B2-F78D636A9E07}"/>
          </ac:spMkLst>
        </pc:spChg>
        <pc:spChg chg="add del mod">
          <ac:chgData name="Sam O’Neil" userId="cb323814-a42a-4cfe-bc74-03f595e56f6e" providerId="ADAL" clId="{2A2F4E40-71C5-49CC-8EBB-DC469AE0CA50}" dt="2019-11-20T18:44:12.367" v="1499" actId="478"/>
          <ac:spMkLst>
            <pc:docMk/>
            <pc:sldMk cId="3858105676" sldId="283"/>
            <ac:spMk id="4" creationId="{3585AFFF-EB3D-4958-9CBF-9479364F8DD5}"/>
          </ac:spMkLst>
        </pc:spChg>
        <pc:spChg chg="add mod">
          <ac:chgData name="Sam O’Neil" userId="cb323814-a42a-4cfe-bc74-03f595e56f6e" providerId="ADAL" clId="{2A2F4E40-71C5-49CC-8EBB-DC469AE0CA50}" dt="2019-11-20T18:45:34.752" v="1533" actId="20577"/>
          <ac:spMkLst>
            <pc:docMk/>
            <pc:sldMk cId="3858105676" sldId="283"/>
            <ac:spMk id="5" creationId="{1668B1F5-9DEE-4227-B16A-E06C24BFBC2C}"/>
          </ac:spMkLst>
        </pc:spChg>
        <pc:spChg chg="add mod">
          <ac:chgData name="Sam O’Neil" userId="cb323814-a42a-4cfe-bc74-03f595e56f6e" providerId="ADAL" clId="{2A2F4E40-71C5-49CC-8EBB-DC469AE0CA50}" dt="2019-11-20T18:46:08.226" v="1545" actId="207"/>
          <ac:spMkLst>
            <pc:docMk/>
            <pc:sldMk cId="3858105676" sldId="283"/>
            <ac:spMk id="6" creationId="{63069F58-4B8A-4D5C-A4AD-5BEDA6B67ADA}"/>
          </ac:spMkLst>
        </pc:spChg>
        <pc:graphicFrameChg chg="mod modGraphic">
          <ac:chgData name="Sam O’Neil" userId="cb323814-a42a-4cfe-bc74-03f595e56f6e" providerId="ADAL" clId="{2A2F4E40-71C5-49CC-8EBB-DC469AE0CA50}" dt="2019-11-20T18:42:57.374" v="1496" actId="1076"/>
          <ac:graphicFrameMkLst>
            <pc:docMk/>
            <pc:sldMk cId="3858105676" sldId="283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4.171" v="10" actId="2696"/>
        <pc:sldMkLst>
          <pc:docMk/>
          <pc:sldMk cId="2908830618" sldId="284"/>
        </pc:sldMkLst>
      </pc:sldChg>
      <pc:sldChg chg="addSp delSp modSp add">
        <pc:chgData name="Sam O’Neil" userId="cb323814-a42a-4cfe-bc74-03f595e56f6e" providerId="ADAL" clId="{2A2F4E40-71C5-49CC-8EBB-DC469AE0CA50}" dt="2019-11-20T19:07:55.161" v="1710" actId="20577"/>
        <pc:sldMkLst>
          <pc:docMk/>
          <pc:sldMk cId="4183058261" sldId="284"/>
        </pc:sldMkLst>
        <pc:spChg chg="mod">
          <ac:chgData name="Sam O’Neil" userId="cb323814-a42a-4cfe-bc74-03f595e56f6e" providerId="ADAL" clId="{2A2F4E40-71C5-49CC-8EBB-DC469AE0CA50}" dt="2019-11-20T18:41:28.092" v="1471" actId="20577"/>
          <ac:spMkLst>
            <pc:docMk/>
            <pc:sldMk cId="4183058261" sldId="284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0T18:47:02.577" v="1564" actId="20577"/>
          <ac:spMkLst>
            <pc:docMk/>
            <pc:sldMk cId="4183058261" sldId="284"/>
            <ac:spMk id="4" creationId="{8EA7C9D0-36F5-467A-A084-C5F32449AB4D}"/>
          </ac:spMkLst>
        </pc:spChg>
        <pc:spChg chg="add del">
          <ac:chgData name="Sam O’Neil" userId="cb323814-a42a-4cfe-bc74-03f595e56f6e" providerId="ADAL" clId="{2A2F4E40-71C5-49CC-8EBB-DC469AE0CA50}" dt="2019-11-20T19:04:41.327" v="1596"/>
          <ac:spMkLst>
            <pc:docMk/>
            <pc:sldMk cId="4183058261" sldId="284"/>
            <ac:spMk id="5" creationId="{FB206475-2DE6-42A9-8150-2CFCE1857A75}"/>
          </ac:spMkLst>
        </pc:spChg>
        <pc:spChg chg="add mod">
          <ac:chgData name="Sam O’Neil" userId="cb323814-a42a-4cfe-bc74-03f595e56f6e" providerId="ADAL" clId="{2A2F4E40-71C5-49CC-8EBB-DC469AE0CA50}" dt="2019-11-20T19:07:55.161" v="1710" actId="20577"/>
          <ac:spMkLst>
            <pc:docMk/>
            <pc:sldMk cId="4183058261" sldId="284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0T18:42:41.627" v="1495" actId="20577"/>
          <ac:graphicFrameMkLst>
            <pc:docMk/>
            <pc:sldMk cId="4183058261" sldId="284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5.983" v="15" actId="2696"/>
        <pc:sldMkLst>
          <pc:docMk/>
          <pc:sldMk cId="637085690" sldId="285"/>
        </pc:sldMkLst>
      </pc:sldChg>
      <pc:sldChg chg="modSp add">
        <pc:chgData name="Sam O’Neil" userId="cb323814-a42a-4cfe-bc74-03f595e56f6e" providerId="ADAL" clId="{2A2F4E40-71C5-49CC-8EBB-DC469AE0CA50}" dt="2019-11-20T19:15:28.393" v="2062" actId="403"/>
        <pc:sldMkLst>
          <pc:docMk/>
          <pc:sldMk cId="1575725864" sldId="285"/>
        </pc:sldMkLst>
        <pc:spChg chg="mod">
          <ac:chgData name="Sam O’Neil" userId="cb323814-a42a-4cfe-bc74-03f595e56f6e" providerId="ADAL" clId="{2A2F4E40-71C5-49CC-8EBB-DC469AE0CA50}" dt="2019-11-20T19:08:11.974" v="1751" actId="20577"/>
          <ac:spMkLst>
            <pc:docMk/>
            <pc:sldMk cId="1575725864" sldId="285"/>
            <ac:spMk id="2" creationId="{F3E593E6-3D2F-4C7E-80B2-F78D636A9E07}"/>
          </ac:spMkLst>
        </pc:spChg>
        <pc:spChg chg="mod">
          <ac:chgData name="Sam O’Neil" userId="cb323814-a42a-4cfe-bc74-03f595e56f6e" providerId="ADAL" clId="{2A2F4E40-71C5-49CC-8EBB-DC469AE0CA50}" dt="2019-11-20T19:09:17.717" v="1780" actId="20577"/>
          <ac:spMkLst>
            <pc:docMk/>
            <pc:sldMk cId="1575725864" sldId="285"/>
            <ac:spMk id="4" creationId="{8EA7C9D0-36F5-467A-A084-C5F32449AB4D}"/>
          </ac:spMkLst>
        </pc:spChg>
        <pc:spChg chg="mod">
          <ac:chgData name="Sam O’Neil" userId="cb323814-a42a-4cfe-bc74-03f595e56f6e" providerId="ADAL" clId="{2A2F4E40-71C5-49CC-8EBB-DC469AE0CA50}" dt="2019-11-20T19:09:29.496" v="1825" actId="20577"/>
          <ac:spMkLst>
            <pc:docMk/>
            <pc:sldMk cId="1575725864" sldId="285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0T19:15:28.393" v="2062" actId="403"/>
          <ac:graphicFrameMkLst>
            <pc:docMk/>
            <pc:sldMk cId="1575725864" sldId="285"/>
            <ac:graphicFrameMk id="3" creationId="{6E67F808-8797-4136-BF0F-CA103DE36B5B}"/>
          </ac:graphicFrameMkLst>
        </pc:graphicFrameChg>
      </pc:sldChg>
      <pc:sldChg chg="addSp delSp modSp add">
        <pc:chgData name="Sam O’Neil" userId="cb323814-a42a-4cfe-bc74-03f595e56f6e" providerId="ADAL" clId="{2A2F4E40-71C5-49CC-8EBB-DC469AE0CA50}" dt="2019-11-20T19:16:02.818" v="2123" actId="20577"/>
        <pc:sldMkLst>
          <pc:docMk/>
          <pc:sldMk cId="172795176" sldId="286"/>
        </pc:sldMkLst>
        <pc:spChg chg="mod">
          <ac:chgData name="Sam O’Neil" userId="cb323814-a42a-4cfe-bc74-03f595e56f6e" providerId="ADAL" clId="{2A2F4E40-71C5-49CC-8EBB-DC469AE0CA50}" dt="2019-11-20T19:10:29.075" v="1846" actId="207"/>
          <ac:spMkLst>
            <pc:docMk/>
            <pc:sldMk cId="172795176" sldId="286"/>
            <ac:spMk id="4" creationId="{8EA7C9D0-36F5-467A-A084-C5F32449AB4D}"/>
          </ac:spMkLst>
        </pc:spChg>
        <pc:spChg chg="add del mod">
          <ac:chgData name="Sam O’Neil" userId="cb323814-a42a-4cfe-bc74-03f595e56f6e" providerId="ADAL" clId="{2A2F4E40-71C5-49CC-8EBB-DC469AE0CA50}" dt="2019-11-20T19:10:58.449" v="1914" actId="20577"/>
          <ac:spMkLst>
            <pc:docMk/>
            <pc:sldMk cId="172795176" sldId="286"/>
            <ac:spMk id="6" creationId="{3C6402F2-B697-41E2-9A78-5D462D650BB4}"/>
          </ac:spMkLst>
        </pc:spChg>
        <pc:spChg chg="add mod">
          <ac:chgData name="Sam O’Neil" userId="cb323814-a42a-4cfe-bc74-03f595e56f6e" providerId="ADAL" clId="{2A2F4E40-71C5-49CC-8EBB-DC469AE0CA50}" dt="2019-11-20T19:16:02.818" v="2123" actId="20577"/>
          <ac:spMkLst>
            <pc:docMk/>
            <pc:sldMk cId="172795176" sldId="286"/>
            <ac:spMk id="7" creationId="{7B34CDE1-6545-4A2B-9A15-1D1CA31B6E89}"/>
          </ac:spMkLst>
        </pc:spChg>
        <pc:graphicFrameChg chg="mod modGraphic">
          <ac:chgData name="Sam O’Neil" userId="cb323814-a42a-4cfe-bc74-03f595e56f6e" providerId="ADAL" clId="{2A2F4E40-71C5-49CC-8EBB-DC469AE0CA50}" dt="2019-11-20T19:13:35.208" v="2003" actId="403"/>
          <ac:graphicFrameMkLst>
            <pc:docMk/>
            <pc:sldMk cId="172795176" sldId="286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026" v="16" actId="2696"/>
        <pc:sldMkLst>
          <pc:docMk/>
          <pc:sldMk cId="291123633" sldId="286"/>
        </pc:sldMkLst>
      </pc:sldChg>
      <pc:sldChg chg="modSp add">
        <pc:chgData name="Sam O’Neil" userId="cb323814-a42a-4cfe-bc74-03f595e56f6e" providerId="ADAL" clId="{2A2F4E40-71C5-49CC-8EBB-DC469AE0CA50}" dt="2019-11-20T19:15:18.497" v="2060" actId="20577"/>
        <pc:sldMkLst>
          <pc:docMk/>
          <pc:sldMk cId="152413535" sldId="287"/>
        </pc:sldMkLst>
        <pc:spChg chg="mod">
          <ac:chgData name="Sam O’Neil" userId="cb323814-a42a-4cfe-bc74-03f595e56f6e" providerId="ADAL" clId="{2A2F4E40-71C5-49CC-8EBB-DC469AE0CA50}" dt="2019-11-20T19:15:04.165" v="2015" actId="207"/>
          <ac:spMkLst>
            <pc:docMk/>
            <pc:sldMk cId="152413535" sldId="287"/>
            <ac:spMk id="4" creationId="{8EA7C9D0-36F5-467A-A084-C5F32449AB4D}"/>
          </ac:spMkLst>
        </pc:spChg>
        <pc:spChg chg="mod">
          <ac:chgData name="Sam O’Neil" userId="cb323814-a42a-4cfe-bc74-03f595e56f6e" providerId="ADAL" clId="{2A2F4E40-71C5-49CC-8EBB-DC469AE0CA50}" dt="2019-11-20T19:15:18.497" v="2060" actId="20577"/>
          <ac:spMkLst>
            <pc:docMk/>
            <pc:sldMk cId="152413535" sldId="287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0T19:13:24.489" v="2001" actId="207"/>
          <ac:graphicFrameMkLst>
            <pc:docMk/>
            <pc:sldMk cId="152413535" sldId="287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159" v="19" actId="2696"/>
        <pc:sldMkLst>
          <pc:docMk/>
          <pc:sldMk cId="977161248" sldId="287"/>
        </pc:sldMkLst>
      </pc:sldChg>
      <pc:sldChg chg="del">
        <pc:chgData name="Sam O’Neil" userId="cb323814-a42a-4cfe-bc74-03f595e56f6e" providerId="ADAL" clId="{2A2F4E40-71C5-49CC-8EBB-DC469AE0CA50}" dt="2019-11-20T11:26:56.300" v="21" actId="2696"/>
        <pc:sldMkLst>
          <pc:docMk/>
          <pc:sldMk cId="996184403" sldId="288"/>
        </pc:sldMkLst>
      </pc:sldChg>
      <pc:sldChg chg="add">
        <pc:chgData name="Sam O’Neil" userId="cb323814-a42a-4cfe-bc74-03f595e56f6e" providerId="ADAL" clId="{2A2F4E40-71C5-49CC-8EBB-DC469AE0CA50}" dt="2019-11-21T11:57:33.967" v="2124"/>
        <pc:sldMkLst>
          <pc:docMk/>
          <pc:sldMk cId="1149504954" sldId="288"/>
        </pc:sldMkLst>
      </pc:sldChg>
      <pc:sldChg chg="del">
        <pc:chgData name="Sam O’Neil" userId="cb323814-a42a-4cfe-bc74-03f595e56f6e" providerId="ADAL" clId="{2A2F4E40-71C5-49CC-8EBB-DC469AE0CA50}" dt="2019-11-20T11:26:56.362" v="23" actId="2696"/>
        <pc:sldMkLst>
          <pc:docMk/>
          <pc:sldMk cId="857713859" sldId="289"/>
        </pc:sldMkLst>
      </pc:sldChg>
      <pc:sldChg chg="delSp modSp add">
        <pc:chgData name="Sam O’Neil" userId="cb323814-a42a-4cfe-bc74-03f595e56f6e" providerId="ADAL" clId="{2A2F4E40-71C5-49CC-8EBB-DC469AE0CA50}" dt="2019-11-21T12:00:20.243" v="2169" actId="478"/>
        <pc:sldMkLst>
          <pc:docMk/>
          <pc:sldMk cId="3771768100" sldId="289"/>
        </pc:sldMkLst>
        <pc:spChg chg="mod">
          <ac:chgData name="Sam O’Neil" userId="cb323814-a42a-4cfe-bc74-03f595e56f6e" providerId="ADAL" clId="{2A2F4E40-71C5-49CC-8EBB-DC469AE0CA50}" dt="2019-11-21T12:00:16.501" v="2168" actId="20577"/>
          <ac:spMkLst>
            <pc:docMk/>
            <pc:sldMk cId="3771768100" sldId="289"/>
            <ac:spMk id="2" creationId="{F3E593E6-3D2F-4C7E-80B2-F78D636A9E07}"/>
          </ac:spMkLst>
        </pc:spChg>
        <pc:spChg chg="del">
          <ac:chgData name="Sam O’Neil" userId="cb323814-a42a-4cfe-bc74-03f595e56f6e" providerId="ADAL" clId="{2A2F4E40-71C5-49CC-8EBB-DC469AE0CA50}" dt="2019-11-21T12:00:20.243" v="2169" actId="478"/>
          <ac:spMkLst>
            <pc:docMk/>
            <pc:sldMk cId="3771768100" sldId="289"/>
            <ac:spMk id="5" creationId="{1668B1F5-9DEE-4227-B16A-E06C24BFBC2C}"/>
          </ac:spMkLst>
        </pc:spChg>
        <pc:spChg chg="del">
          <ac:chgData name="Sam O’Neil" userId="cb323814-a42a-4cfe-bc74-03f595e56f6e" providerId="ADAL" clId="{2A2F4E40-71C5-49CC-8EBB-DC469AE0CA50}" dt="2019-11-21T12:00:20.243" v="2169" actId="478"/>
          <ac:spMkLst>
            <pc:docMk/>
            <pc:sldMk cId="3771768100" sldId="289"/>
            <ac:spMk id="6" creationId="{63069F58-4B8A-4D5C-A4AD-5BEDA6B67ADA}"/>
          </ac:spMkLst>
        </pc:spChg>
        <pc:graphicFrameChg chg="del">
          <ac:chgData name="Sam O’Neil" userId="cb323814-a42a-4cfe-bc74-03f595e56f6e" providerId="ADAL" clId="{2A2F4E40-71C5-49CC-8EBB-DC469AE0CA50}" dt="2019-11-21T12:00:20.243" v="2169" actId="478"/>
          <ac:graphicFrameMkLst>
            <pc:docMk/>
            <pc:sldMk cId="3771768100" sldId="289"/>
            <ac:graphicFrameMk id="3" creationId="{6E67F808-8797-4136-BF0F-CA103DE36B5B}"/>
          </ac:graphicFrameMkLst>
        </pc:graphicFrameChg>
      </pc:sldChg>
      <pc:sldChg chg="del">
        <pc:chgData name="Sam O’Neil" userId="cb323814-a42a-4cfe-bc74-03f595e56f6e" providerId="ADAL" clId="{2A2F4E40-71C5-49CC-8EBB-DC469AE0CA50}" dt="2019-11-20T11:26:56.402" v="24" actId="2696"/>
        <pc:sldMkLst>
          <pc:docMk/>
          <pc:sldMk cId="1018451869" sldId="290"/>
        </pc:sldMkLst>
      </pc:sldChg>
      <pc:sldChg chg="addSp delSp modSp add">
        <pc:chgData name="Sam O’Neil" userId="cb323814-a42a-4cfe-bc74-03f595e56f6e" providerId="ADAL" clId="{2A2F4E40-71C5-49CC-8EBB-DC469AE0CA50}" dt="2019-11-21T12:02:54.074" v="2248" actId="1076"/>
        <pc:sldMkLst>
          <pc:docMk/>
          <pc:sldMk cId="1642905886" sldId="290"/>
        </pc:sldMkLst>
        <pc:spChg chg="mod">
          <ac:chgData name="Sam O’Neil" userId="cb323814-a42a-4cfe-bc74-03f595e56f6e" providerId="ADAL" clId="{2A2F4E40-71C5-49CC-8EBB-DC469AE0CA50}" dt="2019-11-21T12:01:18.847" v="2217" actId="1076"/>
          <ac:spMkLst>
            <pc:docMk/>
            <pc:sldMk cId="1642905886" sldId="290"/>
            <ac:spMk id="2" creationId="{F3E593E6-3D2F-4C7E-80B2-F78D636A9E07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3" creationId="{F3AFEE00-0254-42F0-AB3D-46A886EF22EE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4" creationId="{C5D04C78-875F-481B-A512-3799F63C036B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5" creationId="{3C6BAB64-6F72-491C-8A79-F3CA12A9D08A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6" creationId="{E7D6EC46-7491-401C-934A-8B69DA1EDF5D}"/>
          </ac:spMkLst>
        </pc:spChg>
        <pc:spChg chg="add mod">
          <ac:chgData name="Sam O’Neil" userId="cb323814-a42a-4cfe-bc74-03f595e56f6e" providerId="ADAL" clId="{2A2F4E40-71C5-49CC-8EBB-DC469AE0CA50}" dt="2019-11-21T12:01:44.468" v="2226" actId="164"/>
          <ac:spMkLst>
            <pc:docMk/>
            <pc:sldMk cId="1642905886" sldId="290"/>
            <ac:spMk id="7" creationId="{B1A21E8E-2EF3-4810-ADEC-133915B224BB}"/>
          </ac:spMkLst>
        </pc:spChg>
        <pc:spChg chg="add del">
          <ac:chgData name="Sam O’Neil" userId="cb323814-a42a-4cfe-bc74-03f595e56f6e" providerId="ADAL" clId="{2A2F4E40-71C5-49CC-8EBB-DC469AE0CA50}" dt="2019-11-21T12:01:23.996" v="2219" actId="478"/>
          <ac:spMkLst>
            <pc:docMk/>
            <pc:sldMk cId="1642905886" sldId="290"/>
            <ac:spMk id="14" creationId="{E5D36EB8-0208-4A31-87EB-CD5722D2BEC9}"/>
          </ac:spMkLst>
        </pc:spChg>
        <pc:spChg chg="add del">
          <ac:chgData name="Sam O’Neil" userId="cb323814-a42a-4cfe-bc74-03f595e56f6e" providerId="ADAL" clId="{2A2F4E40-71C5-49CC-8EBB-DC469AE0CA50}" dt="2019-11-21T12:01:23.996" v="2219" actId="478"/>
          <ac:spMkLst>
            <pc:docMk/>
            <pc:sldMk cId="1642905886" sldId="290"/>
            <ac:spMk id="15" creationId="{07CE8CAF-27AE-49E2-B5C0-CA5E837AEBB0}"/>
          </ac:spMkLst>
        </pc:spChg>
        <pc:spChg chg="add del">
          <ac:chgData name="Sam O’Neil" userId="cb323814-a42a-4cfe-bc74-03f595e56f6e" providerId="ADAL" clId="{2A2F4E40-71C5-49CC-8EBB-DC469AE0CA50}" dt="2019-11-21T12:01:26.012" v="2220" actId="478"/>
          <ac:spMkLst>
            <pc:docMk/>
            <pc:sldMk cId="1642905886" sldId="290"/>
            <ac:spMk id="16" creationId="{0FFBD979-2678-4714-A2B2-86F3622CCF27}"/>
          </ac:spMkLst>
        </pc:spChg>
        <pc:spChg chg="add del">
          <ac:chgData name="Sam O’Neil" userId="cb323814-a42a-4cfe-bc74-03f595e56f6e" providerId="ADAL" clId="{2A2F4E40-71C5-49CC-8EBB-DC469AE0CA50}" dt="2019-11-21T12:01:26.012" v="2220" actId="478"/>
          <ac:spMkLst>
            <pc:docMk/>
            <pc:sldMk cId="1642905886" sldId="290"/>
            <ac:spMk id="17" creationId="{27A394C5-19B0-41CC-B318-6722A02A3420}"/>
          </ac:spMkLst>
        </pc:spChg>
        <pc:spChg chg="add del">
          <ac:chgData name="Sam O’Neil" userId="cb323814-a42a-4cfe-bc74-03f595e56f6e" providerId="ADAL" clId="{2A2F4E40-71C5-49CC-8EBB-DC469AE0CA50}" dt="2019-11-21T12:01:26.012" v="2220" actId="478"/>
          <ac:spMkLst>
            <pc:docMk/>
            <pc:sldMk cId="1642905886" sldId="290"/>
            <ac:spMk id="18" creationId="{FF7FFBBE-C020-4D23-BA9A-0DB53A602668}"/>
          </ac:spMkLst>
        </pc:spChg>
        <pc:spChg chg="add del">
          <ac:chgData name="Sam O’Neil" userId="cb323814-a42a-4cfe-bc74-03f595e56f6e" providerId="ADAL" clId="{2A2F4E40-71C5-49CC-8EBB-DC469AE0CA50}" dt="2019-11-21T12:01:21.410" v="2218" actId="478"/>
          <ac:spMkLst>
            <pc:docMk/>
            <pc:sldMk cId="1642905886" sldId="290"/>
            <ac:spMk id="19" creationId="{A6CFCA44-0ADF-4266-8067-D745A8AEAA89}"/>
          </ac:spMkLst>
        </pc:spChg>
        <pc:spChg chg="add del">
          <ac:chgData name="Sam O’Neil" userId="cb323814-a42a-4cfe-bc74-03f595e56f6e" providerId="ADAL" clId="{2A2F4E40-71C5-49CC-8EBB-DC469AE0CA50}" dt="2019-11-21T12:01:21.410" v="2218" actId="478"/>
          <ac:spMkLst>
            <pc:docMk/>
            <pc:sldMk cId="1642905886" sldId="290"/>
            <ac:spMk id="20" creationId="{D1BF9BA8-0A5E-446D-89B3-3885D1A1F00B}"/>
          </ac:spMkLst>
        </pc:spChg>
        <pc:spChg chg="add del">
          <ac:chgData name="Sam O’Neil" userId="cb323814-a42a-4cfe-bc74-03f595e56f6e" providerId="ADAL" clId="{2A2F4E40-71C5-49CC-8EBB-DC469AE0CA50}" dt="2019-11-21T12:01:21.410" v="2218" actId="478"/>
          <ac:spMkLst>
            <pc:docMk/>
            <pc:sldMk cId="1642905886" sldId="290"/>
            <ac:spMk id="21" creationId="{3698CBBE-AA73-4B5C-B137-597AD3C3EF9E}"/>
          </ac:spMkLst>
        </pc:spChg>
        <pc:spChg chg="add del mod">
          <ac:chgData name="Sam O’Neil" userId="cb323814-a42a-4cfe-bc74-03f595e56f6e" providerId="ADAL" clId="{2A2F4E40-71C5-49CC-8EBB-DC469AE0CA50}" dt="2019-11-21T12:01:14.922" v="2214"/>
          <ac:spMkLst>
            <pc:docMk/>
            <pc:sldMk cId="1642905886" sldId="290"/>
            <ac:spMk id="22" creationId="{C7DCDFD8-6629-4444-997E-DF1EAC46E0D6}"/>
          </ac:spMkLst>
        </pc:spChg>
        <pc:spChg chg="add del">
          <ac:chgData name="Sam O’Neil" userId="cb323814-a42a-4cfe-bc74-03f595e56f6e" providerId="ADAL" clId="{2A2F4E40-71C5-49CC-8EBB-DC469AE0CA50}" dt="2019-11-21T12:01:16.550" v="2215" actId="478"/>
          <ac:spMkLst>
            <pc:docMk/>
            <pc:sldMk cId="1642905886" sldId="290"/>
            <ac:spMk id="23" creationId="{8A5EB5B2-3158-401A-99EB-CB2788B18F09}"/>
          </ac:spMkLst>
        </pc:spChg>
        <pc:spChg chg="add del">
          <ac:chgData name="Sam O’Neil" userId="cb323814-a42a-4cfe-bc74-03f595e56f6e" providerId="ADAL" clId="{2A2F4E40-71C5-49CC-8EBB-DC469AE0CA50}" dt="2019-11-21T12:01:16.550" v="2215" actId="478"/>
          <ac:spMkLst>
            <pc:docMk/>
            <pc:sldMk cId="1642905886" sldId="290"/>
            <ac:spMk id="24" creationId="{E1BE9AFA-B923-4437-8D72-891E3F51BBAF}"/>
          </ac:spMkLst>
        </pc:spChg>
        <pc:spChg chg="mod topLvl">
          <ac:chgData name="Sam O’Neil" userId="cb323814-a42a-4cfe-bc74-03f595e56f6e" providerId="ADAL" clId="{2A2F4E40-71C5-49CC-8EBB-DC469AE0CA50}" dt="2019-11-21T12:02:54.074" v="2248" actId="1076"/>
          <ac:spMkLst>
            <pc:docMk/>
            <pc:sldMk cId="1642905886" sldId="290"/>
            <ac:spMk id="27" creationId="{B2D66618-EBEB-43A2-8F4C-9E306B539D07}"/>
          </ac:spMkLst>
        </pc:spChg>
        <pc:spChg chg="mod topLvl">
          <ac:chgData name="Sam O’Neil" userId="cb323814-a42a-4cfe-bc74-03f595e56f6e" providerId="ADAL" clId="{2A2F4E40-71C5-49CC-8EBB-DC469AE0CA50}" dt="2019-11-21T12:02:48.042" v="2246" actId="1076"/>
          <ac:spMkLst>
            <pc:docMk/>
            <pc:sldMk cId="1642905886" sldId="290"/>
            <ac:spMk id="28" creationId="{EF1E5E44-E9F5-49CA-B111-DD67EDF19064}"/>
          </ac:spMkLst>
        </pc:spChg>
        <pc:spChg chg="mod topLvl">
          <ac:chgData name="Sam O’Neil" userId="cb323814-a42a-4cfe-bc74-03f595e56f6e" providerId="ADAL" clId="{2A2F4E40-71C5-49CC-8EBB-DC469AE0CA50}" dt="2019-11-21T12:02:15.876" v="2234" actId="165"/>
          <ac:spMkLst>
            <pc:docMk/>
            <pc:sldMk cId="1642905886" sldId="290"/>
            <ac:spMk id="29" creationId="{290500BA-5F14-41C2-A820-5AA11BF7D9F9}"/>
          </ac:spMkLst>
        </pc:spChg>
        <pc:spChg chg="mod topLvl">
          <ac:chgData name="Sam O’Neil" userId="cb323814-a42a-4cfe-bc74-03f595e56f6e" providerId="ADAL" clId="{2A2F4E40-71C5-49CC-8EBB-DC469AE0CA50}" dt="2019-11-21T12:02:15.876" v="2234" actId="165"/>
          <ac:spMkLst>
            <pc:docMk/>
            <pc:sldMk cId="1642905886" sldId="290"/>
            <ac:spMk id="30" creationId="{0C998C50-2C32-486E-A02F-DBD1BD3B4A3A}"/>
          </ac:spMkLst>
        </pc:spChg>
        <pc:spChg chg="mod topLvl">
          <ac:chgData name="Sam O’Neil" userId="cb323814-a42a-4cfe-bc74-03f595e56f6e" providerId="ADAL" clId="{2A2F4E40-71C5-49CC-8EBB-DC469AE0CA50}" dt="2019-11-21T12:02:15.876" v="2234" actId="165"/>
          <ac:spMkLst>
            <pc:docMk/>
            <pc:sldMk cId="1642905886" sldId="290"/>
            <ac:spMk id="31" creationId="{B0F5DB72-4430-4F67-A005-37199B75E07B}"/>
          </ac:spMkLst>
        </pc:spChg>
        <pc:spChg chg="add mod">
          <ac:chgData name="Sam O’Neil" userId="cb323814-a42a-4cfe-bc74-03f595e56f6e" providerId="ADAL" clId="{2A2F4E40-71C5-49CC-8EBB-DC469AE0CA50}" dt="2019-11-21T12:02:50.073" v="2247" actId="1076"/>
          <ac:spMkLst>
            <pc:docMk/>
            <pc:sldMk cId="1642905886" sldId="290"/>
            <ac:spMk id="37" creationId="{C8E89E78-C59C-48CC-B43A-8D4F10BFB052}"/>
          </ac:spMkLst>
        </pc:spChg>
        <pc:grpChg chg="add mod">
          <ac:chgData name="Sam O’Neil" userId="cb323814-a42a-4cfe-bc74-03f595e56f6e" providerId="ADAL" clId="{2A2F4E40-71C5-49CC-8EBB-DC469AE0CA50}" dt="2019-11-21T12:02:04.504" v="2231" actId="1076"/>
          <ac:grpSpMkLst>
            <pc:docMk/>
            <pc:sldMk cId="1642905886" sldId="290"/>
            <ac:grpSpMk id="25" creationId="{1E3A3179-24F9-4A0B-BFC2-A298E90FB696}"/>
          </ac:grpSpMkLst>
        </pc:grpChg>
        <pc:grpChg chg="add del mod">
          <ac:chgData name="Sam O’Neil" userId="cb323814-a42a-4cfe-bc74-03f595e56f6e" providerId="ADAL" clId="{2A2F4E40-71C5-49CC-8EBB-DC469AE0CA50}" dt="2019-11-21T12:02:15.876" v="2234" actId="165"/>
          <ac:grpSpMkLst>
            <pc:docMk/>
            <pc:sldMk cId="1642905886" sldId="290"/>
            <ac:grpSpMk id="26" creationId="{C19253F3-FC2E-4990-8B18-1D2821AC36E4}"/>
          </ac:grpSpMkLst>
        </pc:grpChg>
        <pc:cxnChg chg="add mod">
          <ac:chgData name="Sam O’Neil" userId="cb323814-a42a-4cfe-bc74-03f595e56f6e" providerId="ADAL" clId="{2A2F4E40-71C5-49CC-8EBB-DC469AE0CA50}" dt="2019-11-21T12:01:44.468" v="2226" actId="164"/>
          <ac:cxnSpMkLst>
            <pc:docMk/>
            <pc:sldMk cId="1642905886" sldId="290"/>
            <ac:cxnSpMk id="8" creationId="{D6334F66-9050-4901-857F-BC504768F557}"/>
          </ac:cxnSpMkLst>
        </pc:cxnChg>
        <pc:cxnChg chg="add del mod">
          <ac:chgData name="Sam O’Neil" userId="cb323814-a42a-4cfe-bc74-03f595e56f6e" providerId="ADAL" clId="{2A2F4E40-71C5-49CC-8EBB-DC469AE0CA50}" dt="2019-11-21T12:01:28.401" v="2221" actId="478"/>
          <ac:cxnSpMkLst>
            <pc:docMk/>
            <pc:sldMk cId="1642905886" sldId="290"/>
            <ac:cxnSpMk id="9" creationId="{D8B19C80-7E30-4BD4-A2A4-B03377D22878}"/>
          </ac:cxnSpMkLst>
        </pc:cxnChg>
        <pc:cxnChg chg="add del mod">
          <ac:chgData name="Sam O’Neil" userId="cb323814-a42a-4cfe-bc74-03f595e56f6e" providerId="ADAL" clId="{2A2F4E40-71C5-49CC-8EBB-DC469AE0CA50}" dt="2019-11-21T12:01:29.799" v="2222" actId="478"/>
          <ac:cxnSpMkLst>
            <pc:docMk/>
            <pc:sldMk cId="1642905886" sldId="290"/>
            <ac:cxnSpMk id="10" creationId="{970BD567-8A85-4B37-8E66-826D7AAE2C09}"/>
          </ac:cxnSpMkLst>
        </pc:cxnChg>
        <pc:cxnChg chg="add del mod">
          <ac:chgData name="Sam O’Neil" userId="cb323814-a42a-4cfe-bc74-03f595e56f6e" providerId="ADAL" clId="{2A2F4E40-71C5-49CC-8EBB-DC469AE0CA50}" dt="2019-11-21T12:01:30.906" v="2223" actId="478"/>
          <ac:cxnSpMkLst>
            <pc:docMk/>
            <pc:sldMk cId="1642905886" sldId="290"/>
            <ac:cxnSpMk id="11" creationId="{C42971E1-936E-49FC-9AED-58214E8BB4D2}"/>
          </ac:cxnSpMkLst>
        </pc:cxnChg>
        <pc:cxnChg chg="add del mod">
          <ac:chgData name="Sam O’Neil" userId="cb323814-a42a-4cfe-bc74-03f595e56f6e" providerId="ADAL" clId="{2A2F4E40-71C5-49CC-8EBB-DC469AE0CA50}" dt="2019-11-21T12:01:44.468" v="2226" actId="164"/>
          <ac:cxnSpMkLst>
            <pc:docMk/>
            <pc:sldMk cId="1642905886" sldId="290"/>
            <ac:cxnSpMk id="12" creationId="{5B88E18D-3010-4E2A-AC40-7185674DB52C}"/>
          </ac:cxnSpMkLst>
        </pc:cxnChg>
        <pc:cxnChg chg="add mod">
          <ac:chgData name="Sam O’Neil" userId="cb323814-a42a-4cfe-bc74-03f595e56f6e" providerId="ADAL" clId="{2A2F4E40-71C5-49CC-8EBB-DC469AE0CA50}" dt="2019-11-21T12:01:44.468" v="2226" actId="164"/>
          <ac:cxnSpMkLst>
            <pc:docMk/>
            <pc:sldMk cId="1642905886" sldId="290"/>
            <ac:cxnSpMk id="13" creationId="{08301CED-9E79-42F4-84EE-447E599BCC9B}"/>
          </ac:cxnSpMkLst>
        </pc:cxnChg>
        <pc:cxnChg chg="mod topLvl">
          <ac:chgData name="Sam O’Neil" userId="cb323814-a42a-4cfe-bc74-03f595e56f6e" providerId="ADAL" clId="{2A2F4E40-71C5-49CC-8EBB-DC469AE0CA50}" dt="2019-11-21T12:02:54.074" v="2248" actId="1076"/>
          <ac:cxnSpMkLst>
            <pc:docMk/>
            <pc:sldMk cId="1642905886" sldId="290"/>
            <ac:cxnSpMk id="32" creationId="{091EB130-0A81-4CB9-9E48-CFF73B76E448}"/>
          </ac:cxnSpMkLst>
        </pc:cxnChg>
        <pc:cxnChg chg="mod topLvl">
          <ac:chgData name="Sam O’Neil" userId="cb323814-a42a-4cfe-bc74-03f595e56f6e" providerId="ADAL" clId="{2A2F4E40-71C5-49CC-8EBB-DC469AE0CA50}" dt="2019-11-21T12:02:48.042" v="2246" actId="1076"/>
          <ac:cxnSpMkLst>
            <pc:docMk/>
            <pc:sldMk cId="1642905886" sldId="290"/>
            <ac:cxnSpMk id="33" creationId="{B9D78E8C-45BF-4257-9EBA-F4EA9779E859}"/>
          </ac:cxnSpMkLst>
        </pc:cxnChg>
        <pc:cxnChg chg="mod topLvl">
          <ac:chgData name="Sam O’Neil" userId="cb323814-a42a-4cfe-bc74-03f595e56f6e" providerId="ADAL" clId="{2A2F4E40-71C5-49CC-8EBB-DC469AE0CA50}" dt="2019-11-21T12:02:50.073" v="2247" actId="1076"/>
          <ac:cxnSpMkLst>
            <pc:docMk/>
            <pc:sldMk cId="1642905886" sldId="290"/>
            <ac:cxnSpMk id="34" creationId="{B5B515AC-5006-4883-B48E-1395039C32B7}"/>
          </ac:cxnSpMkLst>
        </pc:cxnChg>
      </pc:sldChg>
      <pc:sldChg chg="addSp delSp modSp add">
        <pc:chgData name="Sam O’Neil" userId="cb323814-a42a-4cfe-bc74-03f595e56f6e" providerId="ADAL" clId="{2A2F4E40-71C5-49CC-8EBB-DC469AE0CA50}" dt="2019-11-21T12:06:19.508" v="2361" actId="1035"/>
        <pc:sldMkLst>
          <pc:docMk/>
          <pc:sldMk cId="3268352976" sldId="291"/>
        </pc:sldMkLst>
        <pc:spChg chg="del">
          <ac:chgData name="Sam O’Neil" userId="cb323814-a42a-4cfe-bc74-03f595e56f6e" providerId="ADAL" clId="{2A2F4E40-71C5-49CC-8EBB-DC469AE0CA50}" dt="2019-11-21T12:05:17.326" v="2331" actId="478"/>
          <ac:spMkLst>
            <pc:docMk/>
            <pc:sldMk cId="3268352976" sldId="291"/>
            <ac:spMk id="4" creationId="{8EA7C9D0-36F5-467A-A084-C5F32449AB4D}"/>
          </ac:spMkLst>
        </pc:spChg>
        <pc:spChg chg="del">
          <ac:chgData name="Sam O’Neil" userId="cb323814-a42a-4cfe-bc74-03f595e56f6e" providerId="ADAL" clId="{2A2F4E40-71C5-49CC-8EBB-DC469AE0CA50}" dt="2019-11-21T12:05:19.674" v="2332" actId="478"/>
          <ac:spMkLst>
            <pc:docMk/>
            <pc:sldMk cId="3268352976" sldId="291"/>
            <ac:spMk id="6" creationId="{3C6402F2-B697-41E2-9A78-5D462D650BB4}"/>
          </ac:spMkLst>
        </pc:spChg>
        <pc:graphicFrameChg chg="mod modGraphic">
          <ac:chgData name="Sam O’Neil" userId="cb323814-a42a-4cfe-bc74-03f595e56f6e" providerId="ADAL" clId="{2A2F4E40-71C5-49CC-8EBB-DC469AE0CA50}" dt="2019-11-21T12:05:28.757" v="2333" actId="1076"/>
          <ac:graphicFrameMkLst>
            <pc:docMk/>
            <pc:sldMk cId="3268352976" sldId="291"/>
            <ac:graphicFrameMk id="3" creationId="{6E67F808-8797-4136-BF0F-CA103DE36B5B}"/>
          </ac:graphicFrameMkLst>
        </pc:graphicFrameChg>
        <pc:graphicFrameChg chg="add mod modGraphic">
          <ac:chgData name="Sam O’Neil" userId="cb323814-a42a-4cfe-bc74-03f595e56f6e" providerId="ADAL" clId="{2A2F4E40-71C5-49CC-8EBB-DC469AE0CA50}" dt="2019-11-21T12:06:19.508" v="2361" actId="1035"/>
          <ac:graphicFrameMkLst>
            <pc:docMk/>
            <pc:sldMk cId="3268352976" sldId="291"/>
            <ac:graphicFrameMk id="7" creationId="{4BABD46F-C7F3-4C94-A0E7-921341EDCAD6}"/>
          </ac:graphicFrameMkLst>
        </pc:graphicFrameChg>
      </pc:sldChg>
    </pc:docChg>
  </pc:docChgLst>
  <pc:docChgLst>
    <pc:chgData name="Sam O’Neil" userId="cb323814-a42a-4cfe-bc74-03f595e56f6e" providerId="ADAL" clId="{973F1C5F-9004-480E-906C-C3C778782A27}"/>
    <pc:docChg chg="undo custSel addSld delSld modSld sldOrd">
      <pc:chgData name="Sam O’Neil" userId="cb323814-a42a-4cfe-bc74-03f595e56f6e" providerId="ADAL" clId="{973F1C5F-9004-480E-906C-C3C778782A27}" dt="2019-10-17T13:59:27.088" v="841"/>
      <pc:docMkLst>
        <pc:docMk/>
      </pc:docMkLst>
      <pc:sldChg chg="modSp modAnim">
        <pc:chgData name="Sam O’Neil" userId="cb323814-a42a-4cfe-bc74-03f595e56f6e" providerId="ADAL" clId="{973F1C5F-9004-480E-906C-C3C778782A27}" dt="2019-10-17T07:49:04.233" v="788" actId="20577"/>
        <pc:sldMkLst>
          <pc:docMk/>
          <pc:sldMk cId="3960105888" sldId="262"/>
        </pc:sldMkLst>
        <pc:spChg chg="mod">
          <ac:chgData name="Sam O’Neil" userId="cb323814-a42a-4cfe-bc74-03f595e56f6e" providerId="ADAL" clId="{973F1C5F-9004-480E-906C-C3C778782A27}" dt="2019-10-17T07:49:04.233" v="788" actId="20577"/>
          <ac:spMkLst>
            <pc:docMk/>
            <pc:sldMk cId="3960105888" sldId="262"/>
            <ac:spMk id="2" creationId="{F3E593E6-3D2F-4C7E-80B2-F78D636A9E07}"/>
          </ac:spMkLst>
        </pc:spChg>
        <pc:spChg chg="mod">
          <ac:chgData name="Sam O’Neil" userId="cb323814-a42a-4cfe-bc74-03f595e56f6e" providerId="ADAL" clId="{973F1C5F-9004-480E-906C-C3C778782A27}" dt="2019-10-16T10:14:12.265" v="711" actId="20577"/>
          <ac:spMkLst>
            <pc:docMk/>
            <pc:sldMk cId="3960105888" sldId="262"/>
            <ac:spMk id="3" creationId="{5198A88B-52B3-469E-A512-B72752EB7862}"/>
          </ac:spMkLst>
        </pc:spChg>
      </pc:sldChg>
      <pc:sldChg chg="modSp modAnim">
        <pc:chgData name="Sam O’Neil" userId="cb323814-a42a-4cfe-bc74-03f595e56f6e" providerId="ADAL" clId="{973F1C5F-9004-480E-906C-C3C778782A27}" dt="2019-10-17T07:49:09.570" v="789" actId="20577"/>
        <pc:sldMkLst>
          <pc:docMk/>
          <pc:sldMk cId="51033217" sldId="263"/>
        </pc:sldMkLst>
        <pc:spChg chg="mod">
          <ac:chgData name="Sam O’Neil" userId="cb323814-a42a-4cfe-bc74-03f595e56f6e" providerId="ADAL" clId="{973F1C5F-9004-480E-906C-C3C778782A27}" dt="2019-10-17T07:49:09.570" v="789" actId="20577"/>
          <ac:spMkLst>
            <pc:docMk/>
            <pc:sldMk cId="51033217" sldId="263"/>
            <ac:spMk id="2" creationId="{F3E593E6-3D2F-4C7E-80B2-F78D636A9E07}"/>
          </ac:spMkLst>
        </pc:spChg>
      </pc:sldChg>
      <pc:sldChg chg="addSp modSp modAnim">
        <pc:chgData name="Sam O’Neil" userId="cb323814-a42a-4cfe-bc74-03f595e56f6e" providerId="ADAL" clId="{973F1C5F-9004-480E-906C-C3C778782A27}" dt="2019-10-17T07:45:24.991" v="772"/>
        <pc:sldMkLst>
          <pc:docMk/>
          <pc:sldMk cId="3842128786" sldId="264"/>
        </pc:sldMkLst>
        <pc:spChg chg="mod">
          <ac:chgData name="Sam O’Neil" userId="cb323814-a42a-4cfe-bc74-03f595e56f6e" providerId="ADAL" clId="{973F1C5F-9004-480E-906C-C3C778782A27}" dt="2019-10-17T07:44:28.650" v="736" actId="20577"/>
          <ac:spMkLst>
            <pc:docMk/>
            <pc:sldMk cId="3842128786" sldId="264"/>
            <ac:spMk id="2" creationId="{F3E593E6-3D2F-4C7E-80B2-F78D636A9E07}"/>
          </ac:spMkLst>
        </pc:spChg>
        <pc:spChg chg="add mod">
          <ac:chgData name="Sam O’Neil" userId="cb323814-a42a-4cfe-bc74-03f595e56f6e" providerId="ADAL" clId="{973F1C5F-9004-480E-906C-C3C778782A27}" dt="2019-10-17T07:45:11.106" v="769" actId="20577"/>
          <ac:spMkLst>
            <pc:docMk/>
            <pc:sldMk cId="3842128786" sldId="264"/>
            <ac:spMk id="4" creationId="{773A517D-F145-42C3-B0F0-4C23B24F5ECD}"/>
          </ac:spMkLst>
        </pc:spChg>
      </pc:sldChg>
      <pc:sldChg chg="addSp modSp add">
        <pc:chgData name="Sam O’Neil" userId="cb323814-a42a-4cfe-bc74-03f595e56f6e" providerId="ADAL" clId="{973F1C5F-9004-480E-906C-C3C778782A27}" dt="2019-10-17T07:56:06.593" v="815" actId="207"/>
        <pc:sldMkLst>
          <pc:docMk/>
          <pc:sldMk cId="674261045" sldId="274"/>
        </pc:sldMkLst>
        <pc:spChg chg="mod">
          <ac:chgData name="Sam O’Neil" userId="cb323814-a42a-4cfe-bc74-03f595e56f6e" providerId="ADAL" clId="{973F1C5F-9004-480E-906C-C3C778782A27}" dt="2019-10-17T07:55:51.416" v="812"/>
          <ac:spMkLst>
            <pc:docMk/>
            <pc:sldMk cId="674261045" sldId="274"/>
            <ac:spMk id="2" creationId="{F3E593E6-3D2F-4C7E-80B2-F78D636A9E07}"/>
          </ac:spMkLst>
        </pc:spChg>
        <pc:spChg chg="add mod">
          <ac:chgData name="Sam O’Neil" userId="cb323814-a42a-4cfe-bc74-03f595e56f6e" providerId="ADAL" clId="{973F1C5F-9004-480E-906C-C3C778782A27}" dt="2019-10-17T07:56:06.593" v="815" actId="207"/>
          <ac:spMkLst>
            <pc:docMk/>
            <pc:sldMk cId="674261045" sldId="274"/>
            <ac:spMk id="4" creationId="{AFFBEFB2-CFEA-49CE-B4AD-CE8E063FFE1D}"/>
          </ac:spMkLst>
        </pc:spChg>
      </pc:sldChg>
      <pc:sldChg chg="add">
        <pc:chgData name="Sam O’Neil" userId="cb323814-a42a-4cfe-bc74-03f595e56f6e" providerId="ADAL" clId="{973F1C5F-9004-480E-906C-C3C778782A27}" dt="2019-10-17T07:46:53.451" v="778"/>
        <pc:sldMkLst>
          <pc:docMk/>
          <pc:sldMk cId="1361163114" sldId="279"/>
        </pc:sldMkLst>
      </pc:sldChg>
      <pc:sldChg chg="del ord">
        <pc:chgData name="Sam O’Neil" userId="cb323814-a42a-4cfe-bc74-03f595e56f6e" providerId="ADAL" clId="{973F1C5F-9004-480E-906C-C3C778782A27}" dt="2019-10-17T07:46:46.773" v="775" actId="2696"/>
        <pc:sldMkLst>
          <pc:docMk/>
          <pc:sldMk cId="4287816193" sldId="279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512827178" sldId="281"/>
        </pc:sldMkLst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3" creationId="{229D5204-E93A-4687-9ECB-4CB5EF81EC21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5" creationId="{A72AFB35-39AD-4A05-AA07-2DF8C91A1176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6" creationId="{79A4C052-6A6A-45F8-9062-97ED66F98605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7" creationId="{C6D361A7-80F8-46B8-B8CE-DDBF1CAAD992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9" creationId="{8F083BC7-8FB8-4082-B98C-A2A63C6E164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0" creationId="{AD8FE991-0969-4C82-A7C8-F7FB75FB069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2" creationId="{5781461A-F658-40F2-A6F4-352B59E69B2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3" creationId="{45680817-0E34-4391-8051-9AF252F6509D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4" creationId="{26CF8AD8-D988-48D9-9C6A-F018CA91553B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5" creationId="{D4BFD49F-61FE-4BEE-8A4E-DA2306939FE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6" creationId="{4FE93CA3-C245-4310-998C-BC92A1C00705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7" creationId="{46E9B8A5-C3DB-4505-950A-35468997BB70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8" creationId="{D0D82CA5-848C-4F14-95E3-9EB1966E6B4F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512827178" sldId="281"/>
            <ac:inkMk id="19" creationId="{C8232048-02F7-4DEB-B8B4-24FF95276A12}"/>
          </ac:inkMkLst>
        </pc:inkChg>
      </pc:sldChg>
      <pc:sldChg chg="del">
        <pc:chgData name="Sam O’Neil" userId="cb323814-a42a-4cfe-bc74-03f595e56f6e" providerId="ADAL" clId="{973F1C5F-9004-480E-906C-C3C778782A27}" dt="2019-10-17T07:46:46.955" v="776" actId="2696"/>
        <pc:sldMkLst>
          <pc:docMk/>
          <pc:sldMk cId="2837434748" sldId="281"/>
        </pc:sldMkLst>
      </pc:sldChg>
      <pc:sldChg chg="addSp delSp modSp add">
        <pc:chgData name="Sam O’Neil" userId="cb323814-a42a-4cfe-bc74-03f595e56f6e" providerId="ADAL" clId="{973F1C5F-9004-480E-906C-C3C778782A27}" dt="2019-10-17T13:59:27.088" v="841"/>
        <pc:sldMkLst>
          <pc:docMk/>
          <pc:sldMk cId="643845886" sldId="282"/>
        </pc:sldMkLst>
        <pc:spChg chg="mod">
          <ac:chgData name="Sam O’Neil" userId="cb323814-a42a-4cfe-bc74-03f595e56f6e" providerId="ADAL" clId="{973F1C5F-9004-480E-906C-C3C778782A27}" dt="2019-10-17T07:58:05.128" v="831" actId="207"/>
          <ac:spMkLst>
            <pc:docMk/>
            <pc:sldMk cId="643845886" sldId="282"/>
            <ac:spMk id="6" creationId="{03AA5A98-CCB6-4776-BF55-D518B17469EA}"/>
          </ac:spMkLst>
        </pc:spChg>
        <pc:spChg chg="add mod">
          <ac:chgData name="Sam O’Neil" userId="cb323814-a42a-4cfe-bc74-03f595e56f6e" providerId="ADAL" clId="{973F1C5F-9004-480E-906C-C3C778782A27}" dt="2019-10-17T07:57:22.964" v="828" actId="14100"/>
          <ac:spMkLst>
            <pc:docMk/>
            <pc:sldMk cId="643845886" sldId="282"/>
            <ac:spMk id="7" creationId="{732D29FA-E61A-4785-8F9F-BAE87922690C}"/>
          </ac:spMkLst>
        </pc:spChg>
        <pc:spChg chg="add mod">
          <ac:chgData name="Sam O’Neil" userId="cb323814-a42a-4cfe-bc74-03f595e56f6e" providerId="ADAL" clId="{973F1C5F-9004-480E-906C-C3C778782A27}" dt="2019-10-17T07:57:27.589" v="830" actId="1076"/>
          <ac:spMkLst>
            <pc:docMk/>
            <pc:sldMk cId="643845886" sldId="282"/>
            <ac:spMk id="8" creationId="{762A5B23-8C93-43D6-955B-B01C2EE26478}"/>
          </ac:spMkLst>
        </pc:spChg>
        <pc:spChg chg="add mod">
          <ac:chgData name="Sam O’Neil" userId="cb323814-a42a-4cfe-bc74-03f595e56f6e" providerId="ADAL" clId="{973F1C5F-9004-480E-906C-C3C778782A27}" dt="2019-10-17T07:57:16.777" v="826" actId="1076"/>
          <ac:spMkLst>
            <pc:docMk/>
            <pc:sldMk cId="643845886" sldId="282"/>
            <ac:spMk id="9" creationId="{81885100-5361-47DD-9B9B-B9EF6F27D05D}"/>
          </ac:spMkLst>
        </pc:spChg>
        <pc:picChg chg="add mod ord">
          <ac:chgData name="Sam O’Neil" userId="cb323814-a42a-4cfe-bc74-03f595e56f6e" providerId="ADAL" clId="{973F1C5F-9004-480E-906C-C3C778782A27}" dt="2019-10-17T07:57:20.131" v="827" actId="167"/>
          <ac:picMkLst>
            <pc:docMk/>
            <pc:sldMk cId="643845886" sldId="282"/>
            <ac:picMk id="3" creationId="{938E00CD-D274-4138-9EE4-65D98B6CBC87}"/>
          </ac:picMkLst>
        </pc:picChg>
        <pc:picChg chg="add del mod">
          <ac:chgData name="Sam O’Neil" userId="cb323814-a42a-4cfe-bc74-03f595e56f6e" providerId="ADAL" clId="{973F1C5F-9004-480E-906C-C3C778782A27}" dt="2019-10-17T07:57:00.361" v="821" actId="478"/>
          <ac:picMkLst>
            <pc:docMk/>
            <pc:sldMk cId="643845886" sldId="282"/>
            <ac:picMk id="5" creationId="{AC658EB1-E436-47F2-AAD4-36EAFC9B546F}"/>
          </ac:picMkLst>
        </pc:pic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4" creationId="{F1010883-F6DB-436A-BCC2-E00DCB0741C1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5" creationId="{F9FA0DE3-DE62-4BEE-ABB3-8086A0F9BC6B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0" creationId="{59BE2F84-3143-4893-A362-F8EC6D2E31A2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2" creationId="{15A10179-5C29-424E-B7C6-5AE493655309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3" creationId="{28050429-2EDA-42FB-A342-B81C6C9FD37D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4" creationId="{ED7321AB-331D-411E-8610-5DF59BD61AF4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5" creationId="{45949541-EEF7-4208-B17D-64D115A04275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643845886" sldId="282"/>
            <ac:inkMk id="16" creationId="{DA964E3E-CAE0-4385-A65D-2D636AEE1DD8}"/>
          </ac:inkMkLst>
        </pc:inkChg>
      </pc:sldChg>
      <pc:sldChg chg="del">
        <pc:chgData name="Sam O’Neil" userId="cb323814-a42a-4cfe-bc74-03f595e56f6e" providerId="ADAL" clId="{973F1C5F-9004-480E-906C-C3C778782A27}" dt="2019-10-17T07:46:47.310" v="777" actId="2696"/>
        <pc:sldMkLst>
          <pc:docMk/>
          <pc:sldMk cId="4041463408" sldId="282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1096814727" sldId="283"/>
        </pc:sldMkLst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1096814727" sldId="283"/>
            <ac:inkMk id="4" creationId="{79B1402B-98F3-40B3-8890-1ADD6F1B8B26}"/>
          </ac:inkMkLst>
        </pc:inkChg>
        <pc:inkChg chg="add">
          <ac:chgData name="Sam O’Neil" userId="cb323814-a42a-4cfe-bc74-03f595e56f6e" providerId="ADAL" clId="{973F1C5F-9004-480E-906C-C3C778782A27}" dt="2019-10-17T13:59:27.088" v="841"/>
          <ac:inkMkLst>
            <pc:docMk/>
            <pc:sldMk cId="1096814727" sldId="283"/>
            <ac:inkMk id="5" creationId="{5E3A1787-79E8-4DBD-996A-E3ED782811AD}"/>
          </ac:inkMkLst>
        </pc:inkChg>
      </pc:sldChg>
      <pc:sldChg chg="modSp del">
        <pc:chgData name="Sam O’Neil" userId="cb323814-a42a-4cfe-bc74-03f595e56f6e" providerId="ADAL" clId="{973F1C5F-9004-480E-906C-C3C778782A27}" dt="2019-10-17T07:59:03.930" v="832" actId="2696"/>
        <pc:sldMkLst>
          <pc:docMk/>
          <pc:sldMk cId="2626648090" sldId="283"/>
        </pc:sldMkLst>
        <pc:spChg chg="mod">
          <ac:chgData name="Sam O’Neil" userId="cb323814-a42a-4cfe-bc74-03f595e56f6e" providerId="ADAL" clId="{973F1C5F-9004-480E-906C-C3C778782A27}" dt="2019-10-17T07:51:50.908" v="793" actId="20577"/>
          <ac:spMkLst>
            <pc:docMk/>
            <pc:sldMk cId="2626648090" sldId="283"/>
            <ac:spMk id="2" creationId="{F3E593E6-3D2F-4C7E-80B2-F78D636A9E07}"/>
          </ac:spMkLst>
        </pc:spChg>
      </pc:sldChg>
      <pc:sldChg chg="modSp">
        <pc:chgData name="Sam O’Neil" userId="cb323814-a42a-4cfe-bc74-03f595e56f6e" providerId="ADAL" clId="{973F1C5F-9004-480E-906C-C3C778782A27}" dt="2019-10-15T20:48:04.286" v="556" actId="20577"/>
        <pc:sldMkLst>
          <pc:docMk/>
          <pc:sldMk cId="293032854" sldId="284"/>
        </pc:sldMkLst>
        <pc:spChg chg="mod">
          <ac:chgData name="Sam O’Neil" userId="cb323814-a42a-4cfe-bc74-03f595e56f6e" providerId="ADAL" clId="{973F1C5F-9004-480E-906C-C3C778782A27}" dt="2019-10-15T20:47:48.216" v="550" actId="20577"/>
          <ac:spMkLst>
            <pc:docMk/>
            <pc:sldMk cId="293032854" sldId="284"/>
            <ac:spMk id="2" creationId="{F3E593E6-3D2F-4C7E-80B2-F78D636A9E07}"/>
          </ac:spMkLst>
        </pc:spChg>
        <pc:spChg chg="mod">
          <ac:chgData name="Sam O’Neil" userId="cb323814-a42a-4cfe-bc74-03f595e56f6e" providerId="ADAL" clId="{973F1C5F-9004-480E-906C-C3C778782A27}" dt="2019-10-15T20:48:04.286" v="556" actId="20577"/>
          <ac:spMkLst>
            <pc:docMk/>
            <pc:sldMk cId="293032854" sldId="284"/>
            <ac:spMk id="3" creationId="{5198A88B-52B3-469E-A512-B72752EB7862}"/>
          </ac:spMkLst>
        </pc:spChg>
      </pc:sldChg>
      <pc:sldChg chg="addSp modSp">
        <pc:chgData name="Sam O’Neil" userId="cb323814-a42a-4cfe-bc74-03f595e56f6e" providerId="ADAL" clId="{973F1C5F-9004-480E-906C-C3C778782A27}" dt="2019-10-15T21:10:51.063" v="581" actId="1076"/>
        <pc:sldMkLst>
          <pc:docMk/>
          <pc:sldMk cId="2030408796" sldId="285"/>
        </pc:sldMkLst>
        <pc:picChg chg="add mod">
          <ac:chgData name="Sam O’Neil" userId="cb323814-a42a-4cfe-bc74-03f595e56f6e" providerId="ADAL" clId="{973F1C5F-9004-480E-906C-C3C778782A27}" dt="2019-10-15T21:10:41.718" v="576" actId="1076"/>
          <ac:picMkLst>
            <pc:docMk/>
            <pc:sldMk cId="2030408796" sldId="285"/>
            <ac:picMk id="4" creationId="{E185EB6E-D788-4631-AE8C-E3A4D94E2A11}"/>
          </ac:picMkLst>
        </pc:picChg>
        <pc:picChg chg="add mod">
          <ac:chgData name="Sam O’Neil" userId="cb323814-a42a-4cfe-bc74-03f595e56f6e" providerId="ADAL" clId="{973F1C5F-9004-480E-906C-C3C778782A27}" dt="2019-10-15T21:10:43.024" v="577" actId="1076"/>
          <ac:picMkLst>
            <pc:docMk/>
            <pc:sldMk cId="2030408796" sldId="285"/>
            <ac:picMk id="5" creationId="{92C356FF-71AF-4FE3-9272-348DC0139A97}"/>
          </ac:picMkLst>
        </pc:picChg>
        <pc:picChg chg="add mod">
          <ac:chgData name="Sam O’Neil" userId="cb323814-a42a-4cfe-bc74-03f595e56f6e" providerId="ADAL" clId="{973F1C5F-9004-480E-906C-C3C778782A27}" dt="2019-10-15T21:10:44.868" v="578" actId="1076"/>
          <ac:picMkLst>
            <pc:docMk/>
            <pc:sldMk cId="2030408796" sldId="285"/>
            <ac:picMk id="6" creationId="{EAAA7EB1-F46F-47F4-B931-BCDB4EA64E5E}"/>
          </ac:picMkLst>
        </pc:picChg>
        <pc:picChg chg="add mod">
          <ac:chgData name="Sam O’Neil" userId="cb323814-a42a-4cfe-bc74-03f595e56f6e" providerId="ADAL" clId="{973F1C5F-9004-480E-906C-C3C778782A27}" dt="2019-10-15T21:10:46.474" v="579" actId="1076"/>
          <ac:picMkLst>
            <pc:docMk/>
            <pc:sldMk cId="2030408796" sldId="285"/>
            <ac:picMk id="7" creationId="{928C7852-7904-45C3-8212-4482F4426729}"/>
          </ac:picMkLst>
        </pc:picChg>
        <pc:picChg chg="add mod">
          <ac:chgData name="Sam O’Neil" userId="cb323814-a42a-4cfe-bc74-03f595e56f6e" providerId="ADAL" clId="{973F1C5F-9004-480E-906C-C3C778782A27}" dt="2019-10-15T21:10:51.063" v="581" actId="1076"/>
          <ac:picMkLst>
            <pc:docMk/>
            <pc:sldMk cId="2030408796" sldId="285"/>
            <ac:picMk id="8" creationId="{CF7BB79C-20CE-4CAF-8174-103B0F7B90E7}"/>
          </ac:picMkLst>
        </pc:picChg>
      </pc:sldChg>
      <pc:sldChg chg="modSp">
        <pc:chgData name="Sam O’Neil" userId="cb323814-a42a-4cfe-bc74-03f595e56f6e" providerId="ADAL" clId="{973F1C5F-9004-480E-906C-C3C778782A27}" dt="2019-10-15T21:13:35.536" v="706" actId="20577"/>
        <pc:sldMkLst>
          <pc:docMk/>
          <pc:sldMk cId="3477283215" sldId="286"/>
        </pc:sldMkLst>
        <pc:spChg chg="mod">
          <ac:chgData name="Sam O’Neil" userId="cb323814-a42a-4cfe-bc74-03f595e56f6e" providerId="ADAL" clId="{973F1C5F-9004-480E-906C-C3C778782A27}" dt="2019-10-15T21:13:35.536" v="706" actId="20577"/>
          <ac:spMkLst>
            <pc:docMk/>
            <pc:sldMk cId="3477283215" sldId="286"/>
            <ac:spMk id="3" creationId="{5198A88B-52B3-469E-A512-B72752EB7862}"/>
          </ac:spMkLst>
        </pc:spChg>
      </pc:sldChg>
      <pc:sldChg chg="addSp delSp modSp modAnim">
        <pc:chgData name="Sam O’Neil" userId="cb323814-a42a-4cfe-bc74-03f595e56f6e" providerId="ADAL" clId="{973F1C5F-9004-480E-906C-C3C778782A27}" dt="2019-10-17T07:54:10.430" v="804" actId="20577"/>
        <pc:sldMkLst>
          <pc:docMk/>
          <pc:sldMk cId="1919647061" sldId="287"/>
        </pc:sldMkLst>
        <pc:spChg chg="mod">
          <ac:chgData name="Sam O’Neil" userId="cb323814-a42a-4cfe-bc74-03f595e56f6e" providerId="ADAL" clId="{973F1C5F-9004-480E-906C-C3C778782A27}" dt="2019-10-15T19:23:52.326" v="3" actId="6549"/>
          <ac:spMkLst>
            <pc:docMk/>
            <pc:sldMk cId="1919647061" sldId="287"/>
            <ac:spMk id="3" creationId="{5198A88B-52B3-469E-A512-B72752EB7862}"/>
          </ac:spMkLst>
        </pc:spChg>
        <pc:spChg chg="add mod">
          <ac:chgData name="Sam O’Neil" userId="cb323814-a42a-4cfe-bc74-03f595e56f6e" providerId="ADAL" clId="{973F1C5F-9004-480E-906C-C3C778782A27}" dt="2019-10-15T20:31:35.758" v="498" actId="27636"/>
          <ac:spMkLst>
            <pc:docMk/>
            <pc:sldMk cId="1919647061" sldId="287"/>
            <ac:spMk id="5" creationId="{F878BBEB-A064-4796-B5E0-3607E13FED44}"/>
          </ac:spMkLst>
        </pc:spChg>
        <pc:spChg chg="add mod">
          <ac:chgData name="Sam O’Neil" userId="cb323814-a42a-4cfe-bc74-03f595e56f6e" providerId="ADAL" clId="{973F1C5F-9004-480E-906C-C3C778782A27}" dt="2019-10-17T07:54:10.430" v="804" actId="20577"/>
          <ac:spMkLst>
            <pc:docMk/>
            <pc:sldMk cId="1919647061" sldId="287"/>
            <ac:spMk id="7" creationId="{CAE0188A-A546-403F-9827-F8E68A1E2A8F}"/>
          </ac:spMkLst>
        </pc:spChg>
        <pc:spChg chg="add mod">
          <ac:chgData name="Sam O’Neil" userId="cb323814-a42a-4cfe-bc74-03f595e56f6e" providerId="ADAL" clId="{973F1C5F-9004-480E-906C-C3C778782A27}" dt="2019-10-15T20:23:54.468" v="384" actId="1076"/>
          <ac:spMkLst>
            <pc:docMk/>
            <pc:sldMk cId="1919647061" sldId="287"/>
            <ac:spMk id="12" creationId="{2915145B-275F-437D-A101-CBEC8D0DD57B}"/>
          </ac:spMkLst>
        </pc:spChg>
        <pc:picChg chg="add del mod">
          <ac:chgData name="Sam O’Neil" userId="cb323814-a42a-4cfe-bc74-03f595e56f6e" providerId="ADAL" clId="{973F1C5F-9004-480E-906C-C3C778782A27}" dt="2019-10-15T19:25:13.175" v="16" actId="478"/>
          <ac:picMkLst>
            <pc:docMk/>
            <pc:sldMk cId="1919647061" sldId="287"/>
            <ac:picMk id="4" creationId="{84DFA2F0-BE14-4B76-AC9C-02B3D4C30892}"/>
          </ac:picMkLst>
        </pc:picChg>
        <pc:picChg chg="add del mod">
          <ac:chgData name="Sam O’Neil" userId="cb323814-a42a-4cfe-bc74-03f595e56f6e" providerId="ADAL" clId="{973F1C5F-9004-480E-906C-C3C778782A27}" dt="2019-10-15T19:28:40.370" v="76" actId="478"/>
          <ac:picMkLst>
            <pc:docMk/>
            <pc:sldMk cId="1919647061" sldId="287"/>
            <ac:picMk id="6" creationId="{66744606-00B3-477E-850D-2299A1069643}"/>
          </ac:picMkLst>
        </pc:picChg>
        <pc:picChg chg="add del mod">
          <ac:chgData name="Sam O’Neil" userId="cb323814-a42a-4cfe-bc74-03f595e56f6e" providerId="ADAL" clId="{973F1C5F-9004-480E-906C-C3C778782A27}" dt="2019-10-15T19:29:03.781" v="82" actId="478"/>
          <ac:picMkLst>
            <pc:docMk/>
            <pc:sldMk cId="1919647061" sldId="287"/>
            <ac:picMk id="8" creationId="{67CF84B0-8F41-4135-8FF4-85E4E6BC469B}"/>
          </ac:picMkLst>
        </pc:picChg>
        <pc:picChg chg="add del mod">
          <ac:chgData name="Sam O’Neil" userId="cb323814-a42a-4cfe-bc74-03f595e56f6e" providerId="ADAL" clId="{973F1C5F-9004-480E-906C-C3C778782A27}" dt="2019-10-15T20:22:00.979" v="371" actId="478"/>
          <ac:picMkLst>
            <pc:docMk/>
            <pc:sldMk cId="1919647061" sldId="287"/>
            <ac:picMk id="9" creationId="{88AB3691-B8DA-4FA1-99DC-8DA9803CA94F}"/>
          </ac:picMkLst>
        </pc:picChg>
        <pc:picChg chg="add del mod">
          <ac:chgData name="Sam O’Neil" userId="cb323814-a42a-4cfe-bc74-03f595e56f6e" providerId="ADAL" clId="{973F1C5F-9004-480E-906C-C3C778782A27}" dt="2019-10-15T20:22:29.054" v="376" actId="478"/>
          <ac:picMkLst>
            <pc:docMk/>
            <pc:sldMk cId="1919647061" sldId="287"/>
            <ac:picMk id="10" creationId="{B7CC9128-D9FE-417D-9984-D2EEF1CFF886}"/>
          </ac:picMkLst>
        </pc:picChg>
        <pc:picChg chg="add mod">
          <ac:chgData name="Sam O’Neil" userId="cb323814-a42a-4cfe-bc74-03f595e56f6e" providerId="ADAL" clId="{973F1C5F-9004-480E-906C-C3C778782A27}" dt="2019-10-15T20:22:31.595" v="378" actId="1076"/>
          <ac:picMkLst>
            <pc:docMk/>
            <pc:sldMk cId="1919647061" sldId="287"/>
            <ac:picMk id="11" creationId="{4471E226-A92A-42BD-B44C-D06557447C28}"/>
          </ac:picMkLst>
        </pc:picChg>
      </pc:sldChg>
      <pc:sldChg chg="addSp delSp modSp modAnim">
        <pc:chgData name="Sam O’Neil" userId="cb323814-a42a-4cfe-bc74-03f595e56f6e" providerId="ADAL" clId="{973F1C5F-9004-480E-906C-C3C778782A27}" dt="2019-10-15T20:30:38.926" v="467" actId="20577"/>
        <pc:sldMkLst>
          <pc:docMk/>
          <pc:sldMk cId="230708497" sldId="288"/>
        </pc:sldMkLst>
        <pc:spChg chg="mod">
          <ac:chgData name="Sam O’Neil" userId="cb323814-a42a-4cfe-bc74-03f595e56f6e" providerId="ADAL" clId="{973F1C5F-9004-480E-906C-C3C778782A27}" dt="2019-10-15T19:45:40.470" v="336" actId="20577"/>
          <ac:spMkLst>
            <pc:docMk/>
            <pc:sldMk cId="230708497" sldId="288"/>
            <ac:spMk id="2" creationId="{F3E593E6-3D2F-4C7E-80B2-F78D636A9E07}"/>
          </ac:spMkLst>
        </pc:spChg>
        <pc:spChg chg="del">
          <ac:chgData name="Sam O’Neil" userId="cb323814-a42a-4cfe-bc74-03f595e56f6e" providerId="ADAL" clId="{973F1C5F-9004-480E-906C-C3C778782A27}" dt="2019-10-15T20:10:50.366" v="345" actId="478"/>
          <ac:spMkLst>
            <pc:docMk/>
            <pc:sldMk cId="230708497" sldId="288"/>
            <ac:spMk id="3" creationId="{5198A88B-52B3-469E-A512-B72752EB7862}"/>
          </ac:spMkLst>
        </pc:spChg>
        <pc:spChg chg="add del mod">
          <ac:chgData name="Sam O’Neil" userId="cb323814-a42a-4cfe-bc74-03f595e56f6e" providerId="ADAL" clId="{973F1C5F-9004-480E-906C-C3C778782A27}" dt="2019-10-15T20:10:53.433" v="346" actId="478"/>
          <ac:spMkLst>
            <pc:docMk/>
            <pc:sldMk cId="230708497" sldId="288"/>
            <ac:spMk id="7" creationId="{CEEA07BE-72D6-418E-A85A-67C416F2D1D3}"/>
          </ac:spMkLst>
        </pc:spChg>
        <pc:spChg chg="add mod">
          <ac:chgData name="Sam O’Neil" userId="cb323814-a42a-4cfe-bc74-03f595e56f6e" providerId="ADAL" clId="{973F1C5F-9004-480E-906C-C3C778782A27}" dt="2019-10-15T20:30:38.926" v="467" actId="20577"/>
          <ac:spMkLst>
            <pc:docMk/>
            <pc:sldMk cId="230708497" sldId="288"/>
            <ac:spMk id="8" creationId="{6833FEF2-67F0-4EB3-8571-26243D28395C}"/>
          </ac:spMkLst>
        </pc:spChg>
        <pc:spChg chg="add mod">
          <ac:chgData name="Sam O’Neil" userId="cb323814-a42a-4cfe-bc74-03f595e56f6e" providerId="ADAL" clId="{973F1C5F-9004-480E-906C-C3C778782A27}" dt="2019-10-15T20:13:55.821" v="370" actId="20577"/>
          <ac:spMkLst>
            <pc:docMk/>
            <pc:sldMk cId="230708497" sldId="288"/>
            <ac:spMk id="9" creationId="{93A6B6DE-D0C7-49D7-9F4B-B293557EE871}"/>
          </ac:spMkLst>
        </pc:spChg>
        <pc:picChg chg="add del mod">
          <ac:chgData name="Sam O’Neil" userId="cb323814-a42a-4cfe-bc74-03f595e56f6e" providerId="ADAL" clId="{973F1C5F-9004-480E-906C-C3C778782A27}" dt="2019-10-15T20:09:42.456" v="340" actId="478"/>
          <ac:picMkLst>
            <pc:docMk/>
            <pc:sldMk cId="230708497" sldId="288"/>
            <ac:picMk id="4" creationId="{17C88B27-6D26-40F4-A495-D3FCA262C33E}"/>
          </ac:picMkLst>
        </pc:picChg>
        <pc:picChg chg="add del mod">
          <ac:chgData name="Sam O’Neil" userId="cb323814-a42a-4cfe-bc74-03f595e56f6e" providerId="ADAL" clId="{973F1C5F-9004-480E-906C-C3C778782A27}" dt="2019-10-15T20:28:05.085" v="422" actId="478"/>
          <ac:picMkLst>
            <pc:docMk/>
            <pc:sldMk cId="230708497" sldId="288"/>
            <ac:picMk id="5" creationId="{ED72F07D-1615-4D2D-8128-D0E69DCF3B6A}"/>
          </ac:picMkLst>
        </pc:picChg>
        <pc:picChg chg="add mod ord">
          <ac:chgData name="Sam O’Neil" userId="cb323814-a42a-4cfe-bc74-03f595e56f6e" providerId="ADAL" clId="{973F1C5F-9004-480E-906C-C3C778782A27}" dt="2019-10-15T20:30:00.528" v="444" actId="1076"/>
          <ac:picMkLst>
            <pc:docMk/>
            <pc:sldMk cId="230708497" sldId="288"/>
            <ac:picMk id="10" creationId="{D94B86D8-FBD0-4033-BD25-382C932717E0}"/>
          </ac:picMkLst>
        </pc:picChg>
        <pc:picChg chg="add del mod">
          <ac:chgData name="Sam O’Neil" userId="cb323814-a42a-4cfe-bc74-03f595e56f6e" providerId="ADAL" clId="{973F1C5F-9004-480E-906C-C3C778782A27}" dt="2019-10-15T20:29:36.741" v="435" actId="478"/>
          <ac:picMkLst>
            <pc:docMk/>
            <pc:sldMk cId="230708497" sldId="288"/>
            <ac:picMk id="11" creationId="{E510FF6A-4F23-42E6-933E-8A96E9D78175}"/>
          </ac:picMkLst>
        </pc:picChg>
        <pc:picChg chg="add mod">
          <ac:chgData name="Sam O’Neil" userId="cb323814-a42a-4cfe-bc74-03f595e56f6e" providerId="ADAL" clId="{973F1C5F-9004-480E-906C-C3C778782A27}" dt="2019-10-15T20:29:57.357" v="443" actId="1076"/>
          <ac:picMkLst>
            <pc:docMk/>
            <pc:sldMk cId="230708497" sldId="288"/>
            <ac:picMk id="12" creationId="{507DF3C4-6B4D-4CF3-B65D-B05EA2FDD02C}"/>
          </ac:picMkLst>
        </pc:picChg>
      </pc:sldChg>
      <pc:sldChg chg="addSp delSp modSp add delAnim modAnim">
        <pc:chgData name="Sam O’Neil" userId="cb323814-a42a-4cfe-bc74-03f595e56f6e" providerId="ADAL" clId="{973F1C5F-9004-480E-906C-C3C778782A27}" dt="2019-10-17T07:54:33.209" v="811" actId="20577"/>
        <pc:sldMkLst>
          <pc:docMk/>
          <pc:sldMk cId="1051920825" sldId="289"/>
        </pc:sldMkLst>
        <pc:spChg chg="mod">
          <ac:chgData name="Sam O’Neil" userId="cb323814-a42a-4cfe-bc74-03f595e56f6e" providerId="ADAL" clId="{973F1C5F-9004-480E-906C-C3C778782A27}" dt="2019-10-15T19:37:43.813" v="224"/>
          <ac:spMkLst>
            <pc:docMk/>
            <pc:sldMk cId="1051920825" sldId="289"/>
            <ac:spMk id="2" creationId="{F3E593E6-3D2F-4C7E-80B2-F78D636A9E07}"/>
          </ac:spMkLst>
        </pc:spChg>
        <pc:spChg chg="add del mod">
          <ac:chgData name="Sam O’Neil" userId="cb323814-a42a-4cfe-bc74-03f595e56f6e" providerId="ADAL" clId="{973F1C5F-9004-480E-906C-C3C778782A27}" dt="2019-10-15T20:22:39.477" v="379" actId="478"/>
          <ac:spMkLst>
            <pc:docMk/>
            <pc:sldMk cId="1051920825" sldId="289"/>
            <ac:spMk id="4" creationId="{5EAB22F2-1764-464A-A28D-AA4789D23B63}"/>
          </ac:spMkLst>
        </pc:spChg>
        <pc:spChg chg="del">
          <ac:chgData name="Sam O’Neil" userId="cb323814-a42a-4cfe-bc74-03f595e56f6e" providerId="ADAL" clId="{973F1C5F-9004-480E-906C-C3C778782A27}" dt="2019-10-15T19:35:34.249" v="136" actId="478"/>
          <ac:spMkLst>
            <pc:docMk/>
            <pc:sldMk cId="1051920825" sldId="289"/>
            <ac:spMk id="5" creationId="{F878BBEB-A064-4796-B5E0-3607E13FED44}"/>
          </ac:spMkLst>
        </pc:spChg>
        <pc:spChg chg="mod">
          <ac:chgData name="Sam O’Neil" userId="cb323814-a42a-4cfe-bc74-03f595e56f6e" providerId="ADAL" clId="{973F1C5F-9004-480E-906C-C3C778782A27}" dt="2019-10-17T07:54:33.209" v="811" actId="20577"/>
          <ac:spMkLst>
            <pc:docMk/>
            <pc:sldMk cId="1051920825" sldId="289"/>
            <ac:spMk id="7" creationId="{CAE0188A-A546-403F-9827-F8E68A1E2A8F}"/>
          </ac:spMkLst>
        </pc:spChg>
        <pc:spChg chg="add mod">
          <ac:chgData name="Sam O’Neil" userId="cb323814-a42a-4cfe-bc74-03f595e56f6e" providerId="ADAL" clId="{973F1C5F-9004-480E-906C-C3C778782A27}" dt="2019-10-15T19:40:35.395" v="290" actId="122"/>
          <ac:spMkLst>
            <pc:docMk/>
            <pc:sldMk cId="1051920825" sldId="289"/>
            <ac:spMk id="8" creationId="{A585A4FB-0B6E-4E47-8A78-94F6A9737B39}"/>
          </ac:spMkLst>
        </pc:spChg>
        <pc:spChg chg="add">
          <ac:chgData name="Sam O’Neil" userId="cb323814-a42a-4cfe-bc74-03f595e56f6e" providerId="ADAL" clId="{973F1C5F-9004-480E-906C-C3C778782A27}" dt="2019-10-15T20:23:58.317" v="385"/>
          <ac:spMkLst>
            <pc:docMk/>
            <pc:sldMk cId="1051920825" sldId="289"/>
            <ac:spMk id="11" creationId="{CA30A218-CFB1-4A35-B5EF-78C48F20D340}"/>
          </ac:spMkLst>
        </pc:spChg>
        <pc:picChg chg="del">
          <ac:chgData name="Sam O’Neil" userId="cb323814-a42a-4cfe-bc74-03f595e56f6e" providerId="ADAL" clId="{973F1C5F-9004-480E-906C-C3C778782A27}" dt="2019-10-15T20:22:39.477" v="379" actId="478"/>
          <ac:picMkLst>
            <pc:docMk/>
            <pc:sldMk cId="1051920825" sldId="289"/>
            <ac:picMk id="9" creationId="{88AB3691-B8DA-4FA1-99DC-8DA9803CA94F}"/>
          </ac:picMkLst>
        </pc:picChg>
        <pc:picChg chg="add">
          <ac:chgData name="Sam O’Neil" userId="cb323814-a42a-4cfe-bc74-03f595e56f6e" providerId="ADAL" clId="{973F1C5F-9004-480E-906C-C3C778782A27}" dt="2019-10-15T20:22:39.812" v="380"/>
          <ac:picMkLst>
            <pc:docMk/>
            <pc:sldMk cId="1051920825" sldId="289"/>
            <ac:picMk id="10" creationId="{39D7DB87-1C37-46CF-9899-EE47228F1EA8}"/>
          </ac:picMkLst>
        </pc:picChg>
      </pc:sldChg>
      <pc:sldChg chg="addSp delSp modSp add delAnim">
        <pc:chgData name="Sam O’Neil" userId="cb323814-a42a-4cfe-bc74-03f595e56f6e" providerId="ADAL" clId="{973F1C5F-9004-480E-906C-C3C778782A27}" dt="2019-10-15T20:25:06.428" v="396" actId="1076"/>
        <pc:sldMkLst>
          <pc:docMk/>
          <pc:sldMk cId="2658666563" sldId="290"/>
        </pc:sldMkLst>
        <pc:spChg chg="del">
          <ac:chgData name="Sam O’Neil" userId="cb323814-a42a-4cfe-bc74-03f595e56f6e" providerId="ADAL" clId="{973F1C5F-9004-480E-906C-C3C778782A27}" dt="2019-10-15T19:41:36.866" v="292" actId="478"/>
          <ac:spMkLst>
            <pc:docMk/>
            <pc:sldMk cId="2658666563" sldId="290"/>
            <ac:spMk id="7" creationId="{CAE0188A-A546-403F-9827-F8E68A1E2A8F}"/>
          </ac:spMkLst>
        </pc:spChg>
        <pc:spChg chg="mod">
          <ac:chgData name="Sam O’Neil" userId="cb323814-a42a-4cfe-bc74-03f595e56f6e" providerId="ADAL" clId="{973F1C5F-9004-480E-906C-C3C778782A27}" dt="2019-10-15T19:45:28.839" v="329" actId="20577"/>
          <ac:spMkLst>
            <pc:docMk/>
            <pc:sldMk cId="2658666563" sldId="290"/>
            <ac:spMk id="8" creationId="{A585A4FB-0B6E-4E47-8A78-94F6A9737B39}"/>
          </ac:spMkLst>
        </pc:spChg>
        <pc:spChg chg="add del mod">
          <ac:chgData name="Sam O’Neil" userId="cb323814-a42a-4cfe-bc74-03f595e56f6e" providerId="ADAL" clId="{973F1C5F-9004-480E-906C-C3C778782A27}" dt="2019-10-15T20:24:09.308" v="387" actId="478"/>
          <ac:spMkLst>
            <pc:docMk/>
            <pc:sldMk cId="2658666563" sldId="290"/>
            <ac:spMk id="10" creationId="{94E9EB4F-4038-462C-8C8B-44D775A897B2}"/>
          </ac:spMkLst>
        </pc:spChg>
        <pc:spChg chg="add mod ord">
          <ac:chgData name="Sam O’Neil" userId="cb323814-a42a-4cfe-bc74-03f595e56f6e" providerId="ADAL" clId="{973F1C5F-9004-480E-906C-C3C778782A27}" dt="2019-10-15T20:25:06.428" v="396" actId="1076"/>
          <ac:spMkLst>
            <pc:docMk/>
            <pc:sldMk cId="2658666563" sldId="290"/>
            <ac:spMk id="12" creationId="{9C1189B2-A2BB-482B-894F-3064D0281ED9}"/>
          </ac:spMkLst>
        </pc:spChg>
        <pc:picChg chg="add mod">
          <ac:chgData name="Sam O’Neil" userId="cb323814-a42a-4cfe-bc74-03f595e56f6e" providerId="ADAL" clId="{973F1C5F-9004-480E-906C-C3C778782A27}" dt="2019-10-15T20:24:49.656" v="392" actId="1076"/>
          <ac:picMkLst>
            <pc:docMk/>
            <pc:sldMk cId="2658666563" sldId="290"/>
            <ac:picMk id="4" creationId="{8EDD79A2-BA06-43F6-A166-3DA22070E88F}"/>
          </ac:picMkLst>
        </pc:picChg>
        <pc:picChg chg="del">
          <ac:chgData name="Sam O’Neil" userId="cb323814-a42a-4cfe-bc74-03f595e56f6e" providerId="ADAL" clId="{973F1C5F-9004-480E-906C-C3C778782A27}" dt="2019-10-15T20:22:53.161" v="382" actId="478"/>
          <ac:picMkLst>
            <pc:docMk/>
            <pc:sldMk cId="2658666563" sldId="290"/>
            <ac:picMk id="9" creationId="{88AB3691-B8DA-4FA1-99DC-8DA9803CA94F}"/>
          </ac:picMkLst>
        </pc:picChg>
        <pc:picChg chg="add del">
          <ac:chgData name="Sam O’Neil" userId="cb323814-a42a-4cfe-bc74-03f595e56f6e" providerId="ADAL" clId="{973F1C5F-9004-480E-906C-C3C778782A27}" dt="2019-10-15T20:24:38.560" v="388" actId="478"/>
          <ac:picMkLst>
            <pc:docMk/>
            <pc:sldMk cId="2658666563" sldId="290"/>
            <ac:picMk id="11" creationId="{CB281E95-7856-4193-B49F-EE5F7B47C0F2}"/>
          </ac:picMkLst>
        </pc:picChg>
      </pc:sldChg>
      <pc:sldChg chg="addSp delSp modSp add">
        <pc:chgData name="Sam O’Neil" userId="cb323814-a42a-4cfe-bc74-03f595e56f6e" providerId="ADAL" clId="{973F1C5F-9004-480E-906C-C3C778782A27}" dt="2019-10-15T20:37:49.857" v="542" actId="1076"/>
        <pc:sldMkLst>
          <pc:docMk/>
          <pc:sldMk cId="2933514211" sldId="291"/>
        </pc:sldMkLst>
        <pc:spChg chg="mod">
          <ac:chgData name="Sam O’Neil" userId="cb323814-a42a-4cfe-bc74-03f595e56f6e" providerId="ADAL" clId="{973F1C5F-9004-480E-906C-C3C778782A27}" dt="2019-10-15T20:34:21.222" v="514" actId="20577"/>
          <ac:spMkLst>
            <pc:docMk/>
            <pc:sldMk cId="2933514211" sldId="291"/>
            <ac:spMk id="8" creationId="{6833FEF2-67F0-4EB3-8571-26243D28395C}"/>
          </ac:spMkLst>
        </pc:spChg>
        <pc:spChg chg="mod">
          <ac:chgData name="Sam O’Neil" userId="cb323814-a42a-4cfe-bc74-03f595e56f6e" providerId="ADAL" clId="{973F1C5F-9004-480E-906C-C3C778782A27}" dt="2019-10-15T20:34:39.395" v="520" actId="27636"/>
          <ac:spMkLst>
            <pc:docMk/>
            <pc:sldMk cId="2933514211" sldId="291"/>
            <ac:spMk id="9" creationId="{93A6B6DE-D0C7-49D7-9F4B-B293557EE871}"/>
          </ac:spMkLst>
        </pc:spChg>
        <pc:picChg chg="add mod">
          <ac:chgData name="Sam O’Neil" userId="cb323814-a42a-4cfe-bc74-03f595e56f6e" providerId="ADAL" clId="{973F1C5F-9004-480E-906C-C3C778782A27}" dt="2019-10-15T20:37:02.815" v="537" actId="1076"/>
          <ac:picMkLst>
            <pc:docMk/>
            <pc:sldMk cId="2933514211" sldId="291"/>
            <ac:picMk id="3" creationId="{D32F8F1D-AE49-4DDB-8A27-960C7581A1A1}"/>
          </ac:picMkLst>
        </pc:picChg>
        <pc:picChg chg="add mod">
          <ac:chgData name="Sam O’Neil" userId="cb323814-a42a-4cfe-bc74-03f595e56f6e" providerId="ADAL" clId="{973F1C5F-9004-480E-906C-C3C778782A27}" dt="2019-10-15T20:37:49.857" v="542" actId="1076"/>
          <ac:picMkLst>
            <pc:docMk/>
            <pc:sldMk cId="2933514211" sldId="291"/>
            <ac:picMk id="4" creationId="{FBEE869B-2667-40A1-9F47-3A902361AB41}"/>
          </ac:picMkLst>
        </pc:picChg>
        <pc:picChg chg="del">
          <ac:chgData name="Sam O’Neil" userId="cb323814-a42a-4cfe-bc74-03f595e56f6e" providerId="ADAL" clId="{973F1C5F-9004-480E-906C-C3C778782A27}" dt="2019-10-15T20:35:25.995" v="531" actId="478"/>
          <ac:picMkLst>
            <pc:docMk/>
            <pc:sldMk cId="2933514211" sldId="291"/>
            <ac:picMk id="10" creationId="{D94B86D8-FBD0-4033-BD25-382C932717E0}"/>
          </ac:picMkLst>
        </pc:picChg>
        <pc:picChg chg="del">
          <ac:chgData name="Sam O’Neil" userId="cb323814-a42a-4cfe-bc74-03f595e56f6e" providerId="ADAL" clId="{973F1C5F-9004-480E-906C-C3C778782A27}" dt="2019-10-15T20:35:28.217" v="532" actId="478"/>
          <ac:picMkLst>
            <pc:docMk/>
            <pc:sldMk cId="2933514211" sldId="291"/>
            <ac:picMk id="12" creationId="{507DF3C4-6B4D-4CF3-B65D-B05EA2FDD02C}"/>
          </ac:picMkLst>
        </pc:picChg>
      </pc:sldChg>
      <pc:sldChg chg="addSp delSp modSp add">
        <pc:chgData name="Sam O’Neil" userId="cb323814-a42a-4cfe-bc74-03f595e56f6e" providerId="ADAL" clId="{973F1C5F-9004-480E-906C-C3C778782A27}" dt="2019-10-15T20:35:17.750" v="530" actId="115"/>
        <pc:sldMkLst>
          <pc:docMk/>
          <pc:sldMk cId="3558409356" sldId="292"/>
        </pc:sldMkLst>
        <pc:spChg chg="mod">
          <ac:chgData name="Sam O’Neil" userId="cb323814-a42a-4cfe-bc74-03f595e56f6e" providerId="ADAL" clId="{973F1C5F-9004-480E-906C-C3C778782A27}" dt="2019-10-15T20:31:15.735" v="493" actId="20577"/>
          <ac:spMkLst>
            <pc:docMk/>
            <pc:sldMk cId="3558409356" sldId="292"/>
            <ac:spMk id="2" creationId="{F3E593E6-3D2F-4C7E-80B2-F78D636A9E07}"/>
          </ac:spMkLst>
        </pc:spChg>
        <pc:spChg chg="mod">
          <ac:chgData name="Sam O’Neil" userId="cb323814-a42a-4cfe-bc74-03f595e56f6e" providerId="ADAL" clId="{973F1C5F-9004-480E-906C-C3C778782A27}" dt="2019-10-15T20:35:08.965" v="528" actId="2085"/>
          <ac:spMkLst>
            <pc:docMk/>
            <pc:sldMk cId="3558409356" sldId="292"/>
            <ac:spMk id="5" creationId="{F878BBEB-A064-4796-B5E0-3607E13FED44}"/>
          </ac:spMkLst>
        </pc:spChg>
        <pc:spChg chg="mod">
          <ac:chgData name="Sam O’Neil" userId="cb323814-a42a-4cfe-bc74-03f595e56f6e" providerId="ADAL" clId="{973F1C5F-9004-480E-906C-C3C778782A27}" dt="2019-10-15T20:35:17.750" v="530" actId="115"/>
          <ac:spMkLst>
            <pc:docMk/>
            <pc:sldMk cId="3558409356" sldId="292"/>
            <ac:spMk id="7" creationId="{CAE0188A-A546-403F-9827-F8E68A1E2A8F}"/>
          </ac:spMkLst>
        </pc:spChg>
        <pc:picChg chg="add mod ord">
          <ac:chgData name="Sam O’Neil" userId="cb323814-a42a-4cfe-bc74-03f595e56f6e" providerId="ADAL" clId="{973F1C5F-9004-480E-906C-C3C778782A27}" dt="2019-10-15T20:33:28.284" v="503" actId="1076"/>
          <ac:picMkLst>
            <pc:docMk/>
            <pc:sldMk cId="3558409356" sldId="292"/>
            <ac:picMk id="4" creationId="{B01FBDBC-9C9A-4430-A4AF-4C809CB8B121}"/>
          </ac:picMkLst>
        </pc:picChg>
        <pc:picChg chg="del">
          <ac:chgData name="Sam O’Neil" userId="cb323814-a42a-4cfe-bc74-03f595e56f6e" providerId="ADAL" clId="{973F1C5F-9004-480E-906C-C3C778782A27}" dt="2019-10-15T20:33:16.634" v="499" actId="478"/>
          <ac:picMkLst>
            <pc:docMk/>
            <pc:sldMk cId="3558409356" sldId="292"/>
            <ac:picMk id="11" creationId="{4471E226-A92A-42BD-B44C-D06557447C28}"/>
          </ac:picMkLst>
        </pc:picChg>
      </pc:sldChg>
      <pc:sldChg chg="modSp modAnim">
        <pc:chgData name="Sam O’Neil" userId="cb323814-a42a-4cfe-bc74-03f595e56f6e" providerId="ADAL" clId="{973F1C5F-9004-480E-906C-C3C778782A27}" dt="2019-10-17T07:48:54.894" v="786" actId="20577"/>
        <pc:sldMkLst>
          <pc:docMk/>
          <pc:sldMk cId="3909865725" sldId="293"/>
        </pc:sldMkLst>
        <pc:spChg chg="mod">
          <ac:chgData name="Sam O’Neil" userId="cb323814-a42a-4cfe-bc74-03f595e56f6e" providerId="ADAL" clId="{973F1C5F-9004-480E-906C-C3C778782A27}" dt="2019-10-17T07:48:54.894" v="786" actId="20577"/>
          <ac:spMkLst>
            <pc:docMk/>
            <pc:sldMk cId="3909865725" sldId="293"/>
            <ac:spMk id="2" creationId="{F3E593E6-3D2F-4C7E-80B2-F78D636A9E07}"/>
          </ac:spMkLst>
        </pc:spChg>
      </pc:sldChg>
      <pc:sldChg chg="modSp modAnim">
        <pc:chgData name="Sam O’Neil" userId="cb323814-a42a-4cfe-bc74-03f595e56f6e" providerId="ADAL" clId="{973F1C5F-9004-480E-906C-C3C778782A27}" dt="2019-10-17T07:49:00.442" v="787" actId="20577"/>
        <pc:sldMkLst>
          <pc:docMk/>
          <pc:sldMk cId="3504010382" sldId="294"/>
        </pc:sldMkLst>
        <pc:spChg chg="mod">
          <ac:chgData name="Sam O’Neil" userId="cb323814-a42a-4cfe-bc74-03f595e56f6e" providerId="ADAL" clId="{973F1C5F-9004-480E-906C-C3C778782A27}" dt="2019-10-17T07:49:00.442" v="787" actId="20577"/>
          <ac:spMkLst>
            <pc:docMk/>
            <pc:sldMk cId="3504010382" sldId="294"/>
            <ac:spMk id="2" creationId="{F3E593E6-3D2F-4C7E-80B2-F78D636A9E07}"/>
          </ac:spMkLst>
        </pc:spChg>
      </pc:sldChg>
      <pc:sldChg chg="addSp delSp modSp add">
        <pc:chgData name="Sam O’Neil" userId="cb323814-a42a-4cfe-bc74-03f595e56f6e" providerId="ADAL" clId="{973F1C5F-9004-480E-906C-C3C778782A27}" dt="2019-10-17T08:00:05.373" v="840" actId="1076"/>
        <pc:sldMkLst>
          <pc:docMk/>
          <pc:sldMk cId="918005165" sldId="295"/>
        </pc:sldMkLst>
        <pc:spChg chg="mod">
          <ac:chgData name="Sam O’Neil" userId="cb323814-a42a-4cfe-bc74-03f595e56f6e" providerId="ADAL" clId="{973F1C5F-9004-480E-906C-C3C778782A27}" dt="2019-10-17T07:59:36.478" v="836" actId="20577"/>
          <ac:spMkLst>
            <pc:docMk/>
            <pc:sldMk cId="918005165" sldId="295"/>
            <ac:spMk id="2" creationId="{F3E593E6-3D2F-4C7E-80B2-F78D636A9E07}"/>
          </ac:spMkLst>
        </pc:spChg>
        <pc:spChg chg="add mod">
          <ac:chgData name="Sam O’Neil" userId="cb323814-a42a-4cfe-bc74-03f595e56f6e" providerId="ADAL" clId="{973F1C5F-9004-480E-906C-C3C778782A27}" dt="2019-10-17T08:00:05.373" v="840" actId="1076"/>
          <ac:spMkLst>
            <pc:docMk/>
            <pc:sldMk cId="918005165" sldId="295"/>
            <ac:spMk id="5" creationId="{2D5533CF-0FCE-400E-86EC-34756278002C}"/>
          </ac:spMkLst>
        </pc:spChg>
        <pc:spChg chg="del">
          <ac:chgData name="Sam O’Neil" userId="cb323814-a42a-4cfe-bc74-03f595e56f6e" providerId="ADAL" clId="{973F1C5F-9004-480E-906C-C3C778782A27}" dt="2019-10-17T08:00:00.298" v="838" actId="478"/>
          <ac:spMkLst>
            <pc:docMk/>
            <pc:sldMk cId="918005165" sldId="295"/>
            <ac:spMk id="7" creationId="{67CA3A4E-5808-4522-BBE0-0C8C32D58229}"/>
          </ac:spMkLst>
        </pc:spChg>
        <pc:picChg chg="del">
          <ac:chgData name="Sam O’Neil" userId="cb323814-a42a-4cfe-bc74-03f595e56f6e" providerId="ADAL" clId="{973F1C5F-9004-480E-906C-C3C778782A27}" dt="2019-10-17T07:59:39.076" v="837" actId="478"/>
          <ac:picMkLst>
            <pc:docMk/>
            <pc:sldMk cId="918005165" sldId="295"/>
            <ac:picMk id="12" creationId="{C2A174DB-DE61-42DA-A1DE-A18FFA3CA4B4}"/>
          </ac:picMkLst>
        </pc:picChg>
      </pc:sldChg>
    </pc:docChg>
  </pc:docChgLst>
  <pc:docChgLst>
    <pc:chgData name="Sam O'Neill" userId="cb323814-a42a-4cfe-bc74-03f595e56f6e" providerId="ADAL" clId="{0F9FC399-0DBC-427A-8203-46D7456414E6}"/>
    <pc:docChg chg="undo redo custSel addSld delSld modSld sldOrd">
      <pc:chgData name="Sam O'Neill" userId="cb323814-a42a-4cfe-bc74-03f595e56f6e" providerId="ADAL" clId="{0F9FC399-0DBC-427A-8203-46D7456414E6}" dt="2019-10-24T10:18:24.966" v="7406" actId="20577"/>
      <pc:docMkLst>
        <pc:docMk/>
      </pc:docMkLst>
      <pc:sldChg chg="modSp">
        <pc:chgData name="Sam O'Neill" userId="cb323814-a42a-4cfe-bc74-03f595e56f6e" providerId="ADAL" clId="{0F9FC399-0DBC-427A-8203-46D7456414E6}" dt="2019-10-23T10:29:33.045" v="38" actId="404"/>
        <pc:sldMkLst>
          <pc:docMk/>
          <pc:sldMk cId="110775907" sldId="256"/>
        </pc:sldMkLst>
        <pc:spChg chg="mod">
          <ac:chgData name="Sam O'Neill" userId="cb323814-a42a-4cfe-bc74-03f595e56f6e" providerId="ADAL" clId="{0F9FC399-0DBC-427A-8203-46D7456414E6}" dt="2019-10-23T10:29:33.045" v="38" actId="404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'Neill" userId="cb323814-a42a-4cfe-bc74-03f595e56f6e" providerId="ADAL" clId="{0F9FC399-0DBC-427A-8203-46D7456414E6}" dt="2019-10-24T09:25:00.892" v="6578" actId="20577"/>
        <pc:sldMkLst>
          <pc:docMk/>
          <pc:sldMk cId="2464477114" sldId="257"/>
        </pc:sldMkLst>
        <pc:spChg chg="mod">
          <ac:chgData name="Sam O'Neill" userId="cb323814-a42a-4cfe-bc74-03f595e56f6e" providerId="ADAL" clId="{0F9FC399-0DBC-427A-8203-46D7456414E6}" dt="2019-10-24T09:25:00.892" v="6578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 add modTransition modAnim">
        <pc:chgData name="Sam O'Neill" userId="cb323814-a42a-4cfe-bc74-03f595e56f6e" providerId="ADAL" clId="{0F9FC399-0DBC-427A-8203-46D7456414E6}" dt="2019-10-24T09:43:26.547" v="7012" actId="27636"/>
        <pc:sldMkLst>
          <pc:docMk/>
          <pc:sldMk cId="3232758689" sldId="262"/>
        </pc:sldMkLst>
        <pc:spChg chg="mod">
          <ac:chgData name="Sam O'Neill" userId="cb323814-a42a-4cfe-bc74-03f595e56f6e" providerId="ADAL" clId="{0F9FC399-0DBC-427A-8203-46D7456414E6}" dt="2019-10-23T10:31:19.140" v="104" actId="20577"/>
          <ac:spMkLst>
            <pc:docMk/>
            <pc:sldMk cId="3232758689" sldId="262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43:26.547" v="7012" actId="27636"/>
          <ac:spMkLst>
            <pc:docMk/>
            <pc:sldMk cId="3232758689" sldId="262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0F9FC399-0DBC-427A-8203-46D7456414E6}" dt="2019-10-23T10:29:46.286" v="45" actId="2696"/>
        <pc:sldMkLst>
          <pc:docMk/>
          <pc:sldMk cId="3960105888" sldId="262"/>
        </pc:sldMkLst>
      </pc:sldChg>
      <pc:sldChg chg="del">
        <pc:chgData name="Sam O'Neill" userId="cb323814-a42a-4cfe-bc74-03f595e56f6e" providerId="ADAL" clId="{0F9FC399-0DBC-427A-8203-46D7456414E6}" dt="2019-10-23T10:29:46.570" v="46" actId="2696"/>
        <pc:sldMkLst>
          <pc:docMk/>
          <pc:sldMk cId="51033217" sldId="263"/>
        </pc:sldMkLst>
      </pc:sldChg>
      <pc:sldChg chg="modSp add ord modAnim">
        <pc:chgData name="Sam O'Neill" userId="cb323814-a42a-4cfe-bc74-03f595e56f6e" providerId="ADAL" clId="{0F9FC399-0DBC-427A-8203-46D7456414E6}" dt="2019-10-24T09:42:04.735" v="7006"/>
        <pc:sldMkLst>
          <pc:docMk/>
          <pc:sldMk cId="150829508" sldId="263"/>
        </pc:sldMkLst>
        <pc:spChg chg="mod">
          <ac:chgData name="Sam O'Neill" userId="cb323814-a42a-4cfe-bc74-03f595e56f6e" providerId="ADAL" clId="{0F9FC399-0DBC-427A-8203-46D7456414E6}" dt="2019-10-23T10:31:39.380" v="134" actId="20577"/>
          <ac:spMkLst>
            <pc:docMk/>
            <pc:sldMk cId="150829508" sldId="263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42:01.927" v="7004" actId="20577"/>
          <ac:spMkLst>
            <pc:docMk/>
            <pc:sldMk cId="150829508" sldId="263"/>
            <ac:spMk id="3" creationId="{5198A88B-52B3-469E-A512-B72752EB7862}"/>
          </ac:spMkLst>
        </pc:spChg>
      </pc:sldChg>
      <pc:sldChg chg="addSp delSp modSp add modAnim">
        <pc:chgData name="Sam O'Neill" userId="cb323814-a42a-4cfe-bc74-03f595e56f6e" providerId="ADAL" clId="{0F9FC399-0DBC-427A-8203-46D7456414E6}" dt="2019-10-24T09:47:31.014" v="7075"/>
        <pc:sldMkLst>
          <pc:docMk/>
          <pc:sldMk cId="2285843027" sldId="264"/>
        </pc:sldMkLst>
        <pc:spChg chg="mod">
          <ac:chgData name="Sam O'Neill" userId="cb323814-a42a-4cfe-bc74-03f595e56f6e" providerId="ADAL" clId="{0F9FC399-0DBC-427A-8203-46D7456414E6}" dt="2019-10-23T14:28:34.503" v="2059" actId="20577"/>
          <ac:spMkLst>
            <pc:docMk/>
            <pc:sldMk cId="2285843027" sldId="264"/>
            <ac:spMk id="2" creationId="{F3E593E6-3D2F-4C7E-80B2-F78D636A9E07}"/>
          </ac:spMkLst>
        </pc:spChg>
        <pc:spChg chg="del mod">
          <ac:chgData name="Sam O'Neill" userId="cb323814-a42a-4cfe-bc74-03f595e56f6e" providerId="ADAL" clId="{0F9FC399-0DBC-427A-8203-46D7456414E6}" dt="2019-10-23T14:28:42.263" v="2061" actId="478"/>
          <ac:spMkLst>
            <pc:docMk/>
            <pc:sldMk cId="2285843027" sldId="264"/>
            <ac:spMk id="3" creationId="{5198A88B-52B3-469E-A512-B72752EB7862}"/>
          </ac:spMkLst>
        </pc:spChg>
        <pc:spChg chg="add del">
          <ac:chgData name="Sam O'Neill" userId="cb323814-a42a-4cfe-bc74-03f595e56f6e" providerId="ADAL" clId="{0F9FC399-0DBC-427A-8203-46D7456414E6}" dt="2019-10-23T14:28:38.079" v="2060" actId="478"/>
          <ac:spMkLst>
            <pc:docMk/>
            <pc:sldMk cId="2285843027" sldId="264"/>
            <ac:spMk id="4" creationId="{BEB8BEE3-7E3E-40B7-9FBA-4761B6E9BFAD}"/>
          </ac:spMkLst>
        </pc:spChg>
        <pc:spChg chg="add mod">
          <ac:chgData name="Sam O'Neill" userId="cb323814-a42a-4cfe-bc74-03f595e56f6e" providerId="ADAL" clId="{0F9FC399-0DBC-427A-8203-46D7456414E6}" dt="2019-10-23T14:35:39.893" v="2218" actId="1076"/>
          <ac:spMkLst>
            <pc:docMk/>
            <pc:sldMk cId="2285843027" sldId="264"/>
            <ac:spMk id="9" creationId="{693E58D8-A138-4BF4-A797-5A2A3BBF3FD8}"/>
          </ac:spMkLst>
        </pc:spChg>
        <pc:spChg chg="add mod">
          <ac:chgData name="Sam O'Neill" userId="cb323814-a42a-4cfe-bc74-03f595e56f6e" providerId="ADAL" clId="{0F9FC399-0DBC-427A-8203-46D7456414E6}" dt="2019-10-23T14:51:53.217" v="4029" actId="1076"/>
          <ac:spMkLst>
            <pc:docMk/>
            <pc:sldMk cId="2285843027" sldId="264"/>
            <ac:spMk id="10" creationId="{D42E6C63-B107-448D-8A70-3C24E4D54A48}"/>
          </ac:spMkLst>
        </pc:spChg>
        <pc:graphicFrameChg chg="add del">
          <ac:chgData name="Sam O'Neill" userId="cb323814-a42a-4cfe-bc74-03f595e56f6e" providerId="ADAL" clId="{0F9FC399-0DBC-427A-8203-46D7456414E6}" dt="2019-10-23T14:29:19.896" v="2067"/>
          <ac:graphicFrameMkLst>
            <pc:docMk/>
            <pc:sldMk cId="2285843027" sldId="264"/>
            <ac:graphicFrameMk id="7" creationId="{22B23055-9D99-4E73-8587-CCD047041D13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3T15:17:17.187" v="4425"/>
          <ac:graphicFrameMkLst>
            <pc:docMk/>
            <pc:sldMk cId="2285843027" sldId="264"/>
            <ac:graphicFrameMk id="8" creationId="{33D75FC8-C5EB-488E-97E8-BC6DD678E50D}"/>
          </ac:graphicFrameMkLst>
        </pc:graphicFrameChg>
        <pc:graphicFrameChg chg="add del mod">
          <ac:chgData name="Sam O'Neill" userId="cb323814-a42a-4cfe-bc74-03f595e56f6e" providerId="ADAL" clId="{0F9FC399-0DBC-427A-8203-46D7456414E6}" dt="2019-10-23T15:17:19.502" v="4426" actId="478"/>
          <ac:graphicFrameMkLst>
            <pc:docMk/>
            <pc:sldMk cId="2285843027" sldId="264"/>
            <ac:graphicFrameMk id="11" creationId="{460756A4-424C-4503-8A90-9EDEA193B32C}"/>
          </ac:graphicFrameMkLst>
        </pc:graphicFrameChg>
        <pc:picChg chg="add del mod">
          <ac:chgData name="Sam O'Neill" userId="cb323814-a42a-4cfe-bc74-03f595e56f6e" providerId="ADAL" clId="{0F9FC399-0DBC-427A-8203-46D7456414E6}" dt="2019-10-23T14:32:41.947" v="2175" actId="478"/>
          <ac:picMkLst>
            <pc:docMk/>
            <pc:sldMk cId="2285843027" sldId="264"/>
            <ac:picMk id="5" creationId="{63EC1A1F-0B18-4A55-8F0D-80554EF21B95}"/>
          </ac:picMkLst>
        </pc:picChg>
        <pc:picChg chg="add del mod">
          <ac:chgData name="Sam O'Neill" userId="cb323814-a42a-4cfe-bc74-03f595e56f6e" providerId="ADAL" clId="{0F9FC399-0DBC-427A-8203-46D7456414E6}" dt="2019-10-23T14:32:41.947" v="2175" actId="478"/>
          <ac:picMkLst>
            <pc:docMk/>
            <pc:sldMk cId="2285843027" sldId="264"/>
            <ac:picMk id="6" creationId="{4D295676-A521-4C2D-BFA1-94639D0C373A}"/>
          </ac:picMkLst>
        </pc:picChg>
      </pc:sldChg>
      <pc:sldChg chg="del">
        <pc:chgData name="Sam O'Neill" userId="cb323814-a42a-4cfe-bc74-03f595e56f6e" providerId="ADAL" clId="{0F9FC399-0DBC-427A-8203-46D7456414E6}" dt="2019-10-23T10:29:47.298" v="48" actId="2696"/>
        <pc:sldMkLst>
          <pc:docMk/>
          <pc:sldMk cId="3842128786" sldId="264"/>
        </pc:sldMkLst>
      </pc:sldChg>
      <pc:sldChg chg="del">
        <pc:chgData name="Sam O'Neill" userId="cb323814-a42a-4cfe-bc74-03f595e56f6e" providerId="ADAL" clId="{0F9FC399-0DBC-427A-8203-46D7456414E6}" dt="2019-10-23T10:29:47.560" v="49" actId="2696"/>
        <pc:sldMkLst>
          <pc:docMk/>
          <pc:sldMk cId="167284936" sldId="265"/>
        </pc:sldMkLst>
      </pc:sldChg>
      <pc:sldChg chg="modSp add modAnim">
        <pc:chgData name="Sam O'Neill" userId="cb323814-a42a-4cfe-bc74-03f595e56f6e" providerId="ADAL" clId="{0F9FC399-0DBC-427A-8203-46D7456414E6}" dt="2019-10-24T09:47:45.228" v="7079"/>
        <pc:sldMkLst>
          <pc:docMk/>
          <pc:sldMk cId="831952027" sldId="265"/>
        </pc:sldMkLst>
        <pc:spChg chg="mod">
          <ac:chgData name="Sam O'Neill" userId="cb323814-a42a-4cfe-bc74-03f595e56f6e" providerId="ADAL" clId="{0F9FC399-0DBC-427A-8203-46D7456414E6}" dt="2019-10-23T10:32:06.788" v="177" actId="20577"/>
          <ac:spMkLst>
            <pc:docMk/>
            <pc:sldMk cId="831952027" sldId="265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4:46:02.931" v="3308" actId="20577"/>
          <ac:spMkLst>
            <pc:docMk/>
            <pc:sldMk cId="831952027" sldId="265"/>
            <ac:spMk id="3" creationId="{5198A88B-52B3-469E-A512-B72752EB7862}"/>
          </ac:spMkLst>
        </pc:spChg>
      </pc:sldChg>
      <pc:sldChg chg="modSp add ord modAnim">
        <pc:chgData name="Sam O'Neill" userId="cb323814-a42a-4cfe-bc74-03f595e56f6e" providerId="ADAL" clId="{0F9FC399-0DBC-427A-8203-46D7456414E6}" dt="2019-10-24T10:00:13.327" v="7259" actId="20577"/>
        <pc:sldMkLst>
          <pc:docMk/>
          <pc:sldMk cId="1860941994" sldId="266"/>
        </pc:sldMkLst>
        <pc:spChg chg="mod">
          <ac:chgData name="Sam O'Neill" userId="cb323814-a42a-4cfe-bc74-03f595e56f6e" providerId="ADAL" clId="{0F9FC399-0DBC-427A-8203-46D7456414E6}" dt="2019-10-23T10:32:26.956" v="192" actId="20577"/>
          <ac:spMkLst>
            <pc:docMk/>
            <pc:sldMk cId="1860941994" sldId="266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10:00:13.327" v="7259" actId="20577"/>
          <ac:spMkLst>
            <pc:docMk/>
            <pc:sldMk cId="1860941994" sldId="266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0F9FC399-0DBC-427A-8203-46D7456414E6}" dt="2019-10-23T10:29:47.889" v="50" actId="2696"/>
        <pc:sldMkLst>
          <pc:docMk/>
          <pc:sldMk cId="3556650311" sldId="266"/>
        </pc:sldMkLst>
      </pc:sldChg>
      <pc:sldChg chg="addSp delSp modSp add modAnim">
        <pc:chgData name="Sam O'Neill" userId="cb323814-a42a-4cfe-bc74-03f595e56f6e" providerId="ADAL" clId="{0F9FC399-0DBC-427A-8203-46D7456414E6}" dt="2019-10-24T10:01:39.140" v="7263" actId="20577"/>
        <pc:sldMkLst>
          <pc:docMk/>
          <pc:sldMk cId="1032488404" sldId="267"/>
        </pc:sldMkLst>
        <pc:spChg chg="mod">
          <ac:chgData name="Sam O'Neill" userId="cb323814-a42a-4cfe-bc74-03f595e56f6e" providerId="ADAL" clId="{0F9FC399-0DBC-427A-8203-46D7456414E6}" dt="2019-10-23T10:32:50.148" v="217" actId="20577"/>
          <ac:spMkLst>
            <pc:docMk/>
            <pc:sldMk cId="1032488404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10:01:39.140" v="7263" actId="20577"/>
          <ac:spMkLst>
            <pc:docMk/>
            <pc:sldMk cId="1032488404" sldId="267"/>
            <ac:spMk id="3" creationId="{5198A88B-52B3-469E-A512-B72752EB7862}"/>
          </ac:spMkLst>
        </pc:spChg>
        <pc:spChg chg="add del">
          <ac:chgData name="Sam O'Neill" userId="cb323814-a42a-4cfe-bc74-03f595e56f6e" providerId="ADAL" clId="{0F9FC399-0DBC-427A-8203-46D7456414E6}" dt="2019-10-23T14:49:31.488" v="3827"/>
          <ac:spMkLst>
            <pc:docMk/>
            <pc:sldMk cId="1032488404" sldId="267"/>
            <ac:spMk id="4" creationId="{FD08F9C0-DF72-4551-B7F9-3E3227507F7F}"/>
          </ac:spMkLst>
        </pc:spChg>
        <pc:spChg chg="add mod">
          <ac:chgData name="Sam O'Neill" userId="cb323814-a42a-4cfe-bc74-03f595e56f6e" providerId="ADAL" clId="{0F9FC399-0DBC-427A-8203-46D7456414E6}" dt="2019-10-24T09:48:29.159" v="7085" actId="1582"/>
          <ac:spMkLst>
            <pc:docMk/>
            <pc:sldMk cId="1032488404" sldId="267"/>
            <ac:spMk id="5" creationId="{8D7FCF0A-6935-40E8-9913-0AFAEA99C147}"/>
          </ac:spMkLst>
        </pc:spChg>
      </pc:sldChg>
      <pc:sldChg chg="modSp add modAnim">
        <pc:chgData name="Sam O'Neill" userId="cb323814-a42a-4cfe-bc74-03f595e56f6e" providerId="ADAL" clId="{0F9FC399-0DBC-427A-8203-46D7456414E6}" dt="2019-10-24T09:57:44.019" v="7233"/>
        <pc:sldMkLst>
          <pc:docMk/>
          <pc:sldMk cId="3874213754" sldId="268"/>
        </pc:sldMkLst>
        <pc:spChg chg="mod">
          <ac:chgData name="Sam O'Neill" userId="cb323814-a42a-4cfe-bc74-03f595e56f6e" providerId="ADAL" clId="{0F9FC399-0DBC-427A-8203-46D7456414E6}" dt="2019-10-23T16:36:06.366" v="5789" actId="20577"/>
          <ac:spMkLst>
            <pc:docMk/>
            <pc:sldMk cId="3874213754" sldId="268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57:42.845" v="7231" actId="20577"/>
          <ac:spMkLst>
            <pc:docMk/>
            <pc:sldMk cId="3874213754" sldId="268"/>
            <ac:spMk id="3" creationId="{5198A88B-52B3-469E-A512-B72752EB7862}"/>
          </ac:spMkLst>
        </pc:spChg>
      </pc:sldChg>
      <pc:sldChg chg="modSp add modAnim">
        <pc:chgData name="Sam O'Neill" userId="cb323814-a42a-4cfe-bc74-03f595e56f6e" providerId="ADAL" clId="{0F9FC399-0DBC-427A-8203-46D7456414E6}" dt="2019-10-24T10:08:42.447" v="7379" actId="20577"/>
        <pc:sldMkLst>
          <pc:docMk/>
          <pc:sldMk cId="1412778880" sldId="269"/>
        </pc:sldMkLst>
        <pc:spChg chg="mod">
          <ac:chgData name="Sam O'Neill" userId="cb323814-a42a-4cfe-bc74-03f595e56f6e" providerId="ADAL" clId="{0F9FC399-0DBC-427A-8203-46D7456414E6}" dt="2019-10-23T16:36:16.750" v="5807" actId="20577"/>
          <ac:spMkLst>
            <pc:docMk/>
            <pc:sldMk cId="1412778880" sldId="269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10:08:42.447" v="7379" actId="20577"/>
          <ac:spMkLst>
            <pc:docMk/>
            <pc:sldMk cId="1412778880" sldId="269"/>
            <ac:spMk id="3" creationId="{5198A88B-52B3-469E-A512-B72752EB7862}"/>
          </ac:spMkLst>
        </pc:spChg>
      </pc:sldChg>
      <pc:sldChg chg="modSp add del">
        <pc:chgData name="Sam O'Neill" userId="cb323814-a42a-4cfe-bc74-03f595e56f6e" providerId="ADAL" clId="{0F9FC399-0DBC-427A-8203-46D7456414E6}" dt="2019-10-23T16:39:43.722" v="6195" actId="2696"/>
        <pc:sldMkLst>
          <pc:docMk/>
          <pc:sldMk cId="2727208426" sldId="270"/>
        </pc:sldMkLst>
        <pc:spChg chg="mod">
          <ac:chgData name="Sam O'Neill" userId="cb323814-a42a-4cfe-bc74-03f595e56f6e" providerId="ADAL" clId="{0F9FC399-0DBC-427A-8203-46D7456414E6}" dt="2019-10-23T10:33:54.453" v="317" actId="20577"/>
          <ac:spMkLst>
            <pc:docMk/>
            <pc:sldMk cId="2727208426" sldId="270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0:34:43.151" v="470" actId="20577"/>
          <ac:spMkLst>
            <pc:docMk/>
            <pc:sldMk cId="2727208426" sldId="270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0F9FC399-0DBC-427A-8203-46D7456414E6}" dt="2019-10-23T10:39:05.174" v="715" actId="2696"/>
        <pc:sldMkLst>
          <pc:docMk/>
          <pc:sldMk cId="251093571" sldId="271"/>
        </pc:sldMkLst>
      </pc:sldChg>
      <pc:sldChg chg="modSp add del">
        <pc:chgData name="Sam O'Neill" userId="cb323814-a42a-4cfe-bc74-03f595e56f6e" providerId="ADAL" clId="{0F9FC399-0DBC-427A-8203-46D7456414E6}" dt="2019-10-23T16:39:43.737" v="6196" actId="2696"/>
        <pc:sldMkLst>
          <pc:docMk/>
          <pc:sldMk cId="1732117877" sldId="271"/>
        </pc:sldMkLst>
        <pc:spChg chg="mod">
          <ac:chgData name="Sam O'Neill" userId="cb323814-a42a-4cfe-bc74-03f595e56f6e" providerId="ADAL" clId="{0F9FC399-0DBC-427A-8203-46D7456414E6}" dt="2019-10-23T16:35:32.959" v="5752" actId="20577"/>
          <ac:spMkLst>
            <pc:docMk/>
            <pc:sldMk cId="1732117877" sldId="271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0:58:10.207" v="764" actId="6549"/>
          <ac:spMkLst>
            <pc:docMk/>
            <pc:sldMk cId="1732117877" sldId="271"/>
            <ac:spMk id="3" creationId="{5198A88B-52B3-469E-A512-B72752EB7862}"/>
          </ac:spMkLst>
        </pc:spChg>
      </pc:sldChg>
      <pc:sldChg chg="add modAnim">
        <pc:chgData name="Sam O'Neill" userId="cb323814-a42a-4cfe-bc74-03f595e56f6e" providerId="ADAL" clId="{0F9FC399-0DBC-427A-8203-46D7456414E6}" dt="2019-10-24T09:46:03.924" v="7063"/>
        <pc:sldMkLst>
          <pc:docMk/>
          <pc:sldMk cId="305887999" sldId="272"/>
        </pc:sldMkLst>
      </pc:sldChg>
      <pc:sldChg chg="add del">
        <pc:chgData name="Sam O'Neill" userId="cb323814-a42a-4cfe-bc74-03f595e56f6e" providerId="ADAL" clId="{0F9FC399-0DBC-427A-8203-46D7456414E6}" dt="2019-10-23T13:58:11.818" v="1825" actId="2696"/>
        <pc:sldMkLst>
          <pc:docMk/>
          <pc:sldMk cId="3960105888" sldId="272"/>
        </pc:sldMkLst>
      </pc:sldChg>
      <pc:sldChg chg="del">
        <pc:chgData name="Sam O'Neill" userId="cb323814-a42a-4cfe-bc74-03f595e56f6e" providerId="ADAL" clId="{0F9FC399-0DBC-427A-8203-46D7456414E6}" dt="2019-10-23T10:29:45.078" v="39" actId="2696"/>
        <pc:sldMkLst>
          <pc:docMk/>
          <pc:sldMk cId="674261045" sldId="274"/>
        </pc:sldMkLst>
      </pc:sldChg>
      <pc:sldChg chg="del">
        <pc:chgData name="Sam O'Neill" userId="cb323814-a42a-4cfe-bc74-03f595e56f6e" providerId="ADAL" clId="{0F9FC399-0DBC-427A-8203-46D7456414E6}" dt="2019-10-23T10:29:45.255" v="40" actId="2696"/>
        <pc:sldMkLst>
          <pc:docMk/>
          <pc:sldMk cId="1361163114" sldId="279"/>
        </pc:sldMkLst>
      </pc:sldChg>
      <pc:sldChg chg="del">
        <pc:chgData name="Sam O'Neill" userId="cb323814-a42a-4cfe-bc74-03f595e56f6e" providerId="ADAL" clId="{0F9FC399-0DBC-427A-8203-46D7456414E6}" dt="2019-10-23T10:29:45.356" v="41" actId="2696"/>
        <pc:sldMkLst>
          <pc:docMk/>
          <pc:sldMk cId="512827178" sldId="281"/>
        </pc:sldMkLst>
      </pc:sldChg>
      <pc:sldChg chg="del">
        <pc:chgData name="Sam O'Neill" userId="cb323814-a42a-4cfe-bc74-03f595e56f6e" providerId="ADAL" clId="{0F9FC399-0DBC-427A-8203-46D7456414E6}" dt="2019-10-23T10:29:45.490" v="42" actId="2696"/>
        <pc:sldMkLst>
          <pc:docMk/>
          <pc:sldMk cId="643845886" sldId="282"/>
        </pc:sldMkLst>
      </pc:sldChg>
      <pc:sldChg chg="add del">
        <pc:chgData name="Sam O'Neill" userId="cb323814-a42a-4cfe-bc74-03f595e56f6e" providerId="ADAL" clId="{0F9FC399-0DBC-427A-8203-46D7456414E6}" dt="2019-10-23T13:58:12.298" v="1827" actId="2696"/>
        <pc:sldMkLst>
          <pc:docMk/>
          <pc:sldMk cId="1096814727" sldId="283"/>
        </pc:sldMkLst>
      </pc:sldChg>
      <pc:sldChg chg="delSp add">
        <pc:chgData name="Sam O'Neill" userId="cb323814-a42a-4cfe-bc74-03f595e56f6e" providerId="ADAL" clId="{0F9FC399-0DBC-427A-8203-46D7456414E6}" dt="2019-10-23T14:18:50.087" v="1830" actId="478"/>
        <pc:sldMkLst>
          <pc:docMk/>
          <pc:sldMk cId="2917821777" sldId="283"/>
        </pc:sldMkLst>
        <pc:inkChg chg="del">
          <ac:chgData name="Sam O'Neill" userId="cb323814-a42a-4cfe-bc74-03f595e56f6e" providerId="ADAL" clId="{0F9FC399-0DBC-427A-8203-46D7456414E6}" dt="2019-10-23T14:18:50.087" v="1830" actId="478"/>
          <ac:inkMkLst>
            <pc:docMk/>
            <pc:sldMk cId="2917821777" sldId="283"/>
            <ac:inkMk id="4" creationId="{79B1402B-98F3-40B3-8890-1ADD6F1B8B26}"/>
          </ac:inkMkLst>
        </pc:inkChg>
        <pc:inkChg chg="del">
          <ac:chgData name="Sam O'Neill" userId="cb323814-a42a-4cfe-bc74-03f595e56f6e" providerId="ADAL" clId="{0F9FC399-0DBC-427A-8203-46D7456414E6}" dt="2019-10-23T14:18:47.663" v="1829" actId="478"/>
          <ac:inkMkLst>
            <pc:docMk/>
            <pc:sldMk cId="2917821777" sldId="283"/>
            <ac:inkMk id="5" creationId="{5E3A1787-79E8-4DBD-996A-E3ED782811AD}"/>
          </ac:inkMkLst>
        </pc:inkChg>
      </pc:sldChg>
      <pc:sldChg chg="del">
        <pc:chgData name="Sam O'Neill" userId="cb323814-a42a-4cfe-bc74-03f595e56f6e" providerId="ADAL" clId="{0F9FC399-0DBC-427A-8203-46D7456414E6}" dt="2019-10-23T10:29:48.149" v="52" actId="2696"/>
        <pc:sldMkLst>
          <pc:docMk/>
          <pc:sldMk cId="293032854" sldId="284"/>
        </pc:sldMkLst>
      </pc:sldChg>
      <pc:sldChg chg="modSp add modAnim">
        <pc:chgData name="Sam O'Neill" userId="cb323814-a42a-4cfe-bc74-03f595e56f6e" providerId="ADAL" clId="{0F9FC399-0DBC-427A-8203-46D7456414E6}" dt="2019-10-24T09:44:19.026" v="7033" actId="27636"/>
        <pc:sldMkLst>
          <pc:docMk/>
          <pc:sldMk cId="1312494168" sldId="284"/>
        </pc:sldMkLst>
        <pc:spChg chg="mod">
          <ac:chgData name="Sam O'Neill" userId="cb323814-a42a-4cfe-bc74-03f595e56f6e" providerId="ADAL" clId="{0F9FC399-0DBC-427A-8203-46D7456414E6}" dt="2019-10-24T09:44:19.026" v="7033" actId="27636"/>
          <ac:spMkLst>
            <pc:docMk/>
            <pc:sldMk cId="1312494168" sldId="284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0F9FC399-0DBC-427A-8203-46D7456414E6}" dt="2019-10-23T13:35:58.610" v="1269"/>
        <pc:sldMkLst>
          <pc:docMk/>
          <pc:sldMk cId="1062816567" sldId="285"/>
        </pc:sldMkLst>
      </pc:sldChg>
      <pc:sldChg chg="del">
        <pc:chgData name="Sam O'Neill" userId="cb323814-a42a-4cfe-bc74-03f595e56f6e" providerId="ADAL" clId="{0F9FC399-0DBC-427A-8203-46D7456414E6}" dt="2019-10-23T10:29:48.298" v="54" actId="2696"/>
        <pc:sldMkLst>
          <pc:docMk/>
          <pc:sldMk cId="2030408796" sldId="285"/>
        </pc:sldMkLst>
      </pc:sldChg>
      <pc:sldChg chg="addSp modSp add modAnim">
        <pc:chgData name="Sam O'Neill" userId="cb323814-a42a-4cfe-bc74-03f595e56f6e" providerId="ADAL" clId="{0F9FC399-0DBC-427A-8203-46D7456414E6}" dt="2019-10-24T09:45:43.473" v="7055"/>
        <pc:sldMkLst>
          <pc:docMk/>
          <pc:sldMk cId="3784550247" sldId="285"/>
        </pc:sldMkLst>
        <pc:spChg chg="mod">
          <ac:chgData name="Sam O'Neill" userId="cb323814-a42a-4cfe-bc74-03f595e56f6e" providerId="ADAL" clId="{0F9FC399-0DBC-427A-8203-46D7456414E6}" dt="2019-10-23T15:56:29.313" v="4832" actId="313"/>
          <ac:spMkLst>
            <pc:docMk/>
            <pc:sldMk cId="3784550247" sldId="285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3:50:21.367" v="1679" actId="20577"/>
          <ac:spMkLst>
            <pc:docMk/>
            <pc:sldMk cId="3784550247" sldId="285"/>
            <ac:spMk id="3" creationId="{5198A88B-52B3-469E-A512-B72752EB7862}"/>
          </ac:spMkLst>
        </pc:spChg>
        <pc:picChg chg="add mod">
          <ac:chgData name="Sam O'Neill" userId="cb323814-a42a-4cfe-bc74-03f595e56f6e" providerId="ADAL" clId="{0F9FC399-0DBC-427A-8203-46D7456414E6}" dt="2019-10-23T13:50:43.534" v="1681" actId="1076"/>
          <ac:picMkLst>
            <pc:docMk/>
            <pc:sldMk cId="3784550247" sldId="285"/>
            <ac:picMk id="4" creationId="{EA85DB3D-0B6C-42CA-9FE8-69205A4BB769}"/>
          </ac:picMkLst>
        </pc:picChg>
        <pc:picChg chg="add mod">
          <ac:chgData name="Sam O'Neill" userId="cb323814-a42a-4cfe-bc74-03f595e56f6e" providerId="ADAL" clId="{0F9FC399-0DBC-427A-8203-46D7456414E6}" dt="2019-10-23T13:51:08.039" v="1685" actId="1582"/>
          <ac:picMkLst>
            <pc:docMk/>
            <pc:sldMk cId="3784550247" sldId="285"/>
            <ac:picMk id="5" creationId="{A21A400B-0283-4B99-9FCB-26E0C2E42DE9}"/>
          </ac:picMkLst>
        </pc:picChg>
      </pc:sldChg>
      <pc:sldChg chg="add del">
        <pc:chgData name="Sam O'Neill" userId="cb323814-a42a-4cfe-bc74-03f595e56f6e" providerId="ADAL" clId="{0F9FC399-0DBC-427A-8203-46D7456414E6}" dt="2019-10-23T13:58:12.106" v="1826" actId="2696"/>
        <pc:sldMkLst>
          <pc:docMk/>
          <pc:sldMk cId="51033217" sldId="286"/>
        </pc:sldMkLst>
      </pc:sldChg>
      <pc:sldChg chg="add modAnim">
        <pc:chgData name="Sam O'Neill" userId="cb323814-a42a-4cfe-bc74-03f595e56f6e" providerId="ADAL" clId="{0F9FC399-0DBC-427A-8203-46D7456414E6}" dt="2019-10-24T09:46:26.852" v="7065"/>
        <pc:sldMkLst>
          <pc:docMk/>
          <pc:sldMk cId="1838474439" sldId="286"/>
        </pc:sldMkLst>
      </pc:sldChg>
      <pc:sldChg chg="del">
        <pc:chgData name="Sam O'Neill" userId="cb323814-a42a-4cfe-bc74-03f595e56f6e" providerId="ADAL" clId="{0F9FC399-0DBC-427A-8203-46D7456414E6}" dt="2019-10-23T10:29:48.512" v="55" actId="2696"/>
        <pc:sldMkLst>
          <pc:docMk/>
          <pc:sldMk cId="3477283215" sldId="286"/>
        </pc:sldMkLst>
      </pc:sldChg>
      <pc:sldChg chg="addSp delSp modSp add modAnim">
        <pc:chgData name="Sam O'Neill" userId="cb323814-a42a-4cfe-bc74-03f595e56f6e" providerId="ADAL" clId="{0F9FC399-0DBC-427A-8203-46D7456414E6}" dt="2019-10-24T09:45:55.945" v="7061"/>
        <pc:sldMkLst>
          <pc:docMk/>
          <pc:sldMk cId="651466069" sldId="287"/>
        </pc:sldMkLst>
        <pc:spChg chg="mod">
          <ac:chgData name="Sam O'Neill" userId="cb323814-a42a-4cfe-bc74-03f595e56f6e" providerId="ADAL" clId="{0F9FC399-0DBC-427A-8203-46D7456414E6}" dt="2019-10-23T13:57:35.882" v="1820" actId="20577"/>
          <ac:spMkLst>
            <pc:docMk/>
            <pc:sldMk cId="651466069" sldId="287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3:51:52.179" v="1736" actId="6549"/>
          <ac:spMkLst>
            <pc:docMk/>
            <pc:sldMk cId="651466069" sldId="287"/>
            <ac:spMk id="3" creationId="{5198A88B-52B3-469E-A512-B72752EB7862}"/>
          </ac:spMkLst>
        </pc:spChg>
        <pc:picChg chg="del">
          <ac:chgData name="Sam O'Neill" userId="cb323814-a42a-4cfe-bc74-03f595e56f6e" providerId="ADAL" clId="{0F9FC399-0DBC-427A-8203-46D7456414E6}" dt="2019-10-23T13:55:29.644" v="1746" actId="478"/>
          <ac:picMkLst>
            <pc:docMk/>
            <pc:sldMk cId="651466069" sldId="287"/>
            <ac:picMk id="4" creationId="{EA85DB3D-0B6C-42CA-9FE8-69205A4BB769}"/>
          </ac:picMkLst>
        </pc:picChg>
        <pc:picChg chg="mod">
          <ac:chgData name="Sam O'Neill" userId="cb323814-a42a-4cfe-bc74-03f595e56f6e" providerId="ADAL" clId="{0F9FC399-0DBC-427A-8203-46D7456414E6}" dt="2019-10-23T13:56:58.987" v="1755" actId="1076"/>
          <ac:picMkLst>
            <pc:docMk/>
            <pc:sldMk cId="651466069" sldId="287"/>
            <ac:picMk id="5" creationId="{A21A400B-0283-4B99-9FCB-26E0C2E42DE9}"/>
          </ac:picMkLst>
        </pc:picChg>
        <pc:picChg chg="add mod ord">
          <ac:chgData name="Sam O'Neill" userId="cb323814-a42a-4cfe-bc74-03f595e56f6e" providerId="ADAL" clId="{0F9FC399-0DBC-427A-8203-46D7456414E6}" dt="2019-10-23T13:55:33.740" v="1749" actId="167"/>
          <ac:picMkLst>
            <pc:docMk/>
            <pc:sldMk cId="651466069" sldId="287"/>
            <ac:picMk id="6" creationId="{945374CA-ECBD-42A6-AAC4-EE6A43D760B5}"/>
          </ac:picMkLst>
        </pc:picChg>
      </pc:sldChg>
      <pc:sldChg chg="del">
        <pc:chgData name="Sam O'Neill" userId="cb323814-a42a-4cfe-bc74-03f595e56f6e" providerId="ADAL" clId="{0F9FC399-0DBC-427A-8203-46D7456414E6}" dt="2019-10-23T10:29:48.703" v="56" actId="2696"/>
        <pc:sldMkLst>
          <pc:docMk/>
          <pc:sldMk cId="1919647061" sldId="287"/>
        </pc:sldMkLst>
      </pc:sldChg>
      <pc:sldChg chg="del">
        <pc:chgData name="Sam O'Neill" userId="cb323814-a42a-4cfe-bc74-03f595e56f6e" providerId="ADAL" clId="{0F9FC399-0DBC-427A-8203-46D7456414E6}" dt="2019-10-23T10:29:49.175" v="59" actId="2696"/>
        <pc:sldMkLst>
          <pc:docMk/>
          <pc:sldMk cId="230708497" sldId="288"/>
        </pc:sldMkLst>
      </pc:sldChg>
      <pc:sldChg chg="addSp delSp modSp add modAnim">
        <pc:chgData name="Sam O'Neill" userId="cb323814-a42a-4cfe-bc74-03f595e56f6e" providerId="ADAL" clId="{0F9FC399-0DBC-427A-8203-46D7456414E6}" dt="2019-10-24T09:45:37.603" v="7051"/>
        <pc:sldMkLst>
          <pc:docMk/>
          <pc:sldMk cId="3921054932" sldId="288"/>
        </pc:sldMkLst>
        <pc:spChg chg="mod">
          <ac:chgData name="Sam O'Neill" userId="cb323814-a42a-4cfe-bc74-03f595e56f6e" providerId="ADAL" clId="{0F9FC399-0DBC-427A-8203-46D7456414E6}" dt="2019-10-23T13:57:28.456" v="1796" actId="20577"/>
          <ac:spMkLst>
            <pc:docMk/>
            <pc:sldMk cId="3921054932" sldId="288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3:54:48.253" v="1745" actId="20577"/>
          <ac:spMkLst>
            <pc:docMk/>
            <pc:sldMk cId="3921054932" sldId="288"/>
            <ac:spMk id="3" creationId="{5198A88B-52B3-469E-A512-B72752EB7862}"/>
          </ac:spMkLst>
        </pc:spChg>
        <pc:picChg chg="del">
          <ac:chgData name="Sam O'Neill" userId="cb323814-a42a-4cfe-bc74-03f595e56f6e" providerId="ADAL" clId="{0F9FC399-0DBC-427A-8203-46D7456414E6}" dt="2019-10-23T13:56:46.677" v="1750" actId="478"/>
          <ac:picMkLst>
            <pc:docMk/>
            <pc:sldMk cId="3921054932" sldId="288"/>
            <ac:picMk id="4" creationId="{EA85DB3D-0B6C-42CA-9FE8-69205A4BB769}"/>
          </ac:picMkLst>
        </pc:picChg>
        <pc:picChg chg="mod">
          <ac:chgData name="Sam O'Neill" userId="cb323814-a42a-4cfe-bc74-03f595e56f6e" providerId="ADAL" clId="{0F9FC399-0DBC-427A-8203-46D7456414E6}" dt="2019-10-23T13:56:54.138" v="1754" actId="1076"/>
          <ac:picMkLst>
            <pc:docMk/>
            <pc:sldMk cId="3921054932" sldId="288"/>
            <ac:picMk id="5" creationId="{A21A400B-0283-4B99-9FCB-26E0C2E42DE9}"/>
          </ac:picMkLst>
        </pc:picChg>
        <pc:picChg chg="add mod ord">
          <ac:chgData name="Sam O'Neill" userId="cb323814-a42a-4cfe-bc74-03f595e56f6e" providerId="ADAL" clId="{0F9FC399-0DBC-427A-8203-46D7456414E6}" dt="2019-10-23T13:56:51.678" v="1753" actId="167"/>
          <ac:picMkLst>
            <pc:docMk/>
            <pc:sldMk cId="3921054932" sldId="288"/>
            <ac:picMk id="6" creationId="{B70DA6E5-98D6-4EC9-AF94-F4EDEF62895B}"/>
          </ac:picMkLst>
        </pc:picChg>
      </pc:sldChg>
      <pc:sldChg chg="del">
        <pc:chgData name="Sam O'Neill" userId="cb323814-a42a-4cfe-bc74-03f595e56f6e" providerId="ADAL" clId="{0F9FC399-0DBC-427A-8203-46D7456414E6}" dt="2019-10-23T10:29:48.892" v="57" actId="2696"/>
        <pc:sldMkLst>
          <pc:docMk/>
          <pc:sldMk cId="1051920825" sldId="289"/>
        </pc:sldMkLst>
      </pc:sldChg>
      <pc:sldChg chg="addSp delSp modSp add modAnim">
        <pc:chgData name="Sam O'Neill" userId="cb323814-a42a-4cfe-bc74-03f595e56f6e" providerId="ADAL" clId="{0F9FC399-0DBC-427A-8203-46D7456414E6}" dt="2019-10-24T09:59:29.783" v="7242" actId="20577"/>
        <pc:sldMkLst>
          <pc:docMk/>
          <pc:sldMk cId="3168370169" sldId="289"/>
        </pc:sldMkLst>
        <pc:spChg chg="del">
          <ac:chgData name="Sam O'Neill" userId="cb323814-a42a-4cfe-bc74-03f595e56f6e" providerId="ADAL" clId="{0F9FC399-0DBC-427A-8203-46D7456414E6}" dt="2019-10-23T14:21:38.764" v="1864"/>
          <ac:spMkLst>
            <pc:docMk/>
            <pc:sldMk cId="3168370169" sldId="289"/>
            <ac:spMk id="3" creationId="{5198A88B-52B3-469E-A512-B72752EB7862}"/>
          </ac:spMkLst>
        </pc:spChg>
        <pc:spChg chg="del">
          <ac:chgData name="Sam O'Neill" userId="cb323814-a42a-4cfe-bc74-03f595e56f6e" providerId="ADAL" clId="{0F9FC399-0DBC-427A-8203-46D7456414E6}" dt="2019-10-23T14:21:19.100" v="1863" actId="478"/>
          <ac:spMkLst>
            <pc:docMk/>
            <pc:sldMk cId="3168370169" sldId="289"/>
            <ac:spMk id="4" creationId="{BEB8BEE3-7E3E-40B7-9FBA-4761B6E9BFAD}"/>
          </ac:spMkLst>
        </pc:spChg>
        <pc:spChg chg="add mod">
          <ac:chgData name="Sam O'Neill" userId="cb323814-a42a-4cfe-bc74-03f595e56f6e" providerId="ADAL" clId="{0F9FC399-0DBC-427A-8203-46D7456414E6}" dt="2019-10-23T14:23:56.724" v="1896" actId="1076"/>
          <ac:spMkLst>
            <pc:docMk/>
            <pc:sldMk cId="3168370169" sldId="289"/>
            <ac:spMk id="6" creationId="{F7FFC64B-AE4E-413B-8AE3-FA221B5490DC}"/>
          </ac:spMkLst>
        </pc:spChg>
        <pc:spChg chg="add mod">
          <ac:chgData name="Sam O'Neill" userId="cb323814-a42a-4cfe-bc74-03f595e56f6e" providerId="ADAL" clId="{0F9FC399-0DBC-427A-8203-46D7456414E6}" dt="2019-10-23T14:28:14.281" v="2047" actId="404"/>
          <ac:spMkLst>
            <pc:docMk/>
            <pc:sldMk cId="3168370169" sldId="289"/>
            <ac:spMk id="7" creationId="{D98F8110-C34C-478A-AB46-59DC109D567F}"/>
          </ac:spMkLst>
        </pc:spChg>
        <pc:spChg chg="add mod">
          <ac:chgData name="Sam O'Neill" userId="cb323814-a42a-4cfe-bc74-03f595e56f6e" providerId="ADAL" clId="{0F9FC399-0DBC-427A-8203-46D7456414E6}" dt="2019-10-24T09:59:29.783" v="7242" actId="20577"/>
          <ac:spMkLst>
            <pc:docMk/>
            <pc:sldMk cId="3168370169" sldId="289"/>
            <ac:spMk id="8" creationId="{0EC3CA98-480E-4A78-91F1-8C94A3073F79}"/>
          </ac:spMkLst>
        </pc:spChg>
        <pc:graphicFrameChg chg="add mod modGraphic">
          <ac:chgData name="Sam O'Neill" userId="cb323814-a42a-4cfe-bc74-03f595e56f6e" providerId="ADAL" clId="{0F9FC399-0DBC-427A-8203-46D7456414E6}" dt="2019-10-23T15:57:58.175" v="4844" actId="14734"/>
          <ac:graphicFrameMkLst>
            <pc:docMk/>
            <pc:sldMk cId="3168370169" sldId="289"/>
            <ac:graphicFrameMk id="5" creationId="{32F5AB10-1833-4E95-8B3A-BAC9AB3AC7BA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9.031" v="58" actId="2696"/>
        <pc:sldMkLst>
          <pc:docMk/>
          <pc:sldMk cId="2658666563" sldId="290"/>
        </pc:sldMkLst>
      </pc:sldChg>
      <pc:sldChg chg="modSp add modAnim">
        <pc:chgData name="Sam O'Neill" userId="cb323814-a42a-4cfe-bc74-03f595e56f6e" providerId="ADAL" clId="{0F9FC399-0DBC-427A-8203-46D7456414E6}" dt="2019-10-24T09:47:55.220" v="7081"/>
        <pc:sldMkLst>
          <pc:docMk/>
          <pc:sldMk cId="3059795470" sldId="290"/>
        </pc:sldMkLst>
        <pc:spChg chg="mod">
          <ac:chgData name="Sam O'Neill" userId="cb323814-a42a-4cfe-bc74-03f595e56f6e" providerId="ADAL" clId="{0F9FC399-0DBC-427A-8203-46D7456414E6}" dt="2019-10-23T14:46:29.236" v="3371" actId="20577"/>
          <ac:spMkLst>
            <pc:docMk/>
            <pc:sldMk cId="3059795470" sldId="290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3T14:48:17.126" v="3672" actId="20577"/>
          <ac:spMkLst>
            <pc:docMk/>
            <pc:sldMk cId="3059795470" sldId="290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0F9FC399-0DBC-427A-8203-46D7456414E6}" dt="2019-10-23T10:29:49.438" v="61" actId="2696"/>
        <pc:sldMkLst>
          <pc:docMk/>
          <pc:sldMk cId="2933514211" sldId="291"/>
        </pc:sldMkLst>
      </pc:sldChg>
      <pc:sldChg chg="addSp delSp modSp add modAnim">
        <pc:chgData name="Sam O'Neill" userId="cb323814-a42a-4cfe-bc74-03f595e56f6e" providerId="ADAL" clId="{0F9FC399-0DBC-427A-8203-46D7456414E6}" dt="2019-10-24T09:49:47.413" v="7113"/>
        <pc:sldMkLst>
          <pc:docMk/>
          <pc:sldMk cId="3061827302" sldId="291"/>
        </pc:sldMkLst>
        <pc:spChg chg="mod">
          <ac:chgData name="Sam O'Neill" userId="cb323814-a42a-4cfe-bc74-03f595e56f6e" providerId="ADAL" clId="{0F9FC399-0DBC-427A-8203-46D7456414E6}" dt="2019-10-23T15:37:50.426" v="4460" actId="15"/>
          <ac:spMkLst>
            <pc:docMk/>
            <pc:sldMk cId="3061827302" sldId="291"/>
            <ac:spMk id="3" creationId="{5198A88B-52B3-469E-A512-B72752EB7862}"/>
          </ac:spMkLst>
        </pc:spChg>
        <pc:spChg chg="mod">
          <ac:chgData name="Sam O'Neill" userId="cb323814-a42a-4cfe-bc74-03f595e56f6e" providerId="ADAL" clId="{0F9FC399-0DBC-427A-8203-46D7456414E6}" dt="2019-10-24T09:49:42.841" v="7111" actId="1582"/>
          <ac:spMkLst>
            <pc:docMk/>
            <pc:sldMk cId="3061827302" sldId="291"/>
            <ac:spMk id="5" creationId="{8D7FCF0A-6935-40E8-9913-0AFAEA99C147}"/>
          </ac:spMkLst>
        </pc:spChg>
        <pc:graphicFrameChg chg="add del modGraphic">
          <ac:chgData name="Sam O'Neill" userId="cb323814-a42a-4cfe-bc74-03f595e56f6e" providerId="ADAL" clId="{0F9FC399-0DBC-427A-8203-46D7456414E6}" dt="2019-10-23T14:54:30.552" v="4156" actId="478"/>
          <ac:graphicFrameMkLst>
            <pc:docMk/>
            <pc:sldMk cId="3061827302" sldId="291"/>
            <ac:graphicFrameMk id="6" creationId="{6EC73B37-8E60-49FF-9CC8-DE93412080B2}"/>
          </ac:graphicFrameMkLst>
        </pc:graphicFrameChg>
      </pc:sldChg>
      <pc:sldChg chg="addSp delSp modSp add modAnim">
        <pc:chgData name="Sam O'Neill" userId="cb323814-a42a-4cfe-bc74-03f595e56f6e" providerId="ADAL" clId="{0F9FC399-0DBC-427A-8203-46D7456414E6}" dt="2019-10-24T09:53:51.964" v="7152" actId="2062"/>
        <pc:sldMkLst>
          <pc:docMk/>
          <pc:sldMk cId="3223945221" sldId="292"/>
        </pc:sldMkLst>
        <pc:spChg chg="mod">
          <ac:chgData name="Sam O'Neill" userId="cb323814-a42a-4cfe-bc74-03f595e56f6e" providerId="ADAL" clId="{0F9FC399-0DBC-427A-8203-46D7456414E6}" dt="2019-10-23T15:42:29.271" v="4615" actId="20577"/>
          <ac:spMkLst>
            <pc:docMk/>
            <pc:sldMk cId="3223945221" sldId="292"/>
            <ac:spMk id="2" creationId="{F3E593E6-3D2F-4C7E-80B2-F78D636A9E07}"/>
          </ac:spMkLst>
        </pc:spChg>
        <pc:spChg chg="add del mod">
          <ac:chgData name="Sam O'Neill" userId="cb323814-a42a-4cfe-bc74-03f595e56f6e" providerId="ADAL" clId="{0F9FC399-0DBC-427A-8203-46D7456414E6}" dt="2019-10-23T14:54:57.323" v="4163" actId="478"/>
          <ac:spMkLst>
            <pc:docMk/>
            <pc:sldMk cId="3223945221" sldId="292"/>
            <ac:spMk id="3" creationId="{5198A88B-52B3-469E-A512-B72752EB7862}"/>
          </ac:spMkLst>
        </pc:spChg>
        <pc:spChg chg="add del mod">
          <ac:chgData name="Sam O'Neill" userId="cb323814-a42a-4cfe-bc74-03f595e56f6e" providerId="ADAL" clId="{0F9FC399-0DBC-427A-8203-46D7456414E6}" dt="2019-10-24T09:38:57.507" v="6875" actId="478"/>
          <ac:spMkLst>
            <pc:docMk/>
            <pc:sldMk cId="3223945221" sldId="292"/>
            <ac:spMk id="4" creationId="{C25DD77C-238A-4806-98E9-59FF4D101BFD}"/>
          </ac:spMkLst>
        </pc:spChg>
        <pc:spChg chg="add del">
          <ac:chgData name="Sam O'Neill" userId="cb323814-a42a-4cfe-bc74-03f595e56f6e" providerId="ADAL" clId="{0F9FC399-0DBC-427A-8203-46D7456414E6}" dt="2019-10-23T14:54:57.658" v="4164" actId="478"/>
          <ac:spMkLst>
            <pc:docMk/>
            <pc:sldMk cId="3223945221" sldId="292"/>
            <ac:spMk id="5" creationId="{8D7FCF0A-6935-40E8-9913-0AFAEA99C147}"/>
          </ac:spMkLst>
        </pc:spChg>
        <pc:spChg chg="add del mod">
          <ac:chgData name="Sam O'Neill" userId="cb323814-a42a-4cfe-bc74-03f595e56f6e" providerId="ADAL" clId="{0F9FC399-0DBC-427A-8203-46D7456414E6}" dt="2019-10-23T15:42:43.127" v="4618" actId="478"/>
          <ac:spMkLst>
            <pc:docMk/>
            <pc:sldMk cId="3223945221" sldId="292"/>
            <ac:spMk id="7" creationId="{F8FE86D7-66BC-43F5-91B9-48723CF9607A}"/>
          </ac:spMkLst>
        </pc:spChg>
        <pc:spChg chg="add del mod">
          <ac:chgData name="Sam O'Neill" userId="cb323814-a42a-4cfe-bc74-03f595e56f6e" providerId="ADAL" clId="{0F9FC399-0DBC-427A-8203-46D7456414E6}" dt="2019-10-24T09:38:50.514" v="6872" actId="478"/>
          <ac:spMkLst>
            <pc:docMk/>
            <pc:sldMk cId="3223945221" sldId="292"/>
            <ac:spMk id="8" creationId="{D765C339-C14D-4566-B107-2E90661E678B}"/>
          </ac:spMkLst>
        </pc:spChg>
        <pc:spChg chg="add del mod">
          <ac:chgData name="Sam O'Neill" userId="cb323814-a42a-4cfe-bc74-03f595e56f6e" providerId="ADAL" clId="{0F9FC399-0DBC-427A-8203-46D7456414E6}" dt="2019-10-24T09:38:55.651" v="6874" actId="478"/>
          <ac:spMkLst>
            <pc:docMk/>
            <pc:sldMk cId="3223945221" sldId="292"/>
            <ac:spMk id="9" creationId="{8EB82B4F-14CE-4A8A-A6D4-6C79DA800FA8}"/>
          </ac:spMkLst>
        </pc:spChg>
        <pc:spChg chg="add mod">
          <ac:chgData name="Sam O'Neill" userId="cb323814-a42a-4cfe-bc74-03f595e56f6e" providerId="ADAL" clId="{0F9FC399-0DBC-427A-8203-46D7456414E6}" dt="2019-10-24T09:39:21.872" v="6893" actId="20577"/>
          <ac:spMkLst>
            <pc:docMk/>
            <pc:sldMk cId="3223945221" sldId="292"/>
            <ac:spMk id="10" creationId="{A9F8257E-2356-459D-95E6-53349021EB3D}"/>
          </ac:spMkLst>
        </pc:spChg>
        <pc:spChg chg="add del">
          <ac:chgData name="Sam O'Neill" userId="cb323814-a42a-4cfe-bc74-03f595e56f6e" providerId="ADAL" clId="{0F9FC399-0DBC-427A-8203-46D7456414E6}" dt="2019-10-23T14:59:36.515" v="4243"/>
          <ac:spMkLst>
            <pc:docMk/>
            <pc:sldMk cId="3223945221" sldId="292"/>
            <ac:spMk id="12" creationId="{FAA8C16A-04C8-47CB-8558-D5319D358499}"/>
          </ac:spMkLst>
        </pc:spChg>
        <pc:spChg chg="add mod">
          <ac:chgData name="Sam O'Neill" userId="cb323814-a42a-4cfe-bc74-03f595e56f6e" providerId="ADAL" clId="{0F9FC399-0DBC-427A-8203-46D7456414E6}" dt="2019-10-24T09:40:11.221" v="6998" actId="20577"/>
          <ac:spMkLst>
            <pc:docMk/>
            <pc:sldMk cId="3223945221" sldId="292"/>
            <ac:spMk id="13" creationId="{1F2BBFA7-B795-4556-8178-AF6BCDEB0DC2}"/>
          </ac:spMkLst>
        </pc:spChg>
        <pc:spChg chg="add del mod">
          <ac:chgData name="Sam O'Neill" userId="cb323814-a42a-4cfe-bc74-03f595e56f6e" providerId="ADAL" clId="{0F9FC399-0DBC-427A-8203-46D7456414E6}" dt="2019-10-24T09:38:50.514" v="6872" actId="478"/>
          <ac:spMkLst>
            <pc:docMk/>
            <pc:sldMk cId="3223945221" sldId="292"/>
            <ac:spMk id="14" creationId="{060D6B1E-F769-4A66-B89A-CECDE0E524B7}"/>
          </ac:spMkLst>
        </pc:spChg>
        <pc:spChg chg="add del mod">
          <ac:chgData name="Sam O'Neill" userId="cb323814-a42a-4cfe-bc74-03f595e56f6e" providerId="ADAL" clId="{0F9FC399-0DBC-427A-8203-46D7456414E6}" dt="2019-10-24T09:34:45.636" v="6699"/>
          <ac:spMkLst>
            <pc:docMk/>
            <pc:sldMk cId="3223945221" sldId="292"/>
            <ac:spMk id="16" creationId="{287997A0-6DC6-4620-B889-BD876D1BCD18}"/>
          </ac:spMkLst>
        </pc:spChg>
        <pc:spChg chg="add del mod">
          <ac:chgData name="Sam O'Neill" userId="cb323814-a42a-4cfe-bc74-03f595e56f6e" providerId="ADAL" clId="{0F9FC399-0DBC-427A-8203-46D7456414E6}" dt="2019-10-24T09:38:50.514" v="6872" actId="478"/>
          <ac:spMkLst>
            <pc:docMk/>
            <pc:sldMk cId="3223945221" sldId="292"/>
            <ac:spMk id="17" creationId="{B125D033-CDF0-4753-A834-CEEFEEAFE889}"/>
          </ac:spMkLst>
        </pc:spChg>
        <pc:spChg chg="add del">
          <ac:chgData name="Sam O'Neill" userId="cb323814-a42a-4cfe-bc74-03f595e56f6e" providerId="ADAL" clId="{0F9FC399-0DBC-427A-8203-46D7456414E6}" dt="2019-10-24T09:35:09.907" v="6701"/>
          <ac:spMkLst>
            <pc:docMk/>
            <pc:sldMk cId="3223945221" sldId="292"/>
            <ac:spMk id="18" creationId="{919EFA04-4F78-483A-AA87-6A145CA208BB}"/>
          </ac:spMkLst>
        </pc:spChg>
        <pc:graphicFrameChg chg="del mod">
          <ac:chgData name="Sam O'Neill" userId="cb323814-a42a-4cfe-bc74-03f595e56f6e" providerId="ADAL" clId="{0F9FC399-0DBC-427A-8203-46D7456414E6}" dt="2019-10-23T14:59:07.039" v="4239" actId="478"/>
          <ac:graphicFrameMkLst>
            <pc:docMk/>
            <pc:sldMk cId="3223945221" sldId="292"/>
            <ac:graphicFrameMk id="6" creationId="{6EC73B37-8E60-49FF-9CC8-DE93412080B2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09:53:51.964" v="7152" actId="2062"/>
          <ac:graphicFrameMkLst>
            <pc:docMk/>
            <pc:sldMk cId="3223945221" sldId="292"/>
            <ac:graphicFrameMk id="11" creationId="{7AC61F5A-C4E9-49D1-AFD0-CCA0D9864110}"/>
          </ac:graphicFrameMkLst>
        </pc:graphicFrameChg>
        <pc:graphicFrameChg chg="add del mod modGraphic">
          <ac:chgData name="Sam O'Neill" userId="cb323814-a42a-4cfe-bc74-03f595e56f6e" providerId="ADAL" clId="{0F9FC399-0DBC-427A-8203-46D7456414E6}" dt="2019-10-23T15:57:23.795" v="4833" actId="478"/>
          <ac:graphicFrameMkLst>
            <pc:docMk/>
            <pc:sldMk cId="3223945221" sldId="292"/>
            <ac:graphicFrameMk id="15" creationId="{97626EBF-AF3B-4CCB-98ED-AA01D20D9F90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9.335" v="60" actId="2696"/>
        <pc:sldMkLst>
          <pc:docMk/>
          <pc:sldMk cId="3558409356" sldId="292"/>
        </pc:sldMkLst>
      </pc:sldChg>
      <pc:sldChg chg="addSp delSp modSp add modAnim">
        <pc:chgData name="Sam O'Neill" userId="cb323814-a42a-4cfe-bc74-03f595e56f6e" providerId="ADAL" clId="{0F9FC399-0DBC-427A-8203-46D7456414E6}" dt="2019-10-24T10:06:13.059" v="7289" actId="20577"/>
        <pc:sldMkLst>
          <pc:docMk/>
          <pc:sldMk cId="1047170186" sldId="293"/>
        </pc:sldMkLst>
        <pc:spChg chg="mod">
          <ac:chgData name="Sam O'Neill" userId="cb323814-a42a-4cfe-bc74-03f595e56f6e" providerId="ADAL" clId="{0F9FC399-0DBC-427A-8203-46D7456414E6}" dt="2019-10-23T15:06:35.999" v="4315" actId="20577"/>
          <ac:spMkLst>
            <pc:docMk/>
            <pc:sldMk cId="1047170186" sldId="293"/>
            <ac:spMk id="2" creationId="{F3E593E6-3D2F-4C7E-80B2-F78D636A9E07}"/>
          </ac:spMkLst>
        </pc:spChg>
        <pc:spChg chg="del">
          <ac:chgData name="Sam O'Neill" userId="cb323814-a42a-4cfe-bc74-03f595e56f6e" providerId="ADAL" clId="{0F9FC399-0DBC-427A-8203-46D7456414E6}" dt="2019-10-23T15:02:33.583" v="4293" actId="478"/>
          <ac:spMkLst>
            <pc:docMk/>
            <pc:sldMk cId="1047170186" sldId="293"/>
            <ac:spMk id="4" creationId="{C25DD77C-238A-4806-98E9-59FF4D101BFD}"/>
          </ac:spMkLst>
        </pc:spChg>
        <pc:spChg chg="add del mod">
          <ac:chgData name="Sam O'Neill" userId="cb323814-a42a-4cfe-bc74-03f595e56f6e" providerId="ADAL" clId="{0F9FC399-0DBC-427A-8203-46D7456414E6}" dt="2019-10-23T15:02:42.991" v="4299" actId="478"/>
          <ac:spMkLst>
            <pc:docMk/>
            <pc:sldMk cId="1047170186" sldId="293"/>
            <ac:spMk id="5" creationId="{8E6092FA-9251-4F11-A2ED-053110F812C6}"/>
          </ac:spMkLst>
        </pc:spChg>
        <pc:spChg chg="del">
          <ac:chgData name="Sam O'Neill" userId="cb323814-a42a-4cfe-bc74-03f595e56f6e" providerId="ADAL" clId="{0F9FC399-0DBC-427A-8203-46D7456414E6}" dt="2019-10-23T15:02:32.558" v="4292" actId="478"/>
          <ac:spMkLst>
            <pc:docMk/>
            <pc:sldMk cId="1047170186" sldId="293"/>
            <ac:spMk id="7" creationId="{F8FE86D7-66BC-43F5-91B9-48723CF9607A}"/>
          </ac:spMkLst>
        </pc:spChg>
        <pc:spChg chg="del">
          <ac:chgData name="Sam O'Neill" userId="cb323814-a42a-4cfe-bc74-03f595e56f6e" providerId="ADAL" clId="{0F9FC399-0DBC-427A-8203-46D7456414E6}" dt="2019-10-23T15:02:35.503" v="4295" actId="478"/>
          <ac:spMkLst>
            <pc:docMk/>
            <pc:sldMk cId="1047170186" sldId="293"/>
            <ac:spMk id="8" creationId="{D765C339-C14D-4566-B107-2E90661E678B}"/>
          </ac:spMkLst>
        </pc:spChg>
        <pc:spChg chg="del mod">
          <ac:chgData name="Sam O'Neill" userId="cb323814-a42a-4cfe-bc74-03f595e56f6e" providerId="ADAL" clId="{0F9FC399-0DBC-427A-8203-46D7456414E6}" dt="2019-10-23T15:02:36.543" v="4296" actId="478"/>
          <ac:spMkLst>
            <pc:docMk/>
            <pc:sldMk cId="1047170186" sldId="293"/>
            <ac:spMk id="9" creationId="{8EB82B4F-14CE-4A8A-A6D4-6C79DA800FA8}"/>
          </ac:spMkLst>
        </pc:spChg>
        <pc:spChg chg="del">
          <ac:chgData name="Sam O'Neill" userId="cb323814-a42a-4cfe-bc74-03f595e56f6e" providerId="ADAL" clId="{0F9FC399-0DBC-427A-8203-46D7456414E6}" dt="2019-10-23T15:02:31.175" v="4291" actId="478"/>
          <ac:spMkLst>
            <pc:docMk/>
            <pc:sldMk cId="1047170186" sldId="293"/>
            <ac:spMk id="10" creationId="{A9F8257E-2356-459D-95E6-53349021EB3D}"/>
          </ac:spMkLst>
        </pc:spChg>
        <pc:spChg chg="del">
          <ac:chgData name="Sam O'Neill" userId="cb323814-a42a-4cfe-bc74-03f595e56f6e" providerId="ADAL" clId="{0F9FC399-0DBC-427A-8203-46D7456414E6}" dt="2019-10-23T15:02:29.735" v="4290" actId="478"/>
          <ac:spMkLst>
            <pc:docMk/>
            <pc:sldMk cId="1047170186" sldId="293"/>
            <ac:spMk id="13" creationId="{1F2BBFA7-B795-4556-8178-AF6BCDEB0DC2}"/>
          </ac:spMkLst>
        </pc:spChg>
        <pc:spChg chg="add mod">
          <ac:chgData name="Sam O'Neill" userId="cb323814-a42a-4cfe-bc74-03f595e56f6e" providerId="ADAL" clId="{0F9FC399-0DBC-427A-8203-46D7456414E6}" dt="2019-10-24T10:06:13.059" v="7289" actId="20577"/>
          <ac:spMkLst>
            <pc:docMk/>
            <pc:sldMk cId="1047170186" sldId="293"/>
            <ac:spMk id="14" creationId="{F820B3C7-C533-41BD-B85C-415CD62CBD9D}"/>
          </ac:spMkLst>
        </pc:spChg>
        <pc:graphicFrameChg chg="del">
          <ac:chgData name="Sam O'Neill" userId="cb323814-a42a-4cfe-bc74-03f595e56f6e" providerId="ADAL" clId="{0F9FC399-0DBC-427A-8203-46D7456414E6}" dt="2019-10-23T15:02:40.026" v="4297" actId="478"/>
          <ac:graphicFrameMkLst>
            <pc:docMk/>
            <pc:sldMk cId="1047170186" sldId="293"/>
            <ac:graphicFrameMk id="11" creationId="{7AC61F5A-C4E9-49D1-AFD0-CCA0D9864110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09:53:34.396" v="7150" actId="2062"/>
          <ac:graphicFrameMkLst>
            <pc:docMk/>
            <pc:sldMk cId="1047170186" sldId="293"/>
            <ac:graphicFrameMk id="12" creationId="{8C3CF3EB-2ED5-4D5F-A055-EA6222174820}"/>
          </ac:graphicFrameMkLst>
        </pc:graphicFrameChg>
        <pc:graphicFrameChg chg="add del mod">
          <ac:chgData name="Sam O'Neill" userId="cb323814-a42a-4cfe-bc74-03f595e56f6e" providerId="ADAL" clId="{0F9FC399-0DBC-427A-8203-46D7456414E6}" dt="2019-10-23T15:57:29.503" v="4834" actId="478"/>
          <ac:graphicFrameMkLst>
            <pc:docMk/>
            <pc:sldMk cId="1047170186" sldId="293"/>
            <ac:graphicFrameMk id="15" creationId="{B7C37577-186A-4F2F-AF68-AD3A0F52B8AF}"/>
          </ac:graphicFrameMkLst>
        </pc:graphicFrameChg>
      </pc:sldChg>
      <pc:sldChg chg="add del">
        <pc:chgData name="Sam O'Neill" userId="cb323814-a42a-4cfe-bc74-03f595e56f6e" providerId="ADAL" clId="{0F9FC399-0DBC-427A-8203-46D7456414E6}" dt="2019-10-23T15:02:10.509" v="4288"/>
        <pc:sldMkLst>
          <pc:docMk/>
          <pc:sldMk cId="2591574058" sldId="293"/>
        </pc:sldMkLst>
      </pc:sldChg>
      <pc:sldChg chg="del">
        <pc:chgData name="Sam O'Neill" userId="cb323814-a42a-4cfe-bc74-03f595e56f6e" providerId="ADAL" clId="{0F9FC399-0DBC-427A-8203-46D7456414E6}" dt="2019-10-23T10:29:45.625" v="43" actId="269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0F9FC399-0DBC-427A-8203-46D7456414E6}" dt="2019-10-24T09:53:38.581" v="7151" actId="2062"/>
        <pc:sldMkLst>
          <pc:docMk/>
          <pc:sldMk cId="2198855702" sldId="294"/>
        </pc:sldMkLst>
        <pc:spChg chg="mod">
          <ac:chgData name="Sam O'Neill" userId="cb323814-a42a-4cfe-bc74-03f595e56f6e" providerId="ADAL" clId="{0F9FC399-0DBC-427A-8203-46D7456414E6}" dt="2019-10-23T16:30:44.165" v="5446" actId="20577"/>
          <ac:spMkLst>
            <pc:docMk/>
            <pc:sldMk cId="2198855702" sldId="294"/>
            <ac:spMk id="2" creationId="{F3E593E6-3D2F-4C7E-80B2-F78D636A9E07}"/>
          </ac:spMkLst>
        </pc:spChg>
        <pc:spChg chg="add mod">
          <ac:chgData name="Sam O'Neill" userId="cb323814-a42a-4cfe-bc74-03f595e56f6e" providerId="ADAL" clId="{0F9FC399-0DBC-427A-8203-46D7456414E6}" dt="2019-10-24T09:33:33.107" v="6670" actId="20577"/>
          <ac:spMkLst>
            <pc:docMk/>
            <pc:sldMk cId="2198855702" sldId="294"/>
            <ac:spMk id="3" creationId="{FF31310D-71F2-4561-AD34-D748BBB0CFD2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4" creationId="{C25DD77C-238A-4806-98E9-59FF4D101BFD}"/>
          </ac:spMkLst>
        </pc:spChg>
        <pc:spChg chg="add del mod">
          <ac:chgData name="Sam O'Neill" userId="cb323814-a42a-4cfe-bc74-03f595e56f6e" providerId="ADAL" clId="{0F9FC399-0DBC-427A-8203-46D7456414E6}" dt="2019-10-23T16:31:46.599" v="5459" actId="478"/>
          <ac:spMkLst>
            <pc:docMk/>
            <pc:sldMk cId="2198855702" sldId="294"/>
            <ac:spMk id="5" creationId="{6A541659-818D-4F6D-B59E-6EBBCC48E5A6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7" creationId="{F8FE86D7-66BC-43F5-91B9-48723CF9607A}"/>
          </ac:spMkLst>
        </pc:spChg>
        <pc:spChg chg="del">
          <ac:chgData name="Sam O'Neill" userId="cb323814-a42a-4cfe-bc74-03f595e56f6e" providerId="ADAL" clId="{0F9FC399-0DBC-427A-8203-46D7456414E6}" dt="2019-10-23T15:38:30.894" v="4477" actId="478"/>
          <ac:spMkLst>
            <pc:docMk/>
            <pc:sldMk cId="2198855702" sldId="294"/>
            <ac:spMk id="8" creationId="{D765C339-C14D-4566-B107-2E90661E678B}"/>
          </ac:spMkLst>
        </pc:spChg>
        <pc:spChg chg="del">
          <ac:chgData name="Sam O'Neill" userId="cb323814-a42a-4cfe-bc74-03f595e56f6e" providerId="ADAL" clId="{0F9FC399-0DBC-427A-8203-46D7456414E6}" dt="2019-10-23T15:38:30.894" v="4477" actId="478"/>
          <ac:spMkLst>
            <pc:docMk/>
            <pc:sldMk cId="2198855702" sldId="294"/>
            <ac:spMk id="9" creationId="{8EB82B4F-14CE-4A8A-A6D4-6C79DA800FA8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10" creationId="{A9F8257E-2356-459D-95E6-53349021EB3D}"/>
          </ac:spMkLst>
        </pc:spChg>
        <pc:spChg chg="del">
          <ac:chgData name="Sam O'Neill" userId="cb323814-a42a-4cfe-bc74-03f595e56f6e" providerId="ADAL" clId="{0F9FC399-0DBC-427A-8203-46D7456414E6}" dt="2019-10-23T15:38:27.012" v="4476" actId="478"/>
          <ac:spMkLst>
            <pc:docMk/>
            <pc:sldMk cId="2198855702" sldId="294"/>
            <ac:spMk id="13" creationId="{1F2BBFA7-B795-4556-8178-AF6BCDEB0DC2}"/>
          </ac:spMkLst>
        </pc:spChg>
        <pc:graphicFrameChg chg="add del">
          <ac:chgData name="Sam O'Neill" userId="cb323814-a42a-4cfe-bc74-03f595e56f6e" providerId="ADAL" clId="{0F9FC399-0DBC-427A-8203-46D7456414E6}" dt="2019-10-23T16:31:24" v="5449" actId="478"/>
          <ac:graphicFrameMkLst>
            <pc:docMk/>
            <pc:sldMk cId="2198855702" sldId="294"/>
            <ac:graphicFrameMk id="6" creationId="{ED3DD520-9EDF-465A-8AF4-B306B39BFD79}"/>
          </ac:graphicFrameMkLst>
        </pc:graphicFrameChg>
        <pc:graphicFrameChg chg="mod modGraphic">
          <ac:chgData name="Sam O'Neill" userId="cb323814-a42a-4cfe-bc74-03f595e56f6e" providerId="ADAL" clId="{0F9FC399-0DBC-427A-8203-46D7456414E6}" dt="2019-10-24T09:53:38.581" v="7151" actId="2062"/>
          <ac:graphicFrameMkLst>
            <pc:docMk/>
            <pc:sldMk cId="2198855702" sldId="294"/>
            <ac:graphicFrameMk id="11" creationId="{7AC61F5A-C4E9-49D1-AFD0-CCA0D9864110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5.888" v="44" actId="2696"/>
        <pc:sldMkLst>
          <pc:docMk/>
          <pc:sldMk cId="3504010382" sldId="294"/>
        </pc:sldMkLst>
      </pc:sldChg>
      <pc:sldChg chg="del">
        <pc:chgData name="Sam O'Neill" userId="cb323814-a42a-4cfe-bc74-03f595e56f6e" providerId="ADAL" clId="{0F9FC399-0DBC-427A-8203-46D7456414E6}" dt="2019-10-23T10:29:48.100" v="51" actId="2696"/>
        <pc:sldMkLst>
          <pc:docMk/>
          <pc:sldMk cId="918005165" sldId="295"/>
        </pc:sldMkLst>
      </pc:sldChg>
      <pc:sldChg chg="addSp delSp modSp add modAnim">
        <pc:chgData name="Sam O'Neill" userId="cb323814-a42a-4cfe-bc74-03f595e56f6e" providerId="ADAL" clId="{0F9FC399-0DBC-427A-8203-46D7456414E6}" dt="2019-10-24T10:05:19.389" v="7279" actId="20577"/>
        <pc:sldMkLst>
          <pc:docMk/>
          <pc:sldMk cId="3254352191" sldId="295"/>
        </pc:sldMkLst>
        <pc:spChg chg="mod">
          <ac:chgData name="Sam O'Neill" userId="cb323814-a42a-4cfe-bc74-03f595e56f6e" providerId="ADAL" clId="{0F9FC399-0DBC-427A-8203-46D7456414E6}" dt="2019-10-23T16:32:43.606" v="5463" actId="20577"/>
          <ac:spMkLst>
            <pc:docMk/>
            <pc:sldMk cId="3254352191" sldId="295"/>
            <ac:spMk id="2" creationId="{F3E593E6-3D2F-4C7E-80B2-F78D636A9E07}"/>
          </ac:spMkLst>
        </pc:spChg>
        <pc:spChg chg="add mod">
          <ac:chgData name="Sam O'Neill" userId="cb323814-a42a-4cfe-bc74-03f595e56f6e" providerId="ADAL" clId="{0F9FC399-0DBC-427A-8203-46D7456414E6}" dt="2019-10-24T10:05:19.389" v="7279" actId="20577"/>
          <ac:spMkLst>
            <pc:docMk/>
            <pc:sldMk cId="3254352191" sldId="295"/>
            <ac:spMk id="6" creationId="{4F6C4959-26AF-45A2-B503-41C219EDB5BA}"/>
          </ac:spMkLst>
        </pc:spChg>
        <pc:spChg chg="del">
          <ac:chgData name="Sam O'Neill" userId="cb323814-a42a-4cfe-bc74-03f595e56f6e" providerId="ADAL" clId="{0F9FC399-0DBC-427A-8203-46D7456414E6}" dt="2019-10-23T15:57:46.679" v="4842" actId="478"/>
          <ac:spMkLst>
            <pc:docMk/>
            <pc:sldMk cId="3254352191" sldId="295"/>
            <ac:spMk id="14" creationId="{F820B3C7-C533-41BD-B85C-415CD62CBD9D}"/>
          </ac:spMkLst>
        </pc:spChg>
        <pc:graphicFrameChg chg="add del mod">
          <ac:chgData name="Sam O'Neill" userId="cb323814-a42a-4cfe-bc74-03f595e56f6e" providerId="ADAL" clId="{0F9FC399-0DBC-427A-8203-46D7456414E6}" dt="2019-10-23T16:00:32.639" v="4851" actId="478"/>
          <ac:graphicFrameMkLst>
            <pc:docMk/>
            <pc:sldMk cId="3254352191" sldId="295"/>
            <ac:graphicFrameMk id="3" creationId="{A39DF867-50EF-4BAD-B894-462FBA702426}"/>
          </ac:graphicFrameMkLst>
        </pc:graphicFrameChg>
        <pc:graphicFrameChg chg="add del">
          <ac:chgData name="Sam O'Neill" userId="cb323814-a42a-4cfe-bc74-03f595e56f6e" providerId="ADAL" clId="{0F9FC399-0DBC-427A-8203-46D7456414E6}" dt="2019-10-23T15:59:33.156" v="4850"/>
          <ac:graphicFrameMkLst>
            <pc:docMk/>
            <pc:sldMk cId="3254352191" sldId="295"/>
            <ac:graphicFrameMk id="4" creationId="{14E1FEB8-DB82-4BDE-B22F-D152C72C6292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10:05:16.763" v="7278" actId="1076"/>
          <ac:graphicFrameMkLst>
            <pc:docMk/>
            <pc:sldMk cId="3254352191" sldId="295"/>
            <ac:graphicFrameMk id="5" creationId="{7C116D50-E823-4C86-8723-8B3CFBA897F1}"/>
          </ac:graphicFrameMkLst>
        </pc:graphicFrameChg>
        <pc:graphicFrameChg chg="add del">
          <ac:chgData name="Sam O'Neill" userId="cb323814-a42a-4cfe-bc74-03f595e56f6e" providerId="ADAL" clId="{0F9FC399-0DBC-427A-8203-46D7456414E6}" dt="2019-10-23T16:14:50.490" v="5014" actId="478"/>
          <ac:graphicFrameMkLst>
            <pc:docMk/>
            <pc:sldMk cId="3254352191" sldId="295"/>
            <ac:graphicFrameMk id="9" creationId="{D805C509-A057-4749-9BB4-212EC328ED11}"/>
          </ac:graphicFrameMkLst>
        </pc:graphicFrameChg>
        <pc:graphicFrameChg chg="del modGraphic">
          <ac:chgData name="Sam O'Neill" userId="cb323814-a42a-4cfe-bc74-03f595e56f6e" providerId="ADAL" clId="{0F9FC399-0DBC-427A-8203-46D7456414E6}" dt="2019-10-23T16:00:32.639" v="4851" actId="478"/>
          <ac:graphicFrameMkLst>
            <pc:docMk/>
            <pc:sldMk cId="3254352191" sldId="295"/>
            <ac:graphicFrameMk id="12" creationId="{8C3CF3EB-2ED5-4D5F-A055-EA6222174820}"/>
          </ac:graphicFrameMkLst>
        </pc:graphicFrameChg>
      </pc:sldChg>
      <pc:sldChg chg="del">
        <pc:chgData name="Sam O'Neill" userId="cb323814-a42a-4cfe-bc74-03f595e56f6e" providerId="ADAL" clId="{0F9FC399-0DBC-427A-8203-46D7456414E6}" dt="2019-10-23T10:29:48.264" v="53" actId="2696"/>
        <pc:sldMkLst>
          <pc:docMk/>
          <pc:sldMk cId="970809104" sldId="296"/>
        </pc:sldMkLst>
      </pc:sldChg>
      <pc:sldChg chg="addSp delSp modSp add modAnim">
        <pc:chgData name="Sam O'Neill" userId="cb323814-a42a-4cfe-bc74-03f595e56f6e" providerId="ADAL" clId="{0F9FC399-0DBC-427A-8203-46D7456414E6}" dt="2019-10-24T10:06:54.958" v="7290"/>
        <pc:sldMkLst>
          <pc:docMk/>
          <pc:sldMk cId="4038239449" sldId="296"/>
        </pc:sldMkLst>
        <pc:spChg chg="mod">
          <ac:chgData name="Sam O'Neill" userId="cb323814-a42a-4cfe-bc74-03f595e56f6e" providerId="ADAL" clId="{0F9FC399-0DBC-427A-8203-46D7456414E6}" dt="2019-10-24T09:57:09.429" v="7219" actId="20577"/>
          <ac:spMkLst>
            <pc:docMk/>
            <pc:sldMk cId="4038239449" sldId="296"/>
            <ac:spMk id="2" creationId="{F3E593E6-3D2F-4C7E-80B2-F78D636A9E07}"/>
          </ac:spMkLst>
        </pc:spChg>
        <pc:spChg chg="mod">
          <ac:chgData name="Sam O'Neill" userId="cb323814-a42a-4cfe-bc74-03f595e56f6e" providerId="ADAL" clId="{0F9FC399-0DBC-427A-8203-46D7456414E6}" dt="2019-10-24T09:56:54.748" v="7196" actId="1076"/>
          <ac:spMkLst>
            <pc:docMk/>
            <pc:sldMk cId="4038239449" sldId="296"/>
            <ac:spMk id="6" creationId="{4F6C4959-26AF-45A2-B503-41C219EDB5BA}"/>
          </ac:spMkLst>
        </pc:spChg>
        <pc:graphicFrameChg chg="add mod modGraphic">
          <ac:chgData name="Sam O'Neill" userId="cb323814-a42a-4cfe-bc74-03f595e56f6e" providerId="ADAL" clId="{0F9FC399-0DBC-427A-8203-46D7456414E6}" dt="2019-10-24T09:56:42.576" v="7194" actId="20577"/>
          <ac:graphicFrameMkLst>
            <pc:docMk/>
            <pc:sldMk cId="4038239449" sldId="296"/>
            <ac:graphicFrameMk id="3" creationId="{87E84431-07D1-4C28-B623-5BEBD30ADB88}"/>
          </ac:graphicFrameMkLst>
        </pc:graphicFrameChg>
        <pc:graphicFrameChg chg="del mod">
          <ac:chgData name="Sam O'Neill" userId="cb323814-a42a-4cfe-bc74-03f595e56f6e" providerId="ADAL" clId="{0F9FC399-0DBC-427A-8203-46D7456414E6}" dt="2019-10-23T16:14:56.764" v="5016" actId="478"/>
          <ac:graphicFrameMkLst>
            <pc:docMk/>
            <pc:sldMk cId="4038239449" sldId="296"/>
            <ac:graphicFrameMk id="5" creationId="{7C116D50-E823-4C86-8723-8B3CFBA897F1}"/>
          </ac:graphicFrameMkLst>
        </pc:graphicFrameChg>
        <pc:graphicFrameChg chg="del mod modGraphic">
          <ac:chgData name="Sam O'Neill" userId="cb323814-a42a-4cfe-bc74-03f595e56f6e" providerId="ADAL" clId="{0F9FC399-0DBC-427A-8203-46D7456414E6}" dt="2019-10-23T16:25:18.173" v="5113" actId="478"/>
          <ac:graphicFrameMkLst>
            <pc:docMk/>
            <pc:sldMk cId="4038239449" sldId="296"/>
            <ac:graphicFrameMk id="9" creationId="{D805C509-A057-4749-9BB4-212EC328ED11}"/>
          </ac:graphicFrameMkLst>
        </pc:graphicFrameChg>
      </pc:sldChg>
      <pc:sldChg chg="addSp delSp modSp add modAnim">
        <pc:chgData name="Sam O'Neill" userId="cb323814-a42a-4cfe-bc74-03f595e56f6e" providerId="ADAL" clId="{0F9FC399-0DBC-427A-8203-46D7456414E6}" dt="2019-10-24T09:49:02.932" v="7097"/>
        <pc:sldMkLst>
          <pc:docMk/>
          <pc:sldMk cId="976121304" sldId="297"/>
        </pc:sldMkLst>
        <pc:spChg chg="add mod">
          <ac:chgData name="Sam O'Neill" userId="cb323814-a42a-4cfe-bc74-03f595e56f6e" providerId="ADAL" clId="{0F9FC399-0DBC-427A-8203-46D7456414E6}" dt="2019-10-23T16:22:38.505" v="5046" actId="1076"/>
          <ac:spMkLst>
            <pc:docMk/>
            <pc:sldMk cId="976121304" sldId="297"/>
            <ac:spMk id="3" creationId="{5650157B-3A61-4F86-B0AA-DBAE870F91E8}"/>
          </ac:spMkLst>
        </pc:spChg>
        <pc:spChg chg="add mod">
          <ac:chgData name="Sam O'Neill" userId="cb323814-a42a-4cfe-bc74-03f595e56f6e" providerId="ADAL" clId="{0F9FC399-0DBC-427A-8203-46D7456414E6}" dt="2019-10-23T16:45:42.073" v="6434" actId="1076"/>
          <ac:spMkLst>
            <pc:docMk/>
            <pc:sldMk cId="976121304" sldId="297"/>
            <ac:spMk id="4" creationId="{1E36EE9F-0741-495E-900D-1BD843C7DF67}"/>
          </ac:spMkLst>
        </pc:spChg>
        <pc:spChg chg="del">
          <ac:chgData name="Sam O'Neill" userId="cb323814-a42a-4cfe-bc74-03f595e56f6e" providerId="ADAL" clId="{0F9FC399-0DBC-427A-8203-46D7456414E6}" dt="2019-10-23T16:22:04.689" v="5026" actId="478"/>
          <ac:spMkLst>
            <pc:docMk/>
            <pc:sldMk cId="976121304" sldId="297"/>
            <ac:spMk id="9" creationId="{693E58D8-A138-4BF4-A797-5A2A3BBF3FD8}"/>
          </ac:spMkLst>
        </pc:spChg>
        <pc:spChg chg="del">
          <ac:chgData name="Sam O'Neill" userId="cb323814-a42a-4cfe-bc74-03f595e56f6e" providerId="ADAL" clId="{0F9FC399-0DBC-427A-8203-46D7456414E6}" dt="2019-10-23T16:22:05.872" v="5027" actId="478"/>
          <ac:spMkLst>
            <pc:docMk/>
            <pc:sldMk cId="976121304" sldId="297"/>
            <ac:spMk id="10" creationId="{D42E6C63-B107-448D-8A70-3C24E4D54A48}"/>
          </ac:spMkLst>
        </pc:spChg>
        <pc:spChg chg="add mod">
          <ac:chgData name="Sam O'Neill" userId="cb323814-a42a-4cfe-bc74-03f595e56f6e" providerId="ADAL" clId="{0F9FC399-0DBC-427A-8203-46D7456414E6}" dt="2019-10-23T16:22:47.257" v="5053" actId="1076"/>
          <ac:spMkLst>
            <pc:docMk/>
            <pc:sldMk cId="976121304" sldId="297"/>
            <ac:spMk id="11" creationId="{3408E6C3-617B-4F8C-A67F-E3599DE78D05}"/>
          </ac:spMkLst>
        </pc:spChg>
        <pc:spChg chg="add mod">
          <ac:chgData name="Sam O'Neill" userId="cb323814-a42a-4cfe-bc74-03f595e56f6e" providerId="ADAL" clId="{0F9FC399-0DBC-427A-8203-46D7456414E6}" dt="2019-10-24T09:49:01.885" v="7095" actId="1076"/>
          <ac:spMkLst>
            <pc:docMk/>
            <pc:sldMk cId="976121304" sldId="297"/>
            <ac:spMk id="12" creationId="{BCA346AA-227F-488E-8EF9-81F309E6E20B}"/>
          </ac:spMkLst>
        </pc:spChg>
        <pc:graphicFrameChg chg="add mod modGraphic">
          <ac:chgData name="Sam O'Neill" userId="cb323814-a42a-4cfe-bc74-03f595e56f6e" providerId="ADAL" clId="{0F9FC399-0DBC-427A-8203-46D7456414E6}" dt="2019-10-23T16:22:52.369" v="5054" actId="1076"/>
          <ac:graphicFrameMkLst>
            <pc:docMk/>
            <pc:sldMk cId="976121304" sldId="297"/>
            <ac:graphicFrameMk id="6" creationId="{ABCA5E33-C722-430F-B098-4BDEE307AC26}"/>
          </ac:graphicFrameMkLst>
        </pc:graphicFrameChg>
        <pc:graphicFrameChg chg="mod modGraphic">
          <ac:chgData name="Sam O'Neill" userId="cb323814-a42a-4cfe-bc74-03f595e56f6e" providerId="ADAL" clId="{0F9FC399-0DBC-427A-8203-46D7456414E6}" dt="2019-10-23T16:22:09.152" v="5028" actId="1076"/>
          <ac:graphicFrameMkLst>
            <pc:docMk/>
            <pc:sldMk cId="976121304" sldId="297"/>
            <ac:graphicFrameMk id="8" creationId="{33D75FC8-C5EB-488E-97E8-BC6DD678E50D}"/>
          </ac:graphicFrameMkLst>
        </pc:graphicFrameChg>
      </pc:sldChg>
      <pc:sldChg chg="addSp delSp modSp add modAnim">
        <pc:chgData name="Sam O'Neill" userId="cb323814-a42a-4cfe-bc74-03f595e56f6e" providerId="ADAL" clId="{0F9FC399-0DBC-427A-8203-46D7456414E6}" dt="2019-10-24T09:56:21.572" v="7186" actId="14100"/>
        <pc:sldMkLst>
          <pc:docMk/>
          <pc:sldMk cId="2305522028" sldId="298"/>
        </pc:sldMkLst>
        <pc:spChg chg="mod">
          <ac:chgData name="Sam O'Neill" userId="cb323814-a42a-4cfe-bc74-03f595e56f6e" providerId="ADAL" clId="{0F9FC399-0DBC-427A-8203-46D7456414E6}" dt="2019-10-23T16:31:28.845" v="5455" actId="20577"/>
          <ac:spMkLst>
            <pc:docMk/>
            <pc:sldMk cId="2305522028" sldId="298"/>
            <ac:spMk id="2" creationId="{F3E593E6-3D2F-4C7E-80B2-F78D636A9E07}"/>
          </ac:spMkLst>
        </pc:spChg>
        <pc:spChg chg="del">
          <ac:chgData name="Sam O'Neill" userId="cb323814-a42a-4cfe-bc74-03f595e56f6e" providerId="ADAL" clId="{0F9FC399-0DBC-427A-8203-46D7456414E6}" dt="2019-10-24T09:26:56.234" v="6583" actId="478"/>
          <ac:spMkLst>
            <pc:docMk/>
            <pc:sldMk cId="2305522028" sldId="298"/>
            <ac:spMk id="3" creationId="{FF31310D-71F2-4561-AD34-D748BBB0CFD2}"/>
          </ac:spMkLst>
        </pc:spChg>
        <pc:spChg chg="mod">
          <ac:chgData name="Sam O'Neill" userId="cb323814-a42a-4cfe-bc74-03f595e56f6e" providerId="ADAL" clId="{0F9FC399-0DBC-427A-8203-46D7456414E6}" dt="2019-10-24T09:50:57.126" v="7121" actId="1076"/>
          <ac:spMkLst>
            <pc:docMk/>
            <pc:sldMk cId="2305522028" sldId="298"/>
            <ac:spMk id="5" creationId="{6A541659-818D-4F6D-B59E-6EBBCC48E5A6}"/>
          </ac:spMkLst>
        </pc:spChg>
        <pc:spChg chg="add del mod">
          <ac:chgData name="Sam O'Neill" userId="cb323814-a42a-4cfe-bc74-03f595e56f6e" providerId="ADAL" clId="{0F9FC399-0DBC-427A-8203-46D7456414E6}" dt="2019-10-23T16:31:38.996" v="5458" actId="478"/>
          <ac:spMkLst>
            <pc:docMk/>
            <pc:sldMk cId="2305522028" sldId="298"/>
            <ac:spMk id="7" creationId="{EB43C6DF-73B7-458D-9980-EC8E021D2EFB}"/>
          </ac:spMkLst>
        </pc:spChg>
        <pc:graphicFrameChg chg="del mod modGraphic">
          <ac:chgData name="Sam O'Neill" userId="cb323814-a42a-4cfe-bc74-03f595e56f6e" providerId="ADAL" clId="{0F9FC399-0DBC-427A-8203-46D7456414E6}" dt="2019-10-24T09:28:20.294" v="6584" actId="478"/>
          <ac:graphicFrameMkLst>
            <pc:docMk/>
            <pc:sldMk cId="2305522028" sldId="298"/>
            <ac:graphicFrameMk id="6" creationId="{ED3DD520-9EDF-465A-8AF4-B306B39BFD79}"/>
          </ac:graphicFrameMkLst>
        </pc:graphicFrameChg>
        <pc:graphicFrameChg chg="add mod modGraphic">
          <ac:chgData name="Sam O'Neill" userId="cb323814-a42a-4cfe-bc74-03f595e56f6e" providerId="ADAL" clId="{0F9FC399-0DBC-427A-8203-46D7456414E6}" dt="2019-10-24T09:56:21.572" v="7186" actId="14100"/>
          <ac:graphicFrameMkLst>
            <pc:docMk/>
            <pc:sldMk cId="2305522028" sldId="298"/>
            <ac:graphicFrameMk id="8" creationId="{37755F89-ADC3-41DA-B765-0B8FF7EB4C7D}"/>
          </ac:graphicFrameMkLst>
        </pc:graphicFrameChg>
        <pc:graphicFrameChg chg="del">
          <ac:chgData name="Sam O'Neill" userId="cb323814-a42a-4cfe-bc74-03f595e56f6e" providerId="ADAL" clId="{0F9FC399-0DBC-427A-8203-46D7456414E6}" dt="2019-10-23T16:31:31.686" v="5456" actId="478"/>
          <ac:graphicFrameMkLst>
            <pc:docMk/>
            <pc:sldMk cId="2305522028" sldId="298"/>
            <ac:graphicFrameMk id="11" creationId="{7AC61F5A-C4E9-49D1-AFD0-CCA0D9864110}"/>
          </ac:graphicFrameMkLst>
        </pc:graphicFrameChg>
      </pc:sldChg>
      <pc:sldChg chg="modSp modAnim">
        <pc:chgData name="Sam O'Neill" userId="cb323814-a42a-4cfe-bc74-03f595e56f6e" providerId="ADAL" clId="{0F9FC399-0DBC-427A-8203-46D7456414E6}" dt="2019-10-24T10:18:24.966" v="7406" actId="20577"/>
        <pc:sldMkLst>
          <pc:docMk/>
          <pc:sldMk cId="1859362518" sldId="299"/>
        </pc:sldMkLst>
        <pc:spChg chg="mod">
          <ac:chgData name="Sam O'Neill" userId="cb323814-a42a-4cfe-bc74-03f595e56f6e" providerId="ADAL" clId="{0F9FC399-0DBC-427A-8203-46D7456414E6}" dt="2019-10-24T10:18:24.966" v="7406" actId="20577"/>
          <ac:spMkLst>
            <pc:docMk/>
            <pc:sldMk cId="1859362518" sldId="299"/>
            <ac:spMk id="3" creationId="{5198A88B-52B3-469E-A512-B72752EB7862}"/>
          </ac:spMkLst>
        </pc:spChg>
      </pc:sldChg>
    </pc:docChg>
  </pc:docChgLst>
  <pc:docChgLst>
    <pc:chgData name="Sam O'Neill" userId="cb323814-a42a-4cfe-bc74-03f595e56f6e" providerId="ADAL" clId="{A0783CC2-33BF-461C-81D7-89CF0125D801}"/>
    <pc:docChg chg="undo custSel addSld delSld modSld">
      <pc:chgData name="Sam O'Neill" userId="cb323814-a42a-4cfe-bc74-03f595e56f6e" providerId="ADAL" clId="{A0783CC2-33BF-461C-81D7-89CF0125D801}" dt="2020-02-05T08:23:15.123" v="376"/>
      <pc:docMkLst>
        <pc:docMk/>
      </pc:docMkLst>
      <pc:sldChg chg="modSp">
        <pc:chgData name="Sam O'Neill" userId="cb323814-a42a-4cfe-bc74-03f595e56f6e" providerId="ADAL" clId="{A0783CC2-33BF-461C-81D7-89CF0125D801}" dt="2020-02-05T08:18:33.678" v="205" actId="20577"/>
        <pc:sldMkLst>
          <pc:docMk/>
          <pc:sldMk cId="3287839291" sldId="322"/>
        </pc:sldMkLst>
        <pc:graphicFrameChg chg="mod modGraphic">
          <ac:chgData name="Sam O'Neill" userId="cb323814-a42a-4cfe-bc74-03f595e56f6e" providerId="ADAL" clId="{A0783CC2-33BF-461C-81D7-89CF0125D801}" dt="2020-02-05T08:18:33.678" v="205" actId="20577"/>
          <ac:graphicFrameMkLst>
            <pc:docMk/>
            <pc:sldMk cId="3287839291" sldId="322"/>
            <ac:graphicFrameMk id="5" creationId="{D1A3AAE4-A293-4E34-BC3C-213B03607C9B}"/>
          </ac:graphicFrameMkLst>
        </pc:graphicFrameChg>
      </pc:sldChg>
      <pc:sldChg chg="del">
        <pc:chgData name="Sam O'Neill" userId="cb323814-a42a-4cfe-bc74-03f595e56f6e" providerId="ADAL" clId="{A0783CC2-33BF-461C-81D7-89CF0125D801}" dt="2020-02-05T08:18:58.924" v="208" actId="47"/>
        <pc:sldMkLst>
          <pc:docMk/>
          <pc:sldMk cId="26146372" sldId="323"/>
        </pc:sldMkLst>
      </pc:sldChg>
      <pc:sldChg chg="addSp delSp modSp">
        <pc:chgData name="Sam O'Neill" userId="cb323814-a42a-4cfe-bc74-03f595e56f6e" providerId="ADAL" clId="{A0783CC2-33BF-461C-81D7-89CF0125D801}" dt="2020-02-05T08:22:38.804" v="371" actId="207"/>
        <pc:sldMkLst>
          <pc:docMk/>
          <pc:sldMk cId="4154359495" sldId="326"/>
        </pc:sldMkLst>
        <pc:spChg chg="add del mod">
          <ac:chgData name="Sam O'Neill" userId="cb323814-a42a-4cfe-bc74-03f595e56f6e" providerId="ADAL" clId="{A0783CC2-33BF-461C-81D7-89CF0125D801}" dt="2020-02-05T08:21:31.683" v="365" actId="20577"/>
          <ac:spMkLst>
            <pc:docMk/>
            <pc:sldMk cId="4154359495" sldId="326"/>
            <ac:spMk id="3" creationId="{5198A88B-52B3-469E-A512-B72752EB7862}"/>
          </ac:spMkLst>
        </pc:spChg>
        <pc:spChg chg="add del mod">
          <ac:chgData name="Sam O'Neill" userId="cb323814-a42a-4cfe-bc74-03f595e56f6e" providerId="ADAL" clId="{A0783CC2-33BF-461C-81D7-89CF0125D801}" dt="2020-02-05T08:20:44.398" v="312" actId="478"/>
          <ac:spMkLst>
            <pc:docMk/>
            <pc:sldMk cId="4154359495" sldId="326"/>
            <ac:spMk id="6" creationId="{11A78978-85B0-42C4-9DA4-D5BF2AC68F70}"/>
          </ac:spMkLst>
        </pc:spChg>
        <pc:graphicFrameChg chg="del">
          <ac:chgData name="Sam O'Neill" userId="cb323814-a42a-4cfe-bc74-03f595e56f6e" providerId="ADAL" clId="{A0783CC2-33BF-461C-81D7-89CF0125D801}" dt="2020-02-05T08:21:43.479" v="366" actId="478"/>
          <ac:graphicFrameMkLst>
            <pc:docMk/>
            <pc:sldMk cId="4154359495" sldId="326"/>
            <ac:graphicFrameMk id="4" creationId="{1D2C9CA7-3FF3-4FD2-9584-7A4E5CF26A15}"/>
          </ac:graphicFrameMkLst>
        </pc:graphicFrameChg>
        <pc:graphicFrameChg chg="add mod modGraphic">
          <ac:chgData name="Sam O'Neill" userId="cb323814-a42a-4cfe-bc74-03f595e56f6e" providerId="ADAL" clId="{A0783CC2-33BF-461C-81D7-89CF0125D801}" dt="2020-02-05T08:22:38.804" v="371" actId="207"/>
          <ac:graphicFrameMkLst>
            <pc:docMk/>
            <pc:sldMk cId="4154359495" sldId="326"/>
            <ac:graphicFrameMk id="7" creationId="{487BC006-0787-4B48-8170-BDA4C187C301}"/>
          </ac:graphicFrameMkLst>
        </pc:graphicFrameChg>
      </pc:sldChg>
      <pc:sldChg chg="modSp add">
        <pc:chgData name="Sam O'Neill" userId="cb323814-a42a-4cfe-bc74-03f595e56f6e" providerId="ADAL" clId="{A0783CC2-33BF-461C-81D7-89CF0125D801}" dt="2020-02-05T08:18:55.939" v="207"/>
        <pc:sldMkLst>
          <pc:docMk/>
          <pc:sldMk cId="1993333530" sldId="327"/>
        </pc:sldMkLst>
        <pc:graphicFrameChg chg="mod">
          <ac:chgData name="Sam O'Neill" userId="cb323814-a42a-4cfe-bc74-03f595e56f6e" providerId="ADAL" clId="{A0783CC2-33BF-461C-81D7-89CF0125D801}" dt="2020-02-05T08:18:55.939" v="207"/>
          <ac:graphicFrameMkLst>
            <pc:docMk/>
            <pc:sldMk cId="1993333530" sldId="327"/>
            <ac:graphicFrameMk id="5" creationId="{D1A3AAE4-A293-4E34-BC3C-213B03607C9B}"/>
          </ac:graphicFrameMkLst>
        </pc:graphicFrameChg>
      </pc:sldChg>
      <pc:sldChg chg="addSp delSp modSp add">
        <pc:chgData name="Sam O'Neill" userId="cb323814-a42a-4cfe-bc74-03f595e56f6e" providerId="ADAL" clId="{A0783CC2-33BF-461C-81D7-89CF0125D801}" dt="2020-02-05T08:23:15.123" v="376"/>
        <pc:sldMkLst>
          <pc:docMk/>
          <pc:sldMk cId="635559681" sldId="328"/>
        </pc:sldMkLst>
        <pc:spChg chg="del">
          <ac:chgData name="Sam O'Neill" userId="cb323814-a42a-4cfe-bc74-03f595e56f6e" providerId="ADAL" clId="{A0783CC2-33BF-461C-81D7-89CF0125D801}" dt="2020-02-05T08:23:07.151" v="373" actId="478"/>
          <ac:spMkLst>
            <pc:docMk/>
            <pc:sldMk cId="635559681" sldId="328"/>
            <ac:spMk id="3" creationId="{5198A88B-52B3-469E-A512-B72752EB7862}"/>
          </ac:spMkLst>
        </pc:spChg>
        <pc:spChg chg="add del mod">
          <ac:chgData name="Sam O'Neill" userId="cb323814-a42a-4cfe-bc74-03f595e56f6e" providerId="ADAL" clId="{A0783CC2-33BF-461C-81D7-89CF0125D801}" dt="2020-02-05T08:23:09.465" v="374" actId="478"/>
          <ac:spMkLst>
            <pc:docMk/>
            <pc:sldMk cId="635559681" sldId="328"/>
            <ac:spMk id="5" creationId="{C791AB2D-D4E4-49DC-BEEA-D91CD0D464D6}"/>
          </ac:spMkLst>
        </pc:spChg>
        <pc:graphicFrameChg chg="add del">
          <ac:chgData name="Sam O'Neill" userId="cb323814-a42a-4cfe-bc74-03f595e56f6e" providerId="ADAL" clId="{A0783CC2-33BF-461C-81D7-89CF0125D801}" dt="2020-02-05T08:23:15.123" v="376"/>
          <ac:graphicFrameMkLst>
            <pc:docMk/>
            <pc:sldMk cId="635559681" sldId="328"/>
            <ac:graphicFrameMk id="6" creationId="{DBCCEA31-8DE2-429B-858A-522636E61ACB}"/>
          </ac:graphicFrameMkLst>
        </pc:graphicFrameChg>
      </pc:sldChg>
    </pc:docChg>
  </pc:docChgLst>
  <pc:docChgLst>
    <pc:chgData name="Sam O'Neill" userId="cb323814-a42a-4cfe-bc74-03f595e56f6e" providerId="ADAL" clId="{AC202734-D25E-44C3-9C8C-A0B350C394F8}"/>
    <pc:docChg chg="undo custSel addSld delSld modSld">
      <pc:chgData name="Sam O'Neill" userId="cb323814-a42a-4cfe-bc74-03f595e56f6e" providerId="ADAL" clId="{AC202734-D25E-44C3-9C8C-A0B350C394F8}" dt="2020-02-13T09:49:37.395" v="1437" actId="15373"/>
      <pc:docMkLst>
        <pc:docMk/>
      </pc:docMkLst>
      <pc:sldChg chg="modSp">
        <pc:chgData name="Sam O'Neill" userId="cb323814-a42a-4cfe-bc74-03f595e56f6e" providerId="ADAL" clId="{AC202734-D25E-44C3-9C8C-A0B350C394F8}" dt="2020-02-12T09:10:33.723" v="62" actId="20577"/>
        <pc:sldMkLst>
          <pc:docMk/>
          <pc:sldMk cId="1372416909" sldId="320"/>
        </pc:sldMkLst>
        <pc:spChg chg="mod">
          <ac:chgData name="Sam O'Neill" userId="cb323814-a42a-4cfe-bc74-03f595e56f6e" providerId="ADAL" clId="{AC202734-D25E-44C3-9C8C-A0B350C394F8}" dt="2020-02-12T09:10:33.723" v="62" actId="20577"/>
          <ac:spMkLst>
            <pc:docMk/>
            <pc:sldMk cId="1372416909" sldId="320"/>
            <ac:spMk id="2" creationId="{F3E593E6-3D2F-4C7E-80B2-F78D636A9E07}"/>
          </ac:spMkLst>
        </pc:spChg>
        <pc:spChg chg="mod">
          <ac:chgData name="Sam O'Neill" userId="cb323814-a42a-4cfe-bc74-03f595e56f6e" providerId="ADAL" clId="{AC202734-D25E-44C3-9C8C-A0B350C394F8}" dt="2020-02-12T09:09:39.827" v="28" actId="20577"/>
          <ac:spMkLst>
            <pc:docMk/>
            <pc:sldMk cId="1372416909" sldId="320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AC202734-D25E-44C3-9C8C-A0B350C394F8}" dt="2020-02-12T09:09:53.939" v="40" actId="20577"/>
        <pc:sldMkLst>
          <pc:docMk/>
          <pc:sldMk cId="2066874544" sldId="321"/>
        </pc:sldMkLst>
        <pc:spChg chg="mod">
          <ac:chgData name="Sam O'Neill" userId="cb323814-a42a-4cfe-bc74-03f595e56f6e" providerId="ADAL" clId="{AC202734-D25E-44C3-9C8C-A0B350C394F8}" dt="2020-02-12T09:09:53.939" v="40" actId="20577"/>
          <ac:spMkLst>
            <pc:docMk/>
            <pc:sldMk cId="2066874544" sldId="321"/>
            <ac:spMk id="6" creationId="{B1478834-25B7-4AB8-B4AC-53A7D22073C0}"/>
          </ac:spMkLst>
        </pc:spChg>
      </pc:sldChg>
      <pc:sldChg chg="modSp">
        <pc:chgData name="Sam O'Neill" userId="cb323814-a42a-4cfe-bc74-03f595e56f6e" providerId="ADAL" clId="{AC202734-D25E-44C3-9C8C-A0B350C394F8}" dt="2020-02-12T09:22:42.511" v="468" actId="1076"/>
        <pc:sldMkLst>
          <pc:docMk/>
          <pc:sldMk cId="539044082" sldId="322"/>
        </pc:sldMkLst>
        <pc:picChg chg="mod">
          <ac:chgData name="Sam O'Neill" userId="cb323814-a42a-4cfe-bc74-03f595e56f6e" providerId="ADAL" clId="{AC202734-D25E-44C3-9C8C-A0B350C394F8}" dt="2020-02-12T09:22:42.511" v="468" actId="1076"/>
          <ac:picMkLst>
            <pc:docMk/>
            <pc:sldMk cId="539044082" sldId="322"/>
            <ac:picMk id="8" creationId="{A6F38B2D-64A3-4A2D-9614-E0C28651AC2E}"/>
          </ac:picMkLst>
        </pc:picChg>
      </pc:sldChg>
      <pc:sldChg chg="modSp">
        <pc:chgData name="Sam O'Neill" userId="cb323814-a42a-4cfe-bc74-03f595e56f6e" providerId="ADAL" clId="{AC202734-D25E-44C3-9C8C-A0B350C394F8}" dt="2020-02-12T09:26:21.098" v="872" actId="5793"/>
        <pc:sldMkLst>
          <pc:docMk/>
          <pc:sldMk cId="4134767169" sldId="323"/>
        </pc:sldMkLst>
        <pc:spChg chg="mod">
          <ac:chgData name="Sam O'Neill" userId="cb323814-a42a-4cfe-bc74-03f595e56f6e" providerId="ADAL" clId="{AC202734-D25E-44C3-9C8C-A0B350C394F8}" dt="2020-02-12T09:26:21.098" v="872" actId="5793"/>
          <ac:spMkLst>
            <pc:docMk/>
            <pc:sldMk cId="4134767169" sldId="323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AC202734-D25E-44C3-9C8C-A0B350C394F8}" dt="2020-02-12T09:22:01.329" v="466" actId="1037"/>
        <pc:sldMkLst>
          <pc:docMk/>
          <pc:sldMk cId="3012511006" sldId="331"/>
        </pc:sldMkLst>
        <pc:spChg chg="mod">
          <ac:chgData name="Sam O'Neill" userId="cb323814-a42a-4cfe-bc74-03f595e56f6e" providerId="ADAL" clId="{AC202734-D25E-44C3-9C8C-A0B350C394F8}" dt="2020-02-12T09:21:48.801" v="435" actId="404"/>
          <ac:spMkLst>
            <pc:docMk/>
            <pc:sldMk cId="3012511006" sldId="331"/>
            <ac:spMk id="6" creationId="{B1478834-25B7-4AB8-B4AC-53A7D22073C0}"/>
          </ac:spMkLst>
        </pc:spChg>
        <pc:spChg chg="mod">
          <ac:chgData name="Sam O'Neill" userId="cb323814-a42a-4cfe-bc74-03f595e56f6e" providerId="ADAL" clId="{AC202734-D25E-44C3-9C8C-A0B350C394F8}" dt="2020-02-12T09:22:01.329" v="466" actId="1037"/>
          <ac:spMkLst>
            <pc:docMk/>
            <pc:sldMk cId="3012511006" sldId="331"/>
            <ac:spMk id="20" creationId="{4AB21671-E002-43CA-B2BA-258281F77124}"/>
          </ac:spMkLst>
        </pc:spChg>
        <pc:picChg chg="mod">
          <ac:chgData name="Sam O'Neill" userId="cb323814-a42a-4cfe-bc74-03f595e56f6e" providerId="ADAL" clId="{AC202734-D25E-44C3-9C8C-A0B350C394F8}" dt="2020-02-12T09:21:52.634" v="442" actId="1035"/>
          <ac:picMkLst>
            <pc:docMk/>
            <pc:sldMk cId="3012511006" sldId="331"/>
            <ac:picMk id="4" creationId="{84915458-01CE-41DB-B943-B79C17FA4D95}"/>
          </ac:picMkLst>
        </pc:picChg>
      </pc:sldChg>
      <pc:sldChg chg="modSp">
        <pc:chgData name="Sam O'Neill" userId="cb323814-a42a-4cfe-bc74-03f595e56f6e" providerId="ADAL" clId="{AC202734-D25E-44C3-9C8C-A0B350C394F8}" dt="2020-02-12T09:23:20.823" v="472"/>
        <pc:sldMkLst>
          <pc:docMk/>
          <pc:sldMk cId="544334578" sldId="339"/>
        </pc:sldMkLst>
        <pc:spChg chg="mod">
          <ac:chgData name="Sam O'Neill" userId="cb323814-a42a-4cfe-bc74-03f595e56f6e" providerId="ADAL" clId="{AC202734-D25E-44C3-9C8C-A0B350C394F8}" dt="2020-02-12T09:23:20.823" v="472"/>
          <ac:spMkLst>
            <pc:docMk/>
            <pc:sldMk cId="544334578" sldId="339"/>
            <ac:spMk id="6" creationId="{569E74F8-6CBD-40F8-B83B-2DF042AAA4EF}"/>
          </ac:spMkLst>
        </pc:spChg>
      </pc:sldChg>
      <pc:sldChg chg="modSp add">
        <pc:chgData name="Sam O'Neill" userId="cb323814-a42a-4cfe-bc74-03f595e56f6e" providerId="ADAL" clId="{AC202734-D25E-44C3-9C8C-A0B350C394F8}" dt="2020-02-12T09:12:22.426" v="261" actId="20577"/>
        <pc:sldMkLst>
          <pc:docMk/>
          <pc:sldMk cId="2369782033" sldId="348"/>
        </pc:sldMkLst>
        <pc:spChg chg="mod">
          <ac:chgData name="Sam O'Neill" userId="cb323814-a42a-4cfe-bc74-03f595e56f6e" providerId="ADAL" clId="{AC202734-D25E-44C3-9C8C-A0B350C394F8}" dt="2020-02-12T09:10:44.451" v="69" actId="20577"/>
          <ac:spMkLst>
            <pc:docMk/>
            <pc:sldMk cId="2369782033" sldId="348"/>
            <ac:spMk id="2" creationId="{F3E593E6-3D2F-4C7E-80B2-F78D636A9E07}"/>
          </ac:spMkLst>
        </pc:spChg>
        <pc:spChg chg="mod">
          <ac:chgData name="Sam O'Neill" userId="cb323814-a42a-4cfe-bc74-03f595e56f6e" providerId="ADAL" clId="{AC202734-D25E-44C3-9C8C-A0B350C394F8}" dt="2020-02-12T09:12:22.426" v="261" actId="20577"/>
          <ac:spMkLst>
            <pc:docMk/>
            <pc:sldMk cId="2369782033" sldId="348"/>
            <ac:spMk id="41" creationId="{C14A0838-F628-458D-8D91-0A95C51199DA}"/>
          </ac:spMkLst>
        </pc:spChg>
      </pc:sldChg>
      <pc:sldChg chg="modSp add">
        <pc:chgData name="Sam O'Neill" userId="cb323814-a42a-4cfe-bc74-03f595e56f6e" providerId="ADAL" clId="{AC202734-D25E-44C3-9C8C-A0B350C394F8}" dt="2020-02-12T09:25:42.035" v="831" actId="6549"/>
        <pc:sldMkLst>
          <pc:docMk/>
          <pc:sldMk cId="1107265482" sldId="349"/>
        </pc:sldMkLst>
        <pc:spChg chg="mod">
          <ac:chgData name="Sam O'Neill" userId="cb323814-a42a-4cfe-bc74-03f595e56f6e" providerId="ADAL" clId="{AC202734-D25E-44C3-9C8C-A0B350C394F8}" dt="2020-02-12T09:12:38.183" v="281" actId="20577"/>
          <ac:spMkLst>
            <pc:docMk/>
            <pc:sldMk cId="1107265482" sldId="349"/>
            <ac:spMk id="2" creationId="{F3E593E6-3D2F-4C7E-80B2-F78D636A9E07}"/>
          </ac:spMkLst>
        </pc:spChg>
        <pc:spChg chg="mod">
          <ac:chgData name="Sam O'Neill" userId="cb323814-a42a-4cfe-bc74-03f595e56f6e" providerId="ADAL" clId="{AC202734-D25E-44C3-9C8C-A0B350C394F8}" dt="2020-02-12T09:25:42.035" v="831" actId="6549"/>
          <ac:spMkLst>
            <pc:docMk/>
            <pc:sldMk cId="1107265482" sldId="349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AC202734-D25E-44C3-9C8C-A0B350C394F8}" dt="2020-02-13T09:49:37.395" v="1437" actId="15373"/>
        <pc:sldMkLst>
          <pc:docMk/>
          <pc:sldMk cId="3087532117" sldId="352"/>
        </pc:sldMkLst>
        <pc:spChg chg="mod">
          <ac:chgData name="Sam O'Neill" userId="cb323814-a42a-4cfe-bc74-03f595e56f6e" providerId="ADAL" clId="{AC202734-D25E-44C3-9C8C-A0B350C394F8}" dt="2020-02-13T09:49:37.395" v="1437" actId="15373"/>
          <ac:spMkLst>
            <pc:docMk/>
            <pc:sldMk cId="3087532117" sldId="352"/>
            <ac:spMk id="41" creationId="{C14A0838-F628-458D-8D91-0A95C51199DA}"/>
          </ac:spMkLst>
        </pc:spChg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295966784" sldId="353"/>
        </pc:sldMkLst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1491380622" sldId="354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3913158813" sldId="355"/>
        </pc:sldMkLst>
        <pc:spChg chg="mod">
          <ac:chgData name="Sam O'Neill" userId="cb323814-a42a-4cfe-bc74-03f595e56f6e" providerId="ADAL" clId="{AC202734-D25E-44C3-9C8C-A0B350C394F8}" dt="2020-02-12T18:47:19.495" v="885" actId="20577"/>
          <ac:spMkLst>
            <pc:docMk/>
            <pc:sldMk cId="3913158813" sldId="355"/>
            <ac:spMk id="41" creationId="{C14A0838-F628-458D-8D91-0A95C51199DA}"/>
          </ac:spMkLst>
        </pc:spChg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843614416" sldId="356"/>
        </pc:sldMkLst>
        <pc:spChg chg="mod">
          <ac:chgData name="Sam O'Neill" userId="cb323814-a42a-4cfe-bc74-03f595e56f6e" providerId="ADAL" clId="{AC202734-D25E-44C3-9C8C-A0B350C394F8}" dt="2020-02-12T19:08:15.566" v="1247" actId="27636"/>
          <ac:spMkLst>
            <pc:docMk/>
            <pc:sldMk cId="843614416" sldId="356"/>
            <ac:spMk id="41" creationId="{C14A0838-F628-458D-8D91-0A95C51199DA}"/>
          </ac:spMkLst>
        </pc:spChg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4158953773" sldId="357"/>
        </pc:sldMkLst>
        <pc:spChg chg="mod">
          <ac:chgData name="Sam O'Neill" userId="cb323814-a42a-4cfe-bc74-03f595e56f6e" providerId="ADAL" clId="{AC202734-D25E-44C3-9C8C-A0B350C394F8}" dt="2020-02-12T19:10:29.663" v="1427" actId="6549"/>
          <ac:spMkLst>
            <pc:docMk/>
            <pc:sldMk cId="4158953773" sldId="357"/>
            <ac:spMk id="41" creationId="{C14A0838-F628-458D-8D91-0A95C51199DA}"/>
          </ac:spMkLst>
        </pc:spChg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2726906785" sldId="358"/>
        </pc:sldMkLst>
        <pc:spChg chg="mod">
          <ac:chgData name="Sam O'Neill" userId="cb323814-a42a-4cfe-bc74-03f595e56f6e" providerId="ADAL" clId="{AC202734-D25E-44C3-9C8C-A0B350C394F8}" dt="2020-02-12T19:22:20.789" v="1431" actId="20577"/>
          <ac:spMkLst>
            <pc:docMk/>
            <pc:sldMk cId="2726906785" sldId="358"/>
            <ac:spMk id="41" creationId="{C14A0838-F628-458D-8D91-0A95C51199DA}"/>
          </ac:spMkLst>
        </pc:spChg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403897775" sldId="359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669141773" sldId="360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1141663153" sldId="361"/>
        </pc:sldMkLst>
      </pc:sldChg>
    </pc:docChg>
  </pc:docChgLst>
  <pc:docChgLst>
    <pc:chgData name="Sam O’Neil" userId="cb323814-a42a-4cfe-bc74-03f595e56f6e" providerId="ADAL" clId="{DE5EAD64-A71D-4D3A-B780-F51017BF4B50}"/>
    <pc:docChg chg="undo custSel addSld delSld modSld sldOrd">
      <pc:chgData name="Sam O’Neil" userId="cb323814-a42a-4cfe-bc74-03f595e56f6e" providerId="ADAL" clId="{DE5EAD64-A71D-4D3A-B780-F51017BF4B50}" dt="2019-10-31T12:24:58.333" v="5367" actId="20577"/>
      <pc:docMkLst>
        <pc:docMk/>
      </pc:docMkLst>
      <pc:sldChg chg="modSp">
        <pc:chgData name="Sam O’Neil" userId="cb323814-a42a-4cfe-bc74-03f595e56f6e" providerId="ADAL" clId="{DE5EAD64-A71D-4D3A-B780-F51017BF4B50}" dt="2019-10-30T10:51:46.563" v="32" actId="20577"/>
        <pc:sldMkLst>
          <pc:docMk/>
          <pc:sldMk cId="110775907" sldId="256"/>
        </pc:sldMkLst>
        <pc:spChg chg="mod">
          <ac:chgData name="Sam O’Neil" userId="cb323814-a42a-4cfe-bc74-03f595e56f6e" providerId="ADAL" clId="{DE5EAD64-A71D-4D3A-B780-F51017BF4B50}" dt="2019-10-30T10:51:46.563" v="32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">
        <pc:chgData name="Sam O’Neil" userId="cb323814-a42a-4cfe-bc74-03f595e56f6e" providerId="ADAL" clId="{DE5EAD64-A71D-4D3A-B780-F51017BF4B50}" dt="2019-10-31T12:21:49.780" v="5348" actId="20577"/>
        <pc:sldMkLst>
          <pc:docMk/>
          <pc:sldMk cId="2464477114" sldId="257"/>
        </pc:sldMkLst>
        <pc:spChg chg="mod">
          <ac:chgData name="Sam O’Neil" userId="cb323814-a42a-4cfe-bc74-03f595e56f6e" providerId="ADAL" clId="{DE5EAD64-A71D-4D3A-B780-F51017BF4B50}" dt="2019-10-31T12:21:49.780" v="5348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’Neil" userId="cb323814-a42a-4cfe-bc74-03f595e56f6e" providerId="ADAL" clId="{DE5EAD64-A71D-4D3A-B780-F51017BF4B50}" dt="2019-10-30T11:19:33.108" v="202" actId="2696"/>
        <pc:sldMkLst>
          <pc:docMk/>
          <pc:sldMk cId="3232758689" sldId="262"/>
        </pc:sldMkLst>
      </pc:sldChg>
      <pc:sldChg chg="del">
        <pc:chgData name="Sam O’Neil" userId="cb323814-a42a-4cfe-bc74-03f595e56f6e" providerId="ADAL" clId="{DE5EAD64-A71D-4D3A-B780-F51017BF4B50}" dt="2019-10-30T11:19:32.821" v="201" actId="2696"/>
        <pc:sldMkLst>
          <pc:docMk/>
          <pc:sldMk cId="150829508" sldId="263"/>
        </pc:sldMkLst>
      </pc:sldChg>
      <pc:sldChg chg="del">
        <pc:chgData name="Sam O’Neil" userId="cb323814-a42a-4cfe-bc74-03f595e56f6e" providerId="ADAL" clId="{DE5EAD64-A71D-4D3A-B780-F51017BF4B50}" dt="2019-10-30T11:19:35.570" v="211" actId="2696"/>
        <pc:sldMkLst>
          <pc:docMk/>
          <pc:sldMk cId="2285843027" sldId="264"/>
        </pc:sldMkLst>
      </pc:sldChg>
      <pc:sldChg chg="del">
        <pc:chgData name="Sam O’Neil" userId="cb323814-a42a-4cfe-bc74-03f595e56f6e" providerId="ADAL" clId="{DE5EAD64-A71D-4D3A-B780-F51017BF4B50}" dt="2019-10-30T11:19:35.592" v="213" actId="2696"/>
        <pc:sldMkLst>
          <pc:docMk/>
          <pc:sldMk cId="831952027" sldId="265"/>
        </pc:sldMkLst>
      </pc:sldChg>
      <pc:sldChg chg="del">
        <pc:chgData name="Sam O’Neil" userId="cb323814-a42a-4cfe-bc74-03f595e56f6e" providerId="ADAL" clId="{DE5EAD64-A71D-4D3A-B780-F51017BF4B50}" dt="2019-10-30T11:19:35.581" v="212" actId="2696"/>
        <pc:sldMkLst>
          <pc:docMk/>
          <pc:sldMk cId="1860941994" sldId="266"/>
        </pc:sldMkLst>
      </pc:sldChg>
      <pc:sldChg chg="del">
        <pc:chgData name="Sam O’Neil" userId="cb323814-a42a-4cfe-bc74-03f595e56f6e" providerId="ADAL" clId="{DE5EAD64-A71D-4D3A-B780-F51017BF4B50}" dt="2019-10-30T11:19:35.842" v="215" actId="2696"/>
        <pc:sldMkLst>
          <pc:docMk/>
          <pc:sldMk cId="1032488404" sldId="267"/>
        </pc:sldMkLst>
      </pc:sldChg>
      <pc:sldChg chg="del">
        <pc:chgData name="Sam O’Neil" userId="cb323814-a42a-4cfe-bc74-03f595e56f6e" providerId="ADAL" clId="{DE5EAD64-A71D-4D3A-B780-F51017BF4B50}" dt="2019-10-30T11:19:38.379" v="224" actId="2696"/>
        <pc:sldMkLst>
          <pc:docMk/>
          <pc:sldMk cId="3874213754" sldId="268"/>
        </pc:sldMkLst>
      </pc:sldChg>
      <pc:sldChg chg="del">
        <pc:chgData name="Sam O’Neil" userId="cb323814-a42a-4cfe-bc74-03f595e56f6e" providerId="ADAL" clId="{DE5EAD64-A71D-4D3A-B780-F51017BF4B50}" dt="2019-10-30T11:19:38.599" v="226" actId="2696"/>
        <pc:sldMkLst>
          <pc:docMk/>
          <pc:sldMk cId="1412778880" sldId="269"/>
        </pc:sldMkLst>
      </pc:sldChg>
      <pc:sldChg chg="del">
        <pc:chgData name="Sam O’Neil" userId="cb323814-a42a-4cfe-bc74-03f595e56f6e" providerId="ADAL" clId="{DE5EAD64-A71D-4D3A-B780-F51017BF4B50}" dt="2019-10-30T11:19:34.471" v="207" actId="2696"/>
        <pc:sldMkLst>
          <pc:docMk/>
          <pc:sldMk cId="305887999" sldId="272"/>
        </pc:sldMkLst>
      </pc:sldChg>
      <pc:sldChg chg="del">
        <pc:chgData name="Sam O’Neil" userId="cb323814-a42a-4cfe-bc74-03f595e56f6e" providerId="ADAL" clId="{DE5EAD64-A71D-4D3A-B780-F51017BF4B50}" dt="2019-10-30T11:19:35.254" v="209" actId="2696"/>
        <pc:sldMkLst>
          <pc:docMk/>
          <pc:sldMk cId="2917821777" sldId="283"/>
        </pc:sldMkLst>
      </pc:sldChg>
      <pc:sldChg chg="del">
        <pc:chgData name="Sam O’Neil" userId="cb323814-a42a-4cfe-bc74-03f595e56f6e" providerId="ADAL" clId="{DE5EAD64-A71D-4D3A-B780-F51017BF4B50}" dt="2019-10-30T11:19:33.359" v="203" actId="2696"/>
        <pc:sldMkLst>
          <pc:docMk/>
          <pc:sldMk cId="1312494168" sldId="284"/>
        </pc:sldMkLst>
      </pc:sldChg>
      <pc:sldChg chg="del">
        <pc:chgData name="Sam O’Neil" userId="cb323814-a42a-4cfe-bc74-03f595e56f6e" providerId="ADAL" clId="{DE5EAD64-A71D-4D3A-B780-F51017BF4B50}" dt="2019-10-30T11:19:33.622" v="205" actId="2696"/>
        <pc:sldMkLst>
          <pc:docMk/>
          <pc:sldMk cId="3784550247" sldId="285"/>
        </pc:sldMkLst>
      </pc:sldChg>
      <pc:sldChg chg="del">
        <pc:chgData name="Sam O’Neil" userId="cb323814-a42a-4cfe-bc74-03f595e56f6e" providerId="ADAL" clId="{DE5EAD64-A71D-4D3A-B780-F51017BF4B50}" dt="2019-10-30T11:19:34.882" v="208" actId="2696"/>
        <pc:sldMkLst>
          <pc:docMk/>
          <pc:sldMk cId="1838474439" sldId="286"/>
        </pc:sldMkLst>
      </pc:sldChg>
      <pc:sldChg chg="del">
        <pc:chgData name="Sam O’Neil" userId="cb323814-a42a-4cfe-bc74-03f595e56f6e" providerId="ADAL" clId="{DE5EAD64-A71D-4D3A-B780-F51017BF4B50}" dt="2019-10-30T11:19:33.921" v="206" actId="2696"/>
        <pc:sldMkLst>
          <pc:docMk/>
          <pc:sldMk cId="651466069" sldId="287"/>
        </pc:sldMkLst>
      </pc:sldChg>
      <pc:sldChg chg="modSp add">
        <pc:chgData name="Sam O’Neil" userId="cb323814-a42a-4cfe-bc74-03f595e56f6e" providerId="ADAL" clId="{DE5EAD64-A71D-4D3A-B780-F51017BF4B50}" dt="2019-10-30T11:27:38.298" v="519" actId="20577"/>
        <pc:sldMkLst>
          <pc:docMk/>
          <pc:sldMk cId="1919647061" sldId="287"/>
        </pc:sldMkLst>
        <pc:spChg chg="mod">
          <ac:chgData name="Sam O’Neil" userId="cb323814-a42a-4cfe-bc74-03f595e56f6e" providerId="ADAL" clId="{DE5EAD64-A71D-4D3A-B780-F51017BF4B50}" dt="2019-10-30T11:27:38.298" v="519" actId="20577"/>
          <ac:spMkLst>
            <pc:docMk/>
            <pc:sldMk cId="1919647061" sldId="287"/>
            <ac:spMk id="2" creationId="{F3E593E6-3D2F-4C7E-80B2-F78D636A9E07}"/>
          </ac:spMkLst>
        </pc:spChg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30708497" sldId="288"/>
        </pc:sldMkLst>
      </pc:sldChg>
      <pc:sldChg chg="del">
        <pc:chgData name="Sam O’Neil" userId="cb323814-a42a-4cfe-bc74-03f595e56f6e" providerId="ADAL" clId="{DE5EAD64-A71D-4D3A-B780-F51017BF4B50}" dt="2019-10-30T11:19:33.484" v="204" actId="2696"/>
        <pc:sldMkLst>
          <pc:docMk/>
          <pc:sldMk cId="3921054932" sldId="288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DE5EAD64-A71D-4D3A-B780-F51017BF4B50}" dt="2019-10-30T11:19:35.535" v="210" actId="2696"/>
        <pc:sldMkLst>
          <pc:docMk/>
          <pc:sldMk cId="3168370169" sldId="289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658666563" sldId="290"/>
        </pc:sldMkLst>
      </pc:sldChg>
      <pc:sldChg chg="del">
        <pc:chgData name="Sam O’Neil" userId="cb323814-a42a-4cfe-bc74-03f595e56f6e" providerId="ADAL" clId="{DE5EAD64-A71D-4D3A-B780-F51017BF4B50}" dt="2019-10-30T11:19:35.639" v="214" actId="2696"/>
        <pc:sldMkLst>
          <pc:docMk/>
          <pc:sldMk cId="3059795470" sldId="290"/>
        </pc:sldMkLst>
      </pc:sldChg>
      <pc:sldChg chg="add del">
        <pc:chgData name="Sam O’Neil" userId="cb323814-a42a-4cfe-bc74-03f595e56f6e" providerId="ADAL" clId="{DE5EAD64-A71D-4D3A-B780-F51017BF4B50}" dt="2019-10-30T11:27:02.205" v="473" actId="2696"/>
        <pc:sldMkLst>
          <pc:docMk/>
          <pc:sldMk cId="2933514211" sldId="291"/>
        </pc:sldMkLst>
      </pc:sldChg>
      <pc:sldChg chg="del">
        <pc:chgData name="Sam O’Neil" userId="cb323814-a42a-4cfe-bc74-03f595e56f6e" providerId="ADAL" clId="{DE5EAD64-A71D-4D3A-B780-F51017BF4B50}" dt="2019-10-30T11:19:36.058" v="217" actId="2696"/>
        <pc:sldMkLst>
          <pc:docMk/>
          <pc:sldMk cId="3061827302" sldId="291"/>
        </pc:sldMkLst>
      </pc:sldChg>
      <pc:sldChg chg="del">
        <pc:chgData name="Sam O’Neil" userId="cb323814-a42a-4cfe-bc74-03f595e56f6e" providerId="ADAL" clId="{DE5EAD64-A71D-4D3A-B780-F51017BF4B50}" dt="2019-10-30T11:19:37.236" v="220" actId="2696"/>
        <pc:sldMkLst>
          <pc:docMk/>
          <pc:sldMk cId="3223945221" sldId="292"/>
        </pc:sldMkLst>
      </pc:sldChg>
      <pc:sldChg chg="add del">
        <pc:chgData name="Sam O’Neil" userId="cb323814-a42a-4cfe-bc74-03f595e56f6e" providerId="ADAL" clId="{DE5EAD64-A71D-4D3A-B780-F51017BF4B50}" dt="2019-10-30T11:27:02.401" v="474" actId="2696"/>
        <pc:sldMkLst>
          <pc:docMk/>
          <pc:sldMk cId="3558409356" sldId="292"/>
        </pc:sldMkLst>
      </pc:sldChg>
      <pc:sldChg chg="del">
        <pc:chgData name="Sam O’Neil" userId="cb323814-a42a-4cfe-bc74-03f595e56f6e" providerId="ADAL" clId="{DE5EAD64-A71D-4D3A-B780-F51017BF4B50}" dt="2019-10-30T11:19:37.730" v="221" actId="2696"/>
        <pc:sldMkLst>
          <pc:docMk/>
          <pc:sldMk cId="1047170186" sldId="293"/>
        </pc:sldMkLst>
      </pc:sldChg>
      <pc:sldChg chg="addSp delSp modSp add modAnim">
        <pc:chgData name="Sam O’Neil" userId="cb323814-a42a-4cfe-bc74-03f595e56f6e" providerId="ADAL" clId="{DE5EAD64-A71D-4D3A-B780-F51017BF4B50}" dt="2019-10-30T19:14:22.387" v="4851"/>
        <pc:sldMkLst>
          <pc:docMk/>
          <pc:sldMk cId="1245560113" sldId="293"/>
        </pc:sldMkLst>
        <pc:spChg chg="del">
          <ac:chgData name="Sam O’Neil" userId="cb323814-a42a-4cfe-bc74-03f595e56f6e" providerId="ADAL" clId="{DE5EAD64-A71D-4D3A-B780-F51017BF4B50}" dt="2019-10-30T11:24:21.429" v="243" actId="478"/>
          <ac:spMkLst>
            <pc:docMk/>
            <pc:sldMk cId="1245560113" sldId="293"/>
            <ac:spMk id="2" creationId="{3C670DCA-349F-4E07-9481-BFF8779160C8}"/>
          </ac:spMkLst>
        </pc:spChg>
        <pc:spChg chg="mod">
          <ac:chgData name="Sam O’Neil" userId="cb323814-a42a-4cfe-bc74-03f595e56f6e" providerId="ADAL" clId="{DE5EAD64-A71D-4D3A-B780-F51017BF4B50}" dt="2019-10-30T11:25:55.517" v="467" actId="20577"/>
          <ac:spMkLst>
            <pc:docMk/>
            <pc:sldMk cId="1245560113" sldId="293"/>
            <ac:spMk id="3" creationId="{2ED27342-B019-4230-BC68-60F4E0ADF16D}"/>
          </ac:spMkLst>
        </pc:spChg>
        <pc:spChg chg="add del mod">
          <ac:chgData name="Sam O’Neil" userId="cb323814-a42a-4cfe-bc74-03f595e56f6e" providerId="ADAL" clId="{DE5EAD64-A71D-4D3A-B780-F51017BF4B50}" dt="2019-10-30T11:24:23.086" v="245" actId="478"/>
          <ac:spMkLst>
            <pc:docMk/>
            <pc:sldMk cId="1245560113" sldId="293"/>
            <ac:spMk id="5" creationId="{437987E9-B737-4E1D-9CA7-3D7B365CC56A}"/>
          </ac:spMkLst>
        </pc:spChg>
        <pc:spChg chg="add mod">
          <ac:chgData name="Sam O’Neil" userId="cb323814-a42a-4cfe-bc74-03f595e56f6e" providerId="ADAL" clId="{DE5EAD64-A71D-4D3A-B780-F51017BF4B50}" dt="2019-10-30T11:24:43.367" v="299" actId="20577"/>
          <ac:spMkLst>
            <pc:docMk/>
            <pc:sldMk cId="1245560113" sldId="293"/>
            <ac:spMk id="6" creationId="{DB57E94D-7ABF-4564-B18E-07C64105872B}"/>
          </ac:spMkLst>
        </pc:spChg>
        <pc:spChg chg="add mod">
          <ac:chgData name="Sam O’Neil" userId="cb323814-a42a-4cfe-bc74-03f595e56f6e" providerId="ADAL" clId="{DE5EAD64-A71D-4D3A-B780-F51017BF4B50}" dt="2019-10-30T11:27:13.405" v="477" actId="1076"/>
          <ac:spMkLst>
            <pc:docMk/>
            <pc:sldMk cId="1245560113" sldId="293"/>
            <ac:spMk id="7" creationId="{B934FDF3-D3CC-493E-B3AE-42951DF22101}"/>
          </ac:spMkLst>
        </pc:spChg>
        <pc:spChg chg="add mod">
          <ac:chgData name="Sam O’Neil" userId="cb323814-a42a-4cfe-bc74-03f595e56f6e" providerId="ADAL" clId="{DE5EAD64-A71D-4D3A-B780-F51017BF4B50}" dt="2019-10-30T11:27:15.757" v="479" actId="20577"/>
          <ac:spMkLst>
            <pc:docMk/>
            <pc:sldMk cId="1245560113" sldId="293"/>
            <ac:spMk id="8" creationId="{CEB19BF4-B3E2-47AE-8A23-8ECDC94ECE7C}"/>
          </ac:spMkLst>
        </pc:spChg>
      </pc:sldChg>
      <pc:sldChg chg="modSp add">
        <pc:chgData name="Sam O’Neil" userId="cb323814-a42a-4cfe-bc74-03f595e56f6e" providerId="ADAL" clId="{DE5EAD64-A71D-4D3A-B780-F51017BF4B50}" dt="2019-10-30T11:28:37.744" v="526" actId="20577"/>
        <pc:sldMkLst>
          <pc:docMk/>
          <pc:sldMk cId="70229734" sldId="294"/>
        </pc:sldMkLst>
        <pc:spChg chg="mod">
          <ac:chgData name="Sam O’Neil" userId="cb323814-a42a-4cfe-bc74-03f595e56f6e" providerId="ADAL" clId="{DE5EAD64-A71D-4D3A-B780-F51017BF4B50}" dt="2019-10-30T11:28:37.744" v="526" actId="20577"/>
          <ac:spMkLst>
            <pc:docMk/>
            <pc:sldMk cId="70229734" sldId="294"/>
            <ac:spMk id="2" creationId="{0A85F331-FA4C-4E92-A9DC-B75BC327C4AF}"/>
          </ac:spMkLst>
        </pc:spChg>
      </pc:sldChg>
      <pc:sldChg chg="del">
        <pc:chgData name="Sam O’Neil" userId="cb323814-a42a-4cfe-bc74-03f595e56f6e" providerId="ADAL" clId="{DE5EAD64-A71D-4D3A-B780-F51017BF4B50}" dt="2019-10-30T11:19:36.437" v="218" actId="2696"/>
        <pc:sldMkLst>
          <pc:docMk/>
          <pc:sldMk cId="2198855702" sldId="294"/>
        </pc:sldMkLst>
      </pc:sldChg>
      <pc:sldChg chg="modSp add">
        <pc:chgData name="Sam O’Neil" userId="cb323814-a42a-4cfe-bc74-03f595e56f6e" providerId="ADAL" clId="{DE5EAD64-A71D-4D3A-B780-F51017BF4B50}" dt="2019-10-30T11:28:52.512" v="555" actId="20577"/>
        <pc:sldMkLst>
          <pc:docMk/>
          <pc:sldMk cId="1906729432" sldId="295"/>
        </pc:sldMkLst>
        <pc:spChg chg="mod">
          <ac:chgData name="Sam O’Neil" userId="cb323814-a42a-4cfe-bc74-03f595e56f6e" providerId="ADAL" clId="{DE5EAD64-A71D-4D3A-B780-F51017BF4B50}" dt="2019-10-30T11:28:52.512" v="555" actId="20577"/>
          <ac:spMkLst>
            <pc:docMk/>
            <pc:sldMk cId="1906729432" sldId="295"/>
            <ac:spMk id="2" creationId="{0A85F331-FA4C-4E92-A9DC-B75BC327C4AF}"/>
          </ac:spMkLst>
        </pc:spChg>
      </pc:sldChg>
      <pc:sldChg chg="del">
        <pc:chgData name="Sam O’Neil" userId="cb323814-a42a-4cfe-bc74-03f595e56f6e" providerId="ADAL" clId="{DE5EAD64-A71D-4D3A-B780-F51017BF4B50}" dt="2019-10-30T11:19:38.159" v="222" actId="2696"/>
        <pc:sldMkLst>
          <pc:docMk/>
          <pc:sldMk cId="3254352191" sldId="295"/>
        </pc:sldMkLst>
      </pc:sldChg>
      <pc:sldChg chg="addSp delSp modSp add delAnim modAnim">
        <pc:chgData name="Sam O’Neil" userId="cb323814-a42a-4cfe-bc74-03f595e56f6e" providerId="ADAL" clId="{DE5EAD64-A71D-4D3A-B780-F51017BF4B50}" dt="2019-10-31T12:23:21.969" v="5361" actId="20577"/>
        <pc:sldMkLst>
          <pc:docMk/>
          <pc:sldMk cId="2788910232" sldId="296"/>
        </pc:sldMkLst>
        <pc:spChg chg="add mod">
          <ac:chgData name="Sam O’Neil" userId="cb323814-a42a-4cfe-bc74-03f595e56f6e" providerId="ADAL" clId="{DE5EAD64-A71D-4D3A-B780-F51017BF4B50}" dt="2019-10-30T11:31:11.058" v="718" actId="14100"/>
          <ac:spMkLst>
            <pc:docMk/>
            <pc:sldMk cId="2788910232" sldId="296"/>
            <ac:spMk id="2" creationId="{1EC7BD6E-EC9B-4D31-94F4-11E3C3D4AA2B}"/>
          </ac:spMkLst>
        </pc:spChg>
        <pc:spChg chg="mod">
          <ac:chgData name="Sam O’Neil" userId="cb323814-a42a-4cfe-bc74-03f595e56f6e" providerId="ADAL" clId="{DE5EAD64-A71D-4D3A-B780-F51017BF4B50}" dt="2019-10-31T12:23:21.969" v="5361" actId="20577"/>
          <ac:spMkLst>
            <pc:docMk/>
            <pc:sldMk cId="2788910232" sldId="296"/>
            <ac:spMk id="3" creationId="{2ED27342-B019-4230-BC68-60F4E0ADF16D}"/>
          </ac:spMkLst>
        </pc:spChg>
        <pc:spChg chg="mod">
          <ac:chgData name="Sam O’Neil" userId="cb323814-a42a-4cfe-bc74-03f595e56f6e" providerId="ADAL" clId="{DE5EAD64-A71D-4D3A-B780-F51017BF4B50}" dt="2019-10-30T11:29:15.176" v="578" actId="20577"/>
          <ac:spMkLst>
            <pc:docMk/>
            <pc:sldMk cId="2788910232" sldId="296"/>
            <ac:spMk id="6" creationId="{DB57E94D-7ABF-4564-B18E-07C64105872B}"/>
          </ac:spMkLst>
        </pc:spChg>
        <pc:spChg chg="del">
          <ac:chgData name="Sam O’Neil" userId="cb323814-a42a-4cfe-bc74-03f595e56f6e" providerId="ADAL" clId="{DE5EAD64-A71D-4D3A-B780-F51017BF4B50}" dt="2019-10-30T11:29:22.069" v="579" actId="478"/>
          <ac:spMkLst>
            <pc:docMk/>
            <pc:sldMk cId="2788910232" sldId="296"/>
            <ac:spMk id="7" creationId="{B934FDF3-D3CC-493E-B3AE-42951DF22101}"/>
          </ac:spMkLst>
        </pc:spChg>
        <pc:spChg chg="del">
          <ac:chgData name="Sam O’Neil" userId="cb323814-a42a-4cfe-bc74-03f595e56f6e" providerId="ADAL" clId="{DE5EAD64-A71D-4D3A-B780-F51017BF4B50}" dt="2019-10-30T11:29:24.038" v="580" actId="478"/>
          <ac:spMkLst>
            <pc:docMk/>
            <pc:sldMk cId="2788910232" sldId="296"/>
            <ac:spMk id="8" creationId="{CEB19BF4-B3E2-47AE-8A23-8ECDC94ECE7C}"/>
          </ac:spMkLst>
        </pc:spChg>
        <pc:spChg chg="add mod">
          <ac:chgData name="Sam O’Neil" userId="cb323814-a42a-4cfe-bc74-03f595e56f6e" providerId="ADAL" clId="{DE5EAD64-A71D-4D3A-B780-F51017BF4B50}" dt="2019-10-30T11:31:48.446" v="753" actId="1076"/>
          <ac:spMkLst>
            <pc:docMk/>
            <pc:sldMk cId="2788910232" sldId="296"/>
            <ac:spMk id="9" creationId="{2A39D913-DBA6-41A7-A6FF-04DADB6B0718}"/>
          </ac:spMkLst>
        </pc:spChg>
      </pc:sldChg>
      <pc:sldChg chg="del">
        <pc:chgData name="Sam O’Neil" userId="cb323814-a42a-4cfe-bc74-03f595e56f6e" providerId="ADAL" clId="{DE5EAD64-A71D-4D3A-B780-F51017BF4B50}" dt="2019-10-30T11:19:38.344" v="223" actId="2696"/>
        <pc:sldMkLst>
          <pc:docMk/>
          <pc:sldMk cId="4038239449" sldId="296"/>
        </pc:sldMkLst>
      </pc:sldChg>
      <pc:sldChg chg="del">
        <pc:chgData name="Sam O’Neil" userId="cb323814-a42a-4cfe-bc74-03f595e56f6e" providerId="ADAL" clId="{DE5EAD64-A71D-4D3A-B780-F51017BF4B50}" dt="2019-10-30T11:19:35.902" v="216" actId="2696"/>
        <pc:sldMkLst>
          <pc:docMk/>
          <pc:sldMk cId="976121304" sldId="297"/>
        </pc:sldMkLst>
      </pc:sldChg>
      <pc:sldChg chg="addSp delSp modSp add modAnim">
        <pc:chgData name="Sam O’Neil" userId="cb323814-a42a-4cfe-bc74-03f595e56f6e" providerId="ADAL" clId="{DE5EAD64-A71D-4D3A-B780-F51017BF4B50}" dt="2019-10-30T19:15:24.174" v="4861"/>
        <pc:sldMkLst>
          <pc:docMk/>
          <pc:sldMk cId="2832277328" sldId="297"/>
        </pc:sldMkLst>
        <pc:spChg chg="del">
          <ac:chgData name="Sam O’Neil" userId="cb323814-a42a-4cfe-bc74-03f595e56f6e" providerId="ADAL" clId="{DE5EAD64-A71D-4D3A-B780-F51017BF4B50}" dt="2019-10-30T11:34:56.778" v="774" actId="478"/>
          <ac:spMkLst>
            <pc:docMk/>
            <pc:sldMk cId="2832277328" sldId="297"/>
            <ac:spMk id="2" creationId="{1EC7BD6E-EC9B-4D31-94F4-11E3C3D4AA2B}"/>
          </ac:spMkLst>
        </pc:spChg>
        <pc:spChg chg="del">
          <ac:chgData name="Sam O’Neil" userId="cb323814-a42a-4cfe-bc74-03f595e56f6e" providerId="ADAL" clId="{DE5EAD64-A71D-4D3A-B780-F51017BF4B50}" dt="2019-10-30T11:34:52.373" v="773" actId="478"/>
          <ac:spMkLst>
            <pc:docMk/>
            <pc:sldMk cId="2832277328" sldId="297"/>
            <ac:spMk id="3" creationId="{2ED27342-B019-4230-BC68-60F4E0ADF16D}"/>
          </ac:spMkLst>
        </pc:spChg>
        <pc:spChg chg="add del mod">
          <ac:chgData name="Sam O’Neil" userId="cb323814-a42a-4cfe-bc74-03f595e56f6e" providerId="ADAL" clId="{DE5EAD64-A71D-4D3A-B780-F51017BF4B50}" dt="2019-10-30T11:34:56.778" v="774" actId="478"/>
          <ac:spMkLst>
            <pc:docMk/>
            <pc:sldMk cId="2832277328" sldId="297"/>
            <ac:spMk id="5" creationId="{41412BDB-32E9-4F66-B164-C4937117C614}"/>
          </ac:spMkLst>
        </pc:spChg>
        <pc:spChg chg="mod">
          <ac:chgData name="Sam O’Neil" userId="cb323814-a42a-4cfe-bc74-03f595e56f6e" providerId="ADAL" clId="{DE5EAD64-A71D-4D3A-B780-F51017BF4B50}" dt="2019-10-30T11:33:35.826" v="772" actId="20577"/>
          <ac:spMkLst>
            <pc:docMk/>
            <pc:sldMk cId="2832277328" sldId="297"/>
            <ac:spMk id="6" creationId="{DB57E94D-7ABF-4564-B18E-07C64105872B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8" creationId="{909BE875-AED9-4B43-8405-70C75D23CE50}"/>
          </ac:spMkLst>
        </pc:spChg>
        <pc:spChg chg="del">
          <ac:chgData name="Sam O’Neil" userId="cb323814-a42a-4cfe-bc74-03f595e56f6e" providerId="ADAL" clId="{DE5EAD64-A71D-4D3A-B780-F51017BF4B50}" dt="2019-10-30T11:34:56.778" v="774" actId="478"/>
          <ac:spMkLst>
            <pc:docMk/>
            <pc:sldMk cId="2832277328" sldId="297"/>
            <ac:spMk id="9" creationId="{2A39D913-DBA6-41A7-A6FF-04DADB6B0718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0" creationId="{1E4B6D9F-40C1-4F8A-8A0C-65E39ED83B22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1" creationId="{6A0E30B0-14A1-4354-AB88-EAADC51F6254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2" creationId="{F33454BB-1A11-45E6-8C64-7ECE7B3FD3B9}"/>
          </ac:spMkLst>
        </pc:spChg>
        <pc:spChg chg="add mod">
          <ac:chgData name="Sam O’Neil" userId="cb323814-a42a-4cfe-bc74-03f595e56f6e" providerId="ADAL" clId="{DE5EAD64-A71D-4D3A-B780-F51017BF4B50}" dt="2019-10-30T11:55:22.440" v="1056" actId="20577"/>
          <ac:spMkLst>
            <pc:docMk/>
            <pc:sldMk cId="2832277328" sldId="297"/>
            <ac:spMk id="13" creationId="{28E8D87E-4888-4322-899C-5B4B73531CE1}"/>
          </ac:spMkLst>
        </pc:spChg>
        <pc:spChg chg="add mod">
          <ac:chgData name="Sam O’Neil" userId="cb323814-a42a-4cfe-bc74-03f595e56f6e" providerId="ADAL" clId="{DE5EAD64-A71D-4D3A-B780-F51017BF4B50}" dt="2019-10-30T11:55:25.595" v="1058" actId="20577"/>
          <ac:spMkLst>
            <pc:docMk/>
            <pc:sldMk cId="2832277328" sldId="297"/>
            <ac:spMk id="14" creationId="{50F3A4E8-F3FA-420B-B707-772125EB726F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5" creationId="{FB2D377C-9063-4BA8-8E03-1A4D97C01BE0}"/>
          </ac:spMkLst>
        </pc:spChg>
        <pc:spChg chg="add">
          <ac:chgData name="Sam O’Neil" userId="cb323814-a42a-4cfe-bc74-03f595e56f6e" providerId="ADAL" clId="{DE5EAD64-A71D-4D3A-B780-F51017BF4B50}" dt="2019-10-30T11:34:58.465" v="775"/>
          <ac:spMkLst>
            <pc:docMk/>
            <pc:sldMk cId="2832277328" sldId="297"/>
            <ac:spMk id="16" creationId="{A131E75D-2538-4342-A4B9-EF964DBDB385}"/>
          </ac:spMkLst>
        </pc:spChg>
        <pc:grpChg chg="add">
          <ac:chgData name="Sam O’Neil" userId="cb323814-a42a-4cfe-bc74-03f595e56f6e" providerId="ADAL" clId="{DE5EAD64-A71D-4D3A-B780-F51017BF4B50}" dt="2019-10-30T11:34:58.465" v="775"/>
          <ac:grpSpMkLst>
            <pc:docMk/>
            <pc:sldMk cId="2832277328" sldId="297"/>
            <ac:grpSpMk id="17" creationId="{C7550956-F06E-4B25-91B5-4F3A4E6A07F2}"/>
          </ac:grpSpMkLst>
        </pc:grpChg>
      </pc:sldChg>
      <pc:sldChg chg="addSp delSp modSp add modAnim">
        <pc:chgData name="Sam O’Neil" userId="cb323814-a42a-4cfe-bc74-03f595e56f6e" providerId="ADAL" clId="{DE5EAD64-A71D-4D3A-B780-F51017BF4B50}" dt="2019-10-31T12:24:58.333" v="5367" actId="20577"/>
        <pc:sldMkLst>
          <pc:docMk/>
          <pc:sldMk cId="297669834" sldId="298"/>
        </pc:sldMkLst>
        <pc:spChg chg="add del mod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3" creationId="{F2540BDB-76A5-434D-B327-0F3057348DC8}"/>
          </ac:spMkLst>
        </pc:spChg>
        <pc:spChg chg="add mod">
          <ac:chgData name="Sam O’Neil" userId="cb323814-a42a-4cfe-bc74-03f595e56f6e" providerId="ADAL" clId="{DE5EAD64-A71D-4D3A-B780-F51017BF4B50}" dt="2019-10-30T11:45:29.973" v="986" actId="20577"/>
          <ac:spMkLst>
            <pc:docMk/>
            <pc:sldMk cId="297669834" sldId="298"/>
            <ac:spMk id="4" creationId="{4F37846F-943D-4BF2-B269-643BE66BF636}"/>
          </ac:spMkLst>
        </pc:spChg>
        <pc:spChg chg="add mod">
          <ac:chgData name="Sam O’Neil" userId="cb323814-a42a-4cfe-bc74-03f595e56f6e" providerId="ADAL" clId="{DE5EAD64-A71D-4D3A-B780-F51017BF4B50}" dt="2019-10-30T11:44:06.095" v="949" actId="1076"/>
          <ac:spMkLst>
            <pc:docMk/>
            <pc:sldMk cId="297669834" sldId="298"/>
            <ac:spMk id="5" creationId="{9DB4BF9A-C329-400F-AE3F-748A9A8F87B1}"/>
          </ac:spMkLst>
        </pc:spChg>
        <pc:spChg chg="del">
          <ac:chgData name="Sam O’Neil" userId="cb323814-a42a-4cfe-bc74-03f595e56f6e" providerId="ADAL" clId="{DE5EAD64-A71D-4D3A-B780-F51017BF4B50}" dt="2019-10-30T11:39:30.369" v="777" actId="478"/>
          <ac:spMkLst>
            <pc:docMk/>
            <pc:sldMk cId="297669834" sldId="298"/>
            <ac:spMk id="8" creationId="{909BE875-AED9-4B43-8405-70C75D23CE50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0" creationId="{1E4B6D9F-40C1-4F8A-8A0C-65E39ED83B22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1" creationId="{6A0E30B0-14A1-4354-AB88-EAADC51F6254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2" creationId="{F33454BB-1A11-45E6-8C64-7ECE7B3FD3B9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3" creationId="{28E8D87E-4888-4322-899C-5B4B73531CE1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4" creationId="{50F3A4E8-F3FA-420B-B707-772125EB726F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5" creationId="{FB2D377C-9063-4BA8-8E03-1A4D97C01BE0}"/>
          </ac:spMkLst>
        </pc:spChg>
        <pc:spChg chg="del">
          <ac:chgData name="Sam O’Neil" userId="cb323814-a42a-4cfe-bc74-03f595e56f6e" providerId="ADAL" clId="{DE5EAD64-A71D-4D3A-B780-F51017BF4B50}" dt="2019-10-30T11:39:34.530" v="778" actId="478"/>
          <ac:spMkLst>
            <pc:docMk/>
            <pc:sldMk cId="297669834" sldId="298"/>
            <ac:spMk id="16" creationId="{A131E75D-2538-4342-A4B9-EF964DBDB385}"/>
          </ac:spMkLst>
        </pc:spChg>
        <pc:spChg chg="add del mod">
          <ac:chgData name="Sam O’Neil" userId="cb323814-a42a-4cfe-bc74-03f595e56f6e" providerId="ADAL" clId="{DE5EAD64-A71D-4D3A-B780-F51017BF4B50}" dt="2019-10-30T11:44:21.709" v="952" actId="478"/>
          <ac:spMkLst>
            <pc:docMk/>
            <pc:sldMk cId="297669834" sldId="298"/>
            <ac:spMk id="21" creationId="{60280497-D57B-4640-BCE9-03ABE163B441}"/>
          </ac:spMkLst>
        </pc:spChg>
        <pc:spChg chg="add mod">
          <ac:chgData name="Sam O’Neil" userId="cb323814-a42a-4cfe-bc74-03f595e56f6e" providerId="ADAL" clId="{DE5EAD64-A71D-4D3A-B780-F51017BF4B50}" dt="2019-10-31T12:24:58.333" v="5367" actId="20577"/>
          <ac:spMkLst>
            <pc:docMk/>
            <pc:sldMk cId="297669834" sldId="298"/>
            <ac:spMk id="22" creationId="{19A3DC00-F0F5-4906-ADFA-EBD1C1CA722E}"/>
          </ac:spMkLst>
        </pc:spChg>
        <pc:grpChg chg="del">
          <ac:chgData name="Sam O’Neil" userId="cb323814-a42a-4cfe-bc74-03f595e56f6e" providerId="ADAL" clId="{DE5EAD64-A71D-4D3A-B780-F51017BF4B50}" dt="2019-10-30T11:39:34.530" v="778" actId="478"/>
          <ac:grpSpMkLst>
            <pc:docMk/>
            <pc:sldMk cId="297669834" sldId="298"/>
            <ac:grpSpMk id="17" creationId="{C7550956-F06E-4B25-91B5-4F3A4E6A07F2}"/>
          </ac:grpSpMkLst>
        </pc:grpChg>
        <pc:graphicFrameChg chg="add mod modGraphic">
          <ac:chgData name="Sam O’Neil" userId="cb323814-a42a-4cfe-bc74-03f595e56f6e" providerId="ADAL" clId="{DE5EAD64-A71D-4D3A-B780-F51017BF4B50}" dt="2019-10-30T11:55:29.242" v="1062" actId="20577"/>
          <ac:graphicFrameMkLst>
            <pc:docMk/>
            <pc:sldMk cId="297669834" sldId="298"/>
            <ac:graphicFrameMk id="20" creationId="{C6238E36-F671-44E2-A37A-C7A91B3D9288}"/>
          </ac:graphicFrameMkLst>
        </pc:graphicFrameChg>
      </pc:sldChg>
      <pc:sldChg chg="del">
        <pc:chgData name="Sam O’Neil" userId="cb323814-a42a-4cfe-bc74-03f595e56f6e" providerId="ADAL" clId="{DE5EAD64-A71D-4D3A-B780-F51017BF4B50}" dt="2019-10-30T11:19:36.711" v="219" actId="2696"/>
        <pc:sldMkLst>
          <pc:docMk/>
          <pc:sldMk cId="2305522028" sldId="298"/>
        </pc:sldMkLst>
      </pc:sldChg>
      <pc:sldChg chg="del">
        <pc:chgData name="Sam O’Neil" userId="cb323814-a42a-4cfe-bc74-03f595e56f6e" providerId="ADAL" clId="{DE5EAD64-A71D-4D3A-B780-F51017BF4B50}" dt="2019-10-30T11:19:38.565" v="225" actId="2696"/>
        <pc:sldMkLst>
          <pc:docMk/>
          <pc:sldMk cId="1859362518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07.851" v="4042"/>
        <pc:sldMkLst>
          <pc:docMk/>
          <pc:sldMk cId="1906797595" sldId="299"/>
        </pc:sldMkLst>
        <pc:spChg chg="mod">
          <ac:chgData name="Sam O’Neil" userId="cb323814-a42a-4cfe-bc74-03f595e56f6e" providerId="ADAL" clId="{DE5EAD64-A71D-4D3A-B780-F51017BF4B50}" dt="2019-10-30T11:46:51.299" v="1032" actId="1076"/>
          <ac:spMkLst>
            <pc:docMk/>
            <pc:sldMk cId="1906797595" sldId="299"/>
            <ac:spMk id="4" creationId="{4F37846F-943D-4BF2-B269-643BE66BF636}"/>
          </ac:spMkLst>
        </pc:spChg>
        <pc:spChg chg="del">
          <ac:chgData name="Sam O’Neil" userId="cb323814-a42a-4cfe-bc74-03f595e56f6e" providerId="ADAL" clId="{DE5EAD64-A71D-4D3A-B780-F51017BF4B50}" dt="2019-10-30T11:46:39.641" v="1018" actId="478"/>
          <ac:spMkLst>
            <pc:docMk/>
            <pc:sldMk cId="1906797595" sldId="299"/>
            <ac:spMk id="5" creationId="{9DB4BF9A-C329-400F-AE3F-748A9A8F87B1}"/>
          </ac:spMkLst>
        </pc:spChg>
        <pc:spChg chg="mod">
          <ac:chgData name="Sam O’Neil" userId="cb323814-a42a-4cfe-bc74-03f595e56f6e" providerId="ADAL" clId="{DE5EAD64-A71D-4D3A-B780-F51017BF4B50}" dt="2019-10-30T11:45:44.169" v="1002" actId="20577"/>
          <ac:spMkLst>
            <pc:docMk/>
            <pc:sldMk cId="1906797595" sldId="299"/>
            <ac:spMk id="6" creationId="{DB57E94D-7ABF-4564-B18E-07C64105872B}"/>
          </ac:spMkLst>
        </pc:spChg>
        <pc:spChg chg="del">
          <ac:chgData name="Sam O’Neil" userId="cb323814-a42a-4cfe-bc74-03f595e56f6e" providerId="ADAL" clId="{DE5EAD64-A71D-4D3A-B780-F51017BF4B50}" dt="2019-10-30T11:46:53.755" v="1033" actId="478"/>
          <ac:spMkLst>
            <pc:docMk/>
            <pc:sldMk cId="1906797595" sldId="299"/>
            <ac:spMk id="22" creationId="{19A3DC00-F0F5-4906-ADFA-EBD1C1CA722E}"/>
          </ac:spMkLst>
        </pc:spChg>
        <pc:graphicFrameChg chg="add mod modGraphic">
          <ac:chgData name="Sam O’Neil" userId="cb323814-a42a-4cfe-bc74-03f595e56f6e" providerId="ADAL" clId="{DE5EAD64-A71D-4D3A-B780-F51017BF4B50}" dt="2019-10-30T11:56:06.483" v="1071" actId="1076"/>
          <ac:graphicFrameMkLst>
            <pc:docMk/>
            <pc:sldMk cId="1906797595" sldId="299"/>
            <ac:graphicFrameMk id="7" creationId="{C9986D5A-6EE9-4558-9842-A7DCFC713A7A}"/>
          </ac:graphicFrameMkLst>
        </pc:graphicFrameChg>
        <pc:graphicFrameChg chg="del mod modGraphic">
          <ac:chgData name="Sam O’Neil" userId="cb323814-a42a-4cfe-bc74-03f595e56f6e" providerId="ADAL" clId="{DE5EAD64-A71D-4D3A-B780-F51017BF4B50}" dt="2019-10-30T11:50:15.832" v="1045" actId="478"/>
          <ac:graphicFrameMkLst>
            <pc:docMk/>
            <pc:sldMk cId="1906797595" sldId="299"/>
            <ac:graphicFrameMk id="20" creationId="{C6238E36-F671-44E2-A37A-C7A91B3D9288}"/>
          </ac:graphicFrameMkLst>
        </pc:graphicFrameChg>
        <pc:picChg chg="add del mod">
          <ac:chgData name="Sam O’Neil" userId="cb323814-a42a-4cfe-bc74-03f595e56f6e" providerId="ADAL" clId="{DE5EAD64-A71D-4D3A-B780-F51017BF4B50}" dt="2019-10-30T11:56:54.343" v="1075" actId="478"/>
          <ac:picMkLst>
            <pc:docMk/>
            <pc:sldMk cId="1906797595" sldId="299"/>
            <ac:picMk id="2" creationId="{02139078-7D64-43C3-AAE8-43BD8A74E398}"/>
          </ac:picMkLst>
        </pc:picChg>
        <pc:picChg chg="add del mod">
          <ac:chgData name="Sam O’Neil" userId="cb323814-a42a-4cfe-bc74-03f595e56f6e" providerId="ADAL" clId="{DE5EAD64-A71D-4D3A-B780-F51017BF4B50}" dt="2019-10-30T11:57:12.970" v="1078" actId="478"/>
          <ac:picMkLst>
            <pc:docMk/>
            <pc:sldMk cId="1906797595" sldId="299"/>
            <ac:picMk id="3" creationId="{6A8325FD-C227-4267-A4C6-8DA6ACCBE7F5}"/>
          </ac:picMkLst>
        </pc:picChg>
        <pc:picChg chg="add mod">
          <ac:chgData name="Sam O’Neil" userId="cb323814-a42a-4cfe-bc74-03f595e56f6e" providerId="ADAL" clId="{DE5EAD64-A71D-4D3A-B780-F51017BF4B50}" dt="2019-10-30T11:57:21.084" v="1082" actId="14100"/>
          <ac:picMkLst>
            <pc:docMk/>
            <pc:sldMk cId="1906797595" sldId="299"/>
            <ac:picMk id="8" creationId="{935D2647-3F9E-4846-A934-A56D77D84165}"/>
          </ac:picMkLst>
        </pc:picChg>
      </pc:sldChg>
      <pc:sldChg chg="addSp delSp modSp add delAnim modAnim">
        <pc:chgData name="Sam O’Neil" userId="cb323814-a42a-4cfe-bc74-03f595e56f6e" providerId="ADAL" clId="{DE5EAD64-A71D-4D3A-B780-F51017BF4B50}" dt="2019-10-30T16:35:21.596" v="4046"/>
        <pc:sldMkLst>
          <pc:docMk/>
          <pc:sldMk cId="2713656048" sldId="300"/>
        </pc:sldMkLst>
        <pc:spChg chg="del">
          <ac:chgData name="Sam O’Neil" userId="cb323814-a42a-4cfe-bc74-03f595e56f6e" providerId="ADAL" clId="{DE5EAD64-A71D-4D3A-B780-F51017BF4B50}" dt="2019-10-30T12:00:11.784" v="1104" actId="478"/>
          <ac:spMkLst>
            <pc:docMk/>
            <pc:sldMk cId="2713656048" sldId="300"/>
            <ac:spMk id="4" creationId="{4F37846F-943D-4BF2-B269-643BE66BF636}"/>
          </ac:spMkLst>
        </pc:spChg>
        <pc:spChg chg="mod">
          <ac:chgData name="Sam O’Neil" userId="cb323814-a42a-4cfe-bc74-03f595e56f6e" providerId="ADAL" clId="{DE5EAD64-A71D-4D3A-B780-F51017BF4B50}" dt="2019-10-30T12:01:41.232" v="1156" actId="20577"/>
          <ac:spMkLst>
            <pc:docMk/>
            <pc:sldMk cId="2713656048" sldId="300"/>
            <ac:spMk id="6" creationId="{DB57E94D-7ABF-4564-B18E-07C64105872B}"/>
          </ac:spMkLst>
        </pc:spChg>
        <pc:spChg chg="add mod">
          <ac:chgData name="Sam O’Neil" userId="cb323814-a42a-4cfe-bc74-03f595e56f6e" providerId="ADAL" clId="{DE5EAD64-A71D-4D3A-B780-F51017BF4B50}" dt="2019-10-30T12:04:57.003" v="1258" actId="404"/>
          <ac:spMkLst>
            <pc:docMk/>
            <pc:sldMk cId="2713656048" sldId="300"/>
            <ac:spMk id="9" creationId="{F61A3B54-7426-4472-B580-E94AB5BFF295}"/>
          </ac:spMkLst>
        </pc:spChg>
        <pc:graphicFrameChg chg="add mod modGraphic">
          <ac:chgData name="Sam O’Neil" userId="cb323814-a42a-4cfe-bc74-03f595e56f6e" providerId="ADAL" clId="{DE5EAD64-A71D-4D3A-B780-F51017BF4B50}" dt="2019-10-30T12:05:00.150" v="1259" actId="1076"/>
          <ac:graphicFrameMkLst>
            <pc:docMk/>
            <pc:sldMk cId="2713656048" sldId="300"/>
            <ac:graphicFrameMk id="2" creationId="{38A27961-09A4-4B98-B611-77D2EC878B16}"/>
          </ac:graphicFrameMkLst>
        </pc:graphicFrameChg>
        <pc:graphicFrameChg chg="del">
          <ac:chgData name="Sam O’Neil" userId="cb323814-a42a-4cfe-bc74-03f595e56f6e" providerId="ADAL" clId="{DE5EAD64-A71D-4D3A-B780-F51017BF4B50}" dt="2019-10-30T12:00:11.784" v="1104" actId="478"/>
          <ac:graphicFrameMkLst>
            <pc:docMk/>
            <pc:sldMk cId="2713656048" sldId="300"/>
            <ac:graphicFrameMk id="7" creationId="{C9986D5A-6EE9-4558-9842-A7DCFC713A7A}"/>
          </ac:graphicFrameMkLst>
        </pc:graphicFrameChg>
        <pc:picChg chg="del">
          <ac:chgData name="Sam O’Neil" userId="cb323814-a42a-4cfe-bc74-03f595e56f6e" providerId="ADAL" clId="{DE5EAD64-A71D-4D3A-B780-F51017BF4B50}" dt="2019-10-30T12:00:12.856" v="1105" actId="478"/>
          <ac:picMkLst>
            <pc:docMk/>
            <pc:sldMk cId="2713656048" sldId="300"/>
            <ac:picMk id="8" creationId="{935D2647-3F9E-4846-A934-A56D77D84165}"/>
          </ac:picMkLst>
        </pc:picChg>
      </pc:sldChg>
      <pc:sldChg chg="addSp delSp modSp add delAnim modAnim">
        <pc:chgData name="Sam O’Neil" userId="cb323814-a42a-4cfe-bc74-03f595e56f6e" providerId="ADAL" clId="{DE5EAD64-A71D-4D3A-B780-F51017BF4B50}" dt="2019-10-30T19:28:28.392" v="5079" actId="20577"/>
        <pc:sldMkLst>
          <pc:docMk/>
          <pc:sldMk cId="3770277498" sldId="301"/>
        </pc:sldMkLst>
        <pc:spChg chg="add mod">
          <ac:chgData name="Sam O’Neil" userId="cb323814-a42a-4cfe-bc74-03f595e56f6e" providerId="ADAL" clId="{DE5EAD64-A71D-4D3A-B780-F51017BF4B50}" dt="2019-10-30T19:28:28.392" v="5079" actId="20577"/>
          <ac:spMkLst>
            <pc:docMk/>
            <pc:sldMk cId="3770277498" sldId="301"/>
            <ac:spMk id="8" creationId="{5335FE97-3CD3-48BC-A4D9-430DE6A1AE72}"/>
          </ac:spMkLst>
        </pc:spChg>
        <pc:spChg chg="mod">
          <ac:chgData name="Sam O’Neil" userId="cb323814-a42a-4cfe-bc74-03f595e56f6e" providerId="ADAL" clId="{DE5EAD64-A71D-4D3A-B780-F51017BF4B50}" dt="2019-10-30T19:27:24.014" v="4964" actId="1076"/>
          <ac:spMkLst>
            <pc:docMk/>
            <pc:sldMk cId="3770277498" sldId="301"/>
            <ac:spMk id="9" creationId="{F61A3B54-7426-4472-B580-E94AB5BFF295}"/>
          </ac:spMkLst>
        </pc:spChg>
        <pc:graphicFrameChg chg="mod">
          <ac:chgData name="Sam O’Neil" userId="cb323814-a42a-4cfe-bc74-03f595e56f6e" providerId="ADAL" clId="{DE5EAD64-A71D-4D3A-B780-F51017BF4B50}" dt="2019-10-30T12:07:02.096" v="1299" actId="1076"/>
          <ac:graphicFrameMkLst>
            <pc:docMk/>
            <pc:sldMk cId="3770277498" sldId="301"/>
            <ac:graphicFrameMk id="2" creationId="{38A27961-09A4-4B98-B611-77D2EC878B16}"/>
          </ac:graphicFrameMkLst>
        </pc:graphicFrameChg>
        <pc:picChg chg="add del mod">
          <ac:chgData name="Sam O’Neil" userId="cb323814-a42a-4cfe-bc74-03f595e56f6e" providerId="ADAL" clId="{DE5EAD64-A71D-4D3A-B780-F51017BF4B50}" dt="2019-10-30T19:23:52.849" v="4961" actId="478"/>
          <ac:picMkLst>
            <pc:docMk/>
            <pc:sldMk cId="3770277498" sldId="301"/>
            <ac:picMk id="3" creationId="{3BB10B57-2CEF-4A38-BA53-79A17C292447}"/>
          </ac:picMkLst>
        </pc:picChg>
        <pc:picChg chg="add del mod">
          <ac:chgData name="Sam O’Neil" userId="cb323814-a42a-4cfe-bc74-03f595e56f6e" providerId="ADAL" clId="{DE5EAD64-A71D-4D3A-B780-F51017BF4B50}" dt="2019-10-30T12:06:53.804" v="1295" actId="478"/>
          <ac:picMkLst>
            <pc:docMk/>
            <pc:sldMk cId="3770277498" sldId="301"/>
            <ac:picMk id="1026" creationId="{C5DC647B-7753-483A-95CA-FCF230669F8A}"/>
          </ac:picMkLst>
        </pc:picChg>
        <pc:inkChg chg="add">
          <ac:chgData name="Sam O’Neil" userId="cb323814-a42a-4cfe-bc74-03f595e56f6e" providerId="ADAL" clId="{DE5EAD64-A71D-4D3A-B780-F51017BF4B50}" dt="2019-10-30T19:23:35.857" v="4960"/>
          <ac:inkMkLst>
            <pc:docMk/>
            <pc:sldMk cId="3770277498" sldId="301"/>
            <ac:inkMk id="4" creationId="{8A47A545-4FCA-4A0D-833C-65851C26DFD0}"/>
          </ac:inkMkLst>
        </pc:inkChg>
        <pc:inkChg chg="add">
          <ac:chgData name="Sam O’Neil" userId="cb323814-a42a-4cfe-bc74-03f595e56f6e" providerId="ADAL" clId="{DE5EAD64-A71D-4D3A-B780-F51017BF4B50}" dt="2019-10-30T19:26:22.015" v="4962"/>
          <ac:inkMkLst>
            <pc:docMk/>
            <pc:sldMk cId="3770277498" sldId="301"/>
            <ac:inkMk id="5" creationId="{8FBE36DD-E342-4523-B242-9FCAE1B5CCB6}"/>
          </ac:inkMkLst>
        </pc:inkChg>
      </pc:sldChg>
      <pc:sldChg chg="addSp delSp modSp add modAnim">
        <pc:chgData name="Sam O’Neil" userId="cb323814-a42a-4cfe-bc74-03f595e56f6e" providerId="ADAL" clId="{DE5EAD64-A71D-4D3A-B780-F51017BF4B50}" dt="2019-10-30T19:30:16.983" v="5080" actId="478"/>
        <pc:sldMkLst>
          <pc:docMk/>
          <pc:sldMk cId="4108896939" sldId="302"/>
        </pc:sldMkLst>
        <pc:spChg chg="add mod">
          <ac:chgData name="Sam O’Neil" userId="cb323814-a42a-4cfe-bc74-03f595e56f6e" providerId="ADAL" clId="{DE5EAD64-A71D-4D3A-B780-F51017BF4B50}" dt="2019-10-30T12:17:52.636" v="1805" actId="1076"/>
          <ac:spMkLst>
            <pc:docMk/>
            <pc:sldMk cId="4108896939" sldId="302"/>
            <ac:spMk id="5" creationId="{1E712F17-711D-489F-997B-7EE688F7E743}"/>
          </ac:spMkLst>
        </pc:spChg>
        <pc:spChg chg="del">
          <ac:chgData name="Sam O’Neil" userId="cb323814-a42a-4cfe-bc74-03f595e56f6e" providerId="ADAL" clId="{DE5EAD64-A71D-4D3A-B780-F51017BF4B50}" dt="2019-10-30T12:07:45.301" v="1313" actId="478"/>
          <ac:spMkLst>
            <pc:docMk/>
            <pc:sldMk cId="4108896939" sldId="302"/>
            <ac:spMk id="9" creationId="{F61A3B54-7426-4472-B580-E94AB5BFF295}"/>
          </ac:spMkLst>
        </pc:spChg>
        <pc:graphicFrameChg chg="mod modGraphic">
          <ac:chgData name="Sam O’Neil" userId="cb323814-a42a-4cfe-bc74-03f595e56f6e" providerId="ADAL" clId="{DE5EAD64-A71D-4D3A-B780-F51017BF4B50}" dt="2019-10-30T12:08:20.531" v="1324" actId="1076"/>
          <ac:graphicFrameMkLst>
            <pc:docMk/>
            <pc:sldMk cId="4108896939" sldId="302"/>
            <ac:graphicFrameMk id="2" creationId="{38A27961-09A4-4B98-B611-77D2EC878B16}"/>
          </ac:graphicFrameMkLst>
        </pc:graphicFrameChg>
        <pc:picChg chg="del mod">
          <ac:chgData name="Sam O’Neil" userId="cb323814-a42a-4cfe-bc74-03f595e56f6e" providerId="ADAL" clId="{DE5EAD64-A71D-4D3A-B780-F51017BF4B50}" dt="2019-10-30T19:30:16.983" v="5080" actId="478"/>
          <ac:picMkLst>
            <pc:docMk/>
            <pc:sldMk cId="4108896939" sldId="302"/>
            <ac:picMk id="3" creationId="{3BB10B57-2CEF-4A38-BA53-79A17C292447}"/>
          </ac:picMkLst>
        </pc:picChg>
      </pc:sldChg>
      <pc:sldChg chg="delSp modSp add modAnim">
        <pc:chgData name="Sam O’Neil" userId="cb323814-a42a-4cfe-bc74-03f595e56f6e" providerId="ADAL" clId="{DE5EAD64-A71D-4D3A-B780-F51017BF4B50}" dt="2019-10-30T20:04:28.237" v="5081" actId="478"/>
        <pc:sldMkLst>
          <pc:docMk/>
          <pc:sldMk cId="1996427595" sldId="303"/>
        </pc:sldMkLst>
        <pc:spChg chg="mod">
          <ac:chgData name="Sam O’Neil" userId="cb323814-a42a-4cfe-bc74-03f595e56f6e" providerId="ADAL" clId="{DE5EAD64-A71D-4D3A-B780-F51017BF4B50}" dt="2019-10-30T12:18:19.517" v="1813" actId="20577"/>
          <ac:spMkLst>
            <pc:docMk/>
            <pc:sldMk cId="1996427595" sldId="303"/>
            <ac:spMk id="5" creationId="{1E712F17-711D-489F-997B-7EE688F7E743}"/>
          </ac:spMkLst>
        </pc:spChg>
        <pc:picChg chg="del">
          <ac:chgData name="Sam O’Neil" userId="cb323814-a42a-4cfe-bc74-03f595e56f6e" providerId="ADAL" clId="{DE5EAD64-A71D-4D3A-B780-F51017BF4B50}" dt="2019-10-30T20:04:28.237" v="5081" actId="478"/>
          <ac:picMkLst>
            <pc:docMk/>
            <pc:sldMk cId="1996427595" sldId="303"/>
            <ac:picMk id="3" creationId="{3BB10B57-2CEF-4A38-BA53-79A17C292447}"/>
          </ac:picMkLst>
        </pc:picChg>
      </pc:sldChg>
      <pc:sldChg chg="delSp modSp add modAnim">
        <pc:chgData name="Sam O’Neil" userId="cb323814-a42a-4cfe-bc74-03f595e56f6e" providerId="ADAL" clId="{DE5EAD64-A71D-4D3A-B780-F51017BF4B50}" dt="2019-10-30T20:04:48.515" v="5082" actId="478"/>
        <pc:sldMkLst>
          <pc:docMk/>
          <pc:sldMk cId="4209174142" sldId="304"/>
        </pc:sldMkLst>
        <pc:spChg chg="mod">
          <ac:chgData name="Sam O’Neil" userId="cb323814-a42a-4cfe-bc74-03f595e56f6e" providerId="ADAL" clId="{DE5EAD64-A71D-4D3A-B780-F51017BF4B50}" dt="2019-10-30T12:21:17.827" v="1896" actId="20577"/>
          <ac:spMkLst>
            <pc:docMk/>
            <pc:sldMk cId="4209174142" sldId="304"/>
            <ac:spMk id="5" creationId="{1E712F17-711D-489F-997B-7EE688F7E743}"/>
          </ac:spMkLst>
        </pc:spChg>
        <pc:picChg chg="del">
          <ac:chgData name="Sam O’Neil" userId="cb323814-a42a-4cfe-bc74-03f595e56f6e" providerId="ADAL" clId="{DE5EAD64-A71D-4D3A-B780-F51017BF4B50}" dt="2019-10-30T20:04:48.515" v="5082" actId="478"/>
          <ac:picMkLst>
            <pc:docMk/>
            <pc:sldMk cId="4209174142" sldId="304"/>
            <ac:picMk id="3" creationId="{3BB10B57-2CEF-4A38-BA53-79A17C292447}"/>
          </ac:picMkLst>
        </pc:picChg>
      </pc:sldChg>
      <pc:sldChg chg="addSp delSp modSp add">
        <pc:chgData name="Sam O’Neil" userId="cb323814-a42a-4cfe-bc74-03f595e56f6e" providerId="ADAL" clId="{DE5EAD64-A71D-4D3A-B780-F51017BF4B50}" dt="2019-10-30T12:28:38.581" v="2155" actId="20577"/>
        <pc:sldMkLst>
          <pc:docMk/>
          <pc:sldMk cId="395634434" sldId="305"/>
        </pc:sldMkLst>
        <pc:spChg chg="mod">
          <ac:chgData name="Sam O’Neil" userId="cb323814-a42a-4cfe-bc74-03f595e56f6e" providerId="ADAL" clId="{DE5EAD64-A71D-4D3A-B780-F51017BF4B50}" dt="2019-10-30T12:20:34.075" v="1872" actId="6549"/>
          <ac:spMkLst>
            <pc:docMk/>
            <pc:sldMk cId="395634434" sldId="305"/>
            <ac:spMk id="5" creationId="{1E712F17-711D-489F-997B-7EE688F7E743}"/>
          </ac:spMkLst>
        </pc:spChg>
        <pc:spChg chg="add mod">
          <ac:chgData name="Sam O’Neil" userId="cb323814-a42a-4cfe-bc74-03f595e56f6e" providerId="ADAL" clId="{DE5EAD64-A71D-4D3A-B780-F51017BF4B50}" dt="2019-10-30T12:28:38.581" v="2155" actId="20577"/>
          <ac:spMkLst>
            <pc:docMk/>
            <pc:sldMk cId="395634434" sldId="305"/>
            <ac:spMk id="7" creationId="{22FA12C9-F212-4EB6-8B38-9DD0BD7EBE93}"/>
          </ac:spMkLst>
        </pc:spChg>
        <pc:graphicFrameChg chg="del">
          <ac:chgData name="Sam O’Neil" userId="cb323814-a42a-4cfe-bc74-03f595e56f6e" providerId="ADAL" clId="{DE5EAD64-A71D-4D3A-B780-F51017BF4B50}" dt="2019-10-30T12:20:44.362" v="1873" actId="478"/>
          <ac:graphicFrameMkLst>
            <pc:docMk/>
            <pc:sldMk cId="395634434" sldId="305"/>
            <ac:graphicFrameMk id="2" creationId="{38A27961-09A4-4B98-B611-77D2EC878B16}"/>
          </ac:graphicFrameMkLst>
        </pc:graphicFrameChg>
        <pc:picChg chg="del">
          <ac:chgData name="Sam O’Neil" userId="cb323814-a42a-4cfe-bc74-03f595e56f6e" providerId="ADAL" clId="{DE5EAD64-A71D-4D3A-B780-F51017BF4B50}" dt="2019-10-30T12:20:45.889" v="1874" actId="478"/>
          <ac:picMkLst>
            <pc:docMk/>
            <pc:sldMk cId="395634434" sldId="305"/>
            <ac:picMk id="3" creationId="{3BB10B57-2CEF-4A38-BA53-79A17C292447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05:10.854" v="5083"/>
        <pc:sldMkLst>
          <pc:docMk/>
          <pc:sldMk cId="2246994295" sldId="306"/>
        </pc:sldMkLst>
        <pc:spChg chg="mod">
          <ac:chgData name="Sam O’Neil" userId="cb323814-a42a-4cfe-bc74-03f595e56f6e" providerId="ADAL" clId="{DE5EAD64-A71D-4D3A-B780-F51017BF4B50}" dt="2019-10-30T12:35:18.510" v="2276" actId="14100"/>
          <ac:spMkLst>
            <pc:docMk/>
            <pc:sldMk cId="2246994295" sldId="306"/>
            <ac:spMk id="5" creationId="{1E712F17-711D-489F-997B-7EE688F7E743}"/>
          </ac:spMkLst>
        </pc:spChg>
        <pc:graphicFrameChg chg="del">
          <ac:chgData name="Sam O’Neil" userId="cb323814-a42a-4cfe-bc74-03f595e56f6e" providerId="ADAL" clId="{DE5EAD64-A71D-4D3A-B780-F51017BF4B50}" dt="2019-10-30T12:32:52.567" v="2157" actId="478"/>
          <ac:graphicFrameMkLst>
            <pc:docMk/>
            <pc:sldMk cId="2246994295" sldId="306"/>
            <ac:graphicFrameMk id="2" creationId="{38A27961-09A4-4B98-B611-77D2EC878B16}"/>
          </ac:graphicFrameMkLst>
        </pc:graphicFrameChg>
        <pc:picChg chg="del">
          <ac:chgData name="Sam O’Neil" userId="cb323814-a42a-4cfe-bc74-03f595e56f6e" providerId="ADAL" clId="{DE5EAD64-A71D-4D3A-B780-F51017BF4B50}" dt="2019-10-30T12:32:53.697" v="2158" actId="478"/>
          <ac:picMkLst>
            <pc:docMk/>
            <pc:sldMk cId="2246994295" sldId="306"/>
            <ac:picMk id="3" creationId="{3BB10B57-2CEF-4A38-BA53-79A17C292447}"/>
          </ac:picMkLst>
        </pc:picChg>
        <pc:picChg chg="add del mod">
          <ac:chgData name="Sam O’Neil" userId="cb323814-a42a-4cfe-bc74-03f595e56f6e" providerId="ADAL" clId="{DE5EAD64-A71D-4D3A-B780-F51017BF4B50}" dt="2019-10-30T12:33:33.612" v="2167" actId="478"/>
          <ac:picMkLst>
            <pc:docMk/>
            <pc:sldMk cId="2246994295" sldId="306"/>
            <ac:picMk id="4" creationId="{3A24D132-B2FA-494D-8FE1-71DDFA5362BD}"/>
          </ac:picMkLst>
        </pc:picChg>
        <pc:picChg chg="add mod">
          <ac:chgData name="Sam O’Neil" userId="cb323814-a42a-4cfe-bc74-03f595e56f6e" providerId="ADAL" clId="{DE5EAD64-A71D-4D3A-B780-F51017BF4B50}" dt="2019-10-30T12:35:21.106" v="2277" actId="1076"/>
          <ac:picMkLst>
            <pc:docMk/>
            <pc:sldMk cId="2246994295" sldId="306"/>
            <ac:picMk id="7" creationId="{E5F8FFB2-46F6-462E-AA2A-CD8DFD78E6AB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35:44.929" v="5288" actId="20577"/>
        <pc:sldMkLst>
          <pc:docMk/>
          <pc:sldMk cId="1688978545" sldId="307"/>
        </pc:sldMkLst>
        <pc:spChg chg="del mod">
          <ac:chgData name="Sam O’Neil" userId="cb323814-a42a-4cfe-bc74-03f595e56f6e" providerId="ADAL" clId="{DE5EAD64-A71D-4D3A-B780-F51017BF4B50}" dt="2019-10-30T15:30:23.644" v="2978" actId="478"/>
          <ac:spMkLst>
            <pc:docMk/>
            <pc:sldMk cId="1688978545" sldId="307"/>
            <ac:spMk id="2" creationId="{390577A6-7936-41DD-B7AB-C71BF2B7E590}"/>
          </ac:spMkLst>
        </pc:spChg>
        <pc:spChg chg="mod">
          <ac:chgData name="Sam O’Neil" userId="cb323814-a42a-4cfe-bc74-03f595e56f6e" providerId="ADAL" clId="{DE5EAD64-A71D-4D3A-B780-F51017BF4B50}" dt="2019-10-30T20:35:44.929" v="5288" actId="20577"/>
          <ac:spMkLst>
            <pc:docMk/>
            <pc:sldMk cId="1688978545" sldId="307"/>
            <ac:spMk id="3" creationId="{87AAB4CA-C581-40AD-A67E-BBCA4F205206}"/>
          </ac:spMkLst>
        </pc:spChg>
        <pc:spChg chg="add mod">
          <ac:chgData name="Sam O’Neil" userId="cb323814-a42a-4cfe-bc74-03f595e56f6e" providerId="ADAL" clId="{DE5EAD64-A71D-4D3A-B780-F51017BF4B50}" dt="2019-10-30T15:30:25.860" v="2979"/>
          <ac:spMkLst>
            <pc:docMk/>
            <pc:sldMk cId="1688978545" sldId="307"/>
            <ac:spMk id="7" creationId="{1B876616-1C15-4AB5-BA64-DEC40A67D88E}"/>
          </ac:spMkLst>
        </pc:spChg>
        <pc:graphicFrameChg chg="add del">
          <ac:chgData name="Sam O’Neil" userId="cb323814-a42a-4cfe-bc74-03f595e56f6e" providerId="ADAL" clId="{DE5EAD64-A71D-4D3A-B780-F51017BF4B50}" dt="2019-10-30T15:23:05.622" v="2739" actId="478"/>
          <ac:graphicFrameMkLst>
            <pc:docMk/>
            <pc:sldMk cId="1688978545" sldId="307"/>
            <ac:graphicFrameMk id="4" creationId="{6F79AD82-CBF3-43BF-9A18-4C480C78AFE7}"/>
          </ac:graphicFrameMkLst>
        </pc:graphicFrameChg>
        <pc:graphicFrameChg chg="add del">
          <ac:chgData name="Sam O’Neil" userId="cb323814-a42a-4cfe-bc74-03f595e56f6e" providerId="ADAL" clId="{DE5EAD64-A71D-4D3A-B780-F51017BF4B50}" dt="2019-10-30T15:24:03.061" v="2742" actId="478"/>
          <ac:graphicFrameMkLst>
            <pc:docMk/>
            <pc:sldMk cId="1688978545" sldId="307"/>
            <ac:graphicFrameMk id="6" creationId="{A82EBD23-DC74-4B70-9E89-ACE0F9F55CDA}"/>
          </ac:graphicFrameMkLst>
        </pc:graphicFrameChg>
        <pc:graphicFrameChg chg="add">
          <ac:chgData name="Sam O’Neil" userId="cb323814-a42a-4cfe-bc74-03f595e56f6e" providerId="ADAL" clId="{DE5EAD64-A71D-4D3A-B780-F51017BF4B50}" dt="2019-10-30T16:10:12.919" v="3326"/>
          <ac:graphicFrameMkLst>
            <pc:docMk/>
            <pc:sldMk cId="1688978545" sldId="307"/>
            <ac:graphicFrameMk id="8" creationId="{7A841ABB-95A8-4FD4-919D-68E4E42027BD}"/>
          </ac:graphicFrameMkLst>
        </pc:graphicFrameChg>
      </pc:sldChg>
      <pc:sldChg chg="addSp delSp modSp add modAnim">
        <pc:chgData name="Sam O’Neil" userId="cb323814-a42a-4cfe-bc74-03f595e56f6e" providerId="ADAL" clId="{DE5EAD64-A71D-4D3A-B780-F51017BF4B50}" dt="2019-10-30T20:35:28.172" v="5280" actId="20577"/>
        <pc:sldMkLst>
          <pc:docMk/>
          <pc:sldMk cId="33109785" sldId="308"/>
        </pc:sldMkLst>
        <pc:spChg chg="del">
          <ac:chgData name="Sam O’Neil" userId="cb323814-a42a-4cfe-bc74-03f595e56f6e" providerId="ADAL" clId="{DE5EAD64-A71D-4D3A-B780-F51017BF4B50}" dt="2019-10-30T15:30:37.740" v="2982" actId="478"/>
          <ac:spMkLst>
            <pc:docMk/>
            <pc:sldMk cId="33109785" sldId="308"/>
            <ac:spMk id="2" creationId="{390577A6-7936-41DD-B7AB-C71BF2B7E590}"/>
          </ac:spMkLst>
        </pc:spChg>
        <pc:spChg chg="mod">
          <ac:chgData name="Sam O’Neil" userId="cb323814-a42a-4cfe-bc74-03f595e56f6e" providerId="ADAL" clId="{DE5EAD64-A71D-4D3A-B780-F51017BF4B50}" dt="2019-10-30T20:35:28.172" v="5280" actId="20577"/>
          <ac:spMkLst>
            <pc:docMk/>
            <pc:sldMk cId="33109785" sldId="308"/>
            <ac:spMk id="3" creationId="{87AAB4CA-C581-40AD-A67E-BBCA4F205206}"/>
          </ac:spMkLst>
        </pc:spChg>
        <pc:spChg chg="add del mod">
          <ac:chgData name="Sam O’Neil" userId="cb323814-a42a-4cfe-bc74-03f595e56f6e" providerId="ADAL" clId="{DE5EAD64-A71D-4D3A-B780-F51017BF4B50}" dt="2019-10-30T15:30:39.319" v="2984" actId="478"/>
          <ac:spMkLst>
            <pc:docMk/>
            <pc:sldMk cId="33109785" sldId="308"/>
            <ac:spMk id="8" creationId="{52D60E39-FD62-4915-BF51-4119BCF14FFE}"/>
          </ac:spMkLst>
        </pc:spChg>
        <pc:spChg chg="add">
          <ac:chgData name="Sam O’Neil" userId="cb323814-a42a-4cfe-bc74-03f595e56f6e" providerId="ADAL" clId="{DE5EAD64-A71D-4D3A-B780-F51017BF4B50}" dt="2019-10-30T15:30:38.036" v="2983"/>
          <ac:spMkLst>
            <pc:docMk/>
            <pc:sldMk cId="33109785" sldId="308"/>
            <ac:spMk id="9" creationId="{CED9EDD6-DDE7-4E00-956B-87651705295A}"/>
          </ac:spMkLst>
        </pc:spChg>
        <pc:graphicFrameChg chg="add mod modGraphic">
          <ac:chgData name="Sam O’Neil" userId="cb323814-a42a-4cfe-bc74-03f595e56f6e" providerId="ADAL" clId="{DE5EAD64-A71D-4D3A-B780-F51017BF4B50}" dt="2019-10-30T16:09:52.811" v="3321" actId="20577"/>
          <ac:graphicFrameMkLst>
            <pc:docMk/>
            <pc:sldMk cId="33109785" sldId="308"/>
            <ac:graphicFrameMk id="4" creationId="{9F9F96BF-1864-4775-AD5B-122B66937289}"/>
          </ac:graphicFrameMkLst>
        </pc:graphicFrameChg>
        <pc:graphicFrameChg chg="del">
          <ac:chgData name="Sam O’Neil" userId="cb323814-a42a-4cfe-bc74-03f595e56f6e" providerId="ADAL" clId="{DE5EAD64-A71D-4D3A-B780-F51017BF4B50}" dt="2019-10-30T15:25:05.588" v="2743" actId="478"/>
          <ac:graphicFrameMkLst>
            <pc:docMk/>
            <pc:sldMk cId="33109785" sldId="308"/>
            <ac:graphicFrameMk id="6" creationId="{A82EBD23-DC74-4B70-9E89-ACE0F9F55CDA}"/>
          </ac:graphicFrameMkLst>
        </pc:graphicFrameChg>
        <pc:picChg chg="add del mod">
          <ac:chgData name="Sam O’Neil" userId="cb323814-a42a-4cfe-bc74-03f595e56f6e" providerId="ADAL" clId="{DE5EAD64-A71D-4D3A-B780-F51017BF4B50}" dt="2019-10-30T20:23:00.423" v="5223" actId="478"/>
          <ac:picMkLst>
            <pc:docMk/>
            <pc:sldMk cId="33109785" sldId="308"/>
            <ac:picMk id="2" creationId="{D8DEE15C-2BBC-43E6-9C35-7FF657547055}"/>
          </ac:picMkLst>
        </pc:picChg>
        <pc:picChg chg="add del mod">
          <ac:chgData name="Sam O’Neil" userId="cb323814-a42a-4cfe-bc74-03f595e56f6e" providerId="ADAL" clId="{DE5EAD64-A71D-4D3A-B780-F51017BF4B50}" dt="2019-10-30T20:31:05.144" v="5267" actId="478"/>
          <ac:picMkLst>
            <pc:docMk/>
            <pc:sldMk cId="33109785" sldId="308"/>
            <ac:picMk id="5" creationId="{842BD298-78A6-4317-BBB8-43F3A89FA024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35:53.571" v="5292" actId="20577"/>
        <pc:sldMkLst>
          <pc:docMk/>
          <pc:sldMk cId="2333503007" sldId="309"/>
        </pc:sldMkLst>
        <pc:spChg chg="del">
          <ac:chgData name="Sam O’Neil" userId="cb323814-a42a-4cfe-bc74-03f595e56f6e" providerId="ADAL" clId="{DE5EAD64-A71D-4D3A-B780-F51017BF4B50}" dt="2019-10-30T15:30:55.496" v="2989" actId="478"/>
          <ac:spMkLst>
            <pc:docMk/>
            <pc:sldMk cId="2333503007" sldId="309"/>
            <ac:spMk id="2" creationId="{390577A6-7936-41DD-B7AB-C71BF2B7E590}"/>
          </ac:spMkLst>
        </pc:spChg>
        <pc:spChg chg="mod">
          <ac:chgData name="Sam O’Neil" userId="cb323814-a42a-4cfe-bc74-03f595e56f6e" providerId="ADAL" clId="{DE5EAD64-A71D-4D3A-B780-F51017BF4B50}" dt="2019-10-30T20:35:53.571" v="5292" actId="20577"/>
          <ac:spMkLst>
            <pc:docMk/>
            <pc:sldMk cId="2333503007" sldId="309"/>
            <ac:spMk id="3" creationId="{87AAB4CA-C581-40AD-A67E-BBCA4F205206}"/>
          </ac:spMkLst>
        </pc:spChg>
        <pc:spChg chg="add">
          <ac:chgData name="Sam O’Neil" userId="cb323814-a42a-4cfe-bc74-03f595e56f6e" providerId="ADAL" clId="{DE5EAD64-A71D-4D3A-B780-F51017BF4B50}" dt="2019-10-30T15:30:51.159" v="2988"/>
          <ac:spMkLst>
            <pc:docMk/>
            <pc:sldMk cId="2333503007" sldId="309"/>
            <ac:spMk id="5" creationId="{F10B0B7E-0A20-4067-96A0-A6B0EAA08C07}"/>
          </ac:spMkLst>
        </pc:spChg>
        <pc:spChg chg="add del mod">
          <ac:chgData name="Sam O’Neil" userId="cb323814-a42a-4cfe-bc74-03f595e56f6e" providerId="ADAL" clId="{DE5EAD64-A71D-4D3A-B780-F51017BF4B50}" dt="2019-10-30T15:30:57.515" v="2990" actId="478"/>
          <ac:spMkLst>
            <pc:docMk/>
            <pc:sldMk cId="2333503007" sldId="309"/>
            <ac:spMk id="7" creationId="{24B721D3-D184-4986-BDD2-CE9CE2BD2827}"/>
          </ac:spMkLst>
        </pc:spChg>
        <pc:spChg chg="add mod">
          <ac:chgData name="Sam O’Neil" userId="cb323814-a42a-4cfe-bc74-03f595e56f6e" providerId="ADAL" clId="{DE5EAD64-A71D-4D3A-B780-F51017BF4B50}" dt="2019-10-30T20:10:03.765" v="5128" actId="20577"/>
          <ac:spMkLst>
            <pc:docMk/>
            <pc:sldMk cId="2333503007" sldId="309"/>
            <ac:spMk id="8" creationId="{3526C748-C0E5-41DF-9741-5DB58E9CC675}"/>
          </ac:spMkLst>
        </pc:spChg>
      </pc:sldChg>
      <pc:sldChg chg="modSp add modAnim">
        <pc:chgData name="Sam O’Neil" userId="cb323814-a42a-4cfe-bc74-03f595e56f6e" providerId="ADAL" clId="{DE5EAD64-A71D-4D3A-B780-F51017BF4B50}" dt="2019-10-30T20:40:02.052" v="5328" actId="20577"/>
        <pc:sldMkLst>
          <pc:docMk/>
          <pc:sldMk cId="3914801083" sldId="310"/>
        </pc:sldMkLst>
        <pc:spChg chg="mod">
          <ac:chgData name="Sam O’Neil" userId="cb323814-a42a-4cfe-bc74-03f595e56f6e" providerId="ADAL" clId="{DE5EAD64-A71D-4D3A-B780-F51017BF4B50}" dt="2019-10-30T20:40:02.052" v="5328" actId="20577"/>
          <ac:spMkLst>
            <pc:docMk/>
            <pc:sldMk cId="3914801083" sldId="310"/>
            <ac:spMk id="3" creationId="{87AAB4CA-C581-40AD-A67E-BBCA4F205206}"/>
          </ac:spMkLst>
        </pc:spChg>
      </pc:sldChg>
      <pc:sldChg chg="modSp add modAnim">
        <pc:chgData name="Sam O’Neil" userId="cb323814-a42a-4cfe-bc74-03f595e56f6e" providerId="ADAL" clId="{DE5EAD64-A71D-4D3A-B780-F51017BF4B50}" dt="2019-10-30T20:35:39.757" v="5284" actId="20577"/>
        <pc:sldMkLst>
          <pc:docMk/>
          <pc:sldMk cId="2976530976" sldId="311"/>
        </pc:sldMkLst>
        <pc:spChg chg="mod">
          <ac:chgData name="Sam O’Neil" userId="cb323814-a42a-4cfe-bc74-03f595e56f6e" providerId="ADAL" clId="{DE5EAD64-A71D-4D3A-B780-F51017BF4B50}" dt="2019-10-30T20:35:39.757" v="5284" actId="20577"/>
          <ac:spMkLst>
            <pc:docMk/>
            <pc:sldMk cId="2976530976" sldId="311"/>
            <ac:spMk id="3" creationId="{87AAB4CA-C581-40AD-A67E-BBCA4F205206}"/>
          </ac:spMkLst>
        </pc:spChg>
      </pc:sldChg>
      <pc:sldChg chg="addSp delSp modSp add ord modAnim">
        <pc:chgData name="Sam O’Neil" userId="cb323814-a42a-4cfe-bc74-03f595e56f6e" providerId="ADAL" clId="{DE5EAD64-A71D-4D3A-B780-F51017BF4B50}" dt="2019-10-30T20:40:15.389" v="5333"/>
        <pc:sldMkLst>
          <pc:docMk/>
          <pc:sldMk cId="757591041" sldId="312"/>
        </pc:sldMkLst>
        <pc:spChg chg="del mod">
          <ac:chgData name="Sam O’Neil" userId="cb323814-a42a-4cfe-bc74-03f595e56f6e" providerId="ADAL" clId="{DE5EAD64-A71D-4D3A-B780-F51017BF4B50}" dt="2019-10-30T20:26:59.335" v="5246" actId="478"/>
          <ac:spMkLst>
            <pc:docMk/>
            <pc:sldMk cId="757591041" sldId="312"/>
            <ac:spMk id="3" creationId="{87AAB4CA-C581-40AD-A67E-BBCA4F205206}"/>
          </ac:spMkLst>
        </pc:spChg>
        <pc:spChg chg="add del mod">
          <ac:chgData name="Sam O’Neil" userId="cb323814-a42a-4cfe-bc74-03f595e56f6e" providerId="ADAL" clId="{DE5EAD64-A71D-4D3A-B780-F51017BF4B50}" dt="2019-10-30T20:27:04.274" v="5247" actId="478"/>
          <ac:spMkLst>
            <pc:docMk/>
            <pc:sldMk cId="757591041" sldId="312"/>
            <ac:spMk id="6" creationId="{C3C2FBF1-A202-439E-A9B3-07FAC8608157}"/>
          </ac:spMkLst>
        </pc:spChg>
        <pc:spChg chg="add mod">
          <ac:chgData name="Sam O’Neil" userId="cb323814-a42a-4cfe-bc74-03f595e56f6e" providerId="ADAL" clId="{DE5EAD64-A71D-4D3A-B780-F51017BF4B50}" dt="2019-10-30T20:36:06.121" v="5300" actId="20577"/>
          <ac:spMkLst>
            <pc:docMk/>
            <pc:sldMk cId="757591041" sldId="312"/>
            <ac:spMk id="7" creationId="{C9A070FD-2FBD-44F1-BCE6-C0DAC3A33FE8}"/>
          </ac:spMkLst>
        </pc:spChg>
        <pc:graphicFrameChg chg="del">
          <ac:chgData name="Sam O’Neil" userId="cb323814-a42a-4cfe-bc74-03f595e56f6e" providerId="ADAL" clId="{DE5EAD64-A71D-4D3A-B780-F51017BF4B50}" dt="2019-10-30T16:39:56.730" v="4115" actId="478"/>
          <ac:graphicFrameMkLst>
            <pc:docMk/>
            <pc:sldMk cId="757591041" sldId="312"/>
            <ac:graphicFrameMk id="4" creationId="{9F9F96BF-1864-4775-AD5B-122B66937289}"/>
          </ac:graphicFrameMkLst>
        </pc:graphicFrameChg>
        <pc:picChg chg="add del mod">
          <ac:chgData name="Sam O’Neil" userId="cb323814-a42a-4cfe-bc74-03f595e56f6e" providerId="ADAL" clId="{DE5EAD64-A71D-4D3A-B780-F51017BF4B50}" dt="2019-10-30T20:27:13.556" v="5250" actId="478"/>
          <ac:picMkLst>
            <pc:docMk/>
            <pc:sldMk cId="757591041" sldId="312"/>
            <ac:picMk id="2" creationId="{A1B3F362-60BF-41EB-9AFE-C50C9AAFABE9}"/>
          </ac:picMkLst>
        </pc:picChg>
        <pc:picChg chg="add del mod">
          <ac:chgData name="Sam O’Neil" userId="cb323814-a42a-4cfe-bc74-03f595e56f6e" providerId="ADAL" clId="{DE5EAD64-A71D-4D3A-B780-F51017BF4B50}" dt="2019-10-30T20:37:08.651" v="5305" actId="478"/>
          <ac:picMkLst>
            <pc:docMk/>
            <pc:sldMk cId="757591041" sldId="312"/>
            <ac:picMk id="8" creationId="{C1273F5D-F3EF-4D0C-9A95-461BEE1A19F1}"/>
          </ac:picMkLst>
        </pc:picChg>
        <pc:picChg chg="add del mod">
          <ac:chgData name="Sam O’Neil" userId="cb323814-a42a-4cfe-bc74-03f595e56f6e" providerId="ADAL" clId="{DE5EAD64-A71D-4D3A-B780-F51017BF4B50}" dt="2019-10-30T20:37:52.578" v="5311" actId="478"/>
          <ac:picMkLst>
            <pc:docMk/>
            <pc:sldMk cId="757591041" sldId="312"/>
            <ac:picMk id="9" creationId="{70F86531-B229-4475-A0E3-E688C9715FAF}"/>
          </ac:picMkLst>
        </pc:picChg>
        <pc:picChg chg="add mod">
          <ac:chgData name="Sam O’Neil" userId="cb323814-a42a-4cfe-bc74-03f595e56f6e" providerId="ADAL" clId="{DE5EAD64-A71D-4D3A-B780-F51017BF4B50}" dt="2019-10-30T20:37:58.100" v="5314" actId="1076"/>
          <ac:picMkLst>
            <pc:docMk/>
            <pc:sldMk cId="757591041" sldId="312"/>
            <ac:picMk id="10" creationId="{A2966FA3-FA66-409F-BFDE-2FCDBEB53C4F}"/>
          </ac:picMkLst>
        </pc:picChg>
      </pc:sldChg>
      <pc:sldChg chg="modSp add del">
        <pc:chgData name="Sam O’Neil" userId="cb323814-a42a-4cfe-bc74-03f595e56f6e" providerId="ADAL" clId="{DE5EAD64-A71D-4D3A-B780-F51017BF4B50}" dt="2019-10-30T16:33:02.264" v="4025" actId="2696"/>
        <pc:sldMkLst>
          <pc:docMk/>
          <pc:sldMk cId="3543807261" sldId="312"/>
        </pc:sldMkLst>
        <pc:spChg chg="mod">
          <ac:chgData name="Sam O’Neil" userId="cb323814-a42a-4cfe-bc74-03f595e56f6e" providerId="ADAL" clId="{DE5EAD64-A71D-4D3A-B780-F51017BF4B50}" dt="2019-10-30T16:24:01.111" v="4024" actId="20577"/>
          <ac:spMkLst>
            <pc:docMk/>
            <pc:sldMk cId="3543807261" sldId="312"/>
            <ac:spMk id="5" creationId="{F10B0B7E-0A20-4067-96A0-A6B0EAA08C07}"/>
          </ac:spMkLst>
        </pc:spChg>
      </pc:sldChg>
      <pc:sldChg chg="addSp delSp modSp add delAnim modAnim">
        <pc:chgData name="Sam O’Neil" userId="cb323814-a42a-4cfe-bc74-03f595e56f6e" providerId="ADAL" clId="{DE5EAD64-A71D-4D3A-B780-F51017BF4B50}" dt="2019-10-30T16:55:10.313" v="4512" actId="20577"/>
        <pc:sldMkLst>
          <pc:docMk/>
          <pc:sldMk cId="181662958" sldId="313"/>
        </pc:sldMkLst>
        <pc:spChg chg="mod">
          <ac:chgData name="Sam O’Neil" userId="cb323814-a42a-4cfe-bc74-03f595e56f6e" providerId="ADAL" clId="{DE5EAD64-A71D-4D3A-B780-F51017BF4B50}" dt="2019-10-30T16:50:02.292" v="4202" actId="14100"/>
          <ac:spMkLst>
            <pc:docMk/>
            <pc:sldMk cId="181662958" sldId="313"/>
            <ac:spMk id="5" creationId="{1E712F17-711D-489F-997B-7EE688F7E743}"/>
          </ac:spMkLst>
        </pc:spChg>
        <pc:spChg chg="mod">
          <ac:chgData name="Sam O’Neil" userId="cb323814-a42a-4cfe-bc74-03f595e56f6e" providerId="ADAL" clId="{DE5EAD64-A71D-4D3A-B780-F51017BF4B50}" dt="2019-10-30T16:50:07.975" v="4218" actId="20577"/>
          <ac:spMkLst>
            <pc:docMk/>
            <pc:sldMk cId="181662958" sldId="313"/>
            <ac:spMk id="6" creationId="{DB57E94D-7ABF-4564-B18E-07C64105872B}"/>
          </ac:spMkLst>
        </pc:spChg>
        <pc:spChg chg="add mod">
          <ac:chgData name="Sam O’Neil" userId="cb323814-a42a-4cfe-bc74-03f595e56f6e" providerId="ADAL" clId="{DE5EAD64-A71D-4D3A-B780-F51017BF4B50}" dt="2019-10-30T16:55:10.313" v="4512" actId="20577"/>
          <ac:spMkLst>
            <pc:docMk/>
            <pc:sldMk cId="181662958" sldId="313"/>
            <ac:spMk id="8" creationId="{608A163D-DDEA-4F46-8AC5-B1ED09607FF4}"/>
          </ac:spMkLst>
        </pc:spChg>
        <pc:picChg chg="del">
          <ac:chgData name="Sam O’Neil" userId="cb323814-a42a-4cfe-bc74-03f595e56f6e" providerId="ADAL" clId="{DE5EAD64-A71D-4D3A-B780-F51017BF4B50}" dt="2019-10-30T16:43:17.582" v="4129" actId="478"/>
          <ac:picMkLst>
            <pc:docMk/>
            <pc:sldMk cId="181662958" sldId="313"/>
            <ac:picMk id="7" creationId="{E5F8FFB2-46F6-462E-AA2A-CD8DFD78E6AB}"/>
          </ac:picMkLst>
        </pc:picChg>
      </pc:sldChg>
      <pc:sldChg chg="modSp add modAnim">
        <pc:chgData name="Sam O’Neil" userId="cb323814-a42a-4cfe-bc74-03f595e56f6e" providerId="ADAL" clId="{DE5EAD64-A71D-4D3A-B780-F51017BF4B50}" dt="2019-10-30T20:38:55.263" v="5319"/>
        <pc:sldMkLst>
          <pc:docMk/>
          <pc:sldMk cId="3249660774" sldId="314"/>
        </pc:sldMkLst>
        <pc:spChg chg="mod">
          <ac:chgData name="Sam O’Neil" userId="cb323814-a42a-4cfe-bc74-03f595e56f6e" providerId="ADAL" clId="{DE5EAD64-A71D-4D3A-B780-F51017BF4B50}" dt="2019-10-30T16:58:47.318" v="4661" actId="20577"/>
          <ac:spMkLst>
            <pc:docMk/>
            <pc:sldMk cId="3249660774" sldId="314"/>
            <ac:spMk id="8" creationId="{608A163D-DDEA-4F46-8AC5-B1ED09607FF4}"/>
          </ac:spMkLst>
        </pc:spChg>
      </pc:sldChg>
      <pc:sldChg chg="modSp add modAnim">
        <pc:chgData name="Sam O’Neil" userId="cb323814-a42a-4cfe-bc74-03f595e56f6e" providerId="ADAL" clId="{DE5EAD64-A71D-4D3A-B780-F51017BF4B50}" dt="2019-10-30T20:40:40.735" v="5339" actId="20577"/>
        <pc:sldMkLst>
          <pc:docMk/>
          <pc:sldMk cId="2685382373" sldId="315"/>
        </pc:sldMkLst>
        <pc:spChg chg="mod">
          <ac:chgData name="Sam O’Neil" userId="cb323814-a42a-4cfe-bc74-03f595e56f6e" providerId="ADAL" clId="{DE5EAD64-A71D-4D3A-B780-F51017BF4B50}" dt="2019-10-30T20:40:40.735" v="5339" actId="20577"/>
          <ac:spMkLst>
            <pc:docMk/>
            <pc:sldMk cId="2685382373" sldId="315"/>
            <ac:spMk id="3" creationId="{87AAB4CA-C581-40AD-A67E-BBCA4F205206}"/>
          </ac:spMkLst>
        </pc:spChg>
      </pc:sldChg>
      <pc:sldChg chg="addSp delSp modSp add modAnim">
        <pc:chgData name="Sam O’Neil" userId="cb323814-a42a-4cfe-bc74-03f595e56f6e" providerId="ADAL" clId="{DE5EAD64-A71D-4D3A-B780-F51017BF4B50}" dt="2019-10-30T20:39:26.679" v="5322"/>
        <pc:sldMkLst>
          <pc:docMk/>
          <pc:sldMk cId="1636974708" sldId="316"/>
        </pc:sldMkLst>
        <pc:spChg chg="del mod">
          <ac:chgData name="Sam O’Neil" userId="cb323814-a42a-4cfe-bc74-03f595e56f6e" providerId="ADAL" clId="{DE5EAD64-A71D-4D3A-B780-F51017BF4B50}" dt="2019-10-30T20:24:21.968" v="5232" actId="478"/>
          <ac:spMkLst>
            <pc:docMk/>
            <pc:sldMk cId="1636974708" sldId="316"/>
            <ac:spMk id="3" creationId="{87AAB4CA-C581-40AD-A67E-BBCA4F205206}"/>
          </ac:spMkLst>
        </pc:spChg>
        <pc:spChg chg="add del">
          <ac:chgData name="Sam O’Neil" userId="cb323814-a42a-4cfe-bc74-03f595e56f6e" providerId="ADAL" clId="{DE5EAD64-A71D-4D3A-B780-F51017BF4B50}" dt="2019-10-30T20:24:19.077" v="5231"/>
          <ac:spMkLst>
            <pc:docMk/>
            <pc:sldMk cId="1636974708" sldId="316"/>
            <ac:spMk id="6" creationId="{6F002E1F-8081-4A0C-AA32-BEDC403DF3AB}"/>
          </ac:spMkLst>
        </pc:spChg>
        <pc:spChg chg="add del mod">
          <ac:chgData name="Sam O’Neil" userId="cb323814-a42a-4cfe-bc74-03f595e56f6e" providerId="ADAL" clId="{DE5EAD64-A71D-4D3A-B780-F51017BF4B50}" dt="2019-10-30T20:24:28.281" v="5235" actId="478"/>
          <ac:spMkLst>
            <pc:docMk/>
            <pc:sldMk cId="1636974708" sldId="316"/>
            <ac:spMk id="7" creationId="{D9352738-8A33-4439-8CB7-7680ED844363}"/>
          </ac:spMkLst>
        </pc:spChg>
        <pc:spChg chg="add mod">
          <ac:chgData name="Sam O’Neil" userId="cb323814-a42a-4cfe-bc74-03f595e56f6e" providerId="ADAL" clId="{DE5EAD64-A71D-4D3A-B780-F51017BF4B50}" dt="2019-10-30T20:35:10.216" v="5276" actId="20577"/>
          <ac:spMkLst>
            <pc:docMk/>
            <pc:sldMk cId="1636974708" sldId="316"/>
            <ac:spMk id="8" creationId="{F46028B5-D713-444A-8C5B-9F197A6C91D9}"/>
          </ac:spMkLst>
        </pc:spChg>
        <pc:picChg chg="del">
          <ac:chgData name="Sam O’Neil" userId="cb323814-a42a-4cfe-bc74-03f595e56f6e" providerId="ADAL" clId="{DE5EAD64-A71D-4D3A-B780-F51017BF4B50}" dt="2019-10-30T20:24:25.624" v="5234" actId="478"/>
          <ac:picMkLst>
            <pc:docMk/>
            <pc:sldMk cId="1636974708" sldId="316"/>
            <ac:picMk id="2" creationId="{A1B3F362-60BF-41EB-9AFE-C50C9AAFABE9}"/>
          </ac:picMkLst>
        </pc:picChg>
        <pc:picChg chg="add del mod">
          <ac:chgData name="Sam O’Neil" userId="cb323814-a42a-4cfe-bc74-03f595e56f6e" providerId="ADAL" clId="{DE5EAD64-A71D-4D3A-B780-F51017BF4B50}" dt="2019-10-30T20:34:43.341" v="5268" actId="478"/>
          <ac:picMkLst>
            <pc:docMk/>
            <pc:sldMk cId="1636974708" sldId="316"/>
            <ac:picMk id="9" creationId="{90677FC2-5BEB-4EC0-9329-669F983A8632}"/>
          </ac:picMkLst>
        </pc:picChg>
        <pc:picChg chg="add mod">
          <ac:chgData name="Sam O’Neil" userId="cb323814-a42a-4cfe-bc74-03f595e56f6e" providerId="ADAL" clId="{DE5EAD64-A71D-4D3A-B780-F51017BF4B50}" dt="2019-10-30T20:35:06.856" v="5272" actId="1076"/>
          <ac:picMkLst>
            <pc:docMk/>
            <pc:sldMk cId="1636974708" sldId="316"/>
            <ac:picMk id="10" creationId="{9675849B-1D50-44FA-92E0-AAD1F286A22B}"/>
          </ac:picMkLst>
        </pc:picChg>
      </pc:sldChg>
      <pc:sldChg chg="addSp delSp modSp add modAnim">
        <pc:chgData name="Sam O’Neil" userId="cb323814-a42a-4cfe-bc74-03f595e56f6e" providerId="ADAL" clId="{DE5EAD64-A71D-4D3A-B780-F51017BF4B50}" dt="2019-10-30T20:41:27.964" v="5347" actId="20577"/>
        <pc:sldMkLst>
          <pc:docMk/>
          <pc:sldMk cId="2063631930" sldId="317"/>
        </pc:sldMkLst>
        <pc:spChg chg="add del mod">
          <ac:chgData name="Sam O’Neil" userId="cb323814-a42a-4cfe-bc74-03f595e56f6e" providerId="ADAL" clId="{DE5EAD64-A71D-4D3A-B780-F51017BF4B50}" dt="2019-10-30T20:28:47.352" v="5260" actId="478"/>
          <ac:spMkLst>
            <pc:docMk/>
            <pc:sldMk cId="2063631930" sldId="317"/>
            <ac:spMk id="3" creationId="{B5EE9C78-3957-4B90-9F92-1D6DF49CA245}"/>
          </ac:spMkLst>
        </pc:spChg>
        <pc:spChg chg="del">
          <ac:chgData name="Sam O’Neil" userId="cb323814-a42a-4cfe-bc74-03f595e56f6e" providerId="ADAL" clId="{DE5EAD64-A71D-4D3A-B780-F51017BF4B50}" dt="2019-10-30T20:28:43.149" v="5258" actId="478"/>
          <ac:spMkLst>
            <pc:docMk/>
            <pc:sldMk cId="2063631930" sldId="317"/>
            <ac:spMk id="7" creationId="{C9A070FD-2FBD-44F1-BCE6-C0DAC3A33FE8}"/>
          </ac:spMkLst>
        </pc:spChg>
        <pc:spChg chg="add mod">
          <ac:chgData name="Sam O’Neil" userId="cb323814-a42a-4cfe-bc74-03f595e56f6e" providerId="ADAL" clId="{DE5EAD64-A71D-4D3A-B780-F51017BF4B50}" dt="2019-10-30T20:41:27.964" v="5347" actId="20577"/>
          <ac:spMkLst>
            <pc:docMk/>
            <pc:sldMk cId="2063631930" sldId="317"/>
            <ac:spMk id="9" creationId="{80B82477-CCF4-48EB-8F46-22FDB6D87F06}"/>
          </ac:spMkLst>
        </pc:spChg>
        <pc:picChg chg="add del mod">
          <ac:chgData name="Sam O’Neil" userId="cb323814-a42a-4cfe-bc74-03f595e56f6e" providerId="ADAL" clId="{DE5EAD64-A71D-4D3A-B780-F51017BF4B50}" dt="2019-10-30T20:37:18.778" v="5310" actId="478"/>
          <ac:picMkLst>
            <pc:docMk/>
            <pc:sldMk cId="2063631930" sldId="317"/>
            <ac:picMk id="4" creationId="{3FE1430E-5C89-4A62-B8E7-ABF273221AF1}"/>
          </ac:picMkLst>
        </pc:picChg>
        <pc:picChg chg="add mod">
          <ac:chgData name="Sam O’Neil" userId="cb323814-a42a-4cfe-bc74-03f595e56f6e" providerId="ADAL" clId="{DE5EAD64-A71D-4D3A-B780-F51017BF4B50}" dt="2019-10-30T20:38:24.245" v="5318" actId="14100"/>
          <ac:picMkLst>
            <pc:docMk/>
            <pc:sldMk cId="2063631930" sldId="317"/>
            <ac:picMk id="6" creationId="{693C78F9-EFB0-48FD-9A6A-8C441052271E}"/>
          </ac:picMkLst>
        </pc:picChg>
        <pc:picChg chg="del">
          <ac:chgData name="Sam O’Neil" userId="cb323814-a42a-4cfe-bc74-03f595e56f6e" providerId="ADAL" clId="{DE5EAD64-A71D-4D3A-B780-F51017BF4B50}" dt="2019-10-30T20:28:57.496" v="5262" actId="478"/>
          <ac:picMkLst>
            <pc:docMk/>
            <pc:sldMk cId="2063631930" sldId="317"/>
            <ac:picMk id="8" creationId="{C1273F5D-F3EF-4D0C-9A95-461BEE1A19F1}"/>
          </ac:picMkLst>
        </pc:picChg>
      </pc:sldChg>
    </pc:docChg>
  </pc:docChgLst>
  <pc:docChgLst>
    <pc:chgData name="Sam O’Neil" userId="cb323814-a42a-4cfe-bc74-03f595e56f6e" providerId="ADAL" clId="{E72C7254-0F4D-47F9-B6CA-D16DE2F90D9F}"/>
    <pc:docChg chg="undo custSel addSld delSld modSld">
      <pc:chgData name="Sam O’Neil" userId="cb323814-a42a-4cfe-bc74-03f595e56f6e" providerId="ADAL" clId="{E72C7254-0F4D-47F9-B6CA-D16DE2F90D9F}" dt="2019-11-12T15:05:38.287" v="1664" actId="1076"/>
      <pc:docMkLst>
        <pc:docMk/>
      </pc:docMkLst>
      <pc:sldChg chg="addSp delSp modSp">
        <pc:chgData name="Sam O’Neil" userId="cb323814-a42a-4cfe-bc74-03f595e56f6e" providerId="ADAL" clId="{E72C7254-0F4D-47F9-B6CA-D16DE2F90D9F}" dt="2019-11-12T13:48:55.941" v="77" actId="478"/>
        <pc:sldMkLst>
          <pc:docMk/>
          <pc:sldMk cId="110775907" sldId="256"/>
        </pc:sldMkLst>
        <pc:spChg chg="mod">
          <ac:chgData name="Sam O’Neil" userId="cb323814-a42a-4cfe-bc74-03f595e56f6e" providerId="ADAL" clId="{E72C7254-0F4D-47F9-B6CA-D16DE2F90D9F}" dt="2019-11-12T13:48:51.761" v="76" actId="20577"/>
          <ac:spMkLst>
            <pc:docMk/>
            <pc:sldMk cId="110775907" sldId="256"/>
            <ac:spMk id="2" creationId="{0A85F331-FA4C-4E92-A9DC-B75BC327C4AF}"/>
          </ac:spMkLst>
        </pc:spChg>
        <pc:spChg chg="del">
          <ac:chgData name="Sam O’Neil" userId="cb323814-a42a-4cfe-bc74-03f595e56f6e" providerId="ADAL" clId="{E72C7254-0F4D-47F9-B6CA-D16DE2F90D9F}" dt="2019-11-12T13:48:55.941" v="77" actId="478"/>
          <ac:spMkLst>
            <pc:docMk/>
            <pc:sldMk cId="110775907" sldId="256"/>
            <ac:spMk id="3" creationId="{18D97D86-8A1E-4C21-88F2-2ADD855AA1D7}"/>
          </ac:spMkLst>
        </pc:spChg>
        <pc:spChg chg="add mod">
          <ac:chgData name="Sam O’Neil" userId="cb323814-a42a-4cfe-bc74-03f595e56f6e" providerId="ADAL" clId="{E72C7254-0F4D-47F9-B6CA-D16DE2F90D9F}" dt="2019-11-12T13:48:55.941" v="77" actId="478"/>
          <ac:spMkLst>
            <pc:docMk/>
            <pc:sldMk cId="110775907" sldId="256"/>
            <ac:spMk id="5" creationId="{9F6F82CF-2240-411D-946A-83EE0D3B0C63}"/>
          </ac:spMkLst>
        </pc:spChg>
      </pc:sldChg>
      <pc:sldChg chg="modSp">
        <pc:chgData name="Sam O’Neil" userId="cb323814-a42a-4cfe-bc74-03f595e56f6e" providerId="ADAL" clId="{E72C7254-0F4D-47F9-B6CA-D16DE2F90D9F}" dt="2019-11-12T13:49:39.835" v="112" actId="20577"/>
        <pc:sldMkLst>
          <pc:docMk/>
          <pc:sldMk cId="2464477114" sldId="257"/>
        </pc:sldMkLst>
        <pc:spChg chg="mod">
          <ac:chgData name="Sam O’Neil" userId="cb323814-a42a-4cfe-bc74-03f595e56f6e" providerId="ADAL" clId="{E72C7254-0F4D-47F9-B6CA-D16DE2F90D9F}" dt="2019-11-12T13:49:39.835" v="112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addSp modSp add modTransition">
        <pc:chgData name="Sam O’Neil" userId="cb323814-a42a-4cfe-bc74-03f595e56f6e" providerId="ADAL" clId="{E72C7254-0F4D-47F9-B6CA-D16DE2F90D9F}" dt="2019-11-12T14:27:28.827" v="757" actId="1036"/>
        <pc:sldMkLst>
          <pc:docMk/>
          <pc:sldMk cId="3226419782" sldId="262"/>
        </pc:sldMkLst>
        <pc:spChg chg="mod">
          <ac:chgData name="Sam O’Neil" userId="cb323814-a42a-4cfe-bc74-03f595e56f6e" providerId="ADAL" clId="{E72C7254-0F4D-47F9-B6CA-D16DE2F90D9F}" dt="2019-11-12T13:50:02.319" v="153" actId="20577"/>
          <ac:spMkLst>
            <pc:docMk/>
            <pc:sldMk cId="3226419782" sldId="262"/>
            <ac:spMk id="2" creationId="{F3E593E6-3D2F-4C7E-80B2-F78D636A9E07}"/>
          </ac:spMkLst>
        </pc:spChg>
        <pc:spChg chg="mod">
          <ac:chgData name="Sam O’Neil" userId="cb323814-a42a-4cfe-bc74-03f595e56f6e" providerId="ADAL" clId="{E72C7254-0F4D-47F9-B6CA-D16DE2F90D9F}" dt="2019-11-12T14:03:45.825" v="583" actId="20577"/>
          <ac:spMkLst>
            <pc:docMk/>
            <pc:sldMk cId="3226419782" sldId="262"/>
            <ac:spMk id="3" creationId="{5198A88B-52B3-469E-A512-B72752EB7862}"/>
          </ac:spMkLst>
        </pc:spChg>
        <pc:graphicFrameChg chg="add mod modGraphic">
          <ac:chgData name="Sam O’Neil" userId="cb323814-a42a-4cfe-bc74-03f595e56f6e" providerId="ADAL" clId="{E72C7254-0F4D-47F9-B6CA-D16DE2F90D9F}" dt="2019-11-12T14:24:44.498" v="707" actId="1076"/>
          <ac:graphicFrameMkLst>
            <pc:docMk/>
            <pc:sldMk cId="3226419782" sldId="262"/>
            <ac:graphicFrameMk id="4" creationId="{B5B6C751-0817-4827-A97A-A8C3A6178DBE}"/>
          </ac:graphicFrameMkLst>
        </pc:graphicFrameChg>
        <pc:graphicFrameChg chg="add mod modGraphic">
          <ac:chgData name="Sam O’Neil" userId="cb323814-a42a-4cfe-bc74-03f595e56f6e" providerId="ADAL" clId="{E72C7254-0F4D-47F9-B6CA-D16DE2F90D9F}" dt="2019-11-12T14:26:57.995" v="756" actId="14734"/>
          <ac:graphicFrameMkLst>
            <pc:docMk/>
            <pc:sldMk cId="3226419782" sldId="262"/>
            <ac:graphicFrameMk id="6" creationId="{BFD13904-C8D8-4C8B-936F-3957FA14EE27}"/>
          </ac:graphicFrameMkLst>
        </pc:graphicFrameChg>
        <pc:graphicFrameChg chg="add mod modGraphic">
          <ac:chgData name="Sam O’Neil" userId="cb323814-a42a-4cfe-bc74-03f595e56f6e" providerId="ADAL" clId="{E72C7254-0F4D-47F9-B6CA-D16DE2F90D9F}" dt="2019-11-12T14:27:28.827" v="757" actId="1036"/>
          <ac:graphicFrameMkLst>
            <pc:docMk/>
            <pc:sldMk cId="3226419782" sldId="262"/>
            <ac:graphicFrameMk id="7" creationId="{27160B30-91A4-4C32-BE85-FF092972E24A}"/>
          </ac:graphicFrameMkLst>
        </pc:graphicFrameChg>
      </pc:sldChg>
      <pc:sldChg chg="addSp delSp modSp add">
        <pc:chgData name="Sam O’Neil" userId="cb323814-a42a-4cfe-bc74-03f595e56f6e" providerId="ADAL" clId="{E72C7254-0F4D-47F9-B6CA-D16DE2F90D9F}" dt="2019-11-12T14:58:02.024" v="1373" actId="1076"/>
        <pc:sldMkLst>
          <pc:docMk/>
          <pc:sldMk cId="2913395776" sldId="263"/>
        </pc:sldMkLst>
        <pc:spChg chg="mod">
          <ac:chgData name="Sam O’Neil" userId="cb323814-a42a-4cfe-bc74-03f595e56f6e" providerId="ADAL" clId="{E72C7254-0F4D-47F9-B6CA-D16DE2F90D9F}" dt="2019-11-12T13:59:26.693" v="429" actId="20577"/>
          <ac:spMkLst>
            <pc:docMk/>
            <pc:sldMk cId="2913395776" sldId="263"/>
            <ac:spMk id="2" creationId="{F3E593E6-3D2F-4C7E-80B2-F78D636A9E07}"/>
          </ac:spMkLst>
        </pc:spChg>
        <pc:spChg chg="del">
          <ac:chgData name="Sam O’Neil" userId="cb323814-a42a-4cfe-bc74-03f595e56f6e" providerId="ADAL" clId="{E72C7254-0F4D-47F9-B6CA-D16DE2F90D9F}" dt="2019-11-12T14:05:47.654" v="590" actId="478"/>
          <ac:spMkLst>
            <pc:docMk/>
            <pc:sldMk cId="2913395776" sldId="263"/>
            <ac:spMk id="3" creationId="{5198A88B-52B3-469E-A512-B72752EB7862}"/>
          </ac:spMkLst>
        </pc:spChg>
        <pc:spChg chg="add del mod">
          <ac:chgData name="Sam O’Neil" userId="cb323814-a42a-4cfe-bc74-03f595e56f6e" providerId="ADAL" clId="{E72C7254-0F4D-47F9-B6CA-D16DE2F90D9F}" dt="2019-11-12T14:05:27.151" v="586" actId="478"/>
          <ac:spMkLst>
            <pc:docMk/>
            <pc:sldMk cId="2913395776" sldId="263"/>
            <ac:spMk id="4" creationId="{CCB31B9E-CD3F-4A9C-B4FC-E733D285A5E8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5" creationId="{E424A4A8-460D-424D-9525-7861EA805CA9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6" creationId="{6899D9AC-020F-4B29-A995-2C84A6CD4885}"/>
          </ac:spMkLst>
        </pc:spChg>
        <pc:spChg chg="add del mod">
          <ac:chgData name="Sam O’Neil" userId="cb323814-a42a-4cfe-bc74-03f595e56f6e" providerId="ADAL" clId="{E72C7254-0F4D-47F9-B6CA-D16DE2F90D9F}" dt="2019-11-12T14:05:54.878" v="592" actId="478"/>
          <ac:spMkLst>
            <pc:docMk/>
            <pc:sldMk cId="2913395776" sldId="263"/>
            <ac:spMk id="7" creationId="{522B5B45-0849-4303-A8DB-96F472BEBE2C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8" creationId="{1319FE82-000E-44C1-AD51-2B98315B3033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9" creationId="{9E525F58-B350-4EEA-89B6-B5E5FB31A59F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10" creationId="{C02B3F76-2010-4CDD-BF5C-EEBC1A4DFAED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39" creationId="{3E91DE14-6B75-4CAA-A562-329FBE6EF274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0" creationId="{161FFEF2-72BC-48C4-9E80-4533C6DB57B0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1" creationId="{E2CA4A60-3A3D-465B-B68D-D13CB93BD506}"/>
          </ac:spMkLst>
        </pc:spChg>
        <pc:spChg chg="add del mod">
          <ac:chgData name="Sam O’Neil" userId="cb323814-a42a-4cfe-bc74-03f595e56f6e" providerId="ADAL" clId="{E72C7254-0F4D-47F9-B6CA-D16DE2F90D9F}" dt="2019-11-12T14:09:04.615" v="640"/>
          <ac:spMkLst>
            <pc:docMk/>
            <pc:sldMk cId="2913395776" sldId="263"/>
            <ac:spMk id="42" creationId="{4ADEEFB2-A512-49C2-8092-C167C200A93C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3" creationId="{C34AA4E6-6BFF-46F2-BDAB-40E76DD0E391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4" creationId="{812F2822-9DD6-4896-B238-0B350EAE6BF5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5" creationId="{019A6CAE-39C9-4AF0-A0A3-9C5136C08088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6" creationId="{3C57DF94-A767-42A3-B32A-FCADD4886427}"/>
          </ac:spMkLst>
        </pc:spChg>
        <pc:spChg chg="add mod">
          <ac:chgData name="Sam O’Neil" userId="cb323814-a42a-4cfe-bc74-03f595e56f6e" providerId="ADAL" clId="{E72C7254-0F4D-47F9-B6CA-D16DE2F90D9F}" dt="2019-11-12T14:53:12.669" v="1239" actId="1076"/>
          <ac:spMkLst>
            <pc:docMk/>
            <pc:sldMk cId="2913395776" sldId="263"/>
            <ac:spMk id="47" creationId="{F0EB0290-0D22-4021-B8DC-00B61BCE3B09}"/>
          </ac:spMkLst>
        </pc:spChg>
        <pc:spChg chg="add mod">
          <ac:chgData name="Sam O’Neil" userId="cb323814-a42a-4cfe-bc74-03f595e56f6e" providerId="ADAL" clId="{E72C7254-0F4D-47F9-B6CA-D16DE2F90D9F}" dt="2019-11-12T14:58:02.024" v="1373" actId="1076"/>
          <ac:spMkLst>
            <pc:docMk/>
            <pc:sldMk cId="2913395776" sldId="263"/>
            <ac:spMk id="48" creationId="{B9D3F35C-036D-416E-9BA7-5201FB51B982}"/>
          </ac:spMkLst>
        </pc:spChg>
        <pc:spChg chg="add mod">
          <ac:chgData name="Sam O’Neil" userId="cb323814-a42a-4cfe-bc74-03f595e56f6e" providerId="ADAL" clId="{E72C7254-0F4D-47F9-B6CA-D16DE2F90D9F}" dt="2019-11-12T14:58:02.024" v="1373" actId="1076"/>
          <ac:spMkLst>
            <pc:docMk/>
            <pc:sldMk cId="2913395776" sldId="263"/>
            <ac:spMk id="49" creationId="{6D9A3310-787D-4026-8A0E-B550B2B651DE}"/>
          </ac:spMkLst>
        </pc:spChg>
        <pc:spChg chg="add mod">
          <ac:chgData name="Sam O’Neil" userId="cb323814-a42a-4cfe-bc74-03f595e56f6e" providerId="ADAL" clId="{E72C7254-0F4D-47F9-B6CA-D16DE2F90D9F}" dt="2019-11-12T14:58:02.024" v="1373" actId="1076"/>
          <ac:spMkLst>
            <pc:docMk/>
            <pc:sldMk cId="2913395776" sldId="263"/>
            <ac:spMk id="50" creationId="{1594CDD7-BD37-4E83-AEE3-2E2CFFDEB9AA}"/>
          </ac:spMkLst>
        </pc:spChg>
        <pc:spChg chg="add mod">
          <ac:chgData name="Sam O’Neil" userId="cb323814-a42a-4cfe-bc74-03f595e56f6e" providerId="ADAL" clId="{E72C7254-0F4D-47F9-B6CA-D16DE2F90D9F}" dt="2019-11-12T14:53:30.868" v="1270" actId="1076"/>
          <ac:spMkLst>
            <pc:docMk/>
            <pc:sldMk cId="2913395776" sldId="263"/>
            <ac:spMk id="51" creationId="{3717715A-C2AC-4CA3-BC61-EE93EE3206C3}"/>
          </ac:spMkLst>
        </pc:sp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2" creationId="{5DFC75A3-FA35-4FC9-A471-07526464FF75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4" creationId="{0F4ADE17-ED11-4D07-9F6C-D615D689D2C1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6" creationId="{291B41CC-B7A0-41BF-8033-17D8C84E7A5F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18" creationId="{4C516171-3DB5-4095-8338-E08333AC3899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20" creationId="{5A3A2433-B47F-4470-BB80-2F3DAA1A1B47}"/>
          </ac:cxnSpMkLst>
        </pc:cxnChg>
        <pc:cxnChg chg="add mod">
          <ac:chgData name="Sam O’Neil" userId="cb323814-a42a-4cfe-bc74-03f595e56f6e" providerId="ADAL" clId="{E72C7254-0F4D-47F9-B6CA-D16DE2F90D9F}" dt="2019-11-12T14:53:12.669" v="1239" actId="1076"/>
          <ac:cxnSpMkLst>
            <pc:docMk/>
            <pc:sldMk cId="2913395776" sldId="263"/>
            <ac:cxnSpMk id="22" creationId="{17137A8B-F7B7-4FD5-A0C8-5E40B3FEAA6C}"/>
          </ac:cxnSpMkLst>
        </pc:cxnChg>
      </pc:sldChg>
      <pc:sldChg chg="addSp delSp modSp add">
        <pc:chgData name="Sam O’Neil" userId="cb323814-a42a-4cfe-bc74-03f595e56f6e" providerId="ADAL" clId="{E72C7254-0F4D-47F9-B6CA-D16DE2F90D9F}" dt="2019-11-12T15:03:58.345" v="1613" actId="20577"/>
        <pc:sldMkLst>
          <pc:docMk/>
          <pc:sldMk cId="2314261482" sldId="264"/>
        </pc:sldMkLst>
        <pc:spChg chg="mod">
          <ac:chgData name="Sam O’Neil" userId="cb323814-a42a-4cfe-bc74-03f595e56f6e" providerId="ADAL" clId="{E72C7254-0F4D-47F9-B6CA-D16DE2F90D9F}" dt="2019-11-12T15:03:58.345" v="1613" actId="20577"/>
          <ac:spMkLst>
            <pc:docMk/>
            <pc:sldMk cId="2314261482" sldId="264"/>
            <ac:spMk id="2" creationId="{F3E593E6-3D2F-4C7E-80B2-F78D636A9E07}"/>
          </ac:spMkLst>
        </pc:spChg>
        <pc:spChg chg="del">
          <ac:chgData name="Sam O’Neil" userId="cb323814-a42a-4cfe-bc74-03f595e56f6e" providerId="ADAL" clId="{E72C7254-0F4D-47F9-B6CA-D16DE2F90D9F}" dt="2019-11-12T14:50:42.710" v="1212" actId="478"/>
          <ac:spMkLst>
            <pc:docMk/>
            <pc:sldMk cId="2314261482" sldId="264"/>
            <ac:spMk id="3" creationId="{5198A88B-52B3-469E-A512-B72752EB7862}"/>
          </ac:spMkLst>
        </pc:spChg>
        <pc:spChg chg="add mod">
          <ac:chgData name="Sam O’Neil" userId="cb323814-a42a-4cfe-bc74-03f595e56f6e" providerId="ADAL" clId="{E72C7254-0F4D-47F9-B6CA-D16DE2F90D9F}" dt="2019-11-12T15:03:44.592" v="1593" actId="1076"/>
          <ac:spMkLst>
            <pc:docMk/>
            <pc:sldMk cId="2314261482" sldId="264"/>
            <ac:spMk id="6" creationId="{6CA7689C-22DE-4EDE-A68B-124B5AEF6869}"/>
          </ac:spMkLst>
        </pc:spChg>
        <pc:spChg chg="add mod">
          <ac:chgData name="Sam O’Neil" userId="cb323814-a42a-4cfe-bc74-03f595e56f6e" providerId="ADAL" clId="{E72C7254-0F4D-47F9-B6CA-D16DE2F90D9F}" dt="2019-11-12T15:03:41.311" v="1592" actId="1076"/>
          <ac:spMkLst>
            <pc:docMk/>
            <pc:sldMk cId="2314261482" sldId="264"/>
            <ac:spMk id="7" creationId="{5A5C9118-0830-440E-9AD1-677A8E9BF9FF}"/>
          </ac:spMkLst>
        </pc:spChg>
        <pc:graphicFrameChg chg="add del mod modGraphic">
          <ac:chgData name="Sam O’Neil" userId="cb323814-a42a-4cfe-bc74-03f595e56f6e" providerId="ADAL" clId="{E72C7254-0F4D-47F9-B6CA-D16DE2F90D9F}" dt="2019-11-12T15:00:17.287" v="1443" actId="478"/>
          <ac:graphicFrameMkLst>
            <pc:docMk/>
            <pc:sldMk cId="2314261482" sldId="264"/>
            <ac:graphicFrameMk id="4" creationId="{5DB50F18-F27F-4F98-8AD0-BD3F8997CBF8}"/>
          </ac:graphicFrameMkLst>
        </pc:graphicFrameChg>
        <pc:graphicFrameChg chg="add mod modGraphic">
          <ac:chgData name="Sam O’Neil" userId="cb323814-a42a-4cfe-bc74-03f595e56f6e" providerId="ADAL" clId="{E72C7254-0F4D-47F9-B6CA-D16DE2F90D9F}" dt="2019-11-12T15:03:52.849" v="1595" actId="1076"/>
          <ac:graphicFrameMkLst>
            <pc:docMk/>
            <pc:sldMk cId="2314261482" sldId="264"/>
            <ac:graphicFrameMk id="5" creationId="{C9C4AB2D-F8D2-4511-A0A8-0BEB92307A8C}"/>
          </ac:graphicFrameMkLst>
        </pc:graphicFrameChg>
      </pc:sldChg>
      <pc:sldChg chg="modSp add">
        <pc:chgData name="Sam O’Neil" userId="cb323814-a42a-4cfe-bc74-03f595e56f6e" providerId="ADAL" clId="{E72C7254-0F4D-47F9-B6CA-D16DE2F90D9F}" dt="2019-11-12T13:57:25.907" v="305" actId="20577"/>
        <pc:sldMkLst>
          <pc:docMk/>
          <pc:sldMk cId="2213492359" sldId="265"/>
        </pc:sldMkLst>
        <pc:spChg chg="mod">
          <ac:chgData name="Sam O’Neil" userId="cb323814-a42a-4cfe-bc74-03f595e56f6e" providerId="ADAL" clId="{E72C7254-0F4D-47F9-B6CA-D16DE2F90D9F}" dt="2019-11-12T13:57:25.907" v="305" actId="20577"/>
          <ac:spMkLst>
            <pc:docMk/>
            <pc:sldMk cId="2213492359" sldId="265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3:58:16.392" v="421" actId="20577"/>
        <pc:sldMkLst>
          <pc:docMk/>
          <pc:sldMk cId="2142058016" sldId="266"/>
        </pc:sldMkLst>
        <pc:spChg chg="mod">
          <ac:chgData name="Sam O’Neil" userId="cb323814-a42a-4cfe-bc74-03f595e56f6e" providerId="ADAL" clId="{E72C7254-0F4D-47F9-B6CA-D16DE2F90D9F}" dt="2019-11-12T13:58:16.392" v="421" actId="20577"/>
          <ac:spMkLst>
            <pc:docMk/>
            <pc:sldMk cId="2142058016" sldId="266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3:59:48.455" v="447" actId="20577"/>
        <pc:sldMkLst>
          <pc:docMk/>
          <pc:sldMk cId="883166761" sldId="267"/>
        </pc:sldMkLst>
        <pc:spChg chg="mod">
          <ac:chgData name="Sam O’Neil" userId="cb323814-a42a-4cfe-bc74-03f595e56f6e" providerId="ADAL" clId="{E72C7254-0F4D-47F9-B6CA-D16DE2F90D9F}" dt="2019-11-12T13:59:48.455" v="447" actId="20577"/>
          <ac:spMkLst>
            <pc:docMk/>
            <pc:sldMk cId="883166761" sldId="267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4:00:08.484" v="462" actId="20577"/>
        <pc:sldMkLst>
          <pc:docMk/>
          <pc:sldMk cId="2923059188" sldId="268"/>
        </pc:sldMkLst>
        <pc:spChg chg="mod">
          <ac:chgData name="Sam O’Neil" userId="cb323814-a42a-4cfe-bc74-03f595e56f6e" providerId="ADAL" clId="{E72C7254-0F4D-47F9-B6CA-D16DE2F90D9F}" dt="2019-11-12T14:00:08.484" v="462" actId="20577"/>
          <ac:spMkLst>
            <pc:docMk/>
            <pc:sldMk cId="2923059188" sldId="268"/>
            <ac:spMk id="2" creationId="{F3E593E6-3D2F-4C7E-80B2-F78D636A9E07}"/>
          </ac:spMkLst>
        </pc:spChg>
      </pc:sldChg>
      <pc:sldChg chg="modSp add">
        <pc:chgData name="Sam O’Neil" userId="cb323814-a42a-4cfe-bc74-03f595e56f6e" providerId="ADAL" clId="{E72C7254-0F4D-47F9-B6CA-D16DE2F90D9F}" dt="2019-11-12T14:02:24.724" v="537" actId="20577"/>
        <pc:sldMkLst>
          <pc:docMk/>
          <pc:sldMk cId="4259491064" sldId="269"/>
        </pc:sldMkLst>
        <pc:spChg chg="mod">
          <ac:chgData name="Sam O’Neil" userId="cb323814-a42a-4cfe-bc74-03f595e56f6e" providerId="ADAL" clId="{E72C7254-0F4D-47F9-B6CA-D16DE2F90D9F}" dt="2019-11-12T14:02:24.724" v="537" actId="20577"/>
          <ac:spMkLst>
            <pc:docMk/>
            <pc:sldMk cId="4259491064" sldId="269"/>
            <ac:spMk id="2" creationId="{F3E593E6-3D2F-4C7E-80B2-F78D636A9E07}"/>
          </ac:spMkLst>
        </pc:spChg>
      </pc:sldChg>
      <pc:sldChg chg="addSp delSp modSp add">
        <pc:chgData name="Sam O’Neil" userId="cb323814-a42a-4cfe-bc74-03f595e56f6e" providerId="ADAL" clId="{E72C7254-0F4D-47F9-B6CA-D16DE2F90D9F}" dt="2019-11-12T14:52:44.812" v="1238" actId="20577"/>
        <pc:sldMkLst>
          <pc:docMk/>
          <pc:sldMk cId="2458902969" sldId="270"/>
        </pc:sldMkLst>
        <pc:spChg chg="mod">
          <ac:chgData name="Sam O’Neil" userId="cb323814-a42a-4cfe-bc74-03f595e56f6e" providerId="ADAL" clId="{E72C7254-0F4D-47F9-B6CA-D16DE2F90D9F}" dt="2019-11-12T14:12:06.290" v="654" actId="20577"/>
          <ac:spMkLst>
            <pc:docMk/>
            <pc:sldMk cId="2458902969" sldId="270"/>
            <ac:spMk id="2" creationId="{F3E593E6-3D2F-4C7E-80B2-F78D636A9E07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5" creationId="{E424A4A8-460D-424D-9525-7861EA805CA9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6" creationId="{6899D9AC-020F-4B29-A995-2C84A6CD4885}"/>
          </ac:spMkLst>
        </pc:spChg>
        <pc:spChg chg="add mod">
          <ac:chgData name="Sam O’Neil" userId="cb323814-a42a-4cfe-bc74-03f595e56f6e" providerId="ADAL" clId="{E72C7254-0F4D-47F9-B6CA-D16DE2F90D9F}" dt="2019-11-12T14:50:02.617" v="1211" actId="20577"/>
          <ac:spMkLst>
            <pc:docMk/>
            <pc:sldMk cId="2458902969" sldId="270"/>
            <ac:spMk id="7" creationId="{68DCAFC0-B514-4979-A923-B3A35E55DD35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8" creationId="{1319FE82-000E-44C1-AD51-2B98315B3033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9" creationId="{9E525F58-B350-4EEA-89B6-B5E5FB31A59F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10" creationId="{C02B3F76-2010-4CDD-BF5C-EEBC1A4DFAED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39" creationId="{3E91DE14-6B75-4CAA-A562-329FBE6EF274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0" creationId="{161FFEF2-72BC-48C4-9E80-4533C6DB57B0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1" creationId="{E2CA4A60-3A3D-465B-B68D-D13CB93BD506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3" creationId="{C34AA4E6-6BFF-46F2-BDAB-40E76DD0E391}"/>
          </ac:spMkLst>
        </pc:spChg>
        <pc:spChg chg="del">
          <ac:chgData name="Sam O’Neil" userId="cb323814-a42a-4cfe-bc74-03f595e56f6e" providerId="ADAL" clId="{E72C7254-0F4D-47F9-B6CA-D16DE2F90D9F}" dt="2019-11-12T14:12:11.772" v="655" actId="478"/>
          <ac:spMkLst>
            <pc:docMk/>
            <pc:sldMk cId="2458902969" sldId="270"/>
            <ac:spMk id="44" creationId="{812F2822-9DD6-4896-B238-0B350EAE6BF5}"/>
          </ac:spMkLst>
        </pc:spChg>
        <pc:graphicFrameChg chg="add mod modGraphic">
          <ac:chgData name="Sam O’Neil" userId="cb323814-a42a-4cfe-bc74-03f595e56f6e" providerId="ADAL" clId="{E72C7254-0F4D-47F9-B6CA-D16DE2F90D9F}" dt="2019-11-12T14:52:44.812" v="1238" actId="20577"/>
          <ac:graphicFrameMkLst>
            <pc:docMk/>
            <pc:sldMk cId="2458902969" sldId="270"/>
            <ac:graphicFrameMk id="3" creationId="{6E67F808-8797-4136-BF0F-CA103DE36B5B}"/>
          </ac:graphicFrameMkLst>
        </pc:graphicFrame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2" creationId="{5DFC75A3-FA35-4FC9-A471-07526464FF75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4" creationId="{0F4ADE17-ED11-4D07-9F6C-D615D689D2C1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6" creationId="{291B41CC-B7A0-41BF-8033-17D8C84E7A5F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18" creationId="{4C516171-3DB5-4095-8338-E08333AC3899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20" creationId="{5A3A2433-B47F-4470-BB80-2F3DAA1A1B47}"/>
          </ac:cxnSpMkLst>
        </pc:cxnChg>
        <pc:cxnChg chg="del mod">
          <ac:chgData name="Sam O’Neil" userId="cb323814-a42a-4cfe-bc74-03f595e56f6e" providerId="ADAL" clId="{E72C7254-0F4D-47F9-B6CA-D16DE2F90D9F}" dt="2019-11-12T14:12:11.772" v="655" actId="478"/>
          <ac:cxnSpMkLst>
            <pc:docMk/>
            <pc:sldMk cId="2458902969" sldId="270"/>
            <ac:cxnSpMk id="22" creationId="{17137A8B-F7B7-4FD5-A0C8-5E40B3FEAA6C}"/>
          </ac:cxnSpMkLst>
        </pc:cxnChg>
      </pc:sldChg>
      <pc:sldChg chg="addSp modSp add">
        <pc:chgData name="Sam O’Neil" userId="cb323814-a42a-4cfe-bc74-03f595e56f6e" providerId="ADAL" clId="{E72C7254-0F4D-47F9-B6CA-D16DE2F90D9F}" dt="2019-11-12T15:05:38.287" v="1664" actId="1076"/>
        <pc:sldMkLst>
          <pc:docMk/>
          <pc:sldMk cId="1366319027" sldId="271"/>
        </pc:sldMkLst>
        <pc:spChg chg="mod">
          <ac:chgData name="Sam O’Neil" userId="cb323814-a42a-4cfe-bc74-03f595e56f6e" providerId="ADAL" clId="{E72C7254-0F4D-47F9-B6CA-D16DE2F90D9F}" dt="2019-11-12T14:38:06.464" v="921" actId="20577"/>
          <ac:spMkLst>
            <pc:docMk/>
            <pc:sldMk cId="1366319027" sldId="271"/>
            <ac:spMk id="2" creationId="{F3E593E6-3D2F-4C7E-80B2-F78D636A9E07}"/>
          </ac:spMkLst>
        </pc:spChg>
        <pc:spChg chg="add mod">
          <ac:chgData name="Sam O’Neil" userId="cb323814-a42a-4cfe-bc74-03f595e56f6e" providerId="ADAL" clId="{E72C7254-0F4D-47F9-B6CA-D16DE2F90D9F}" dt="2019-11-12T14:44:27.700" v="1102" actId="20577"/>
          <ac:spMkLst>
            <pc:docMk/>
            <pc:sldMk cId="1366319027" sldId="271"/>
            <ac:spMk id="4" creationId="{699AE454-53A6-42FA-9311-D09AEFC1FC66}"/>
          </ac:spMkLst>
        </pc:spChg>
        <pc:graphicFrameChg chg="mod modGraphic">
          <ac:chgData name="Sam O’Neil" userId="cb323814-a42a-4cfe-bc74-03f595e56f6e" providerId="ADAL" clId="{E72C7254-0F4D-47F9-B6CA-D16DE2F90D9F}" dt="2019-11-12T15:05:38.287" v="1664" actId="1076"/>
          <ac:graphicFrameMkLst>
            <pc:docMk/>
            <pc:sldMk cId="1366319027" sldId="271"/>
            <ac:graphicFrameMk id="3" creationId="{6E67F808-8797-4136-BF0F-CA103DE36B5B}"/>
          </ac:graphicFrameMkLst>
        </pc:graphicFrameChg>
      </pc:sldChg>
      <pc:sldChg chg="addSp delSp modSp add">
        <pc:chgData name="Sam O’Neil" userId="cb323814-a42a-4cfe-bc74-03f595e56f6e" providerId="ADAL" clId="{E72C7254-0F4D-47F9-B6CA-D16DE2F90D9F}" dt="2019-11-12T14:58:29.560" v="1411" actId="20577"/>
        <pc:sldMkLst>
          <pc:docMk/>
          <pc:sldMk cId="4196707492" sldId="272"/>
        </pc:sldMkLst>
        <pc:spChg chg="add mod">
          <ac:chgData name="Sam O’Neil" userId="cb323814-a42a-4cfe-bc74-03f595e56f6e" providerId="ADAL" clId="{E72C7254-0F4D-47F9-B6CA-D16DE2F90D9F}" dt="2019-11-12T14:56:40.367" v="1361" actId="1076"/>
          <ac:spMkLst>
            <pc:docMk/>
            <pc:sldMk cId="4196707492" sldId="272"/>
            <ac:spMk id="26" creationId="{EBE43A29-95B0-40DC-8B3E-64A89BB6F1AB}"/>
          </ac:spMkLst>
        </pc:spChg>
        <pc:spChg chg="add del mod">
          <ac:chgData name="Sam O’Neil" userId="cb323814-a42a-4cfe-bc74-03f595e56f6e" providerId="ADAL" clId="{E72C7254-0F4D-47F9-B6CA-D16DE2F90D9F}" dt="2019-11-12T14:55:38.184" v="1345" actId="478"/>
          <ac:spMkLst>
            <pc:docMk/>
            <pc:sldMk cId="4196707492" sldId="272"/>
            <ac:spMk id="27" creationId="{5AE1504C-559B-4CE2-8F9C-C7B0F1DC2597}"/>
          </ac:spMkLst>
        </pc:spChg>
        <pc:spChg chg="add del mod">
          <ac:chgData name="Sam O’Neil" userId="cb323814-a42a-4cfe-bc74-03f595e56f6e" providerId="ADAL" clId="{E72C7254-0F4D-47F9-B6CA-D16DE2F90D9F}" dt="2019-11-12T14:55:40.423" v="1346" actId="478"/>
          <ac:spMkLst>
            <pc:docMk/>
            <pc:sldMk cId="4196707492" sldId="272"/>
            <ac:spMk id="28" creationId="{446681EA-BFA7-4269-8826-1532349D5D9A}"/>
          </ac:spMkLst>
        </pc:spChg>
        <pc:spChg chg="add mod">
          <ac:chgData name="Sam O’Neil" userId="cb323814-a42a-4cfe-bc74-03f595e56f6e" providerId="ADAL" clId="{E72C7254-0F4D-47F9-B6CA-D16DE2F90D9F}" dt="2019-11-12T14:56:36.833" v="1360" actId="1076"/>
          <ac:spMkLst>
            <pc:docMk/>
            <pc:sldMk cId="4196707492" sldId="272"/>
            <ac:spMk id="29" creationId="{951EE4A5-3406-4C37-B44F-A66244A08B29}"/>
          </ac:spMkLst>
        </pc:spChg>
        <pc:spChg chg="add mod">
          <ac:chgData name="Sam O’Neil" userId="cb323814-a42a-4cfe-bc74-03f595e56f6e" providerId="ADAL" clId="{E72C7254-0F4D-47F9-B6CA-D16DE2F90D9F}" dt="2019-11-12T14:56:34.398" v="1359" actId="1076"/>
          <ac:spMkLst>
            <pc:docMk/>
            <pc:sldMk cId="4196707492" sldId="272"/>
            <ac:spMk id="30" creationId="{CD82949F-9312-48C0-BAFB-494E7A049A36}"/>
          </ac:spMkLst>
        </pc:spChg>
        <pc:spChg chg="add mod">
          <ac:chgData name="Sam O’Neil" userId="cb323814-a42a-4cfe-bc74-03f595e56f6e" providerId="ADAL" clId="{E72C7254-0F4D-47F9-B6CA-D16DE2F90D9F}" dt="2019-11-12T14:57:11.647" v="1365" actId="20577"/>
          <ac:spMkLst>
            <pc:docMk/>
            <pc:sldMk cId="4196707492" sldId="272"/>
            <ac:spMk id="31" creationId="{A2B7063E-5787-497F-AA3E-D66786930894}"/>
          </ac:spMkLst>
        </pc:spChg>
        <pc:spChg chg="add mod">
          <ac:chgData name="Sam O’Neil" userId="cb323814-a42a-4cfe-bc74-03f595e56f6e" providerId="ADAL" clId="{E72C7254-0F4D-47F9-B6CA-D16DE2F90D9F}" dt="2019-11-12T14:57:21.256" v="1368" actId="20577"/>
          <ac:spMkLst>
            <pc:docMk/>
            <pc:sldMk cId="4196707492" sldId="272"/>
            <ac:spMk id="32" creationId="{AC1DD509-16C2-40FA-B5EB-50342BFE9126}"/>
          </ac:spMkLst>
        </pc:spChg>
        <pc:spChg chg="add mod">
          <ac:chgData name="Sam O’Neil" userId="cb323814-a42a-4cfe-bc74-03f595e56f6e" providerId="ADAL" clId="{E72C7254-0F4D-47F9-B6CA-D16DE2F90D9F}" dt="2019-11-12T14:57:30.239" v="1371" actId="20577"/>
          <ac:spMkLst>
            <pc:docMk/>
            <pc:sldMk cId="4196707492" sldId="272"/>
            <ac:spMk id="33" creationId="{1350160D-DEA5-4E01-AA51-C27256CB8E0B}"/>
          </ac:spMkLst>
        </pc:spChg>
        <pc:spChg chg="mod">
          <ac:chgData name="Sam O’Neil" userId="cb323814-a42a-4cfe-bc74-03f595e56f6e" providerId="ADAL" clId="{E72C7254-0F4D-47F9-B6CA-D16DE2F90D9F}" dt="2019-11-12T14:57:48.317" v="1372" actId="1076"/>
          <ac:spMkLst>
            <pc:docMk/>
            <pc:sldMk cId="4196707492" sldId="272"/>
            <ac:spMk id="48" creationId="{B9D3F35C-036D-416E-9BA7-5201FB51B982}"/>
          </ac:spMkLst>
        </pc:spChg>
        <pc:spChg chg="mod">
          <ac:chgData name="Sam O’Neil" userId="cb323814-a42a-4cfe-bc74-03f595e56f6e" providerId="ADAL" clId="{E72C7254-0F4D-47F9-B6CA-D16DE2F90D9F}" dt="2019-11-12T14:57:48.317" v="1372" actId="1076"/>
          <ac:spMkLst>
            <pc:docMk/>
            <pc:sldMk cId="4196707492" sldId="272"/>
            <ac:spMk id="49" creationId="{6D9A3310-787D-4026-8A0E-B550B2B651DE}"/>
          </ac:spMkLst>
        </pc:spChg>
        <pc:spChg chg="mod">
          <ac:chgData name="Sam O’Neil" userId="cb323814-a42a-4cfe-bc74-03f595e56f6e" providerId="ADAL" clId="{E72C7254-0F4D-47F9-B6CA-D16DE2F90D9F}" dt="2019-11-12T14:57:48.317" v="1372" actId="1076"/>
          <ac:spMkLst>
            <pc:docMk/>
            <pc:sldMk cId="4196707492" sldId="272"/>
            <ac:spMk id="50" creationId="{1594CDD7-BD37-4E83-AEE3-2E2CFFDEB9AA}"/>
          </ac:spMkLst>
        </pc:spChg>
        <pc:spChg chg="mod">
          <ac:chgData name="Sam O’Neil" userId="cb323814-a42a-4cfe-bc74-03f595e56f6e" providerId="ADAL" clId="{E72C7254-0F4D-47F9-B6CA-D16DE2F90D9F}" dt="2019-11-12T14:58:29.560" v="1411" actId="20577"/>
          <ac:spMkLst>
            <pc:docMk/>
            <pc:sldMk cId="4196707492" sldId="272"/>
            <ac:spMk id="51" creationId="{3717715A-C2AC-4CA3-BC61-EE93EE3206C3}"/>
          </ac:spMkLst>
        </pc:spChg>
      </pc:sldChg>
      <pc:sldChg chg="modSp add">
        <pc:chgData name="Sam O’Neil" userId="cb323814-a42a-4cfe-bc74-03f595e56f6e" providerId="ADAL" clId="{E72C7254-0F4D-47F9-B6CA-D16DE2F90D9F}" dt="2019-11-12T15:04:08.123" v="1633" actId="20577"/>
        <pc:sldMkLst>
          <pc:docMk/>
          <pc:sldMk cId="2430772097" sldId="273"/>
        </pc:sldMkLst>
        <pc:spChg chg="mod">
          <ac:chgData name="Sam O’Neil" userId="cb323814-a42a-4cfe-bc74-03f595e56f6e" providerId="ADAL" clId="{E72C7254-0F4D-47F9-B6CA-D16DE2F90D9F}" dt="2019-11-12T15:04:08.123" v="1633" actId="20577"/>
          <ac:spMkLst>
            <pc:docMk/>
            <pc:sldMk cId="2430772097" sldId="273"/>
            <ac:spMk id="2" creationId="{F3E593E6-3D2F-4C7E-80B2-F78D636A9E07}"/>
          </ac:spMkLst>
        </pc:spChg>
      </pc:sldChg>
      <pc:sldChg chg="del">
        <pc:chgData name="Sam O’Neil" userId="cb323814-a42a-4cfe-bc74-03f595e56f6e" providerId="ADAL" clId="{E72C7254-0F4D-47F9-B6CA-D16DE2F90D9F}" dt="2019-11-12T13:48:01.964" v="3" actId="2696"/>
        <pc:sldMkLst>
          <pc:docMk/>
          <pc:sldMk cId="674261045" sldId="274"/>
        </pc:sldMkLst>
      </pc:sldChg>
      <pc:sldChg chg="addSp delSp modSp add">
        <pc:chgData name="Sam O’Neil" userId="cb323814-a42a-4cfe-bc74-03f595e56f6e" providerId="ADAL" clId="{E72C7254-0F4D-47F9-B6CA-D16DE2F90D9F}" dt="2019-11-12T15:05:27.296" v="1663" actId="1076"/>
        <pc:sldMkLst>
          <pc:docMk/>
          <pc:sldMk cId="2431734939" sldId="274"/>
        </pc:sldMkLst>
        <pc:spChg chg="mod">
          <ac:chgData name="Sam O’Neil" userId="cb323814-a42a-4cfe-bc74-03f595e56f6e" providerId="ADAL" clId="{E72C7254-0F4D-47F9-B6CA-D16DE2F90D9F}" dt="2019-11-12T15:04:49.309" v="1640" actId="20577"/>
          <ac:spMkLst>
            <pc:docMk/>
            <pc:sldMk cId="2431734939" sldId="274"/>
            <ac:spMk id="2" creationId="{F3E593E6-3D2F-4C7E-80B2-F78D636A9E07}"/>
          </ac:spMkLst>
        </pc:spChg>
        <pc:spChg chg="add mod">
          <ac:chgData name="Sam O’Neil" userId="cb323814-a42a-4cfe-bc74-03f595e56f6e" providerId="ADAL" clId="{E72C7254-0F4D-47F9-B6CA-D16DE2F90D9F}" dt="2019-11-12T15:05:27.296" v="1663" actId="1076"/>
          <ac:spMkLst>
            <pc:docMk/>
            <pc:sldMk cId="2431734939" sldId="274"/>
            <ac:spMk id="3" creationId="{4945D190-6707-4F9B-9D49-63BD0EFDD82C}"/>
          </ac:spMkLst>
        </pc:spChg>
        <pc:spChg chg="del">
          <ac:chgData name="Sam O’Neil" userId="cb323814-a42a-4cfe-bc74-03f595e56f6e" providerId="ADAL" clId="{E72C7254-0F4D-47F9-B6CA-D16DE2F90D9F}" dt="2019-11-12T15:04:53.883" v="1641" actId="478"/>
          <ac:spMkLst>
            <pc:docMk/>
            <pc:sldMk cId="2431734939" sldId="274"/>
            <ac:spMk id="6" creationId="{6CA7689C-22DE-4EDE-A68B-124B5AEF6869}"/>
          </ac:spMkLst>
        </pc:spChg>
        <pc:spChg chg="del">
          <ac:chgData name="Sam O’Neil" userId="cb323814-a42a-4cfe-bc74-03f595e56f6e" providerId="ADAL" clId="{E72C7254-0F4D-47F9-B6CA-D16DE2F90D9F}" dt="2019-11-12T15:04:56.584" v="1642" actId="478"/>
          <ac:spMkLst>
            <pc:docMk/>
            <pc:sldMk cId="2431734939" sldId="274"/>
            <ac:spMk id="7" creationId="{5A5C9118-0830-440E-9AD1-677A8E9BF9FF}"/>
          </ac:spMkLst>
        </pc:spChg>
      </pc:sldChg>
      <pc:sldChg chg="del">
        <pc:chgData name="Sam O’Neil" userId="cb323814-a42a-4cfe-bc74-03f595e56f6e" providerId="ADAL" clId="{E72C7254-0F4D-47F9-B6CA-D16DE2F90D9F}" dt="2019-11-12T13:48:02.292" v="6" actId="2696"/>
        <pc:sldMkLst>
          <pc:docMk/>
          <pc:sldMk cId="1245560113" sldId="293"/>
        </pc:sldMkLst>
      </pc:sldChg>
      <pc:sldChg chg="del">
        <pc:chgData name="Sam O’Neil" userId="cb323814-a42a-4cfe-bc74-03f595e56f6e" providerId="ADAL" clId="{E72C7254-0F4D-47F9-B6CA-D16DE2F90D9F}" dt="2019-11-12T13:49:00.993" v="78" actId="2696"/>
        <pc:sldMkLst>
          <pc:docMk/>
          <pc:sldMk cId="70229734" sldId="294"/>
        </pc:sldMkLst>
      </pc:sldChg>
      <pc:sldChg chg="del">
        <pc:chgData name="Sam O’Neil" userId="cb323814-a42a-4cfe-bc74-03f595e56f6e" providerId="ADAL" clId="{E72C7254-0F4D-47F9-B6CA-D16DE2F90D9F}" dt="2019-11-12T13:48:02.667" v="7" actId="2696"/>
        <pc:sldMkLst>
          <pc:docMk/>
          <pc:sldMk cId="2098889634" sldId="295"/>
        </pc:sldMkLst>
      </pc:sldChg>
      <pc:sldChg chg="del">
        <pc:chgData name="Sam O’Neil" userId="cb323814-a42a-4cfe-bc74-03f595e56f6e" providerId="ADAL" clId="{E72C7254-0F4D-47F9-B6CA-D16DE2F90D9F}" dt="2019-11-12T13:48:03.058" v="8" actId="2696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E72C7254-0F4D-47F9-B6CA-D16DE2F90D9F}" dt="2019-11-12T13:48:03.558" v="9" actId="2696"/>
        <pc:sldMkLst>
          <pc:docMk/>
          <pc:sldMk cId="188975121" sldId="297"/>
        </pc:sldMkLst>
      </pc:sldChg>
      <pc:sldChg chg="del">
        <pc:chgData name="Sam O’Neil" userId="cb323814-a42a-4cfe-bc74-03f595e56f6e" providerId="ADAL" clId="{E72C7254-0F4D-47F9-B6CA-D16DE2F90D9F}" dt="2019-11-12T13:48:04.027" v="10" actId="2696"/>
        <pc:sldMkLst>
          <pc:docMk/>
          <pc:sldMk cId="3026139076" sldId="298"/>
        </pc:sldMkLst>
      </pc:sldChg>
      <pc:sldChg chg="del">
        <pc:chgData name="Sam O’Neil" userId="cb323814-a42a-4cfe-bc74-03f595e56f6e" providerId="ADAL" clId="{E72C7254-0F4D-47F9-B6CA-D16DE2F90D9F}" dt="2019-11-12T13:48:04.527" v="11" actId="2696"/>
        <pc:sldMkLst>
          <pc:docMk/>
          <pc:sldMk cId="230864193" sldId="299"/>
        </pc:sldMkLst>
      </pc:sldChg>
      <pc:sldChg chg="del">
        <pc:chgData name="Sam O’Neil" userId="cb323814-a42a-4cfe-bc74-03f595e56f6e" providerId="ADAL" clId="{E72C7254-0F4D-47F9-B6CA-D16DE2F90D9F}" dt="2019-11-12T13:48:04.970" v="12" actId="2696"/>
        <pc:sldMkLst>
          <pc:docMk/>
          <pc:sldMk cId="4135857540" sldId="300"/>
        </pc:sldMkLst>
      </pc:sldChg>
      <pc:sldChg chg="del">
        <pc:chgData name="Sam O’Neil" userId="cb323814-a42a-4cfe-bc74-03f595e56f6e" providerId="ADAL" clId="{E72C7254-0F4D-47F9-B6CA-D16DE2F90D9F}" dt="2019-11-12T13:48:05.407" v="13" actId="2696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E72C7254-0F4D-47F9-B6CA-D16DE2F90D9F}" dt="2019-11-12T13:48:05.815" v="14" actId="269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E72C7254-0F4D-47F9-B6CA-D16DE2F90D9F}" dt="2019-11-12T13:48:05.851" v="15" actId="2696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E72C7254-0F4D-47F9-B6CA-D16DE2F90D9F}" dt="2019-11-12T13:48:05.983" v="16" actId="2696"/>
        <pc:sldMkLst>
          <pc:docMk/>
          <pc:sldMk cId="1214152154" sldId="305"/>
        </pc:sldMkLst>
      </pc:sldChg>
      <pc:sldChg chg="del">
        <pc:chgData name="Sam O’Neil" userId="cb323814-a42a-4cfe-bc74-03f595e56f6e" providerId="ADAL" clId="{E72C7254-0F4D-47F9-B6CA-D16DE2F90D9F}" dt="2019-11-12T13:48:06.095" v="17" actId="2696"/>
        <pc:sldMkLst>
          <pc:docMk/>
          <pc:sldMk cId="407957214" sldId="306"/>
        </pc:sldMkLst>
      </pc:sldChg>
      <pc:sldChg chg="del">
        <pc:chgData name="Sam O’Neil" userId="cb323814-a42a-4cfe-bc74-03f595e56f6e" providerId="ADAL" clId="{E72C7254-0F4D-47F9-B6CA-D16DE2F90D9F}" dt="2019-11-12T13:48:06.139" v="19" actId="269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E72C7254-0F4D-47F9-B6CA-D16DE2F90D9F}" dt="2019-11-12T13:48:06.123" v="18" actId="2696"/>
        <pc:sldMkLst>
          <pc:docMk/>
          <pc:sldMk cId="3578117176" sldId="308"/>
        </pc:sldMkLst>
      </pc:sldChg>
      <pc:sldChg chg="del">
        <pc:chgData name="Sam O’Neil" userId="cb323814-a42a-4cfe-bc74-03f595e56f6e" providerId="ADAL" clId="{E72C7254-0F4D-47F9-B6CA-D16DE2F90D9F}" dt="2019-11-12T13:48:06.470" v="20" actId="2696"/>
        <pc:sldMkLst>
          <pc:docMk/>
          <pc:sldMk cId="3511928732" sldId="309"/>
        </pc:sldMkLst>
      </pc:sldChg>
      <pc:sldChg chg="del">
        <pc:chgData name="Sam O’Neil" userId="cb323814-a42a-4cfe-bc74-03f595e56f6e" providerId="ADAL" clId="{E72C7254-0F4D-47F9-B6CA-D16DE2F90D9F}" dt="2019-11-12T13:48:07.297" v="22" actId="2696"/>
        <pc:sldMkLst>
          <pc:docMk/>
          <pc:sldMk cId="1582779011" sldId="310"/>
        </pc:sldMkLst>
      </pc:sldChg>
      <pc:sldChg chg="del">
        <pc:chgData name="Sam O’Neil" userId="cb323814-a42a-4cfe-bc74-03f595e56f6e" providerId="ADAL" clId="{E72C7254-0F4D-47F9-B6CA-D16DE2F90D9F}" dt="2019-11-12T13:48:07.047" v="21" actId="2696"/>
        <pc:sldMkLst>
          <pc:docMk/>
          <pc:sldMk cId="4139777861" sldId="311"/>
        </pc:sldMkLst>
      </pc:sldChg>
      <pc:sldChg chg="del">
        <pc:chgData name="Sam O’Neil" userId="cb323814-a42a-4cfe-bc74-03f595e56f6e" providerId="ADAL" clId="{E72C7254-0F4D-47F9-B6CA-D16DE2F90D9F}" dt="2019-11-12T13:48:02.198" v="5" actId="2696"/>
        <pc:sldMkLst>
          <pc:docMk/>
          <pc:sldMk cId="725933525" sldId="312"/>
        </pc:sldMkLst>
      </pc:sldChg>
      <pc:sldChg chg="del">
        <pc:chgData name="Sam O’Neil" userId="cb323814-a42a-4cfe-bc74-03f595e56f6e" providerId="ADAL" clId="{E72C7254-0F4D-47F9-B6CA-D16DE2F90D9F}" dt="2019-11-12T13:48:02.167" v="4" actId="2696"/>
        <pc:sldMkLst>
          <pc:docMk/>
          <pc:sldMk cId="1881652749" sldId="313"/>
        </pc:sldMkLst>
      </pc:sldChg>
      <pc:sldChg chg="del">
        <pc:chgData name="Sam O’Neil" userId="cb323814-a42a-4cfe-bc74-03f595e56f6e" providerId="ADAL" clId="{E72C7254-0F4D-47F9-B6CA-D16DE2F90D9F}" dt="2019-11-12T13:48:01.323" v="0" actId="2696"/>
        <pc:sldMkLst>
          <pc:docMk/>
          <pc:sldMk cId="700290561" sldId="315"/>
        </pc:sldMkLst>
      </pc:sldChg>
      <pc:sldChg chg="del">
        <pc:chgData name="Sam O’Neil" userId="cb323814-a42a-4cfe-bc74-03f595e56f6e" providerId="ADAL" clId="{E72C7254-0F4D-47F9-B6CA-D16DE2F90D9F}" dt="2019-11-12T13:48:01.542" v="1" actId="2696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E72C7254-0F4D-47F9-B6CA-D16DE2F90D9F}" dt="2019-11-12T13:48:01.761" v="2" actId="2696"/>
        <pc:sldMkLst>
          <pc:docMk/>
          <pc:sldMk cId="2071165366" sldId="317"/>
        </pc:sldMkLst>
      </pc:sldChg>
      <pc:sldChg chg="del">
        <pc:chgData name="Sam O’Neil" userId="cb323814-a42a-4cfe-bc74-03f595e56f6e" providerId="ADAL" clId="{E72C7254-0F4D-47F9-B6CA-D16DE2F90D9F}" dt="2019-11-12T13:48:07.344" v="23" actId="2696"/>
        <pc:sldMkLst>
          <pc:docMk/>
          <pc:sldMk cId="2747885837" sldId="318"/>
        </pc:sldMkLst>
      </pc:sldChg>
      <pc:sldChg chg="del">
        <pc:chgData name="Sam O’Neil" userId="cb323814-a42a-4cfe-bc74-03f595e56f6e" providerId="ADAL" clId="{E72C7254-0F4D-47F9-B6CA-D16DE2F90D9F}" dt="2019-11-12T13:48:07.407" v="24" actId="2696"/>
        <pc:sldMkLst>
          <pc:docMk/>
          <pc:sldMk cId="4013387706" sldId="319"/>
        </pc:sldMkLst>
      </pc:sldChg>
    </pc:docChg>
  </pc:docChgLst>
  <pc:docChgLst>
    <pc:chgData name="Sam O'Neill" userId="cb323814-a42a-4cfe-bc74-03f595e56f6e" providerId="ADAL" clId="{F90780B0-BCFD-42CA-8E10-AD132F0BBEA7}"/>
    <pc:docChg chg="undo custSel modSld">
      <pc:chgData name="Sam O'Neill" userId="cb323814-a42a-4cfe-bc74-03f595e56f6e" providerId="ADAL" clId="{F90780B0-BCFD-42CA-8E10-AD132F0BBEA7}" dt="2024-02-06T12:50:07.070" v="189" actId="20577"/>
      <pc:docMkLst>
        <pc:docMk/>
      </pc:docMkLst>
      <pc:sldChg chg="modSp modAnim">
        <pc:chgData name="Sam O'Neill" userId="cb323814-a42a-4cfe-bc74-03f595e56f6e" providerId="ADAL" clId="{F90780B0-BCFD-42CA-8E10-AD132F0BBEA7}" dt="2024-02-06T12:43:40.502" v="117" actId="20577"/>
        <pc:sldMkLst>
          <pc:docMk/>
          <pc:sldMk cId="1372416909" sldId="320"/>
        </pc:sldMkLst>
        <pc:spChg chg="mod">
          <ac:chgData name="Sam O'Neill" userId="cb323814-a42a-4cfe-bc74-03f595e56f6e" providerId="ADAL" clId="{F90780B0-BCFD-42CA-8E10-AD132F0BBEA7}" dt="2024-02-06T12:43:40.502" v="117" actId="20577"/>
          <ac:spMkLst>
            <pc:docMk/>
            <pc:sldMk cId="1372416909" sldId="320"/>
            <ac:spMk id="41" creationId="{C14A0838-F628-458D-8D91-0A95C51199DA}"/>
          </ac:spMkLst>
        </pc:spChg>
      </pc:sldChg>
      <pc:sldChg chg="modSp mod">
        <pc:chgData name="Sam O'Neill" userId="cb323814-a42a-4cfe-bc74-03f595e56f6e" providerId="ADAL" clId="{F90780B0-BCFD-42CA-8E10-AD132F0BBEA7}" dt="2024-02-06T12:44:29.236" v="125" actId="20577"/>
        <pc:sldMkLst>
          <pc:docMk/>
          <pc:sldMk cId="2066874544" sldId="321"/>
        </pc:sldMkLst>
        <pc:spChg chg="mod">
          <ac:chgData name="Sam O'Neill" userId="cb323814-a42a-4cfe-bc74-03f595e56f6e" providerId="ADAL" clId="{F90780B0-BCFD-42CA-8E10-AD132F0BBEA7}" dt="2024-02-06T12:44:26.063" v="123" actId="20577"/>
          <ac:spMkLst>
            <pc:docMk/>
            <pc:sldMk cId="2066874544" sldId="321"/>
            <ac:spMk id="3" creationId="{7F6A7A35-4663-4FC0-803D-954B24DBDBC6}"/>
          </ac:spMkLst>
        </pc:spChg>
        <pc:spChg chg="mod">
          <ac:chgData name="Sam O'Neill" userId="cb323814-a42a-4cfe-bc74-03f595e56f6e" providerId="ADAL" clId="{F90780B0-BCFD-42CA-8E10-AD132F0BBEA7}" dt="2024-02-06T12:44:29.236" v="125" actId="20577"/>
          <ac:spMkLst>
            <pc:docMk/>
            <pc:sldMk cId="2066874544" sldId="321"/>
            <ac:spMk id="5" creationId="{AE4E21BD-5D61-4C86-BF02-F886DA349F37}"/>
          </ac:spMkLst>
        </pc:spChg>
        <pc:spChg chg="mod">
          <ac:chgData name="Sam O'Neill" userId="cb323814-a42a-4cfe-bc74-03f595e56f6e" providerId="ADAL" clId="{F90780B0-BCFD-42CA-8E10-AD132F0BBEA7}" dt="2024-02-06T12:44:18.601" v="121" actId="20577"/>
          <ac:spMkLst>
            <pc:docMk/>
            <pc:sldMk cId="2066874544" sldId="321"/>
            <ac:spMk id="7" creationId="{B8A0C5D8-C6F7-4305-9104-39413234E0A9}"/>
          </ac:spMkLst>
        </pc:spChg>
      </pc:sldChg>
      <pc:sldChg chg="modSp mod">
        <pc:chgData name="Sam O'Neill" userId="cb323814-a42a-4cfe-bc74-03f595e56f6e" providerId="ADAL" clId="{F90780B0-BCFD-42CA-8E10-AD132F0BBEA7}" dt="2024-02-06T12:48:20.166" v="185" actId="27636"/>
        <pc:sldMkLst>
          <pc:docMk/>
          <pc:sldMk cId="4134767169" sldId="323"/>
        </pc:sldMkLst>
        <pc:spChg chg="mod">
          <ac:chgData name="Sam O'Neill" userId="cb323814-a42a-4cfe-bc74-03f595e56f6e" providerId="ADAL" clId="{F90780B0-BCFD-42CA-8E10-AD132F0BBEA7}" dt="2024-02-06T12:48:20.166" v="185" actId="27636"/>
          <ac:spMkLst>
            <pc:docMk/>
            <pc:sldMk cId="4134767169" sldId="323"/>
            <ac:spMk id="41" creationId="{C14A0838-F628-458D-8D91-0A95C51199DA}"/>
          </ac:spMkLst>
        </pc:spChg>
      </pc:sldChg>
      <pc:sldChg chg="delSp modSp mod">
        <pc:chgData name="Sam O'Neill" userId="cb323814-a42a-4cfe-bc74-03f595e56f6e" providerId="ADAL" clId="{F90780B0-BCFD-42CA-8E10-AD132F0BBEA7}" dt="2024-02-06T12:47:56.030" v="175" actId="478"/>
        <pc:sldMkLst>
          <pc:docMk/>
          <pc:sldMk cId="3372701972" sldId="332"/>
        </pc:sldMkLst>
        <pc:spChg chg="mod">
          <ac:chgData name="Sam O'Neill" userId="cb323814-a42a-4cfe-bc74-03f595e56f6e" providerId="ADAL" clId="{F90780B0-BCFD-42CA-8E10-AD132F0BBEA7}" dt="2024-02-06T12:46:34.888" v="144" actId="20577"/>
          <ac:spMkLst>
            <pc:docMk/>
            <pc:sldMk cId="3372701972" sldId="332"/>
            <ac:spMk id="3" creationId="{660987A1-772D-460F-8F32-A6B82CFAEEE9}"/>
          </ac:spMkLst>
        </pc:spChg>
        <pc:spChg chg="mod">
          <ac:chgData name="Sam O'Neill" userId="cb323814-a42a-4cfe-bc74-03f595e56f6e" providerId="ADAL" clId="{F90780B0-BCFD-42CA-8E10-AD132F0BBEA7}" dt="2024-02-06T12:46:28.632" v="139" actId="20577"/>
          <ac:spMkLst>
            <pc:docMk/>
            <pc:sldMk cId="3372701972" sldId="332"/>
            <ac:spMk id="5" creationId="{AAD78CEF-E9F0-48D1-8D17-14602C4237ED}"/>
          </ac:spMkLst>
        </pc:spChg>
        <pc:spChg chg="mod">
          <ac:chgData name="Sam O'Neill" userId="cb323814-a42a-4cfe-bc74-03f595e56f6e" providerId="ADAL" clId="{F90780B0-BCFD-42CA-8E10-AD132F0BBEA7}" dt="2024-02-06T12:46:31.142" v="141" actId="20577"/>
          <ac:spMkLst>
            <pc:docMk/>
            <pc:sldMk cId="3372701972" sldId="332"/>
            <ac:spMk id="6" creationId="{8442333F-E21E-4024-9131-1A8E302AC15F}"/>
          </ac:spMkLst>
        </pc:spChg>
        <pc:spChg chg="mod">
          <ac:chgData name="Sam O'Neill" userId="cb323814-a42a-4cfe-bc74-03f595e56f6e" providerId="ADAL" clId="{F90780B0-BCFD-42CA-8E10-AD132F0BBEA7}" dt="2024-02-06T12:46:33.083" v="143" actId="20577"/>
          <ac:spMkLst>
            <pc:docMk/>
            <pc:sldMk cId="3372701972" sldId="332"/>
            <ac:spMk id="7" creationId="{C67C95DD-73F9-4DCB-84C3-E482CBA38B3B}"/>
          </ac:spMkLst>
        </pc:spChg>
        <pc:spChg chg="mod">
          <ac:chgData name="Sam O'Neill" userId="cb323814-a42a-4cfe-bc74-03f595e56f6e" providerId="ADAL" clId="{F90780B0-BCFD-42CA-8E10-AD132F0BBEA7}" dt="2024-02-06T12:46:37.678" v="146" actId="20577"/>
          <ac:spMkLst>
            <pc:docMk/>
            <pc:sldMk cId="3372701972" sldId="332"/>
            <ac:spMk id="8" creationId="{B0685B36-10EC-4540-8882-E102EF1DD336}"/>
          </ac:spMkLst>
        </pc:spChg>
        <pc:spChg chg="mod">
          <ac:chgData name="Sam O'Neill" userId="cb323814-a42a-4cfe-bc74-03f595e56f6e" providerId="ADAL" clId="{F90780B0-BCFD-42CA-8E10-AD132F0BBEA7}" dt="2024-02-06T12:46:58.910" v="148" actId="20577"/>
          <ac:spMkLst>
            <pc:docMk/>
            <pc:sldMk cId="3372701972" sldId="332"/>
            <ac:spMk id="9" creationId="{72B3DB04-38EF-4C00-9372-D8D54723C948}"/>
          </ac:spMkLst>
        </pc:spChg>
        <pc:spChg chg="mod">
          <ac:chgData name="Sam O'Neill" userId="cb323814-a42a-4cfe-bc74-03f595e56f6e" providerId="ADAL" clId="{F90780B0-BCFD-42CA-8E10-AD132F0BBEA7}" dt="2024-02-06T12:47:01.559" v="150" actId="20577"/>
          <ac:spMkLst>
            <pc:docMk/>
            <pc:sldMk cId="3372701972" sldId="332"/>
            <ac:spMk id="10" creationId="{5DA42B4E-ABD7-492C-BAB8-BD6F01FE1D22}"/>
          </ac:spMkLst>
        </pc:spChg>
        <pc:spChg chg="mod">
          <ac:chgData name="Sam O'Neill" userId="cb323814-a42a-4cfe-bc74-03f595e56f6e" providerId="ADAL" clId="{F90780B0-BCFD-42CA-8E10-AD132F0BBEA7}" dt="2024-02-06T12:47:04.046" v="152" actId="20577"/>
          <ac:spMkLst>
            <pc:docMk/>
            <pc:sldMk cId="3372701972" sldId="332"/>
            <ac:spMk id="11" creationId="{291B681D-2C58-4BCF-9ABB-641EA45EB02D}"/>
          </ac:spMkLst>
        </pc:spChg>
        <pc:spChg chg="mod">
          <ac:chgData name="Sam O'Neill" userId="cb323814-a42a-4cfe-bc74-03f595e56f6e" providerId="ADAL" clId="{F90780B0-BCFD-42CA-8E10-AD132F0BBEA7}" dt="2024-02-06T12:47:10.574" v="156" actId="20577"/>
          <ac:spMkLst>
            <pc:docMk/>
            <pc:sldMk cId="3372701972" sldId="332"/>
            <ac:spMk id="12" creationId="{C5CF9025-5591-4593-881E-D11F3B8E76C7}"/>
          </ac:spMkLst>
        </pc:spChg>
        <pc:spChg chg="mod">
          <ac:chgData name="Sam O'Neill" userId="cb323814-a42a-4cfe-bc74-03f595e56f6e" providerId="ADAL" clId="{F90780B0-BCFD-42CA-8E10-AD132F0BBEA7}" dt="2024-02-06T12:47:06.503" v="154" actId="20577"/>
          <ac:spMkLst>
            <pc:docMk/>
            <pc:sldMk cId="3372701972" sldId="332"/>
            <ac:spMk id="13" creationId="{6E4A2783-BA55-4220-A53C-0E2FBF297C53}"/>
          </ac:spMkLst>
        </pc:spChg>
        <pc:spChg chg="mod">
          <ac:chgData name="Sam O'Neill" userId="cb323814-a42a-4cfe-bc74-03f595e56f6e" providerId="ADAL" clId="{F90780B0-BCFD-42CA-8E10-AD132F0BBEA7}" dt="2024-02-06T12:47:14.533" v="158" actId="20577"/>
          <ac:spMkLst>
            <pc:docMk/>
            <pc:sldMk cId="3372701972" sldId="332"/>
            <ac:spMk id="42" creationId="{4D272853-6455-473B-8048-F6D838151039}"/>
          </ac:spMkLst>
        </pc:spChg>
        <pc:spChg chg="mod">
          <ac:chgData name="Sam O'Neill" userId="cb323814-a42a-4cfe-bc74-03f595e56f6e" providerId="ADAL" clId="{F90780B0-BCFD-42CA-8E10-AD132F0BBEA7}" dt="2024-02-06T12:47:17.029" v="160" actId="20577"/>
          <ac:spMkLst>
            <pc:docMk/>
            <pc:sldMk cId="3372701972" sldId="332"/>
            <ac:spMk id="44" creationId="{5DF8001E-D48B-4158-9092-054E8E97D7C7}"/>
          </ac:spMkLst>
        </pc:spChg>
        <pc:spChg chg="mod">
          <ac:chgData name="Sam O'Neill" userId="cb323814-a42a-4cfe-bc74-03f595e56f6e" providerId="ADAL" clId="{F90780B0-BCFD-42CA-8E10-AD132F0BBEA7}" dt="2024-02-06T12:47:25.758" v="162" actId="20577"/>
          <ac:spMkLst>
            <pc:docMk/>
            <pc:sldMk cId="3372701972" sldId="332"/>
            <ac:spMk id="46" creationId="{68BD2756-1556-49DC-8978-8668C0783037}"/>
          </ac:spMkLst>
        </pc:spChg>
        <pc:spChg chg="mod">
          <ac:chgData name="Sam O'Neill" userId="cb323814-a42a-4cfe-bc74-03f595e56f6e" providerId="ADAL" clId="{F90780B0-BCFD-42CA-8E10-AD132F0BBEA7}" dt="2024-02-06T12:47:29.462" v="164" actId="20577"/>
          <ac:spMkLst>
            <pc:docMk/>
            <pc:sldMk cId="3372701972" sldId="332"/>
            <ac:spMk id="47" creationId="{480123A9-8696-44FE-AFBA-96BC18CE5F19}"/>
          </ac:spMkLst>
        </pc:spChg>
        <pc:spChg chg="mod">
          <ac:chgData name="Sam O'Neill" userId="cb323814-a42a-4cfe-bc74-03f595e56f6e" providerId="ADAL" clId="{F90780B0-BCFD-42CA-8E10-AD132F0BBEA7}" dt="2024-02-06T12:47:33.260" v="166" actId="20577"/>
          <ac:spMkLst>
            <pc:docMk/>
            <pc:sldMk cId="3372701972" sldId="332"/>
            <ac:spMk id="48" creationId="{B512F759-02DE-46A0-BAEA-94E5E6CD9688}"/>
          </ac:spMkLst>
        </pc:spChg>
        <pc:spChg chg="mod">
          <ac:chgData name="Sam O'Neill" userId="cb323814-a42a-4cfe-bc74-03f595e56f6e" providerId="ADAL" clId="{F90780B0-BCFD-42CA-8E10-AD132F0BBEA7}" dt="2024-02-06T12:47:36.228" v="168" actId="20577"/>
          <ac:spMkLst>
            <pc:docMk/>
            <pc:sldMk cId="3372701972" sldId="332"/>
            <ac:spMk id="49" creationId="{91B412BE-78F9-45C0-92A3-FF9A6A934D6F}"/>
          </ac:spMkLst>
        </pc:spChg>
        <pc:spChg chg="del">
          <ac:chgData name="Sam O'Neill" userId="cb323814-a42a-4cfe-bc74-03f595e56f6e" providerId="ADAL" clId="{F90780B0-BCFD-42CA-8E10-AD132F0BBEA7}" dt="2024-02-06T12:46:26.693" v="138" actId="478"/>
          <ac:spMkLst>
            <pc:docMk/>
            <pc:sldMk cId="3372701972" sldId="332"/>
            <ac:spMk id="73" creationId="{6D2F55D2-0A14-418E-BFC2-5725DF44532C}"/>
          </ac:spMkLst>
        </pc:spChg>
        <pc:spChg chg="del">
          <ac:chgData name="Sam O'Neill" userId="cb323814-a42a-4cfe-bc74-03f595e56f6e" providerId="ADAL" clId="{F90780B0-BCFD-42CA-8E10-AD132F0BBEA7}" dt="2024-02-06T12:47:56.030" v="175" actId="478"/>
          <ac:spMkLst>
            <pc:docMk/>
            <pc:sldMk cId="3372701972" sldId="332"/>
            <ac:spMk id="74" creationId="{210C1A34-D015-45DC-92D8-E0253AD57492}"/>
          </ac:spMkLst>
        </pc:spChg>
        <pc:spChg chg="del">
          <ac:chgData name="Sam O'Neill" userId="cb323814-a42a-4cfe-bc74-03f595e56f6e" providerId="ADAL" clId="{F90780B0-BCFD-42CA-8E10-AD132F0BBEA7}" dt="2024-02-06T12:47:56.030" v="175" actId="478"/>
          <ac:spMkLst>
            <pc:docMk/>
            <pc:sldMk cId="3372701972" sldId="332"/>
            <ac:spMk id="75" creationId="{DC2E36B6-1A38-470D-B54C-16216EDEC2F0}"/>
          </ac:spMkLst>
        </pc:spChg>
        <pc:spChg chg="del">
          <ac:chgData name="Sam O'Neill" userId="cb323814-a42a-4cfe-bc74-03f595e56f6e" providerId="ADAL" clId="{F90780B0-BCFD-42CA-8E10-AD132F0BBEA7}" dt="2024-02-06T12:47:56.030" v="175" actId="478"/>
          <ac:spMkLst>
            <pc:docMk/>
            <pc:sldMk cId="3372701972" sldId="332"/>
            <ac:spMk id="76" creationId="{A09310ED-9F9E-4CEC-8A8B-D86A3D0EC097}"/>
          </ac:spMkLst>
        </pc:spChg>
        <pc:spChg chg="del">
          <ac:chgData name="Sam O'Neill" userId="cb323814-a42a-4cfe-bc74-03f595e56f6e" providerId="ADAL" clId="{F90780B0-BCFD-42CA-8E10-AD132F0BBEA7}" dt="2024-02-06T12:47:56.030" v="175" actId="478"/>
          <ac:spMkLst>
            <pc:docMk/>
            <pc:sldMk cId="3372701972" sldId="332"/>
            <ac:spMk id="77" creationId="{453377FE-098D-4F0E-AC79-D4856BCA65C3}"/>
          </ac:spMkLst>
        </pc:spChg>
        <pc:spChg chg="del">
          <ac:chgData name="Sam O'Neill" userId="cb323814-a42a-4cfe-bc74-03f595e56f6e" providerId="ADAL" clId="{F90780B0-BCFD-42CA-8E10-AD132F0BBEA7}" dt="2024-02-06T12:46:25.007" v="137" actId="478"/>
          <ac:spMkLst>
            <pc:docMk/>
            <pc:sldMk cId="3372701972" sldId="332"/>
            <ac:spMk id="78" creationId="{5714D65E-B4A5-480F-B2E6-C8815845041A}"/>
          </ac:spMkLst>
        </pc:spChg>
        <pc:spChg chg="del">
          <ac:chgData name="Sam O'Neill" userId="cb323814-a42a-4cfe-bc74-03f595e56f6e" providerId="ADAL" clId="{F90780B0-BCFD-42CA-8E10-AD132F0BBEA7}" dt="2024-02-06T12:46:23.175" v="136" actId="478"/>
          <ac:spMkLst>
            <pc:docMk/>
            <pc:sldMk cId="3372701972" sldId="332"/>
            <ac:spMk id="79" creationId="{78ED4B94-A0CD-4E60-A8C4-28EEBB9B03CB}"/>
          </ac:spMkLst>
        </pc:spChg>
        <pc:spChg chg="del">
          <ac:chgData name="Sam O'Neill" userId="cb323814-a42a-4cfe-bc74-03f595e56f6e" providerId="ADAL" clId="{F90780B0-BCFD-42CA-8E10-AD132F0BBEA7}" dt="2024-02-06T12:47:56.030" v="175" actId="478"/>
          <ac:spMkLst>
            <pc:docMk/>
            <pc:sldMk cId="3372701972" sldId="332"/>
            <ac:spMk id="80" creationId="{557C607C-9F0B-4E50-B4AB-73D88325AFEF}"/>
          </ac:spMkLst>
        </pc:spChg>
        <pc:spChg chg="del">
          <ac:chgData name="Sam O'Neill" userId="cb323814-a42a-4cfe-bc74-03f595e56f6e" providerId="ADAL" clId="{F90780B0-BCFD-42CA-8E10-AD132F0BBEA7}" dt="2024-02-06T12:47:56.030" v="175" actId="478"/>
          <ac:spMkLst>
            <pc:docMk/>
            <pc:sldMk cId="3372701972" sldId="332"/>
            <ac:spMk id="81" creationId="{D1BD38C3-8493-4943-A513-CCE6D5829B6D}"/>
          </ac:spMkLst>
        </pc:spChg>
        <pc:spChg chg="del">
          <ac:chgData name="Sam O'Neill" userId="cb323814-a42a-4cfe-bc74-03f595e56f6e" providerId="ADAL" clId="{F90780B0-BCFD-42CA-8E10-AD132F0BBEA7}" dt="2024-02-06T12:47:50.694" v="174" actId="478"/>
          <ac:spMkLst>
            <pc:docMk/>
            <pc:sldMk cId="3372701972" sldId="332"/>
            <ac:spMk id="82" creationId="{D9E08EBF-2241-4AC6-9A37-9EFC82E0AEDC}"/>
          </ac:spMkLst>
        </pc:spChg>
        <pc:spChg chg="del">
          <ac:chgData name="Sam O'Neill" userId="cb323814-a42a-4cfe-bc74-03f595e56f6e" providerId="ADAL" clId="{F90780B0-BCFD-42CA-8E10-AD132F0BBEA7}" dt="2024-02-06T12:47:48.254" v="173" actId="478"/>
          <ac:spMkLst>
            <pc:docMk/>
            <pc:sldMk cId="3372701972" sldId="332"/>
            <ac:spMk id="83" creationId="{521A9489-A8EB-4959-B614-A3013FF49499}"/>
          </ac:spMkLst>
        </pc:spChg>
        <pc:spChg chg="del">
          <ac:chgData name="Sam O'Neill" userId="cb323814-a42a-4cfe-bc74-03f595e56f6e" providerId="ADAL" clId="{F90780B0-BCFD-42CA-8E10-AD132F0BBEA7}" dt="2024-02-06T12:47:46.165" v="172" actId="478"/>
          <ac:spMkLst>
            <pc:docMk/>
            <pc:sldMk cId="3372701972" sldId="332"/>
            <ac:spMk id="84" creationId="{A64EFEEC-7C5A-4BC8-BC5E-A0DCD5CCF566}"/>
          </ac:spMkLst>
        </pc:spChg>
        <pc:spChg chg="del">
          <ac:chgData name="Sam O'Neill" userId="cb323814-a42a-4cfe-bc74-03f595e56f6e" providerId="ADAL" clId="{F90780B0-BCFD-42CA-8E10-AD132F0BBEA7}" dt="2024-02-06T12:47:41.198" v="170" actId="478"/>
          <ac:spMkLst>
            <pc:docMk/>
            <pc:sldMk cId="3372701972" sldId="332"/>
            <ac:spMk id="85" creationId="{C82136D9-8C0B-45A5-9B33-1BD56F48C233}"/>
          </ac:spMkLst>
        </pc:spChg>
        <pc:spChg chg="del">
          <ac:chgData name="Sam O'Neill" userId="cb323814-a42a-4cfe-bc74-03f595e56f6e" providerId="ADAL" clId="{F90780B0-BCFD-42CA-8E10-AD132F0BBEA7}" dt="2024-02-06T12:47:43.182" v="171" actId="478"/>
          <ac:spMkLst>
            <pc:docMk/>
            <pc:sldMk cId="3372701972" sldId="332"/>
            <ac:spMk id="86" creationId="{D7EE4712-76AA-49BE-9AB6-9D099D204B44}"/>
          </ac:spMkLst>
        </pc:spChg>
        <pc:spChg chg="del">
          <ac:chgData name="Sam O'Neill" userId="cb323814-a42a-4cfe-bc74-03f595e56f6e" providerId="ADAL" clId="{F90780B0-BCFD-42CA-8E10-AD132F0BBEA7}" dt="2024-02-06T12:47:38.997" v="169" actId="478"/>
          <ac:spMkLst>
            <pc:docMk/>
            <pc:sldMk cId="3372701972" sldId="332"/>
            <ac:spMk id="87" creationId="{3AE9BE2B-36FF-4E17-894A-078E76FD17B7}"/>
          </ac:spMkLst>
        </pc:spChg>
      </pc:sldChg>
      <pc:sldChg chg="modSp mod">
        <pc:chgData name="Sam O'Neill" userId="cb323814-a42a-4cfe-bc74-03f595e56f6e" providerId="ADAL" clId="{F90780B0-BCFD-42CA-8E10-AD132F0BBEA7}" dt="2024-02-06T12:50:07.070" v="189" actId="20577"/>
        <pc:sldMkLst>
          <pc:docMk/>
          <pc:sldMk cId="544334578" sldId="339"/>
        </pc:sldMkLst>
        <pc:spChg chg="mod">
          <ac:chgData name="Sam O'Neill" userId="cb323814-a42a-4cfe-bc74-03f595e56f6e" providerId="ADAL" clId="{F90780B0-BCFD-42CA-8E10-AD132F0BBEA7}" dt="2024-02-06T12:50:07.070" v="189" actId="20577"/>
          <ac:spMkLst>
            <pc:docMk/>
            <pc:sldMk cId="544334578" sldId="339"/>
            <ac:spMk id="6" creationId="{569E74F8-6CBD-40F8-B83B-2DF042AAA4EF}"/>
          </ac:spMkLst>
        </pc:spChg>
      </pc:sldChg>
      <pc:sldChg chg="modSp mod">
        <pc:chgData name="Sam O'Neill" userId="cb323814-a42a-4cfe-bc74-03f595e56f6e" providerId="ADAL" clId="{F90780B0-BCFD-42CA-8E10-AD132F0BBEA7}" dt="2024-02-06T12:43:13.901" v="115" actId="20577"/>
        <pc:sldMkLst>
          <pc:docMk/>
          <pc:sldMk cId="1107265482" sldId="349"/>
        </pc:sldMkLst>
        <pc:spChg chg="mod">
          <ac:chgData name="Sam O'Neill" userId="cb323814-a42a-4cfe-bc74-03f595e56f6e" providerId="ADAL" clId="{F90780B0-BCFD-42CA-8E10-AD132F0BBEA7}" dt="2024-02-06T12:43:13.901" v="115" actId="20577"/>
          <ac:spMkLst>
            <pc:docMk/>
            <pc:sldMk cId="1107265482" sldId="349"/>
            <ac:spMk id="41" creationId="{C14A0838-F628-458D-8D91-0A95C51199DA}"/>
          </ac:spMkLst>
        </pc:spChg>
      </pc:sldChg>
      <pc:sldChg chg="addSp modSp mod">
        <pc:chgData name="Sam O'Neill" userId="cb323814-a42a-4cfe-bc74-03f595e56f6e" providerId="ADAL" clId="{F90780B0-BCFD-42CA-8E10-AD132F0BBEA7}" dt="2024-02-06T12:37:44.983" v="58" actId="1076"/>
        <pc:sldMkLst>
          <pc:docMk/>
          <pc:sldMk cId="2529980565" sldId="351"/>
        </pc:sldMkLst>
        <pc:spChg chg="add mod">
          <ac:chgData name="Sam O'Neill" userId="cb323814-a42a-4cfe-bc74-03f595e56f6e" providerId="ADAL" clId="{F90780B0-BCFD-42CA-8E10-AD132F0BBEA7}" dt="2024-02-06T12:35:27.948" v="12" actId="1037"/>
          <ac:spMkLst>
            <pc:docMk/>
            <pc:sldMk cId="2529980565" sldId="351"/>
            <ac:spMk id="4" creationId="{5267D9F9-93EF-8DEC-6AC3-C5E5460F48A1}"/>
          </ac:spMkLst>
        </pc:spChg>
        <pc:spChg chg="add mod">
          <ac:chgData name="Sam O'Neill" userId="cb323814-a42a-4cfe-bc74-03f595e56f6e" providerId="ADAL" clId="{F90780B0-BCFD-42CA-8E10-AD132F0BBEA7}" dt="2024-02-06T12:35:39.865" v="17" actId="1076"/>
          <ac:spMkLst>
            <pc:docMk/>
            <pc:sldMk cId="2529980565" sldId="351"/>
            <ac:spMk id="5" creationId="{D1514003-2BA0-8F20-16B6-5658F901C549}"/>
          </ac:spMkLst>
        </pc:spChg>
        <pc:spChg chg="add mod">
          <ac:chgData name="Sam O'Neill" userId="cb323814-a42a-4cfe-bc74-03f595e56f6e" providerId="ADAL" clId="{F90780B0-BCFD-42CA-8E10-AD132F0BBEA7}" dt="2024-02-06T12:36:29.913" v="34" actId="1076"/>
          <ac:spMkLst>
            <pc:docMk/>
            <pc:sldMk cId="2529980565" sldId="351"/>
            <ac:spMk id="6" creationId="{8776E57B-A6A8-2C55-17AB-8DC1AFC3A682}"/>
          </ac:spMkLst>
        </pc:spChg>
        <pc:spChg chg="add mod">
          <ac:chgData name="Sam O'Neill" userId="cb323814-a42a-4cfe-bc74-03f595e56f6e" providerId="ADAL" clId="{F90780B0-BCFD-42CA-8E10-AD132F0BBEA7}" dt="2024-02-06T12:36:24.041" v="33" actId="1076"/>
          <ac:spMkLst>
            <pc:docMk/>
            <pc:sldMk cId="2529980565" sldId="351"/>
            <ac:spMk id="7" creationId="{E5688F48-AC7C-AE78-EC7B-E66FD1EF8BA0}"/>
          </ac:spMkLst>
        </pc:spChg>
        <pc:spChg chg="add mod">
          <ac:chgData name="Sam O'Neill" userId="cb323814-a42a-4cfe-bc74-03f595e56f6e" providerId="ADAL" clId="{F90780B0-BCFD-42CA-8E10-AD132F0BBEA7}" dt="2024-02-06T12:36:21.133" v="32" actId="20577"/>
          <ac:spMkLst>
            <pc:docMk/>
            <pc:sldMk cId="2529980565" sldId="351"/>
            <ac:spMk id="8" creationId="{1788D4BE-82C6-EC46-C680-DEE6371EE5F8}"/>
          </ac:spMkLst>
        </pc:spChg>
        <pc:spChg chg="add mod">
          <ac:chgData name="Sam O'Neill" userId="cb323814-a42a-4cfe-bc74-03f595e56f6e" providerId="ADAL" clId="{F90780B0-BCFD-42CA-8E10-AD132F0BBEA7}" dt="2024-02-06T12:36:34.032" v="36" actId="1076"/>
          <ac:spMkLst>
            <pc:docMk/>
            <pc:sldMk cId="2529980565" sldId="351"/>
            <ac:spMk id="9" creationId="{BC706202-7797-61CD-6DB8-1BF04DC3B711}"/>
          </ac:spMkLst>
        </pc:spChg>
        <pc:spChg chg="add mod">
          <ac:chgData name="Sam O'Neill" userId="cb323814-a42a-4cfe-bc74-03f595e56f6e" providerId="ADAL" clId="{F90780B0-BCFD-42CA-8E10-AD132F0BBEA7}" dt="2024-02-06T12:37:39.439" v="57" actId="1076"/>
          <ac:spMkLst>
            <pc:docMk/>
            <pc:sldMk cId="2529980565" sldId="351"/>
            <ac:spMk id="14" creationId="{53222C8B-54B3-6CF1-DB9D-C0AEBC36BF11}"/>
          </ac:spMkLst>
        </pc:spChg>
        <pc:spChg chg="add mod">
          <ac:chgData name="Sam O'Neill" userId="cb323814-a42a-4cfe-bc74-03f595e56f6e" providerId="ADAL" clId="{F90780B0-BCFD-42CA-8E10-AD132F0BBEA7}" dt="2024-02-06T12:37:44.983" v="58" actId="1076"/>
          <ac:spMkLst>
            <pc:docMk/>
            <pc:sldMk cId="2529980565" sldId="351"/>
            <ac:spMk id="16" creationId="{CE03518B-5E14-560F-26B2-9397E439D0B3}"/>
          </ac:spMkLst>
        </pc:spChg>
        <pc:spChg chg="mod">
          <ac:chgData name="Sam O'Neill" userId="cb323814-a42a-4cfe-bc74-03f595e56f6e" providerId="ADAL" clId="{F90780B0-BCFD-42CA-8E10-AD132F0BBEA7}" dt="2024-02-06T12:37:21.628" v="53"/>
          <ac:spMkLst>
            <pc:docMk/>
            <pc:sldMk cId="2529980565" sldId="351"/>
            <ac:spMk id="41" creationId="{C14A0838-F628-458D-8D91-0A95C51199DA}"/>
          </ac:spMkLst>
        </pc:spChg>
        <pc:cxnChg chg="add mod">
          <ac:chgData name="Sam O'Neill" userId="cb323814-a42a-4cfe-bc74-03f595e56f6e" providerId="ADAL" clId="{F90780B0-BCFD-42CA-8E10-AD132F0BBEA7}" dt="2024-02-06T12:36:57.292" v="41" actId="1582"/>
          <ac:cxnSpMkLst>
            <pc:docMk/>
            <pc:sldMk cId="2529980565" sldId="351"/>
            <ac:cxnSpMk id="11" creationId="{4BB5A677-5000-026F-E41F-7F90AF5788D6}"/>
          </ac:cxnSpMkLst>
        </pc:cxnChg>
      </pc:sldChg>
      <pc:sldChg chg="modSp mod modAnim">
        <pc:chgData name="Sam O'Neill" userId="cb323814-a42a-4cfe-bc74-03f595e56f6e" providerId="ADAL" clId="{F90780B0-BCFD-42CA-8E10-AD132F0BBEA7}" dt="2024-02-06T12:42:26.464" v="94" actId="20577"/>
        <pc:sldMkLst>
          <pc:docMk/>
          <pc:sldMk cId="3087532117" sldId="352"/>
        </pc:sldMkLst>
        <pc:spChg chg="mod">
          <ac:chgData name="Sam O'Neill" userId="cb323814-a42a-4cfe-bc74-03f595e56f6e" providerId="ADAL" clId="{F90780B0-BCFD-42CA-8E10-AD132F0BBEA7}" dt="2024-02-06T12:42:26.464" v="94" actId="20577"/>
          <ac:spMkLst>
            <pc:docMk/>
            <pc:sldMk cId="3087532117" sldId="352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90780B0-BCFD-42CA-8E10-AD132F0BBEA7}" dt="2024-02-06T12:38:17.290" v="62" actId="20577"/>
        <pc:sldMkLst>
          <pc:docMk/>
          <pc:sldMk cId="403897775" sldId="359"/>
        </pc:sldMkLst>
        <pc:spChg chg="mod">
          <ac:chgData name="Sam O'Neill" userId="cb323814-a42a-4cfe-bc74-03f595e56f6e" providerId="ADAL" clId="{F90780B0-BCFD-42CA-8E10-AD132F0BBEA7}" dt="2024-02-06T12:38:17.290" v="62" actId="20577"/>
          <ac:spMkLst>
            <pc:docMk/>
            <pc:sldMk cId="403897775" sldId="359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90780B0-BCFD-42CA-8E10-AD132F0BBEA7}" dt="2024-02-06T12:41:11.236" v="67" actId="20577"/>
        <pc:sldMkLst>
          <pc:docMk/>
          <pc:sldMk cId="669141773" sldId="360"/>
        </pc:sldMkLst>
        <pc:spChg chg="mod">
          <ac:chgData name="Sam O'Neill" userId="cb323814-a42a-4cfe-bc74-03f595e56f6e" providerId="ADAL" clId="{F90780B0-BCFD-42CA-8E10-AD132F0BBEA7}" dt="2024-02-06T12:41:11.236" v="67" actId="20577"/>
          <ac:spMkLst>
            <pc:docMk/>
            <pc:sldMk cId="669141773" sldId="360"/>
            <ac:spMk id="41" creationId="{C14A0838-F628-458D-8D91-0A95C51199DA}"/>
          </ac:spMkLst>
        </pc:spChg>
      </pc:sldChg>
      <pc:sldChg chg="modSp">
        <pc:chgData name="Sam O'Neill" userId="cb323814-a42a-4cfe-bc74-03f595e56f6e" providerId="ADAL" clId="{F90780B0-BCFD-42CA-8E10-AD132F0BBEA7}" dt="2024-02-06T12:39:22.538" v="65" actId="20577"/>
        <pc:sldMkLst>
          <pc:docMk/>
          <pc:sldMk cId="1141663153" sldId="361"/>
        </pc:sldMkLst>
        <pc:spChg chg="mod">
          <ac:chgData name="Sam O'Neill" userId="cb323814-a42a-4cfe-bc74-03f595e56f6e" providerId="ADAL" clId="{F90780B0-BCFD-42CA-8E10-AD132F0BBEA7}" dt="2024-02-06T12:39:22.538" v="65" actId="20577"/>
          <ac:spMkLst>
            <pc:docMk/>
            <pc:sldMk cId="1141663153" sldId="361"/>
            <ac:spMk id="41" creationId="{C14A0838-F628-458D-8D91-0A95C51199DA}"/>
          </ac:spMkLst>
        </pc:spChg>
      </pc:sldChg>
    </pc:docChg>
  </pc:docChgLst>
  <pc:docChgLst>
    <pc:chgData name="Sam O'Neill" userId="cb323814-a42a-4cfe-bc74-03f595e56f6e" providerId="ADAL" clId="{28DDAB4E-BC94-49DA-B67D-93746AA8B23E}"/>
    <pc:docChg chg="undo custSel addSld delSld modSld sldOrd">
      <pc:chgData name="Sam O'Neill" userId="cb323814-a42a-4cfe-bc74-03f595e56f6e" providerId="ADAL" clId="{28DDAB4E-BC94-49DA-B67D-93746AA8B23E}" dt="2019-11-13T13:27:01.715" v="1619" actId="6549"/>
      <pc:docMkLst>
        <pc:docMk/>
      </pc:docMkLst>
      <pc:sldChg chg="modSp">
        <pc:chgData name="Sam O'Neill" userId="cb323814-a42a-4cfe-bc74-03f595e56f6e" providerId="ADAL" clId="{28DDAB4E-BC94-49DA-B67D-93746AA8B23E}" dt="2019-11-13T13:25:50.050" v="1579" actId="20577"/>
        <pc:sldMkLst>
          <pc:docMk/>
          <pc:sldMk cId="2464477114" sldId="257"/>
        </pc:sldMkLst>
        <pc:spChg chg="mod">
          <ac:chgData name="Sam O'Neill" userId="cb323814-a42a-4cfe-bc74-03f595e56f6e" providerId="ADAL" clId="{28DDAB4E-BC94-49DA-B67D-93746AA8B23E}" dt="2019-11-13T13:25:50.050" v="1579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">
        <pc:chgData name="Sam O'Neill" userId="cb323814-a42a-4cfe-bc74-03f595e56f6e" providerId="ADAL" clId="{28DDAB4E-BC94-49DA-B67D-93746AA8B23E}" dt="2019-11-13T12:49:13.878" v="25" actId="1076"/>
        <pc:sldMkLst>
          <pc:docMk/>
          <pc:sldMk cId="2314261482" sldId="264"/>
        </pc:sldMkLst>
        <pc:graphicFrameChg chg="mod modGraphic">
          <ac:chgData name="Sam O'Neill" userId="cb323814-a42a-4cfe-bc74-03f595e56f6e" providerId="ADAL" clId="{28DDAB4E-BC94-49DA-B67D-93746AA8B23E}" dt="2019-11-13T12:49:13.878" v="25" actId="1076"/>
          <ac:graphicFrameMkLst>
            <pc:docMk/>
            <pc:sldMk cId="2314261482" sldId="264"/>
            <ac:graphicFrameMk id="5" creationId="{C9C4AB2D-F8D2-4511-A0A8-0BEB92307A8C}"/>
          </ac:graphicFrameMkLst>
        </pc:graphicFrameChg>
      </pc:sldChg>
      <pc:sldChg chg="modSp ord">
        <pc:chgData name="Sam O'Neill" userId="cb323814-a42a-4cfe-bc74-03f595e56f6e" providerId="ADAL" clId="{28DDAB4E-BC94-49DA-B67D-93746AA8B23E}" dt="2019-11-13T13:16:18.841" v="885"/>
        <pc:sldMkLst>
          <pc:docMk/>
          <pc:sldMk cId="2923059188" sldId="268"/>
        </pc:sldMkLst>
        <pc:spChg chg="mod">
          <ac:chgData name="Sam O'Neill" userId="cb323814-a42a-4cfe-bc74-03f595e56f6e" providerId="ADAL" clId="{28DDAB4E-BC94-49DA-B67D-93746AA8B23E}" dt="2019-11-13T12:52:14.118" v="82" actId="1076"/>
          <ac:spMkLst>
            <pc:docMk/>
            <pc:sldMk cId="2923059188" sldId="268"/>
            <ac:spMk id="3" creationId="{5198A88B-52B3-469E-A512-B72752EB7862}"/>
          </ac:spMkLst>
        </pc:spChg>
      </pc:sldChg>
      <pc:sldChg chg="modSp">
        <pc:chgData name="Sam O'Neill" userId="cb323814-a42a-4cfe-bc74-03f595e56f6e" providerId="ADAL" clId="{28DDAB4E-BC94-49DA-B67D-93746AA8B23E}" dt="2019-11-13T12:50:08.870" v="60" actId="1076"/>
        <pc:sldMkLst>
          <pc:docMk/>
          <pc:sldMk cId="1366319027" sldId="271"/>
        </pc:sldMkLst>
        <pc:spChg chg="mod">
          <ac:chgData name="Sam O'Neill" userId="cb323814-a42a-4cfe-bc74-03f595e56f6e" providerId="ADAL" clId="{28DDAB4E-BC94-49DA-B67D-93746AA8B23E}" dt="2019-11-13T12:50:08.870" v="60" actId="1076"/>
          <ac:spMkLst>
            <pc:docMk/>
            <pc:sldMk cId="1366319027" sldId="271"/>
            <ac:spMk id="4" creationId="{699AE454-53A6-42FA-9311-D09AEFC1FC66}"/>
          </ac:spMkLst>
        </pc:spChg>
        <pc:graphicFrameChg chg="mod">
          <ac:chgData name="Sam O'Neill" userId="cb323814-a42a-4cfe-bc74-03f595e56f6e" providerId="ADAL" clId="{28DDAB4E-BC94-49DA-B67D-93746AA8B23E}" dt="2019-11-13T12:48:42.910" v="7" actId="1035"/>
          <ac:graphicFrameMkLst>
            <pc:docMk/>
            <pc:sldMk cId="1366319027" sldId="271"/>
            <ac:graphicFrameMk id="3" creationId="{6E67F808-8797-4136-BF0F-CA103DE36B5B}"/>
          </ac:graphicFrameMkLst>
        </pc:graphicFrameChg>
      </pc:sldChg>
      <pc:sldChg chg="modSp ord">
        <pc:chgData name="Sam O'Neill" userId="cb323814-a42a-4cfe-bc74-03f595e56f6e" providerId="ADAL" clId="{28DDAB4E-BC94-49DA-B67D-93746AA8B23E}" dt="2019-11-13T12:50:37.270" v="63" actId="1076"/>
        <pc:sldMkLst>
          <pc:docMk/>
          <pc:sldMk cId="2431734939" sldId="274"/>
        </pc:sldMkLst>
        <pc:spChg chg="mod">
          <ac:chgData name="Sam O'Neill" userId="cb323814-a42a-4cfe-bc74-03f595e56f6e" providerId="ADAL" clId="{28DDAB4E-BC94-49DA-B67D-93746AA8B23E}" dt="2019-11-13T12:50:37.270" v="63" actId="1076"/>
          <ac:spMkLst>
            <pc:docMk/>
            <pc:sldMk cId="2431734939" sldId="274"/>
            <ac:spMk id="3" creationId="{4945D190-6707-4F9B-9D49-63BD0EFDD82C}"/>
          </ac:spMkLst>
        </pc:spChg>
        <pc:graphicFrameChg chg="mod">
          <ac:chgData name="Sam O'Neill" userId="cb323814-a42a-4cfe-bc74-03f595e56f6e" providerId="ADAL" clId="{28DDAB4E-BC94-49DA-B67D-93746AA8B23E}" dt="2019-11-13T12:49:35.429" v="28" actId="1076"/>
          <ac:graphicFrameMkLst>
            <pc:docMk/>
            <pc:sldMk cId="2431734939" sldId="274"/>
            <ac:graphicFrameMk id="5" creationId="{C9C4AB2D-F8D2-4511-A0A8-0BEB92307A8C}"/>
          </ac:graphicFrameMkLst>
        </pc:graphicFrameChg>
      </pc:sldChg>
      <pc:sldChg chg="modSp">
        <pc:chgData name="Sam O'Neill" userId="cb323814-a42a-4cfe-bc74-03f595e56f6e" providerId="ADAL" clId="{28DDAB4E-BC94-49DA-B67D-93746AA8B23E}" dt="2019-11-13T13:00:47.322" v="380" actId="20577"/>
        <pc:sldMkLst>
          <pc:docMk/>
          <pc:sldMk cId="1891308513" sldId="275"/>
        </pc:sldMkLst>
        <pc:spChg chg="mod">
          <ac:chgData name="Sam O'Neill" userId="cb323814-a42a-4cfe-bc74-03f595e56f6e" providerId="ADAL" clId="{28DDAB4E-BC94-49DA-B67D-93746AA8B23E}" dt="2019-11-13T13:00:47.322" v="380" actId="20577"/>
          <ac:spMkLst>
            <pc:docMk/>
            <pc:sldMk cId="1891308513" sldId="275"/>
            <ac:spMk id="4" creationId="{FB8D9445-9468-46B8-B1AC-8D0F1023F955}"/>
          </ac:spMkLst>
        </pc:spChg>
      </pc:sldChg>
      <pc:sldChg chg="modSp">
        <pc:chgData name="Sam O'Neill" userId="cb323814-a42a-4cfe-bc74-03f595e56f6e" providerId="ADAL" clId="{28DDAB4E-BC94-49DA-B67D-93746AA8B23E}" dt="2019-11-13T12:51:10.716" v="69" actId="27636"/>
        <pc:sldMkLst>
          <pc:docMk/>
          <pc:sldMk cId="1074072966" sldId="277"/>
        </pc:sldMkLst>
        <pc:spChg chg="mod">
          <ac:chgData name="Sam O'Neill" userId="cb323814-a42a-4cfe-bc74-03f595e56f6e" providerId="ADAL" clId="{28DDAB4E-BC94-49DA-B67D-93746AA8B23E}" dt="2019-11-13T12:51:10.716" v="69" actId="27636"/>
          <ac:spMkLst>
            <pc:docMk/>
            <pc:sldMk cId="1074072966" sldId="277"/>
            <ac:spMk id="3" creationId="{5198A88B-52B3-469E-A512-B72752EB7862}"/>
          </ac:spMkLst>
        </pc:spChg>
      </pc:sldChg>
      <pc:sldChg chg="modSp">
        <pc:chgData name="Sam O'Neill" userId="cb323814-a42a-4cfe-bc74-03f595e56f6e" providerId="ADAL" clId="{28DDAB4E-BC94-49DA-B67D-93746AA8B23E}" dt="2019-11-13T12:51:47.803" v="77" actId="27636"/>
        <pc:sldMkLst>
          <pc:docMk/>
          <pc:sldMk cId="950490403" sldId="278"/>
        </pc:sldMkLst>
        <pc:spChg chg="mod">
          <ac:chgData name="Sam O'Neill" userId="cb323814-a42a-4cfe-bc74-03f595e56f6e" providerId="ADAL" clId="{28DDAB4E-BC94-49DA-B67D-93746AA8B23E}" dt="2019-11-13T12:51:47.803" v="77" actId="27636"/>
          <ac:spMkLst>
            <pc:docMk/>
            <pc:sldMk cId="950490403" sldId="278"/>
            <ac:spMk id="3" creationId="{5198A88B-52B3-469E-A512-B72752EB7862}"/>
          </ac:spMkLst>
        </pc:spChg>
      </pc:sldChg>
      <pc:sldChg chg="modSp">
        <pc:chgData name="Sam O'Neill" userId="cb323814-a42a-4cfe-bc74-03f595e56f6e" providerId="ADAL" clId="{28DDAB4E-BC94-49DA-B67D-93746AA8B23E}" dt="2019-11-13T12:52:07.634" v="81"/>
        <pc:sldMkLst>
          <pc:docMk/>
          <pc:sldMk cId="3044867936" sldId="279"/>
        </pc:sldMkLst>
        <pc:spChg chg="mod">
          <ac:chgData name="Sam O'Neill" userId="cb323814-a42a-4cfe-bc74-03f595e56f6e" providerId="ADAL" clId="{28DDAB4E-BC94-49DA-B67D-93746AA8B23E}" dt="2019-11-13T12:52:07.634" v="81"/>
          <ac:spMkLst>
            <pc:docMk/>
            <pc:sldMk cId="3044867936" sldId="279"/>
            <ac:spMk id="3" creationId="{5198A88B-52B3-469E-A512-B72752EB7862}"/>
          </ac:spMkLst>
        </pc:spChg>
      </pc:sldChg>
      <pc:sldChg chg="del">
        <pc:chgData name="Sam O'Neill" userId="cb323814-a42a-4cfe-bc74-03f595e56f6e" providerId="ADAL" clId="{28DDAB4E-BC94-49DA-B67D-93746AA8B23E}" dt="2019-11-13T13:25:29.584" v="1548" actId="2696"/>
        <pc:sldMkLst>
          <pc:docMk/>
          <pc:sldMk cId="969126802" sldId="280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3196128063" sldId="280"/>
        </pc:sldMkLst>
      </pc:sldChg>
      <pc:sldChg chg="addSp modSp">
        <pc:chgData name="Sam O'Neill" userId="cb323814-a42a-4cfe-bc74-03f595e56f6e" providerId="ADAL" clId="{28DDAB4E-BC94-49DA-B67D-93746AA8B23E}" dt="2019-11-13T13:16:54.241" v="896" actId="20577"/>
        <pc:sldMkLst>
          <pc:docMk/>
          <pc:sldMk cId="1032049495" sldId="281"/>
        </pc:sldMkLst>
        <pc:spChg chg="mod">
          <ac:chgData name="Sam O'Neill" userId="cb323814-a42a-4cfe-bc74-03f595e56f6e" providerId="ADAL" clId="{28DDAB4E-BC94-49DA-B67D-93746AA8B23E}" dt="2019-11-13T13:14:13.043" v="660" actId="20577"/>
          <ac:spMkLst>
            <pc:docMk/>
            <pc:sldMk cId="1032049495" sldId="281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15" creationId="{68842D11-FC8E-47C3-A376-708D0BF3E5F2}"/>
          </ac:spMkLst>
        </pc:spChg>
        <pc:spChg chg="mod">
          <ac:chgData name="Sam O'Neill" userId="cb323814-a42a-4cfe-bc74-03f595e56f6e" providerId="ADAL" clId="{28DDAB4E-BC94-49DA-B67D-93746AA8B23E}" dt="2019-11-13T13:16:54.241" v="896" actId="20577"/>
          <ac:spMkLst>
            <pc:docMk/>
            <pc:sldMk cId="1032049495" sldId="281"/>
            <ac:spMk id="21" creationId="{243D8880-4BEB-4569-A5C6-C71C21D732BF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54" creationId="{40E32430-FF30-4EA8-87D8-3B7E96D5247A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55" creationId="{A79508D0-81D1-4DDF-94C7-A0A0F0EB48B2}"/>
          </ac:spMkLst>
        </pc:spChg>
        <pc:spChg chg="mod">
          <ac:chgData name="Sam O'Neill" userId="cb323814-a42a-4cfe-bc74-03f595e56f6e" providerId="ADAL" clId="{28DDAB4E-BC94-49DA-B67D-93746AA8B23E}" dt="2019-11-13T12:55:34.854" v="193" actId="1076"/>
          <ac:spMkLst>
            <pc:docMk/>
            <pc:sldMk cId="1032049495" sldId="281"/>
            <ac:spMk id="56" creationId="{BB33BC5B-FA8F-4DD0-BB0D-AFAD6B2D0849}"/>
          </ac:spMkLst>
        </pc:spChg>
        <pc:grpChg chg="mod">
          <ac:chgData name="Sam O'Neill" userId="cb323814-a42a-4cfe-bc74-03f595e56f6e" providerId="ADAL" clId="{28DDAB4E-BC94-49DA-B67D-93746AA8B23E}" dt="2019-11-13T12:55:34.854" v="193" actId="1076"/>
          <ac:grpSpMkLst>
            <pc:docMk/>
            <pc:sldMk cId="1032049495" sldId="281"/>
            <ac:grpSpMk id="13" creationId="{F06AA9A1-B313-4B56-BC0B-6606B893CB96}"/>
          </ac:grpSpMkLst>
        </pc:grpChg>
        <pc:graphicFrameChg chg="mod">
          <ac:chgData name="Sam O'Neill" userId="cb323814-a42a-4cfe-bc74-03f595e56f6e" providerId="ADAL" clId="{28DDAB4E-BC94-49DA-B67D-93746AA8B23E}" dt="2019-11-13T12:55:34.854" v="193" actId="1076"/>
          <ac:graphicFrameMkLst>
            <pc:docMk/>
            <pc:sldMk cId="1032049495" sldId="281"/>
            <ac:graphicFrameMk id="26" creationId="{3D159404-8F27-4F9E-9654-0C94557B8E4F}"/>
          </ac:graphicFrameMkLst>
        </pc:graphicFrameChg>
        <pc:cxnChg chg="add mod">
          <ac:chgData name="Sam O'Neill" userId="cb323814-a42a-4cfe-bc74-03f595e56f6e" providerId="ADAL" clId="{28DDAB4E-BC94-49DA-B67D-93746AA8B23E}" dt="2019-11-13T12:56:46.446" v="244" actId="1076"/>
          <ac:cxnSpMkLst>
            <pc:docMk/>
            <pc:sldMk cId="1032049495" sldId="281"/>
            <ac:cxnSpMk id="4" creationId="{8C075D6C-E440-4E7E-B7E1-9730311E6F71}"/>
          </ac:cxnSpMkLst>
        </pc:cxnChg>
        <pc:cxnChg chg="add mod">
          <ac:chgData name="Sam O'Neill" userId="cb323814-a42a-4cfe-bc74-03f595e56f6e" providerId="ADAL" clId="{28DDAB4E-BC94-49DA-B67D-93746AA8B23E}" dt="2019-11-13T12:57:17.790" v="253" actId="1076"/>
          <ac:cxnSpMkLst>
            <pc:docMk/>
            <pc:sldMk cId="1032049495" sldId="281"/>
            <ac:cxnSpMk id="9" creationId="{5311316E-2197-48CE-8C80-1E3E293D6F88}"/>
          </ac:cxnSpMkLst>
        </pc:cxnChg>
        <pc:cxnChg chg="add mod">
          <ac:chgData name="Sam O'Neill" userId="cb323814-a42a-4cfe-bc74-03f595e56f6e" providerId="ADAL" clId="{28DDAB4E-BC94-49DA-B67D-93746AA8B23E}" dt="2019-11-13T12:57:15.021" v="251" actId="1076"/>
          <ac:cxnSpMkLst>
            <pc:docMk/>
            <pc:sldMk cId="1032049495" sldId="281"/>
            <ac:cxnSpMk id="23" creationId="{F56E55D4-07D2-418E-885D-200788B679C9}"/>
          </ac:cxnSpMkLst>
        </pc:cxnChg>
        <pc:cxnChg chg="add mod">
          <ac:chgData name="Sam O'Neill" userId="cb323814-a42a-4cfe-bc74-03f595e56f6e" providerId="ADAL" clId="{28DDAB4E-BC94-49DA-B67D-93746AA8B23E}" dt="2019-11-13T12:57:12.326" v="250" actId="196"/>
          <ac:cxnSpMkLst>
            <pc:docMk/>
            <pc:sldMk cId="1032049495" sldId="281"/>
            <ac:cxnSpMk id="29" creationId="{BB88E4D9-4CFA-4135-93F7-BD1E06A65F21}"/>
          </ac:cxnSpMkLst>
        </pc:cxnChg>
      </pc:sldChg>
      <pc:sldChg chg="addSp modSp">
        <pc:chgData name="Sam O'Neill" userId="cb323814-a42a-4cfe-bc74-03f595e56f6e" providerId="ADAL" clId="{28DDAB4E-BC94-49DA-B67D-93746AA8B23E}" dt="2019-11-13T13:16:59.657" v="905" actId="20577"/>
        <pc:sldMkLst>
          <pc:docMk/>
          <pc:sldMk cId="1650202783" sldId="282"/>
        </pc:sldMkLst>
        <pc:spChg chg="mod">
          <ac:chgData name="Sam O'Neill" userId="cb323814-a42a-4cfe-bc74-03f595e56f6e" providerId="ADAL" clId="{28DDAB4E-BC94-49DA-B67D-93746AA8B23E}" dt="2019-11-13T13:14:35.590" v="673"/>
          <ac:spMkLst>
            <pc:docMk/>
            <pc:sldMk cId="1650202783" sldId="282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3:16:59.657" v="905" actId="20577"/>
          <ac:spMkLst>
            <pc:docMk/>
            <pc:sldMk cId="1650202783" sldId="282"/>
            <ac:spMk id="21" creationId="{243D8880-4BEB-4569-A5C6-C71C21D732BF}"/>
          </ac:spMkLst>
        </pc:sp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2" creationId="{3F58456B-EFD6-44DF-A7B9-4DFEA6C385E1}"/>
          </ac:cxnSpMkLst>
        </pc:cxn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3" creationId="{6594A75D-7507-4881-953C-6BD0E041CB9C}"/>
          </ac:cxnSpMkLst>
        </pc:cxn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4" creationId="{9CFC94C8-FB6F-40EE-9730-7878990B3576}"/>
          </ac:cxnSpMkLst>
        </pc:cxnChg>
        <pc:cxnChg chg="add mod">
          <ac:chgData name="Sam O'Neill" userId="cb323814-a42a-4cfe-bc74-03f595e56f6e" providerId="ADAL" clId="{28DDAB4E-BC94-49DA-B67D-93746AA8B23E}" dt="2019-11-13T12:58:30.781" v="340" actId="1076"/>
          <ac:cxnSpMkLst>
            <pc:docMk/>
            <pc:sldMk cId="1650202783" sldId="282"/>
            <ac:cxnSpMk id="25" creationId="{4D1157EF-E677-4B72-8034-835AC7E3ED3F}"/>
          </ac:cxnSpMkLst>
        </pc:cxnChg>
      </pc:sldChg>
      <pc:sldChg chg="addSp modSp">
        <pc:chgData name="Sam O'Neill" userId="cb323814-a42a-4cfe-bc74-03f595e56f6e" providerId="ADAL" clId="{28DDAB4E-BC94-49DA-B67D-93746AA8B23E}" dt="2019-11-13T13:20:13.706" v="1134" actId="20577"/>
        <pc:sldMkLst>
          <pc:docMk/>
          <pc:sldMk cId="889540580" sldId="283"/>
        </pc:sldMkLst>
        <pc:spChg chg="mod">
          <ac:chgData name="Sam O'Neill" userId="cb323814-a42a-4cfe-bc74-03f595e56f6e" providerId="ADAL" clId="{28DDAB4E-BC94-49DA-B67D-93746AA8B23E}" dt="2019-11-13T13:20:13.706" v="1134" actId="20577"/>
          <ac:spMkLst>
            <pc:docMk/>
            <pc:sldMk cId="889540580" sldId="283"/>
            <ac:spMk id="22" creationId="{3653D435-7024-4588-B1A2-96E9392AD940}"/>
          </ac:spMkLst>
        </pc:spChg>
        <pc:graphicFrameChg chg="mod">
          <ac:chgData name="Sam O'Neill" userId="cb323814-a42a-4cfe-bc74-03f595e56f6e" providerId="ADAL" clId="{28DDAB4E-BC94-49DA-B67D-93746AA8B23E}" dt="2019-11-13T12:58:53.741" v="363" actId="1038"/>
          <ac:graphicFrameMkLst>
            <pc:docMk/>
            <pc:sldMk cId="889540580" sldId="283"/>
            <ac:graphicFrameMk id="23" creationId="{3AFC22BD-39F8-4086-B3C6-7ED2755722AE}"/>
          </ac:graphicFrameMkLst>
        </pc:graphicFrameChg>
        <pc:graphicFrameChg chg="mod">
          <ac:chgData name="Sam O'Neill" userId="cb323814-a42a-4cfe-bc74-03f595e56f6e" providerId="ADAL" clId="{28DDAB4E-BC94-49DA-B67D-93746AA8B23E}" dt="2019-11-13T12:59:32.757" v="371" actId="1076"/>
          <ac:graphicFrameMkLst>
            <pc:docMk/>
            <pc:sldMk cId="889540580" sldId="283"/>
            <ac:graphicFrameMk id="24" creationId="{BBE293EB-735B-4B83-96C2-9FBC1392A032}"/>
          </ac:graphicFrameMkLst>
        </pc:graphicFrameChg>
        <pc:graphicFrameChg chg="mod modGraphic">
          <ac:chgData name="Sam O'Neill" userId="cb323814-a42a-4cfe-bc74-03f595e56f6e" providerId="ADAL" clId="{28DDAB4E-BC94-49DA-B67D-93746AA8B23E}" dt="2019-11-13T13:01:50.706" v="381" actId="20577"/>
          <ac:graphicFrameMkLst>
            <pc:docMk/>
            <pc:sldMk cId="889540580" sldId="283"/>
            <ac:graphicFrameMk id="25" creationId="{E9E68460-E157-43A2-BA5E-35B3F902BF1C}"/>
          </ac:graphicFrameMkLst>
        </pc:graphicFrameChg>
        <pc:graphicFrameChg chg="mod">
          <ac:chgData name="Sam O'Neill" userId="cb323814-a42a-4cfe-bc74-03f595e56f6e" providerId="ADAL" clId="{28DDAB4E-BC94-49DA-B67D-93746AA8B23E}" dt="2019-11-13T12:58:50.653" v="362" actId="1038"/>
          <ac:graphicFrameMkLst>
            <pc:docMk/>
            <pc:sldMk cId="889540580" sldId="283"/>
            <ac:graphicFrameMk id="26" creationId="{3D159404-8F27-4F9E-9654-0C94557B8E4F}"/>
          </ac:graphicFrameMkLst>
        </pc:graphicFrameChg>
        <pc:cxnChg chg="add mod">
          <ac:chgData name="Sam O'Neill" userId="cb323814-a42a-4cfe-bc74-03f595e56f6e" providerId="ADAL" clId="{28DDAB4E-BC94-49DA-B67D-93746AA8B23E}" dt="2019-11-13T12:59:03.919" v="366" actId="1582"/>
          <ac:cxnSpMkLst>
            <pc:docMk/>
            <pc:sldMk cId="889540580" sldId="283"/>
            <ac:cxnSpMk id="4" creationId="{E4F00828-5D47-4F3E-B1FE-8A2879642020}"/>
          </ac:cxnSpMkLst>
        </pc:cxnChg>
        <pc:cxnChg chg="add mod">
          <ac:chgData name="Sam O'Neill" userId="cb323814-a42a-4cfe-bc74-03f595e56f6e" providerId="ADAL" clId="{28DDAB4E-BC94-49DA-B67D-93746AA8B23E}" dt="2019-11-13T12:59:32.757" v="371" actId="1076"/>
          <ac:cxnSpMkLst>
            <pc:docMk/>
            <pc:sldMk cId="889540580" sldId="283"/>
            <ac:cxnSpMk id="7" creationId="{135256CB-A61E-4D2C-A229-46D3E4954B56}"/>
          </ac:cxnSpMkLst>
        </pc:cxnChg>
        <pc:cxnChg chg="add mod">
          <ac:chgData name="Sam O'Neill" userId="cb323814-a42a-4cfe-bc74-03f595e56f6e" providerId="ADAL" clId="{28DDAB4E-BC94-49DA-B67D-93746AA8B23E}" dt="2019-11-13T12:59:58.637" v="379" actId="1076"/>
          <ac:cxnSpMkLst>
            <pc:docMk/>
            <pc:sldMk cId="889540580" sldId="283"/>
            <ac:cxnSpMk id="11" creationId="{2D9723BD-E344-4A34-9A00-DBDF0AC4FFDC}"/>
          </ac:cxnSpMkLst>
        </pc:cxnChg>
      </pc:sldChg>
      <pc:sldChg chg="del">
        <pc:chgData name="Sam O'Neill" userId="cb323814-a42a-4cfe-bc74-03f595e56f6e" providerId="ADAL" clId="{28DDAB4E-BC94-49DA-B67D-93746AA8B23E}" dt="2019-11-13T13:25:29.406" v="1547" actId="2696"/>
        <pc:sldMkLst>
          <pc:docMk/>
          <pc:sldMk cId="2590797744" sldId="284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2908830618" sldId="284"/>
        </pc:sldMkLst>
      </pc:sldChg>
      <pc:sldChg chg="modSp add">
        <pc:chgData name="Sam O'Neill" userId="cb323814-a42a-4cfe-bc74-03f595e56f6e" providerId="ADAL" clId="{28DDAB4E-BC94-49DA-B67D-93746AA8B23E}" dt="2019-11-13T13:26:51.581" v="1599" actId="20577"/>
        <pc:sldMkLst>
          <pc:docMk/>
          <pc:sldMk cId="637085690" sldId="285"/>
        </pc:sldMkLst>
        <pc:spChg chg="mod">
          <ac:chgData name="Sam O'Neill" userId="cb323814-a42a-4cfe-bc74-03f595e56f6e" providerId="ADAL" clId="{28DDAB4E-BC94-49DA-B67D-93746AA8B23E}" dt="2019-11-13T13:26:51.581" v="1599" actId="20577"/>
          <ac:spMkLst>
            <pc:docMk/>
            <pc:sldMk cId="637085690" sldId="285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2:53:49.275" v="188" actId="5793"/>
          <ac:spMkLst>
            <pc:docMk/>
            <pc:sldMk cId="637085690" sldId="285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28DDAB4E-BC94-49DA-B67D-93746AA8B23E}" dt="2019-11-13T13:27:01.715" v="1619" actId="6549"/>
        <pc:sldMkLst>
          <pc:docMk/>
          <pc:sldMk cId="291123633" sldId="286"/>
        </pc:sldMkLst>
        <pc:spChg chg="mod">
          <ac:chgData name="Sam O'Neill" userId="cb323814-a42a-4cfe-bc74-03f595e56f6e" providerId="ADAL" clId="{28DDAB4E-BC94-49DA-B67D-93746AA8B23E}" dt="2019-11-13T13:27:01.715" v="1619" actId="6549"/>
          <ac:spMkLst>
            <pc:docMk/>
            <pc:sldMk cId="291123633" sldId="286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2:53:52.750" v="190" actId="27636"/>
          <ac:spMkLst>
            <pc:docMk/>
            <pc:sldMk cId="291123633" sldId="286"/>
            <ac:spMk id="3" creationId="{5198A88B-52B3-469E-A512-B72752EB7862}"/>
          </ac:spMkLst>
        </pc:spChg>
      </pc:sldChg>
      <pc:sldChg chg="addSp delSp modSp add ord">
        <pc:chgData name="Sam O'Neill" userId="cb323814-a42a-4cfe-bc74-03f595e56f6e" providerId="ADAL" clId="{28DDAB4E-BC94-49DA-B67D-93746AA8B23E}" dt="2019-11-13T13:16:05.657" v="884" actId="20577"/>
        <pc:sldMkLst>
          <pc:docMk/>
          <pc:sldMk cId="977161248" sldId="287"/>
        </pc:sldMkLst>
        <pc:spChg chg="mod">
          <ac:chgData name="Sam O'Neill" userId="cb323814-a42a-4cfe-bc74-03f595e56f6e" providerId="ADAL" clId="{28DDAB4E-BC94-49DA-B67D-93746AA8B23E}" dt="2019-11-13T13:14:43.592" v="675"/>
          <ac:spMkLst>
            <pc:docMk/>
            <pc:sldMk cId="977161248" sldId="287"/>
            <ac:spMk id="2" creationId="{F3E593E6-3D2F-4C7E-80B2-F78D636A9E07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15" creationId="{68842D11-FC8E-47C3-A376-708D0BF3E5F2}"/>
          </ac:spMkLst>
        </pc:spChg>
        <pc:spChg chg="del">
          <ac:chgData name="Sam O'Neill" userId="cb323814-a42a-4cfe-bc74-03f595e56f6e" providerId="ADAL" clId="{28DDAB4E-BC94-49DA-B67D-93746AA8B23E}" dt="2019-11-13T13:03:29.057" v="383" actId="478"/>
          <ac:spMkLst>
            <pc:docMk/>
            <pc:sldMk cId="977161248" sldId="287"/>
            <ac:spMk id="21" creationId="{243D8880-4BEB-4569-A5C6-C71C21D732BF}"/>
          </ac:spMkLst>
        </pc:spChg>
        <pc:spChg chg="add del">
          <ac:chgData name="Sam O'Neill" userId="cb323814-a42a-4cfe-bc74-03f595e56f6e" providerId="ADAL" clId="{28DDAB4E-BC94-49DA-B67D-93746AA8B23E}" dt="2019-11-13T13:03:35.806" v="386"/>
          <ac:spMkLst>
            <pc:docMk/>
            <pc:sldMk cId="977161248" sldId="287"/>
            <ac:spMk id="27" creationId="{00D8E8EB-876A-48AB-B2B5-B83821908F2C}"/>
          </ac:spMkLst>
        </pc:spChg>
        <pc:spChg chg="add mod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28" creationId="{CB68EFDD-BEEF-4E66-9EA1-3A6062F0D8A4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1" creationId="{B862687A-CEF0-4D08-ABA8-A1FF99C8C439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2" creationId="{0032A46D-1948-4C30-AD2F-16AE9E33B379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3" creationId="{9242E800-466A-4A5B-85AE-BE5C32411A67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4" creationId="{D98F0B70-A7E4-49AF-86BE-570D3E520220}"/>
          </ac:spMkLst>
        </pc:spChg>
        <pc:spChg chg="mod topLvl">
          <ac:chgData name="Sam O'Neill" userId="cb323814-a42a-4cfe-bc74-03f595e56f6e" providerId="ADAL" clId="{28DDAB4E-BC94-49DA-B67D-93746AA8B23E}" dt="2019-11-13T13:10:23.642" v="500" actId="164"/>
          <ac:spMkLst>
            <pc:docMk/>
            <pc:sldMk cId="977161248" sldId="287"/>
            <ac:spMk id="35" creationId="{F24C5B17-6481-4227-8FD3-414EF4806BCE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54" creationId="{40E32430-FF30-4EA8-87D8-3B7E96D5247A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55" creationId="{A79508D0-81D1-4DDF-94C7-A0A0F0EB48B2}"/>
          </ac:spMkLst>
        </pc:spChg>
        <pc:spChg chg="del">
          <ac:chgData name="Sam O'Neill" userId="cb323814-a42a-4cfe-bc74-03f595e56f6e" providerId="ADAL" clId="{28DDAB4E-BC94-49DA-B67D-93746AA8B23E}" dt="2019-11-13T13:04:13.566" v="394" actId="478"/>
          <ac:spMkLst>
            <pc:docMk/>
            <pc:sldMk cId="977161248" sldId="287"/>
            <ac:spMk id="56" creationId="{BB33BC5B-FA8F-4DD0-BB0D-AFAD6B2D0849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4" creationId="{51461925-BD8F-4C24-BCC0-525D60077A3B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5" creationId="{1C8BDD57-7AC8-4EAF-B22E-76818EAAE02E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6" creationId="{74F0E736-8115-4748-A76D-25CF8A538384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7" creationId="{C0E53FDB-6FD6-41D9-A954-B8ABDAABF070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68" creationId="{0442602A-04A3-4C8D-8245-F30B24CC41B9}"/>
          </ac:spMkLst>
        </pc:spChg>
        <pc:spChg chg="mod topLvl">
          <ac:chgData name="Sam O'Neill" userId="cb323814-a42a-4cfe-bc74-03f595e56f6e" providerId="ADAL" clId="{28DDAB4E-BC94-49DA-B67D-93746AA8B23E}" dt="2019-11-13T13:10:37.540" v="505" actId="165"/>
          <ac:spMkLst>
            <pc:docMk/>
            <pc:sldMk cId="977161248" sldId="287"/>
            <ac:spMk id="75" creationId="{A35EE584-783C-4668-ACE3-BE8E3CCD81BD}"/>
          </ac:spMkLst>
        </pc:spChg>
        <pc:spChg chg="add mod">
          <ac:chgData name="Sam O'Neill" userId="cb323814-a42a-4cfe-bc74-03f595e56f6e" providerId="ADAL" clId="{28DDAB4E-BC94-49DA-B67D-93746AA8B23E}" dt="2019-11-13T13:16:05.657" v="884" actId="20577"/>
          <ac:spMkLst>
            <pc:docMk/>
            <pc:sldMk cId="977161248" sldId="287"/>
            <ac:spMk id="79" creationId="{55B25EC0-3F14-45A4-B108-C71B0400E532}"/>
          </ac:spMkLst>
        </pc:spChg>
        <pc:grpChg chg="del">
          <ac:chgData name="Sam O'Neill" userId="cb323814-a42a-4cfe-bc74-03f595e56f6e" providerId="ADAL" clId="{28DDAB4E-BC94-49DA-B67D-93746AA8B23E}" dt="2019-11-13T13:03:32.684" v="384" actId="165"/>
          <ac:grpSpMkLst>
            <pc:docMk/>
            <pc:sldMk cId="977161248" sldId="287"/>
            <ac:grpSpMk id="13" creationId="{F06AA9A1-B313-4B56-BC0B-6606B893CB96}"/>
          </ac:grpSpMkLst>
        </pc:grpChg>
        <pc:grpChg chg="add mod">
          <ac:chgData name="Sam O'Neill" userId="cb323814-a42a-4cfe-bc74-03f595e56f6e" providerId="ADAL" clId="{28DDAB4E-BC94-49DA-B67D-93746AA8B23E}" dt="2019-11-13T13:10:28.654" v="502" actId="1076"/>
          <ac:grpSpMkLst>
            <pc:docMk/>
            <pc:sldMk cId="977161248" sldId="287"/>
            <ac:grpSpMk id="62" creationId="{0C2AB4BE-1AE5-409A-BC46-6037EA1CD25E}"/>
          </ac:grpSpMkLst>
        </pc:grpChg>
        <pc:grpChg chg="add del mod">
          <ac:chgData name="Sam O'Neill" userId="cb323814-a42a-4cfe-bc74-03f595e56f6e" providerId="ADAL" clId="{28DDAB4E-BC94-49DA-B67D-93746AA8B23E}" dt="2019-11-13T13:10:37.540" v="505" actId="165"/>
          <ac:grpSpMkLst>
            <pc:docMk/>
            <pc:sldMk cId="977161248" sldId="287"/>
            <ac:grpSpMk id="63" creationId="{0262E552-02C5-4BE0-BF27-030B2ABF10D5}"/>
          </ac:grpSpMkLst>
        </pc:grpChg>
        <pc:graphicFrameChg chg="mod modGraphic">
          <ac:chgData name="Sam O'Neill" userId="cb323814-a42a-4cfe-bc74-03f595e56f6e" providerId="ADAL" clId="{28DDAB4E-BC94-49DA-B67D-93746AA8B23E}" dt="2019-11-13T13:08:57.867" v="482" actId="572"/>
          <ac:graphicFrameMkLst>
            <pc:docMk/>
            <pc:sldMk cId="977161248" sldId="287"/>
            <ac:graphicFrameMk id="26" creationId="{3D159404-8F27-4F9E-9654-0C94557B8E4F}"/>
          </ac:graphicFrameMkLst>
        </pc:graphicFrameChg>
        <pc:cxnChg chg="del">
          <ac:chgData name="Sam O'Neill" userId="cb323814-a42a-4cfe-bc74-03f595e56f6e" providerId="ADAL" clId="{28DDAB4E-BC94-49DA-B67D-93746AA8B23E}" dt="2019-11-13T13:05:23.621" v="423" actId="478"/>
          <ac:cxnSpMkLst>
            <pc:docMk/>
            <pc:sldMk cId="977161248" sldId="287"/>
            <ac:cxnSpMk id="22" creationId="{3F58456B-EFD6-44DF-A7B9-4DFEA6C385E1}"/>
          </ac:cxnSpMkLst>
        </pc:cxnChg>
        <pc:cxnChg chg="del">
          <ac:chgData name="Sam O'Neill" userId="cb323814-a42a-4cfe-bc74-03f595e56f6e" providerId="ADAL" clId="{28DDAB4E-BC94-49DA-B67D-93746AA8B23E}" dt="2019-11-13T13:05:22.982" v="422" actId="478"/>
          <ac:cxnSpMkLst>
            <pc:docMk/>
            <pc:sldMk cId="977161248" sldId="287"/>
            <ac:cxnSpMk id="23" creationId="{6594A75D-7507-4881-953C-6BD0E041CB9C}"/>
          </ac:cxnSpMkLst>
        </pc:cxnChg>
        <pc:cxnChg chg="del">
          <ac:chgData name="Sam O'Neill" userId="cb323814-a42a-4cfe-bc74-03f595e56f6e" providerId="ADAL" clId="{28DDAB4E-BC94-49DA-B67D-93746AA8B23E}" dt="2019-11-13T13:05:24.237" v="424" actId="478"/>
          <ac:cxnSpMkLst>
            <pc:docMk/>
            <pc:sldMk cId="977161248" sldId="287"/>
            <ac:cxnSpMk id="24" creationId="{9CFC94C8-FB6F-40EE-9730-7878990B3576}"/>
          </ac:cxnSpMkLst>
        </pc:cxnChg>
        <pc:cxnChg chg="del">
          <ac:chgData name="Sam O'Neill" userId="cb323814-a42a-4cfe-bc74-03f595e56f6e" providerId="ADAL" clId="{28DDAB4E-BC94-49DA-B67D-93746AA8B23E}" dt="2019-11-13T13:05:22.358" v="421" actId="478"/>
          <ac:cxnSpMkLst>
            <pc:docMk/>
            <pc:sldMk cId="977161248" sldId="287"/>
            <ac:cxnSpMk id="25" creationId="{4D1157EF-E677-4B72-8034-835AC7E3ED3F}"/>
          </ac:cxnSpMkLst>
        </pc:cxnChg>
        <pc:cxnChg chg="add mod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29" creationId="{E107C3EE-A29E-49D0-8C28-416911986E3C}"/>
          </ac:cxnSpMkLst>
        </pc:cxnChg>
        <pc:cxnChg chg="add mod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0" creationId="{FA2EB5D4-48CA-4816-B623-2B5ECFCD7BB9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6" creationId="{2109CB45-C8F0-4855-AE42-7E82541F4BB9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7" creationId="{136D1AA7-848B-4B5F-9BF1-0CFA942B6DF8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8" creationId="{53996848-F58C-4A5F-AF4F-B153F9B7C7C9}"/>
          </ac:cxnSpMkLst>
        </pc:cxnChg>
        <pc:cxnChg chg="add mod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39" creationId="{79285E60-C844-4666-B018-68D1783036F0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42" creationId="{6F9AF917-2AC2-4DB2-B8A1-D044B9C08E1C}"/>
          </ac:cxnSpMkLst>
        </pc:cxnChg>
        <pc:cxnChg chg="add del mod">
          <ac:chgData name="Sam O'Neill" userId="cb323814-a42a-4cfe-bc74-03f595e56f6e" providerId="ADAL" clId="{28DDAB4E-BC94-49DA-B67D-93746AA8B23E}" dt="2019-11-13T13:09:47.727" v="492"/>
          <ac:cxnSpMkLst>
            <pc:docMk/>
            <pc:sldMk cId="977161248" sldId="287"/>
            <ac:cxnSpMk id="46" creationId="{A6E4DCCA-039D-4112-9539-816D8DBF9ADA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52" creationId="{063D17BA-C4F5-4A21-83EA-A94AB2870C43}"/>
          </ac:cxnSpMkLst>
        </pc:cxnChg>
        <pc:cxnChg chg="mod topLvl">
          <ac:chgData name="Sam O'Neill" userId="cb323814-a42a-4cfe-bc74-03f595e56f6e" providerId="ADAL" clId="{28DDAB4E-BC94-49DA-B67D-93746AA8B23E}" dt="2019-11-13T13:10:23.642" v="500" actId="164"/>
          <ac:cxnSpMkLst>
            <pc:docMk/>
            <pc:sldMk cId="977161248" sldId="287"/>
            <ac:cxnSpMk id="53" creationId="{EA29B284-5B4F-4C05-89C3-6793CC78FA7E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69" creationId="{CDB975D9-B137-41CB-BC00-62A8659BC964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70" creationId="{E77133CC-2334-4868-8CA6-948532A1D017}"/>
          </ac:cxnSpMkLst>
        </pc:cxnChg>
        <pc:cxnChg chg="mod topLvl">
          <ac:chgData name="Sam O'Neill" userId="cb323814-a42a-4cfe-bc74-03f595e56f6e" providerId="ADAL" clId="{28DDAB4E-BC94-49DA-B67D-93746AA8B23E}" dt="2019-11-13T13:10:37.540" v="505" actId="165"/>
          <ac:cxnSpMkLst>
            <pc:docMk/>
            <pc:sldMk cId="977161248" sldId="287"/>
            <ac:cxnSpMk id="71" creationId="{1BB65426-6A34-4676-B7BE-9A775EBE2634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72" creationId="{5D794CF3-B0C9-4AB0-9ACA-D1D3D509E46D}"/>
          </ac:cxnSpMkLst>
        </pc:cxnChg>
        <pc:cxnChg chg="mod topLvl">
          <ac:chgData name="Sam O'Neill" userId="cb323814-a42a-4cfe-bc74-03f595e56f6e" providerId="ADAL" clId="{28DDAB4E-BC94-49DA-B67D-93746AA8B23E}" dt="2019-11-13T13:10:57.455" v="508" actId="208"/>
          <ac:cxnSpMkLst>
            <pc:docMk/>
            <pc:sldMk cId="977161248" sldId="287"/>
            <ac:cxnSpMk id="73" creationId="{A383C9E4-F9E5-4CC3-9CB3-E34575DD0560}"/>
          </ac:cxnSpMkLst>
        </pc:cxnChg>
        <pc:cxnChg chg="mod topLvl">
          <ac:chgData name="Sam O'Neill" userId="cb323814-a42a-4cfe-bc74-03f595e56f6e" providerId="ADAL" clId="{28DDAB4E-BC94-49DA-B67D-93746AA8B23E}" dt="2019-11-13T13:10:47.557" v="507" actId="208"/>
          <ac:cxnSpMkLst>
            <pc:docMk/>
            <pc:sldMk cId="977161248" sldId="287"/>
            <ac:cxnSpMk id="74" creationId="{182FCD85-C2A9-4C86-9D32-E711A7DA0FFF}"/>
          </ac:cxnSpMkLst>
        </pc:cxnChg>
        <pc:cxnChg chg="mod topLvl">
          <ac:chgData name="Sam O'Neill" userId="cb323814-a42a-4cfe-bc74-03f595e56f6e" providerId="ADAL" clId="{28DDAB4E-BC94-49DA-B67D-93746AA8B23E}" dt="2019-11-13T13:10:37.540" v="505" actId="165"/>
          <ac:cxnSpMkLst>
            <pc:docMk/>
            <pc:sldMk cId="977161248" sldId="287"/>
            <ac:cxnSpMk id="76" creationId="{743B50B1-E2BE-40F3-83BC-92D95AC2DB15}"/>
          </ac:cxnSpMkLst>
        </pc:cxnChg>
        <pc:cxnChg chg="mod topLvl">
          <ac:chgData name="Sam O'Neill" userId="cb323814-a42a-4cfe-bc74-03f595e56f6e" providerId="ADAL" clId="{28DDAB4E-BC94-49DA-B67D-93746AA8B23E}" dt="2019-11-13T13:10:47.557" v="507" actId="208"/>
          <ac:cxnSpMkLst>
            <pc:docMk/>
            <pc:sldMk cId="977161248" sldId="287"/>
            <ac:cxnSpMk id="77" creationId="{CDFA2B51-7599-4419-BCC5-136C1D41D67C}"/>
          </ac:cxnSpMkLst>
        </pc:cxnChg>
        <pc:cxnChg chg="mod topLvl">
          <ac:chgData name="Sam O'Neill" userId="cb323814-a42a-4cfe-bc74-03f595e56f6e" providerId="ADAL" clId="{28DDAB4E-BC94-49DA-B67D-93746AA8B23E}" dt="2019-11-13T13:10:47.557" v="507" actId="208"/>
          <ac:cxnSpMkLst>
            <pc:docMk/>
            <pc:sldMk cId="977161248" sldId="287"/>
            <ac:cxnSpMk id="78" creationId="{267CBAAD-7ACA-4038-AF3B-44C4F877C438}"/>
          </ac:cxnSpMkLst>
        </pc:cxnChg>
      </pc:sldChg>
      <pc:sldChg chg="addSp delSp modSp add">
        <pc:chgData name="Sam O'Neill" userId="cb323814-a42a-4cfe-bc74-03f595e56f6e" providerId="ADAL" clId="{28DDAB4E-BC94-49DA-B67D-93746AA8B23E}" dt="2019-11-13T13:19:52.786" v="1090" actId="6549"/>
        <pc:sldMkLst>
          <pc:docMk/>
          <pc:sldMk cId="996184403" sldId="288"/>
        </pc:sldMkLst>
        <pc:spChg chg="mod">
          <ac:chgData name="Sam O'Neill" userId="cb323814-a42a-4cfe-bc74-03f595e56f6e" providerId="ADAL" clId="{28DDAB4E-BC94-49DA-B67D-93746AA8B23E}" dt="2019-11-13T13:19:52.786" v="1090" actId="6549"/>
          <ac:spMkLst>
            <pc:docMk/>
            <pc:sldMk cId="996184403" sldId="288"/>
            <ac:spMk id="3" creationId="{5198A88B-52B3-469E-A512-B72752EB7862}"/>
          </ac:spMkLst>
        </pc:spChg>
        <pc:graphicFrameChg chg="del">
          <ac:chgData name="Sam O'Neill" userId="cb323814-a42a-4cfe-bc74-03f595e56f6e" providerId="ADAL" clId="{28DDAB4E-BC94-49DA-B67D-93746AA8B23E}" dt="2019-11-13T13:17:58.227" v="907" actId="478"/>
          <ac:graphicFrameMkLst>
            <pc:docMk/>
            <pc:sldMk cId="996184403" sldId="288"/>
            <ac:graphicFrameMk id="4" creationId="{0A29623E-3E41-41F2-9BBF-52F3E951C107}"/>
          </ac:graphicFrameMkLst>
        </pc:graphicFrameChg>
        <pc:graphicFrameChg chg="add">
          <ac:chgData name="Sam O'Neill" userId="cb323814-a42a-4cfe-bc74-03f595e56f6e" providerId="ADAL" clId="{28DDAB4E-BC94-49DA-B67D-93746AA8B23E}" dt="2019-11-13T13:17:58.450" v="908"/>
          <ac:graphicFrameMkLst>
            <pc:docMk/>
            <pc:sldMk cId="996184403" sldId="288"/>
            <ac:graphicFrameMk id="5" creationId="{266DA57C-08BE-407E-88EA-DAEB3D876C59}"/>
          </ac:graphicFrameMkLst>
        </pc:graphicFrameChg>
        <pc:graphicFrameChg chg="add mod">
          <ac:chgData name="Sam O'Neill" userId="cb323814-a42a-4cfe-bc74-03f595e56f6e" providerId="ADAL" clId="{28DDAB4E-BC94-49DA-B67D-93746AA8B23E}" dt="2019-11-13T13:18:12.057" v="910" actId="1076"/>
          <ac:graphicFrameMkLst>
            <pc:docMk/>
            <pc:sldMk cId="996184403" sldId="288"/>
            <ac:graphicFrameMk id="10" creationId="{DA87949C-55ED-4B99-92FD-C47A7428BF34}"/>
          </ac:graphicFrameMkLst>
        </pc:graphicFrame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6" creationId="{EB728B6D-9D5F-47D0-A37B-0B4E766D99F6}"/>
          </ac:cxnSpMkLst>
        </pc:cxn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7" creationId="{5CD059B3-5A98-4615-BC48-04D2E0D21B0D}"/>
          </ac:cxnSpMkLst>
        </pc:cxn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8" creationId="{F0E79CEA-DEA1-4B3C-8F82-C583FA00F2A4}"/>
          </ac:cxnSpMkLst>
        </pc:cxnChg>
        <pc:cxnChg chg="add">
          <ac:chgData name="Sam O'Neill" userId="cb323814-a42a-4cfe-bc74-03f595e56f6e" providerId="ADAL" clId="{28DDAB4E-BC94-49DA-B67D-93746AA8B23E}" dt="2019-11-13T13:17:58.450" v="908"/>
          <ac:cxnSpMkLst>
            <pc:docMk/>
            <pc:sldMk cId="996184403" sldId="288"/>
            <ac:cxnSpMk id="9" creationId="{9843584A-B5BE-4219-A9EE-A63989333108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1" creationId="{91B51D87-4DCB-4F12-A891-7F1349D16969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2" creationId="{1504DD63-F237-4A66-9B6F-31B1AFC4FA5A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3" creationId="{46517E6E-9B32-412C-BCE3-4A839A9737B3}"/>
          </ac:cxnSpMkLst>
        </pc:cxnChg>
        <pc:cxnChg chg="add mod">
          <ac:chgData name="Sam O'Neill" userId="cb323814-a42a-4cfe-bc74-03f595e56f6e" providerId="ADAL" clId="{28DDAB4E-BC94-49DA-B67D-93746AA8B23E}" dt="2019-11-13T13:18:12.057" v="910" actId="1076"/>
          <ac:cxnSpMkLst>
            <pc:docMk/>
            <pc:sldMk cId="996184403" sldId="288"/>
            <ac:cxnSpMk id="14" creationId="{9FA28E20-3B91-40F0-A498-1DFB69AC346A}"/>
          </ac:cxnSpMkLst>
        </pc:cxnChg>
      </pc:sldChg>
      <pc:sldChg chg="addSp delSp modSp add">
        <pc:chgData name="Sam O'Neill" userId="cb323814-a42a-4cfe-bc74-03f595e56f6e" providerId="ADAL" clId="{28DDAB4E-BC94-49DA-B67D-93746AA8B23E}" dt="2019-11-13T13:22:13.954" v="1242" actId="20577"/>
        <pc:sldMkLst>
          <pc:docMk/>
          <pc:sldMk cId="857713859" sldId="289"/>
        </pc:sldMkLst>
        <pc:spChg chg="mod">
          <ac:chgData name="Sam O'Neill" userId="cb323814-a42a-4cfe-bc74-03f595e56f6e" providerId="ADAL" clId="{28DDAB4E-BC94-49DA-B67D-93746AA8B23E}" dt="2019-11-13T13:22:13.954" v="1242" actId="20577"/>
          <ac:spMkLst>
            <pc:docMk/>
            <pc:sldMk cId="857713859" sldId="289"/>
            <ac:spMk id="3" creationId="{5198A88B-52B3-469E-A512-B72752EB7862}"/>
          </ac:spMkLst>
        </pc:spChg>
        <pc:graphicFrameChg chg="del">
          <ac:chgData name="Sam O'Neill" userId="cb323814-a42a-4cfe-bc74-03f595e56f6e" providerId="ADAL" clId="{28DDAB4E-BC94-49DA-B67D-93746AA8B23E}" dt="2019-11-13T13:21:33.750" v="1136" actId="478"/>
          <ac:graphicFrameMkLst>
            <pc:docMk/>
            <pc:sldMk cId="857713859" sldId="289"/>
            <ac:graphicFrameMk id="4" creationId="{0A29623E-3E41-41F2-9BBF-52F3E951C107}"/>
          </ac:graphicFrameMkLst>
        </pc:graphicFrameChg>
        <pc:graphicFrameChg chg="add mod modGraphic">
          <ac:chgData name="Sam O'Neill" userId="cb323814-a42a-4cfe-bc74-03f595e56f6e" providerId="ADAL" clId="{28DDAB4E-BC94-49DA-B67D-93746AA8B23E}" dt="2019-11-13T13:21:45.873" v="1142" actId="207"/>
          <ac:graphicFrameMkLst>
            <pc:docMk/>
            <pc:sldMk cId="857713859" sldId="289"/>
            <ac:graphicFrameMk id="5" creationId="{0F81560E-A6F8-477F-9C04-4E2F1BFDF49F}"/>
          </ac:graphicFrameMkLst>
        </pc:graphicFrameChg>
      </pc:sldChg>
      <pc:sldChg chg="delSp modSp add">
        <pc:chgData name="Sam O'Neill" userId="cb323814-a42a-4cfe-bc74-03f595e56f6e" providerId="ADAL" clId="{28DDAB4E-BC94-49DA-B67D-93746AA8B23E}" dt="2019-11-13T13:24:51.435" v="1546" actId="6549"/>
        <pc:sldMkLst>
          <pc:docMk/>
          <pc:sldMk cId="1018451869" sldId="290"/>
        </pc:sldMkLst>
        <pc:spChg chg="mod">
          <ac:chgData name="Sam O'Neill" userId="cb323814-a42a-4cfe-bc74-03f595e56f6e" providerId="ADAL" clId="{28DDAB4E-BC94-49DA-B67D-93746AA8B23E}" dt="2019-11-13T13:22:31.458" v="1251" actId="20577"/>
          <ac:spMkLst>
            <pc:docMk/>
            <pc:sldMk cId="1018451869" sldId="290"/>
            <ac:spMk id="2" creationId="{F3E593E6-3D2F-4C7E-80B2-F78D636A9E07}"/>
          </ac:spMkLst>
        </pc:spChg>
        <pc:spChg chg="mod">
          <ac:chgData name="Sam O'Neill" userId="cb323814-a42a-4cfe-bc74-03f595e56f6e" providerId="ADAL" clId="{28DDAB4E-BC94-49DA-B67D-93746AA8B23E}" dt="2019-11-13T13:24:51.435" v="1546" actId="6549"/>
          <ac:spMkLst>
            <pc:docMk/>
            <pc:sldMk cId="1018451869" sldId="290"/>
            <ac:spMk id="3" creationId="{5198A88B-52B3-469E-A512-B72752EB7862}"/>
          </ac:spMkLst>
        </pc:spChg>
        <pc:graphicFrameChg chg="del">
          <ac:chgData name="Sam O'Neill" userId="cb323814-a42a-4cfe-bc74-03f595e56f6e" providerId="ADAL" clId="{28DDAB4E-BC94-49DA-B67D-93746AA8B23E}" dt="2019-11-13T13:22:34.458" v="1252" actId="478"/>
          <ac:graphicFrameMkLst>
            <pc:docMk/>
            <pc:sldMk cId="1018451869" sldId="290"/>
            <ac:graphicFrameMk id="5" creationId="{0F81560E-A6F8-477F-9C04-4E2F1BFDF49F}"/>
          </ac:graphicFrameMkLst>
        </pc:graphicFrameChg>
      </pc:sldChg>
    </pc:docChg>
  </pc:docChgLst>
  <pc:docChgLst>
    <pc:chgData name="Sam O'Neill" userId="cb323814-a42a-4cfe-bc74-03f595e56f6e" providerId="ADAL" clId="{8C723BD0-F576-45B0-A3CE-09B83591CEE8}"/>
    <pc:docChg chg="undo custSel addSld delSld modSld sldOrd">
      <pc:chgData name="Sam O'Neill" userId="cb323814-a42a-4cfe-bc74-03f595e56f6e" providerId="ADAL" clId="{8C723BD0-F576-45B0-A3CE-09B83591CEE8}" dt="2020-02-06T12:46:19.808" v="6847" actId="166"/>
      <pc:docMkLst>
        <pc:docMk/>
      </pc:docMkLst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0775907" sldId="25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484236167" sldId="26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69808991" sldId="26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83685273" sldId="26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79506474" sldId="26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32359831" sldId="26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96531814" sldId="26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17700205" sldId="26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432463176" sldId="26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849270315" sldId="270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933534600" sldId="27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0347951" sldId="27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156748948" sldId="27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7555915" sldId="27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0052617" sldId="27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105986257" sldId="27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15340057" sldId="27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4063388" sldId="27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607127533" sldId="288"/>
        </pc:sldMkLst>
      </pc:sldChg>
      <pc:sldChg chg="del">
        <pc:chgData name="Sam O'Neill" userId="cb323814-a42a-4cfe-bc74-03f595e56f6e" providerId="ADAL" clId="{8C723BD0-F576-45B0-A3CE-09B83591CEE8}" dt="2020-02-04T18:01:53.919" v="2149" actId="47"/>
        <pc:sldMkLst>
          <pc:docMk/>
          <pc:sldMk cId="1916829109" sldId="28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444773635" sldId="29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385059939" sldId="29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070830331" sldId="29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4202980668" sldId="30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057753886" sldId="30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26397598" sldId="30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500707532" sldId="30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8931569" sldId="30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871589415" sldId="30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56074913" sldId="30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08928839" sldId="308"/>
        </pc:sldMkLst>
      </pc:sldChg>
      <pc:sldChg chg="modSp add del mod">
        <pc:chgData name="Sam O'Neill" userId="cb323814-a42a-4cfe-bc74-03f595e56f6e" providerId="ADAL" clId="{8C723BD0-F576-45B0-A3CE-09B83591CEE8}" dt="2020-02-06T11:34:06.691" v="6614" actId="20577"/>
        <pc:sldMkLst>
          <pc:docMk/>
          <pc:sldMk cId="1713177327" sldId="309"/>
        </pc:sldMkLst>
        <pc:spChg chg="mod">
          <ac:chgData name="Sam O'Neill" userId="cb323814-a42a-4cfe-bc74-03f595e56f6e" providerId="ADAL" clId="{8C723BD0-F576-45B0-A3CE-09B83591CEE8}" dt="2020-02-06T11:34:06.691" v="6614" actId="20577"/>
          <ac:spMkLst>
            <pc:docMk/>
            <pc:sldMk cId="1713177327" sldId="309"/>
            <ac:spMk id="38" creationId="{C34FD24D-A29A-4193-A69D-CE3D0E658CE0}"/>
          </ac:spMkLst>
        </pc:spChg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530854050" sldId="310"/>
        </pc:sldMkLst>
      </pc:sldChg>
      <pc:sldChg chg="addSp delSp modSp del">
        <pc:chgData name="Sam O'Neill" userId="cb323814-a42a-4cfe-bc74-03f595e56f6e" providerId="ADAL" clId="{8C723BD0-F576-45B0-A3CE-09B83591CEE8}" dt="2020-02-05T12:55:33.492" v="4876" actId="2696"/>
        <pc:sldMkLst>
          <pc:docMk/>
          <pc:sldMk cId="506454538" sldId="312"/>
        </pc:sldMkLst>
        <pc:spChg chg="mod">
          <ac:chgData name="Sam O'Neill" userId="cb323814-a42a-4cfe-bc74-03f595e56f6e" providerId="ADAL" clId="{8C723BD0-F576-45B0-A3CE-09B83591CEE8}" dt="2020-02-05T11:56:52.663" v="4093" actId="20577"/>
          <ac:spMkLst>
            <pc:docMk/>
            <pc:sldMk cId="506454538" sldId="312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15" creationId="{6EE4DD66-BF25-4800-B112-DA4875953247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17" creationId="{7F5E263E-84A3-49DC-A2EB-E0AE7965661C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19" creationId="{CA1C51B7-527A-4B71-97EC-EE769CC7CF9E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1" creationId="{40391F37-9584-4662-9C8B-145087C8336A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2" creationId="{26D52AC7-7FDF-4BB5-898E-341FDB44172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4" creationId="{4223DDDB-6E4B-4CA1-B025-DB9586F0E53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8" creationId="{CEA2339D-0DA5-4F2F-978F-8FD4148EDDD7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29" creationId="{8B567137-B322-4CF1-9C11-32EBA96232E4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1" creationId="{FCC36BA8-D06E-4B9F-BD5D-8364582E542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3" creationId="{D62BA225-6F6C-4763-A702-5EF16FAC7380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4" creationId="{48BB62A1-37DD-4C95-B6C1-259E6D368873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5" creationId="{76AE98BF-81D2-47F5-B14F-11C7EB2D75AA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7" creationId="{785E2267-F3E4-4A62-9E3D-076BBC703E51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8" creationId="{451A0DD2-D892-46D1-B883-F7B913D1590F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39" creationId="{73BF2FEC-C8BF-4099-9147-415B567404DF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0" creationId="{57EAC4C3-7FD5-47A5-9F3E-581E014D0FDA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1" creationId="{7B31D7EA-1C7F-423F-8DF1-4F51CC80D95F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2" creationId="{4F1AFF44-CECD-4619-9698-B5568637CE46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3" creationId="{B8CAA3AF-2B19-446A-8CDF-FBBFA2CDF653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4" creationId="{47F2C681-3E58-4352-8C6E-47501AF035BC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5" creationId="{E036406E-6EB3-45A5-BF2C-7BE94F80698D}"/>
          </ac:spMkLst>
        </pc:spChg>
        <pc:spChg chg="del">
          <ac:chgData name="Sam O'Neill" userId="cb323814-a42a-4cfe-bc74-03f595e56f6e" providerId="ADAL" clId="{8C723BD0-F576-45B0-A3CE-09B83591CEE8}" dt="2020-02-05T11:54:59.918" v="4083" actId="478"/>
          <ac:spMkLst>
            <pc:docMk/>
            <pc:sldMk cId="506454538" sldId="312"/>
            <ac:spMk id="46" creationId="{2C6DB65A-13FE-45F7-9F0C-C679C660682E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58" creationId="{C882BAA0-A419-46EE-BC60-B431B8496F5E}"/>
          </ac:spMkLst>
        </pc:spChg>
        <pc:spChg chg="del mod topLvl">
          <ac:chgData name="Sam O'Neill" userId="cb323814-a42a-4cfe-bc74-03f595e56f6e" providerId="ADAL" clId="{8C723BD0-F576-45B0-A3CE-09B83591CEE8}" dt="2020-02-05T11:57:58.799" v="4118" actId="478"/>
          <ac:spMkLst>
            <pc:docMk/>
            <pc:sldMk cId="506454538" sldId="312"/>
            <ac:spMk id="59" creationId="{EBD35659-CF40-4C60-ABE3-2775993B9E18}"/>
          </ac:spMkLst>
        </pc:spChg>
        <pc:spChg chg="del">
          <ac:chgData name="Sam O'Neill" userId="cb323814-a42a-4cfe-bc74-03f595e56f6e" providerId="ADAL" clId="{8C723BD0-F576-45B0-A3CE-09B83591CEE8}" dt="2020-02-05T11:57:08.967" v="4096" actId="478"/>
          <ac:spMkLst>
            <pc:docMk/>
            <pc:sldMk cId="506454538" sldId="312"/>
            <ac:spMk id="60" creationId="{A9EADC42-231B-4A7D-9661-C75CCC715DE4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61" creationId="{EE71D602-D969-458D-A8C7-943A95E7F84E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63" creationId="{5612251E-BCB2-41A0-8161-A4C31CCF0F75}"/>
          </ac:spMkLst>
        </pc:spChg>
        <pc:spChg chg="mod topLvl">
          <ac:chgData name="Sam O'Neill" userId="cb323814-a42a-4cfe-bc74-03f595e56f6e" providerId="ADAL" clId="{8C723BD0-F576-45B0-A3CE-09B83591CEE8}" dt="2020-02-05T11:58:25.552" v="4123" actId="208"/>
          <ac:spMkLst>
            <pc:docMk/>
            <pc:sldMk cId="506454538" sldId="312"/>
            <ac:spMk id="67" creationId="{721404FA-175E-4D4F-A988-289CBBA9FF49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68" creationId="{1DC8E73F-B89C-467A-900A-05F65125031C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2" creationId="{B138520D-4213-4E3C-9956-671951F06861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3" creationId="{D260163A-1597-4804-BC88-56B7B4C8DB44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4" creationId="{6AD6C5AB-53B3-45CE-91E3-0A9E2516B272}"/>
          </ac:spMkLst>
        </pc:spChg>
        <pc:spChg chg="del mod topLvl">
          <ac:chgData name="Sam O'Neill" userId="cb323814-a42a-4cfe-bc74-03f595e56f6e" providerId="ADAL" clId="{8C723BD0-F576-45B0-A3CE-09B83591CEE8}" dt="2020-02-05T11:58:02.424" v="4119" actId="478"/>
          <ac:spMkLst>
            <pc:docMk/>
            <pc:sldMk cId="506454538" sldId="312"/>
            <ac:spMk id="75" creationId="{23529872-493F-4324-9B20-61EDCF7EB1CD}"/>
          </ac:spMkLst>
        </pc:spChg>
        <pc:spChg chg="del mod topLvl">
          <ac:chgData name="Sam O'Neill" userId="cb323814-a42a-4cfe-bc74-03f595e56f6e" providerId="ADAL" clId="{8C723BD0-F576-45B0-A3CE-09B83591CEE8}" dt="2020-02-05T11:57:45.815" v="4110" actId="478"/>
          <ac:spMkLst>
            <pc:docMk/>
            <pc:sldMk cId="506454538" sldId="312"/>
            <ac:spMk id="76" creationId="{28E196CC-41F1-40BA-B1E7-793459D142AD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77" creationId="{DC239FE5-EE02-4FCE-BD9E-BE406CB4CAFE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78" creationId="{89DE7189-F1F0-4F4A-9B86-67090B52FEF1}"/>
          </ac:spMkLst>
        </pc:spChg>
        <pc:spChg chg="del mod topLvl">
          <ac:chgData name="Sam O'Neill" userId="cb323814-a42a-4cfe-bc74-03f595e56f6e" providerId="ADAL" clId="{8C723BD0-F576-45B0-A3CE-09B83591CEE8}" dt="2020-02-05T11:57:49.928" v="4112" actId="478"/>
          <ac:spMkLst>
            <pc:docMk/>
            <pc:sldMk cId="506454538" sldId="312"/>
            <ac:spMk id="79" creationId="{3E417529-AE23-4B61-A7C5-2D2E373DB06F}"/>
          </ac:spMkLst>
        </pc:spChg>
        <pc:spChg chg="del mod topLvl">
          <ac:chgData name="Sam O'Neill" userId="cb323814-a42a-4cfe-bc74-03f595e56f6e" providerId="ADAL" clId="{8C723BD0-F576-45B0-A3CE-09B83591CEE8}" dt="2020-02-05T11:57:49.930" v="4114"/>
          <ac:spMkLst>
            <pc:docMk/>
            <pc:sldMk cId="506454538" sldId="312"/>
            <ac:spMk id="80" creationId="{48D2FC50-E7BB-49DF-92C7-3D2B720ADBFD}"/>
          </ac:spMkLst>
        </pc:spChg>
        <pc:spChg chg="mod topLvl">
          <ac:chgData name="Sam O'Neill" userId="cb323814-a42a-4cfe-bc74-03f595e56f6e" providerId="ADAL" clId="{8C723BD0-F576-45B0-A3CE-09B83591CEE8}" dt="2020-02-05T11:58:13.154" v="4122" actId="208"/>
          <ac:spMkLst>
            <pc:docMk/>
            <pc:sldMk cId="506454538" sldId="312"/>
            <ac:spMk id="81" creationId="{FCF1B7A0-D432-447C-BC3F-D91050E0C7D1}"/>
          </ac:spMkLst>
        </pc:spChg>
        <pc:spChg chg="del">
          <ac:chgData name="Sam O'Neill" userId="cb323814-a42a-4cfe-bc74-03f595e56f6e" providerId="ADAL" clId="{8C723BD0-F576-45B0-A3CE-09B83591CEE8}" dt="2020-02-05T11:57:19.143" v="4099" actId="478"/>
          <ac:spMkLst>
            <pc:docMk/>
            <pc:sldMk cId="506454538" sldId="312"/>
            <ac:spMk id="82" creationId="{DAA6DD94-D7BE-499D-8F44-0FAF0ECFEEFE}"/>
          </ac:spMkLst>
        </pc:spChg>
        <pc:spChg chg="del">
          <ac:chgData name="Sam O'Neill" userId="cb323814-a42a-4cfe-bc74-03f595e56f6e" providerId="ADAL" clId="{8C723BD0-F576-45B0-A3CE-09B83591CEE8}" dt="2020-02-05T11:57:22.335" v="4100" actId="478"/>
          <ac:spMkLst>
            <pc:docMk/>
            <pc:sldMk cId="506454538" sldId="312"/>
            <ac:spMk id="83" creationId="{1EAFAF60-A636-4424-8780-B2CD62C43BBC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84" creationId="{E8A35E78-C6BC-4263-8021-D328522BED94}"/>
          </ac:spMkLst>
        </pc:spChg>
        <pc:spChg chg="del mod topLvl">
          <ac:chgData name="Sam O'Neill" userId="cb323814-a42a-4cfe-bc74-03f595e56f6e" providerId="ADAL" clId="{8C723BD0-F576-45B0-A3CE-09B83591CEE8}" dt="2020-02-05T11:57:41.144" v="4107" actId="478"/>
          <ac:spMkLst>
            <pc:docMk/>
            <pc:sldMk cId="506454538" sldId="312"/>
            <ac:spMk id="85" creationId="{3DB0ABF4-5619-4772-A728-514BCAA69B1F}"/>
          </ac:spMkLst>
        </pc:spChg>
        <pc:spChg chg="del mod topLvl">
          <ac:chgData name="Sam O'Neill" userId="cb323814-a42a-4cfe-bc74-03f595e56f6e" providerId="ADAL" clId="{8C723BD0-F576-45B0-A3CE-09B83591CEE8}" dt="2020-02-05T11:57:56.023" v="4117" actId="478"/>
          <ac:spMkLst>
            <pc:docMk/>
            <pc:sldMk cId="506454538" sldId="312"/>
            <ac:spMk id="86" creationId="{D9210051-DAFF-49C2-A2E9-6A62B88A3B53}"/>
          </ac:spMkLst>
        </pc:spChg>
        <pc:spChg chg="del">
          <ac:chgData name="Sam O'Neill" userId="cb323814-a42a-4cfe-bc74-03f595e56f6e" providerId="ADAL" clId="{8C723BD0-F576-45B0-A3CE-09B83591CEE8}" dt="2020-02-05T11:57:15.726" v="4098" actId="478"/>
          <ac:spMkLst>
            <pc:docMk/>
            <pc:sldMk cId="506454538" sldId="312"/>
            <ac:spMk id="87" creationId="{17821539-BAFB-47C2-9244-971804EDC78D}"/>
          </ac:spMkLst>
        </pc:spChg>
        <pc:spChg chg="del mod topLvl">
          <ac:chgData name="Sam O'Neill" userId="cb323814-a42a-4cfe-bc74-03f595e56f6e" providerId="ADAL" clId="{8C723BD0-F576-45B0-A3CE-09B83591CEE8}" dt="2020-02-05T11:57:54.575" v="4116" actId="478"/>
          <ac:spMkLst>
            <pc:docMk/>
            <pc:sldMk cId="506454538" sldId="312"/>
            <ac:spMk id="88" creationId="{FBD7525E-98D1-48E1-BF0D-EF3C4CFEE2C5}"/>
          </ac:spMkLst>
        </pc:spChg>
        <pc:spChg chg="del mod topLvl">
          <ac:chgData name="Sam O'Neill" userId="cb323814-a42a-4cfe-bc74-03f595e56f6e" providerId="ADAL" clId="{8C723BD0-F576-45B0-A3CE-09B83591CEE8}" dt="2020-02-05T11:57:51.456" v="4115" actId="478"/>
          <ac:spMkLst>
            <pc:docMk/>
            <pc:sldMk cId="506454538" sldId="312"/>
            <ac:spMk id="89" creationId="{8AEA33FC-C69E-47F4-A811-36E947E25DDE}"/>
          </ac:spMkLst>
        </pc:spChg>
        <pc:spChg chg="add del">
          <ac:chgData name="Sam O'Neill" userId="cb323814-a42a-4cfe-bc74-03f595e56f6e" providerId="ADAL" clId="{8C723BD0-F576-45B0-A3CE-09B83591CEE8}" dt="2020-02-05T12:14:27.085" v="4129" actId="478"/>
          <ac:spMkLst>
            <pc:docMk/>
            <pc:sldMk cId="506454538" sldId="312"/>
            <ac:spMk id="90" creationId="{068A9F17-BD2A-4289-961E-BD7967540B8A}"/>
          </ac:spMkLst>
        </pc:spChg>
        <pc:grpChg chg="del">
          <ac:chgData name="Sam O'Neill" userId="cb323814-a42a-4cfe-bc74-03f595e56f6e" providerId="ADAL" clId="{8C723BD0-F576-45B0-A3CE-09B83591CEE8}" dt="2020-02-05T11:54:59.918" v="4083" actId="478"/>
          <ac:grpSpMkLst>
            <pc:docMk/>
            <pc:sldMk cId="506454538" sldId="312"/>
            <ac:grpSpMk id="47" creationId="{B9D0C8AB-9C1F-4C3B-B9C7-4C4C39AA948B}"/>
          </ac:grpSpMkLst>
        </pc:grpChg>
        <pc:grpChg chg="add del mod">
          <ac:chgData name="Sam O'Neill" userId="cb323814-a42a-4cfe-bc74-03f595e56f6e" providerId="ADAL" clId="{8C723BD0-F576-45B0-A3CE-09B83591CEE8}" dt="2020-02-05T11:57:29.100" v="4103" actId="165"/>
          <ac:grpSpMkLst>
            <pc:docMk/>
            <pc:sldMk cId="506454538" sldId="312"/>
            <ac:grpSpMk id="56" creationId="{5086793A-F683-4925-99A3-D6138949B6F5}"/>
          </ac:grpSpMkLst>
        </pc:grpChg>
        <pc:grpChg chg="add del mod topLvl">
          <ac:chgData name="Sam O'Neill" userId="cb323814-a42a-4cfe-bc74-03f595e56f6e" providerId="ADAL" clId="{8C723BD0-F576-45B0-A3CE-09B83591CEE8}" dt="2020-02-05T11:57:39.293" v="4106" actId="165"/>
          <ac:grpSpMkLst>
            <pc:docMk/>
            <pc:sldMk cId="506454538" sldId="312"/>
            <ac:grpSpMk id="57" creationId="{673E1290-B34A-44B4-9C40-ADA9A71025C1}"/>
          </ac:grpSpMkLst>
        </pc:grpChg>
        <pc:cxnChg chg="del mod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18" creationId="{C44E620E-EBF9-49E0-B1DE-4F1321E77DB7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20" creationId="{78B37640-0B88-45FB-86A3-4F945A355D7C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25" creationId="{0E1C7AAA-4251-433C-839E-576530408BF8}"/>
          </ac:cxnSpMkLst>
        </pc:cxnChg>
        <pc:cxnChg chg="del mod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30" creationId="{A7BDD7AC-BEBF-4BC5-9B57-90B5FC9D1176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32" creationId="{9B4359FF-0CCF-4848-83B5-BC32BB6F49C0}"/>
          </ac:cxnSpMkLst>
        </pc:cxnChg>
        <pc:cxnChg chg="del">
          <ac:chgData name="Sam O'Neill" userId="cb323814-a42a-4cfe-bc74-03f595e56f6e" providerId="ADAL" clId="{8C723BD0-F576-45B0-A3CE-09B83591CEE8}" dt="2020-02-05T11:54:59.918" v="4083" actId="478"/>
          <ac:cxnSpMkLst>
            <pc:docMk/>
            <pc:sldMk cId="506454538" sldId="312"/>
            <ac:cxnSpMk id="36" creationId="{E17810F9-0994-4E87-B780-7BCA5A4049E5}"/>
          </ac:cxnSpMkLst>
        </pc:cxnChg>
        <pc:cxnChg chg="del mod topLvl">
          <ac:chgData name="Sam O'Neill" userId="cb323814-a42a-4cfe-bc74-03f595e56f6e" providerId="ADAL" clId="{8C723BD0-F576-45B0-A3CE-09B83591CEE8}" dt="2020-02-05T11:57:44.048" v="4109" actId="478"/>
          <ac:cxnSpMkLst>
            <pc:docMk/>
            <pc:sldMk cId="506454538" sldId="312"/>
            <ac:cxnSpMk id="62" creationId="{7A5DF686-D329-4CA6-8697-4DFBD60D74D4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64" creationId="{786F052A-947F-4DEF-8028-481207F6F83E}"/>
          </ac:cxnSpMkLst>
        </pc:cxnChg>
        <pc:cxnChg chg="del mod topLvl">
          <ac:chgData name="Sam O'Neill" userId="cb323814-a42a-4cfe-bc74-03f595e56f6e" providerId="ADAL" clId="{8C723BD0-F576-45B0-A3CE-09B83591CEE8}" dt="2020-02-05T11:58:29.727" v="4124" actId="478"/>
          <ac:cxnSpMkLst>
            <pc:docMk/>
            <pc:sldMk cId="506454538" sldId="312"/>
            <ac:cxnSpMk id="65" creationId="{99092D41-AA94-412F-90FC-C888F3EDB7FB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66" creationId="{79BE8FB4-F0DB-46CD-8209-F746E482CB7E}"/>
          </ac:cxnSpMkLst>
        </pc:cxnChg>
        <pc:cxnChg chg="del mod topLvl">
          <ac:chgData name="Sam O'Neill" userId="cb323814-a42a-4cfe-bc74-03f595e56f6e" providerId="ADAL" clId="{8C723BD0-F576-45B0-A3CE-09B83591CEE8}" dt="2020-02-05T11:57:41.144" v="4107" actId="478"/>
          <ac:cxnSpMkLst>
            <pc:docMk/>
            <pc:sldMk cId="506454538" sldId="312"/>
            <ac:cxnSpMk id="69" creationId="{8ACCFA57-0645-461B-BEA2-78BBACDC3682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70" creationId="{8407C1DB-3EC6-40BF-9B2F-3ECBC04D289C}"/>
          </ac:cxnSpMkLst>
        </pc:cxnChg>
        <pc:cxnChg chg="mod topLvl">
          <ac:chgData name="Sam O'Neill" userId="cb323814-a42a-4cfe-bc74-03f595e56f6e" providerId="ADAL" clId="{8C723BD0-F576-45B0-A3CE-09B83591CEE8}" dt="2020-02-05T11:58:13.154" v="4122" actId="208"/>
          <ac:cxnSpMkLst>
            <pc:docMk/>
            <pc:sldMk cId="506454538" sldId="312"/>
            <ac:cxnSpMk id="71" creationId="{248FDE5C-EFD0-4591-9020-411C15267E07}"/>
          </ac:cxnSpMkLst>
        </pc:cxnChg>
      </pc:sldChg>
      <pc:sldChg chg="addSp delSp modSp add">
        <pc:chgData name="Sam O'Neill" userId="cb323814-a42a-4cfe-bc74-03f595e56f6e" providerId="ADAL" clId="{8C723BD0-F576-45B0-A3CE-09B83591CEE8}" dt="2020-02-05T16:08:00.030" v="6216" actId="20577"/>
        <pc:sldMkLst>
          <pc:docMk/>
          <pc:sldMk cId="3993030377" sldId="312"/>
        </pc:sldMkLst>
        <pc:spChg chg="add del">
          <ac:chgData name="Sam O'Neill" userId="cb323814-a42a-4cfe-bc74-03f595e56f6e" providerId="ADAL" clId="{8C723BD0-F576-45B0-A3CE-09B83591CEE8}" dt="2020-02-05T14:28:55.876" v="5259"/>
          <ac:spMkLst>
            <pc:docMk/>
            <pc:sldMk cId="3993030377" sldId="312"/>
            <ac:spMk id="3" creationId="{CC37E966-6174-435F-84B5-F3B0B3B644A5}"/>
          </ac:spMkLst>
        </pc:spChg>
        <pc:spChg chg="add del mod">
          <ac:chgData name="Sam O'Neill" userId="cb323814-a42a-4cfe-bc74-03f595e56f6e" providerId="ADAL" clId="{8C723BD0-F576-45B0-A3CE-09B83591CEE8}" dt="2020-02-05T14:29:01.204" v="5263"/>
          <ac:spMkLst>
            <pc:docMk/>
            <pc:sldMk cId="3993030377" sldId="312"/>
            <ac:spMk id="4" creationId="{74B825A9-92A4-4771-B320-66E4FCD052EF}"/>
          </ac:spMkLst>
        </pc:spChg>
        <pc:spChg chg="add del">
          <ac:chgData name="Sam O'Neill" userId="cb323814-a42a-4cfe-bc74-03f595e56f6e" providerId="ADAL" clId="{8C723BD0-F576-45B0-A3CE-09B83591CEE8}" dt="2020-02-05T14:29:07.386" v="5265"/>
          <ac:spMkLst>
            <pc:docMk/>
            <pc:sldMk cId="3993030377" sldId="312"/>
            <ac:spMk id="5" creationId="{6AAA4D76-8F3E-42E8-A09C-AA0314A22D5F}"/>
          </ac:spMkLst>
        </pc:spChg>
        <pc:spChg chg="add mod">
          <ac:chgData name="Sam O'Neill" userId="cb323814-a42a-4cfe-bc74-03f595e56f6e" providerId="ADAL" clId="{8C723BD0-F576-45B0-A3CE-09B83591CEE8}" dt="2020-02-05T16:08:00.030" v="6216" actId="20577"/>
          <ac:spMkLst>
            <pc:docMk/>
            <pc:sldMk cId="3993030377" sldId="312"/>
            <ac:spMk id="16" creationId="{88D168FF-E24D-47E7-A4BB-BEA5B3FF5A4B}"/>
          </ac:spMkLst>
        </pc:spChg>
        <pc:spChg chg="add 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21" creationId="{C8A0EC31-5FCA-4339-8392-4AB9A256894F}"/>
          </ac:spMkLst>
        </pc:spChg>
        <pc:spChg chg="add 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36" creationId="{AC33984E-183E-4C7F-8B8D-B8A0D9CF68FF}"/>
          </ac:spMkLst>
        </pc:spChg>
        <pc:spChg chg="add 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37" creationId="{745DC933-A551-400A-9B97-5B76F520F68F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0" creationId="{F4CCCC34-5D7E-461E-8572-F6FB7A32174C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1" creationId="{56B2CCF3-5D5F-495A-8010-70168FF4E8A7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4" creationId="{12CD22A5-6475-491C-95E2-D7A70F417091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7" creationId="{C57BB403-0C35-4D16-A6D0-A0205D5015EF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8" creationId="{06FF3E42-0086-4A73-B664-D104607F7BBE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49" creationId="{9E52B233-AEF1-44D9-A313-61125C1BD881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0" creationId="{6F787A96-0EFD-4797-A74B-829008B42194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1" creationId="{91730536-8D18-4637-8B87-646589192CA7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2" creationId="{7C43C849-A0D0-4214-86F7-FC2D73E3651C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5" creationId="{2FBFFED2-7C89-4FC2-8D09-5714B9E33ED1}"/>
          </ac:spMkLst>
        </pc:spChg>
        <pc:spChg chg="add">
          <ac:chgData name="Sam O'Neill" userId="cb323814-a42a-4cfe-bc74-03f595e56f6e" providerId="ADAL" clId="{8C723BD0-F576-45B0-A3CE-09B83591CEE8}" dt="2020-02-05T15:14:51.234" v="5460"/>
          <ac:spMkLst>
            <pc:docMk/>
            <pc:sldMk cId="3993030377" sldId="312"/>
            <ac:spMk id="56" creationId="{38E7C2D0-61A5-41AC-BF30-91B165635555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58" creationId="{C882BAA0-A419-46EE-BC60-B431B8496F5E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61" creationId="{EE71D602-D969-458D-A8C7-943A95E7F84E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63" creationId="{5612251E-BCB2-41A0-8161-A4C31CCF0F75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67" creationId="{721404FA-175E-4D4F-A988-289CBBA9FF49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2" creationId="{B138520D-4213-4E3C-9956-671951F06861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3" creationId="{D260163A-1597-4804-BC88-56B7B4C8DB44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4" creationId="{6AD6C5AB-53B3-45CE-91E3-0A9E2516B272}"/>
          </ac:spMkLst>
        </pc:spChg>
        <pc:spChg chg="del mod">
          <ac:chgData name="Sam O'Neill" userId="cb323814-a42a-4cfe-bc74-03f595e56f6e" providerId="ADAL" clId="{8C723BD0-F576-45B0-A3CE-09B83591CEE8}" dt="2020-02-05T15:14:50.105" v="5459"/>
          <ac:spMkLst>
            <pc:docMk/>
            <pc:sldMk cId="3993030377" sldId="312"/>
            <ac:spMk id="77" creationId="{DC239FE5-EE02-4FCE-BD9E-BE406CB4CAFE}"/>
          </ac:spMkLst>
        </pc:spChg>
        <pc:spChg chg="del mod">
          <ac:chgData name="Sam O'Neill" userId="cb323814-a42a-4cfe-bc74-03f595e56f6e" providerId="ADAL" clId="{8C723BD0-F576-45B0-A3CE-09B83591CEE8}" dt="2020-02-05T15:07:10.631" v="5327" actId="478"/>
          <ac:spMkLst>
            <pc:docMk/>
            <pc:sldMk cId="3993030377" sldId="312"/>
            <ac:spMk id="81" creationId="{FCF1B7A0-D432-447C-BC3F-D91050E0C7D1}"/>
          </ac:spMkLst>
        </pc:spChg>
        <pc:graphicFrameChg chg="add mod modGraphic">
          <ac:chgData name="Sam O'Neill" userId="cb323814-a42a-4cfe-bc74-03f595e56f6e" providerId="ADAL" clId="{8C723BD0-F576-45B0-A3CE-09B83591CEE8}" dt="2020-02-05T15:21:00.202" v="5581" actId="20577"/>
          <ac:graphicFrameMkLst>
            <pc:docMk/>
            <pc:sldMk cId="3993030377" sldId="312"/>
            <ac:graphicFrameMk id="38" creationId="{B1BDB5B6-9F30-4BFC-A6A2-AFD1E2CCCD70}"/>
          </ac:graphicFrameMkLst>
        </pc:graphicFrameChg>
        <pc:cxnChg chg="add 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30" creationId="{2BF80225-4A42-4A96-BD83-E3BE5A9D124E}"/>
          </ac:cxnSpMkLst>
        </pc:cxnChg>
        <pc:cxnChg chg="add 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33" creationId="{FAFC147F-7ACC-47CF-81F8-5265478752A9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2" creationId="{656397A3-74C4-4F9C-84A1-3CA97862A3C8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3" creationId="{C68D8E1B-7112-411F-93F2-95AE9E428025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5" creationId="{49581F87-A92D-4C9E-8E90-04A8787155B0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46" creationId="{E32FBCE9-623E-457A-A153-C3C8E15550D9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53" creationId="{39B3939B-69DA-4B15-95CE-99528A65054B}"/>
          </ac:cxnSpMkLst>
        </pc:cxnChg>
        <pc:cxnChg chg="add">
          <ac:chgData name="Sam O'Neill" userId="cb323814-a42a-4cfe-bc74-03f595e56f6e" providerId="ADAL" clId="{8C723BD0-F576-45B0-A3CE-09B83591CEE8}" dt="2020-02-05T15:14:51.234" v="5460"/>
          <ac:cxnSpMkLst>
            <pc:docMk/>
            <pc:sldMk cId="3993030377" sldId="312"/>
            <ac:cxnSpMk id="54" creationId="{037B48E4-5620-4B5A-8405-13A1CB70311F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64" creationId="{786F052A-947F-4DEF-8028-481207F6F83E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66" creationId="{79BE8FB4-F0DB-46CD-8209-F746E482CB7E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70" creationId="{8407C1DB-3EC6-40BF-9B2F-3ECBC04D289C}"/>
          </ac:cxnSpMkLst>
        </pc:cxnChg>
        <pc:cxnChg chg="del mod">
          <ac:chgData name="Sam O'Neill" userId="cb323814-a42a-4cfe-bc74-03f595e56f6e" providerId="ADAL" clId="{8C723BD0-F576-45B0-A3CE-09B83591CEE8}" dt="2020-02-05T15:14:50.105" v="5459"/>
          <ac:cxnSpMkLst>
            <pc:docMk/>
            <pc:sldMk cId="3993030377" sldId="312"/>
            <ac:cxnSpMk id="71" creationId="{248FDE5C-EFD0-4591-9020-411C15267E07}"/>
          </ac:cxnSpMkLst>
        </pc:cxnChg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234885339" sldId="315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2635785397" sldId="316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3560351858" sldId="317"/>
        </pc:sldMkLst>
      </pc:sldChg>
      <pc:sldChg chg="modSp del">
        <pc:chgData name="Sam O'Neill" userId="cb323814-a42a-4cfe-bc74-03f595e56f6e" providerId="ADAL" clId="{8C723BD0-F576-45B0-A3CE-09B83591CEE8}" dt="2020-02-04T18:02:16.407" v="2150" actId="47"/>
        <pc:sldMkLst>
          <pc:docMk/>
          <pc:sldMk cId="860377797" sldId="318"/>
        </pc:sldMkLst>
        <pc:graphicFrameChg chg="mod modGraphic">
          <ac:chgData name="Sam O'Neill" userId="cb323814-a42a-4cfe-bc74-03f595e56f6e" providerId="ADAL" clId="{8C723BD0-F576-45B0-A3CE-09B83591CEE8}" dt="2020-02-04T17:45:55.951" v="1846" actId="1076"/>
          <ac:graphicFrameMkLst>
            <pc:docMk/>
            <pc:sldMk cId="860377797" sldId="318"/>
            <ac:graphicFrameMk id="5" creationId="{D1A3AAE4-A293-4E34-BC3C-213B03607C9B}"/>
          </ac:graphicFrameMkLst>
        </pc:graphicFrameChg>
      </pc:sldChg>
      <pc:sldChg chg="del">
        <pc:chgData name="Sam O'Neill" userId="cb323814-a42a-4cfe-bc74-03f595e56f6e" providerId="ADAL" clId="{8C723BD0-F576-45B0-A3CE-09B83591CEE8}" dt="2020-02-05T15:28:18.405" v="5679" actId="47"/>
        <pc:sldMkLst>
          <pc:docMk/>
          <pc:sldMk cId="1141858548" sldId="319"/>
        </pc:sldMkLst>
      </pc:sldChg>
      <pc:sldChg chg="addSp delSp modSp add mod">
        <pc:chgData name="Sam O'Neill" userId="cb323814-a42a-4cfe-bc74-03f595e56f6e" providerId="ADAL" clId="{8C723BD0-F576-45B0-A3CE-09B83591CEE8}" dt="2020-02-06T09:42:50.808" v="6280" actId="27636"/>
        <pc:sldMkLst>
          <pc:docMk/>
          <pc:sldMk cId="1372416909" sldId="320"/>
        </pc:sldMkLst>
        <pc:spChg chg="mod">
          <ac:chgData name="Sam O'Neill" userId="cb323814-a42a-4cfe-bc74-03f595e56f6e" providerId="ADAL" clId="{8C723BD0-F576-45B0-A3CE-09B83591CEE8}" dt="2020-02-04T17:15:59.321" v="1775" actId="20577"/>
          <ac:spMkLst>
            <pc:docMk/>
            <pc:sldMk cId="1372416909" sldId="320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25" creationId="{CE0F35F8-2D14-42F7-98CA-CE048B52F1C0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26" creationId="{C3E60562-109A-487E-BDF7-D54486139D07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1" creationId="{CFCA3A0E-1ADD-4BD7-B3BF-259A9B5FA34B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2" creationId="{3606D8CD-A33A-4586-982E-C70BB44176AB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3" creationId="{1A1369A9-D875-4C2C-A31C-0C1AE79625F4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4" creationId="{CE8255FF-E6FC-4573-8791-BE666BE7BB99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7" creationId="{0B0446D1-5DC1-4F96-97C1-ED11C0D507BC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8" creationId="{C34FD24D-A29A-4193-A69D-CE3D0E658CE0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39" creationId="{DEA2BD11-D4E8-45EB-8B9B-56C7A6143F02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0" creationId="{EAACD9D7-CFCC-4042-8206-17C35F0F0132}"/>
          </ac:spMkLst>
        </pc:spChg>
        <pc:spChg chg="add mod">
          <ac:chgData name="Sam O'Neill" userId="cb323814-a42a-4cfe-bc74-03f595e56f6e" providerId="ADAL" clId="{8C723BD0-F576-45B0-A3CE-09B83591CEE8}" dt="2020-02-06T09:42:50.808" v="6280" actId="27636"/>
          <ac:spMkLst>
            <pc:docMk/>
            <pc:sldMk cId="1372416909" sldId="320"/>
            <ac:spMk id="41" creationId="{C14A0838-F628-458D-8D91-0A95C51199DA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3" creationId="{ADF2C230-B54D-4430-8AA2-886BFBA008DC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4" creationId="{D887E03B-5F16-4B0B-A4FD-B6468D1BA3AE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5" creationId="{2BC38536-04FC-474C-ADCA-281E7C4F154B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6" creationId="{7057DA42-60D7-4D2E-BDFD-2C215B1BF3CC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7" creationId="{0C739822-2D76-4C07-B097-C37430E300EE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8" creationId="{91CC64C6-4A0C-4471-8427-47067D595D0A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49" creationId="{366B4E2E-866F-4113-BFE1-279316F7140F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51" creationId="{BD573B4C-7BA4-4E79-8F11-C8E0D39436E3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55" creationId="{5D8C1D26-B750-46A6-B68F-E52883736055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56" creationId="{1C744FBA-6B91-49F9-897C-2A32A226A911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77" creationId="{2D469A5C-6D23-467E-92CB-7EFBE8C87CFE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79" creationId="{D3CCFB96-B09B-41F2-A131-410EA96950B7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0" creationId="{4A7AA330-1CE6-4D22-8E7A-A13D22B95EF0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1" creationId="{A4AD70D1-0B58-4FD7-9562-0505A58C1D91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2" creationId="{66BB4EF2-F93E-4378-8A9E-9613A5B26552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3" creationId="{C18A5F47-794A-4A37-B744-6DB2AE9D9962}"/>
          </ac:spMkLst>
        </pc:spChg>
        <pc:spChg chg="del">
          <ac:chgData name="Sam O'Neill" userId="cb323814-a42a-4cfe-bc74-03f595e56f6e" providerId="ADAL" clId="{8C723BD0-F576-45B0-A3CE-09B83591CEE8}" dt="2020-02-04T16:50:36.306" v="19" actId="478"/>
          <ac:spMkLst>
            <pc:docMk/>
            <pc:sldMk cId="1372416909" sldId="320"/>
            <ac:spMk id="84" creationId="{C4A004CF-8122-42E4-9530-61EFC2589855}"/>
          </ac:spMkLst>
        </pc:spChg>
        <pc:graphicFrameChg chg="del">
          <ac:chgData name="Sam O'Neill" userId="cb323814-a42a-4cfe-bc74-03f595e56f6e" providerId="ADAL" clId="{8C723BD0-F576-45B0-A3CE-09B83591CEE8}" dt="2020-02-04T16:50:36.306" v="19" actId="478"/>
          <ac:graphicFrameMkLst>
            <pc:docMk/>
            <pc:sldMk cId="1372416909" sldId="320"/>
            <ac:graphicFrameMk id="57" creationId="{53CCF054-8388-44AD-B71B-F77B85F50990}"/>
          </ac:graphicFrameMkLst>
        </pc:graphicFrame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0" creationId="{5DBB16CA-64E5-4B7B-97EB-343B1EE07956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2" creationId="{99D45929-0095-4D21-B7C3-D453839A1D3B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3" creationId="{7B6C7F18-898E-4B24-A600-873B97E30415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4" creationId="{A825FC40-E933-4D8D-8BC0-67BF21FB458C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58" creationId="{6045EF4C-529F-4075-8666-B4956C87D90E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8C723BD0-F576-45B0-A3CE-09B83591CEE8}" dt="2020-02-04T16:50:36.306" v="19" actId="478"/>
          <ac:cxnSpMkLst>
            <pc:docMk/>
            <pc:sldMk cId="1372416909" sldId="320"/>
            <ac:cxnSpMk id="73" creationId="{E3189EE5-9EEA-4338-B2DF-41C831AAB87C}"/>
          </ac:cxnSpMkLst>
        </pc:cxnChg>
      </pc:sldChg>
      <pc:sldChg chg="addSp modSp add">
        <pc:chgData name="Sam O'Neill" userId="cb323814-a42a-4cfe-bc74-03f595e56f6e" providerId="ADAL" clId="{8C723BD0-F576-45B0-A3CE-09B83591CEE8}" dt="2020-02-04T17:12:26.092" v="1738" actId="20577"/>
        <pc:sldMkLst>
          <pc:docMk/>
          <pc:sldMk cId="4159195414" sldId="321"/>
        </pc:sldMkLst>
        <pc:spChg chg="mod">
          <ac:chgData name="Sam O'Neill" userId="cb323814-a42a-4cfe-bc74-03f595e56f6e" providerId="ADAL" clId="{8C723BD0-F576-45B0-A3CE-09B83591CEE8}" dt="2020-02-04T17:06:15.770" v="1495" actId="20577"/>
          <ac:spMkLst>
            <pc:docMk/>
            <pc:sldMk cId="4159195414" sldId="321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4T17:12:26.092" v="1738" actId="20577"/>
          <ac:spMkLst>
            <pc:docMk/>
            <pc:sldMk cId="4159195414" sldId="321"/>
            <ac:spMk id="41" creationId="{C14A0838-F628-458D-8D91-0A95C51199DA}"/>
          </ac:spMkLst>
        </pc:spChg>
        <pc:graphicFrameChg chg="add mod modGraphic">
          <ac:chgData name="Sam O'Neill" userId="cb323814-a42a-4cfe-bc74-03f595e56f6e" providerId="ADAL" clId="{8C723BD0-F576-45B0-A3CE-09B83591CEE8}" dt="2020-02-04T17:12:21.256" v="1737" actId="1076"/>
          <ac:graphicFrameMkLst>
            <pc:docMk/>
            <pc:sldMk cId="4159195414" sldId="321"/>
            <ac:graphicFrameMk id="3" creationId="{9A1ED848-EA83-4C61-924D-0489440D3B58}"/>
          </ac:graphicFrameMkLst>
        </pc:graphicFrameChg>
      </pc:sldChg>
      <pc:sldChg chg="addSp delSp modSp add mod">
        <pc:chgData name="Sam O'Neill" userId="cb323814-a42a-4cfe-bc74-03f595e56f6e" providerId="ADAL" clId="{8C723BD0-F576-45B0-A3CE-09B83591CEE8}" dt="2020-02-06T10:03:31.752" v="6424" actId="2166"/>
        <pc:sldMkLst>
          <pc:docMk/>
          <pc:sldMk cId="3287839291" sldId="322"/>
        </pc:sldMkLst>
        <pc:spChg chg="mod">
          <ac:chgData name="Sam O'Neill" userId="cb323814-a42a-4cfe-bc74-03f595e56f6e" providerId="ADAL" clId="{8C723BD0-F576-45B0-A3CE-09B83591CEE8}" dt="2020-02-05T11:32:35.757" v="3591" actId="20577"/>
          <ac:spMkLst>
            <pc:docMk/>
            <pc:sldMk cId="3287839291" sldId="322"/>
            <ac:spMk id="2" creationId="{F3E593E6-3D2F-4C7E-80B2-F78D636A9E0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4" creationId="{D5B30A1B-B6AB-4388-949B-C7A6471635B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6" creationId="{0589D8D7-C394-4689-88B1-F9933106FC2B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8" creationId="{01E8F249-9DA2-45A7-A48B-B03389ADB983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2" creationId="{F2E38573-6466-4D36-8A90-7D14BFB3EC3F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3" creationId="{1B03DBBA-9058-4B65-8A7F-50DBCD2381C8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7" creationId="{AFDFC159-A337-4BBC-B9FE-867048E0C605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8" creationId="{D621E0C4-AFCC-47D9-846F-72F9EE29771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19" creationId="{AE178026-17AD-4401-9A50-A34CE87F9206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0" creationId="{723D60B7-CF53-4594-B6B8-7210033A2B6C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1" creationId="{B0B346C7-80BE-4B04-8054-82423DBE6E84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2" creationId="{9491B794-EDFD-447E-ACBC-25804EC747B8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3" creationId="{B039AB7B-C477-4D02-A631-74961403E577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4" creationId="{D3DDD7EC-DB06-489B-A9AF-DBB426A3BF23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5" creationId="{2E58C5C8-3E47-4013-BC21-29762D5AD908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6" creationId="{314AC35C-3DCD-4F51-9D33-8A3ABB8F7081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7" creationId="{55E8ED2C-27E4-449C-99CB-60CF81D8CA82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8" creationId="{A2B5986D-9D72-4EE0-A850-F85F8E0D24AE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29" creationId="{6615EA03-97BC-4A60-A8ED-925F6A137E41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0" creationId="{0A39F9EF-F278-403C-835F-7B50DC55016D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1" creationId="{45DB6367-E0CD-4A16-9C6A-E9C77A79D77B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2" creationId="{DF1AE6CE-E03E-47EA-A8BB-FDBC02EC3B5B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3" creationId="{7C16F337-3867-417C-BC04-EF8CBDB4A891}"/>
          </ac:spMkLst>
        </pc:spChg>
        <pc:spChg chg="add mod">
          <ac:chgData name="Sam O'Neill" userId="cb323814-a42a-4cfe-bc74-03f595e56f6e" providerId="ADAL" clId="{8C723BD0-F576-45B0-A3CE-09B83591CEE8}" dt="2020-02-04T17:49:37.372" v="1892" actId="404"/>
          <ac:spMkLst>
            <pc:docMk/>
            <pc:sldMk cId="3287839291" sldId="322"/>
            <ac:spMk id="34" creationId="{55A4FD5D-9F01-4C8B-97D2-AD9E171F96A9}"/>
          </ac:spMkLst>
        </pc:spChg>
        <pc:spChg chg="add del mod">
          <ac:chgData name="Sam O'Neill" userId="cb323814-a42a-4cfe-bc74-03f595e56f6e" providerId="ADAL" clId="{8C723BD0-F576-45B0-A3CE-09B83591CEE8}" dt="2020-02-05T11:32:52.741" v="3595" actId="478"/>
          <ac:spMkLst>
            <pc:docMk/>
            <pc:sldMk cId="3287839291" sldId="322"/>
            <ac:spMk id="36" creationId="{6BE65085-BF92-4721-81F7-4230C8D75339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37" creationId="{B3610FCC-23AD-44B5-A88F-DAA29645C84E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38" creationId="{DF039358-FC5B-4C12-B439-9B10A2CF0DAC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39" creationId="{BC872B6F-E980-4496-9C8E-852437F53D46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0" creationId="{DAA0BD4F-16E6-4500-87F5-7F1C6F15D9D7}"/>
          </ac:spMkLst>
        </pc:spChg>
        <pc:spChg chg="add mod topLvl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2" creationId="{53CE0297-8BCC-4F4E-99BB-BB0110627BE4}"/>
          </ac:spMkLst>
        </pc:spChg>
        <pc:spChg chg="add mod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4" creationId="{23CA1DBD-18E7-4035-AD80-501568EE1286}"/>
          </ac:spMkLst>
        </pc:spChg>
        <pc:spChg chg="add mod">
          <ac:chgData name="Sam O'Neill" userId="cb323814-a42a-4cfe-bc74-03f595e56f6e" providerId="ADAL" clId="{8C723BD0-F576-45B0-A3CE-09B83591CEE8}" dt="2020-02-04T18:01:43.519" v="2146" actId="164"/>
          <ac:spMkLst>
            <pc:docMk/>
            <pc:sldMk cId="3287839291" sldId="322"/>
            <ac:spMk id="45" creationId="{ADF4FF46-F125-45FA-88DC-6E59A9FB4526}"/>
          </ac:spMkLst>
        </pc:spChg>
        <pc:spChg chg="add del mod">
          <ac:chgData name="Sam O'Neill" userId="cb323814-a42a-4cfe-bc74-03f595e56f6e" providerId="ADAL" clId="{8C723BD0-F576-45B0-A3CE-09B83591CEE8}" dt="2020-02-05T11:32:52.744" v="3597"/>
          <ac:spMkLst>
            <pc:docMk/>
            <pc:sldMk cId="3287839291" sldId="322"/>
            <ac:spMk id="46" creationId="{91D78C02-212F-4318-9602-E77000D983F7}"/>
          </ac:spMkLst>
        </pc:spChg>
        <pc:grpChg chg="add mod">
          <ac:chgData name="Sam O'Neill" userId="cb323814-a42a-4cfe-bc74-03f595e56f6e" providerId="ADAL" clId="{8C723BD0-F576-45B0-A3CE-09B83591CEE8}" dt="2020-02-04T17:49:13.810" v="1885" actId="164"/>
          <ac:grpSpMkLst>
            <pc:docMk/>
            <pc:sldMk cId="3287839291" sldId="322"/>
            <ac:grpSpMk id="3" creationId="{5C59B8B9-9C51-4FE8-AFFE-FCF23EC523FA}"/>
          </ac:grpSpMkLst>
        </pc:grpChg>
        <pc:grpChg chg="add del mod">
          <ac:chgData name="Sam O'Neill" userId="cb323814-a42a-4cfe-bc74-03f595e56f6e" providerId="ADAL" clId="{8C723BD0-F576-45B0-A3CE-09B83591CEE8}" dt="2020-02-05T11:32:49.878" v="3592" actId="478"/>
          <ac:grpSpMkLst>
            <pc:docMk/>
            <pc:sldMk cId="3287839291" sldId="322"/>
            <ac:grpSpMk id="35" creationId="{85CEEA7C-F757-4775-AB03-81FECFE7274B}"/>
          </ac:grpSpMkLst>
        </pc:grpChg>
        <pc:grpChg chg="add del mod">
          <ac:chgData name="Sam O'Neill" userId="cb323814-a42a-4cfe-bc74-03f595e56f6e" providerId="ADAL" clId="{8C723BD0-F576-45B0-A3CE-09B83591CEE8}" dt="2020-02-04T18:01:36.146" v="2145" actId="165"/>
          <ac:grpSpMkLst>
            <pc:docMk/>
            <pc:sldMk cId="3287839291" sldId="322"/>
            <ac:grpSpMk id="43" creationId="{681AEF33-F968-4408-B76F-2AC8B54AF3CD}"/>
          </ac:grpSpMkLst>
        </pc:grpChg>
        <pc:grpChg chg="add mod">
          <ac:chgData name="Sam O'Neill" userId="cb323814-a42a-4cfe-bc74-03f595e56f6e" providerId="ADAL" clId="{8C723BD0-F576-45B0-A3CE-09B83591CEE8}" dt="2020-02-05T11:51:20.466" v="3857" actId="1076"/>
          <ac:grpSpMkLst>
            <pc:docMk/>
            <pc:sldMk cId="3287839291" sldId="322"/>
            <ac:grpSpMk id="47" creationId="{B1064D63-3469-4E91-AB20-CEB89ED5E64D}"/>
          </ac:grpSpMkLst>
        </pc:grpChg>
        <pc:grpChg chg="add">
          <ac:chgData name="Sam O'Neill" userId="cb323814-a42a-4cfe-bc74-03f595e56f6e" providerId="ADAL" clId="{8C723BD0-F576-45B0-A3CE-09B83591CEE8}" dt="2020-02-05T11:32:50.291" v="3593"/>
          <ac:grpSpMkLst>
            <pc:docMk/>
            <pc:sldMk cId="3287839291" sldId="322"/>
            <ac:grpSpMk id="48" creationId="{A51935A6-293B-4A5B-8780-58FB0AC2E2DD}"/>
          </ac:grpSpMkLst>
        </pc:grpChg>
        <pc:graphicFrameChg chg="add del mod modGraphic">
          <ac:chgData name="Sam O'Neill" userId="cb323814-a42a-4cfe-bc74-03f595e56f6e" providerId="ADAL" clId="{8C723BD0-F576-45B0-A3CE-09B83591CEE8}" dt="2020-02-06T10:03:31.752" v="6424" actId="2166"/>
          <ac:graphicFrameMkLst>
            <pc:docMk/>
            <pc:sldMk cId="3287839291" sldId="322"/>
            <ac:graphicFrameMk id="5" creationId="{D1A3AAE4-A293-4E34-BC3C-213B03607C9B}"/>
          </ac:graphicFrameMkLst>
        </pc:graphicFrame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7" creationId="{0B626A56-1B5A-4F8E-A2DF-A96EB38C9FD9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9" creationId="{3015BBE4-97DB-4DAE-8265-6828C24396EC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0" creationId="{21BBA73F-D6E0-46E5-8814-D1BFADDD4706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1" creationId="{DE2FAAF1-47D5-475C-AB08-07973AC5EA28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4" creationId="{01039228-76EA-40E5-8202-088CC9A2B769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5" creationId="{BF430075-BB77-4B40-AA20-9316E52E0299}"/>
          </ac:cxnSpMkLst>
        </pc:cxnChg>
        <pc:cxnChg chg="add mod">
          <ac:chgData name="Sam O'Neill" userId="cb323814-a42a-4cfe-bc74-03f595e56f6e" providerId="ADAL" clId="{8C723BD0-F576-45B0-A3CE-09B83591CEE8}" dt="2020-02-04T17:49:23.874" v="1889" actId="164"/>
          <ac:cxnSpMkLst>
            <pc:docMk/>
            <pc:sldMk cId="3287839291" sldId="322"/>
            <ac:cxnSpMk id="16" creationId="{95ACF2F8-A7EC-4D90-A320-ACFD784D0676}"/>
          </ac:cxnSpMkLst>
        </pc:cxnChg>
        <pc:cxnChg chg="add mod topLvl">
          <ac:chgData name="Sam O'Neill" userId="cb323814-a42a-4cfe-bc74-03f595e56f6e" providerId="ADAL" clId="{8C723BD0-F576-45B0-A3CE-09B83591CEE8}" dt="2020-02-04T18:01:43.519" v="2146" actId="164"/>
          <ac:cxnSpMkLst>
            <pc:docMk/>
            <pc:sldMk cId="3287839291" sldId="322"/>
            <ac:cxnSpMk id="41" creationId="{1FA3D1CC-8BC8-421D-B33A-D8B521C8096D}"/>
          </ac:cxnSpMkLst>
        </pc:cxnChg>
      </pc:sldChg>
      <pc:sldChg chg="modSp add">
        <pc:chgData name="Sam O'Neill" userId="cb323814-a42a-4cfe-bc74-03f595e56f6e" providerId="ADAL" clId="{8C723BD0-F576-45B0-A3CE-09B83591CEE8}" dt="2020-02-04T17:59:03.290" v="2088" actId="20577"/>
        <pc:sldMkLst>
          <pc:docMk/>
          <pc:sldMk cId="26146372" sldId="323"/>
        </pc:sldMkLst>
        <pc:graphicFrameChg chg="modGraphic">
          <ac:chgData name="Sam O'Neill" userId="cb323814-a42a-4cfe-bc74-03f595e56f6e" providerId="ADAL" clId="{8C723BD0-F576-45B0-A3CE-09B83591CEE8}" dt="2020-02-04T17:59:03.290" v="2088" actId="20577"/>
          <ac:graphicFrameMkLst>
            <pc:docMk/>
            <pc:sldMk cId="26146372" sldId="323"/>
            <ac:graphicFrameMk id="5" creationId="{D1A3AAE4-A293-4E34-BC3C-213B03607C9B}"/>
          </ac:graphicFrameMkLst>
        </pc:graphicFrameChg>
      </pc:sldChg>
      <pc:sldChg chg="addSp delSp modSp add ord modAnim">
        <pc:chgData name="Sam O'Neill" userId="cb323814-a42a-4cfe-bc74-03f595e56f6e" providerId="ADAL" clId="{8C723BD0-F576-45B0-A3CE-09B83591CEE8}" dt="2020-02-06T12:36:39.559" v="6830"/>
        <pc:sldMkLst>
          <pc:docMk/>
          <pc:sldMk cId="1494085213" sldId="324"/>
        </pc:sldMkLst>
        <pc:spChg chg="mod">
          <ac:chgData name="Sam O'Neill" userId="cb323814-a42a-4cfe-bc74-03f595e56f6e" providerId="ADAL" clId="{8C723BD0-F576-45B0-A3CE-09B83591CEE8}" dt="2020-02-04T17:59:41.586" v="2126" actId="20577"/>
          <ac:spMkLst>
            <pc:docMk/>
            <pc:sldMk cId="1494085213" sldId="324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6T11:43:17.567" v="6765" actId="20577"/>
          <ac:spMkLst>
            <pc:docMk/>
            <pc:sldMk cId="1494085213" sldId="324"/>
            <ac:spMk id="3" creationId="{5198A88B-52B3-469E-A512-B72752EB7862}"/>
          </ac:spMkLst>
        </pc:spChg>
        <pc:spChg chg="mod">
          <ac:chgData name="Sam O'Neill" userId="cb323814-a42a-4cfe-bc74-03f595e56f6e" providerId="ADAL" clId="{8C723BD0-F576-45B0-A3CE-09B83591CEE8}" dt="2020-02-04T18:00:56.826" v="2137" actId="6549"/>
          <ac:spMkLst>
            <pc:docMk/>
            <pc:sldMk cId="1494085213" sldId="324"/>
            <ac:spMk id="16" creationId="{2039C349-2F13-4393-BDB4-0B322FB8826C}"/>
          </ac:spMkLst>
        </pc:spChg>
        <pc:grpChg chg="del">
          <ac:chgData name="Sam O'Neill" userId="cb323814-a42a-4cfe-bc74-03f595e56f6e" providerId="ADAL" clId="{8C723BD0-F576-45B0-A3CE-09B83591CEE8}" dt="2020-02-04T17:59:53.362" v="2128" actId="478"/>
          <ac:grpSpMkLst>
            <pc:docMk/>
            <pc:sldMk cId="1494085213" sldId="324"/>
            <ac:grpSpMk id="12" creationId="{C2EF8C8C-4BEF-418E-9AC4-FE800E4F063B}"/>
          </ac:grpSpMkLst>
        </pc:grpChg>
        <pc:grpChg chg="add del mod">
          <ac:chgData name="Sam O'Neill" userId="cb323814-a42a-4cfe-bc74-03f595e56f6e" providerId="ADAL" clId="{8C723BD0-F576-45B0-A3CE-09B83591CEE8}" dt="2020-02-04T18:00:59.916" v="2138" actId="478"/>
          <ac:grpSpMkLst>
            <pc:docMk/>
            <pc:sldMk cId="1494085213" sldId="324"/>
            <ac:grpSpMk id="15" creationId="{125EECCC-509A-4B4A-92AB-6B1B7BB9B1DD}"/>
          </ac:grpSpMkLst>
        </pc:grpChg>
        <pc:grpChg chg="add del mod">
          <ac:chgData name="Sam O'Neill" userId="cb323814-a42a-4cfe-bc74-03f595e56f6e" providerId="ADAL" clId="{8C723BD0-F576-45B0-A3CE-09B83591CEE8}" dt="2020-02-04T18:01:03.275" v="2141" actId="478"/>
          <ac:grpSpMkLst>
            <pc:docMk/>
            <pc:sldMk cId="1494085213" sldId="324"/>
            <ac:grpSpMk id="22" creationId="{F14972D9-2AF9-4161-AE2C-5006BB720659}"/>
          </ac:grpSpMkLst>
        </pc:grpChg>
        <pc:grpChg chg="add del mod">
          <ac:chgData name="Sam O'Neill" userId="cb323814-a42a-4cfe-bc74-03f595e56f6e" providerId="ADAL" clId="{8C723BD0-F576-45B0-A3CE-09B83591CEE8}" dt="2020-02-04T18:01:15.658" v="2144" actId="478"/>
          <ac:grpSpMkLst>
            <pc:docMk/>
            <pc:sldMk cId="1494085213" sldId="324"/>
            <ac:grpSpMk id="29" creationId="{4DBE864C-525D-40F5-8C2C-5CCC77228D3F}"/>
          </ac:grpSpMkLst>
        </pc:grpChg>
        <pc:grpChg chg="add mod">
          <ac:chgData name="Sam O'Neill" userId="cb323814-a42a-4cfe-bc74-03f595e56f6e" providerId="ADAL" clId="{8C723BD0-F576-45B0-A3CE-09B83591CEE8}" dt="2020-02-04T18:01:51.915" v="2148" actId="1076"/>
          <ac:grpSpMkLst>
            <pc:docMk/>
            <pc:sldMk cId="1494085213" sldId="324"/>
            <ac:grpSpMk id="36" creationId="{A9963C2F-617E-4CFB-BD89-6A12DDA6EE6F}"/>
          </ac:grpSpMkLst>
        </pc:grpChg>
        <pc:cxnChg chg="del">
          <ac:chgData name="Sam O'Neill" userId="cb323814-a42a-4cfe-bc74-03f595e56f6e" providerId="ADAL" clId="{8C723BD0-F576-45B0-A3CE-09B83591CEE8}" dt="2020-02-04T17:59:44.907" v="2127" actId="478"/>
          <ac:cxnSpMkLst>
            <pc:docMk/>
            <pc:sldMk cId="1494085213" sldId="324"/>
            <ac:cxnSpMk id="14" creationId="{BAB94127-6682-4482-AA77-76D4F6C90B1C}"/>
          </ac:cxnSpMkLst>
        </pc:cxnChg>
        <pc:cxnChg chg="mod">
          <ac:chgData name="Sam O'Neill" userId="cb323814-a42a-4cfe-bc74-03f595e56f6e" providerId="ADAL" clId="{8C723BD0-F576-45B0-A3CE-09B83591CEE8}" dt="2020-02-04T18:00:59.916" v="2138" actId="478"/>
          <ac:cxnSpMkLst>
            <pc:docMk/>
            <pc:sldMk cId="1494085213" sldId="324"/>
            <ac:cxnSpMk id="20" creationId="{C245D760-9123-406B-B7DF-ADEE0ED7B9AD}"/>
          </ac:cxnSpMkLst>
        </pc:cxnChg>
        <pc:cxnChg chg="mod">
          <ac:chgData name="Sam O'Neill" userId="cb323814-a42a-4cfe-bc74-03f595e56f6e" providerId="ADAL" clId="{8C723BD0-F576-45B0-A3CE-09B83591CEE8}" dt="2020-02-04T18:01:03.275" v="2141" actId="478"/>
          <ac:cxnSpMkLst>
            <pc:docMk/>
            <pc:sldMk cId="1494085213" sldId="324"/>
            <ac:cxnSpMk id="27" creationId="{6A53ED5F-A758-4E18-8001-5401DECFD3EB}"/>
          </ac:cxnSpMkLst>
        </pc:cxnChg>
        <pc:cxnChg chg="mod">
          <ac:chgData name="Sam O'Neill" userId="cb323814-a42a-4cfe-bc74-03f595e56f6e" providerId="ADAL" clId="{8C723BD0-F576-45B0-A3CE-09B83591CEE8}" dt="2020-02-04T18:01:15.658" v="2144" actId="478"/>
          <ac:cxnSpMkLst>
            <pc:docMk/>
            <pc:sldMk cId="1494085213" sldId="324"/>
            <ac:cxnSpMk id="34" creationId="{E5A7F7C5-C1CA-4DDD-A6DF-70DBC32281D1}"/>
          </ac:cxnSpMkLst>
        </pc:cxnChg>
      </pc:sldChg>
      <pc:sldChg chg="add del">
        <pc:chgData name="Sam O'Neill" userId="cb323814-a42a-4cfe-bc74-03f595e56f6e" providerId="ADAL" clId="{8C723BD0-F576-45B0-A3CE-09B83591CEE8}" dt="2020-02-04T17:59:27.186" v="2090" actId="47"/>
        <pc:sldMkLst>
          <pc:docMk/>
          <pc:sldMk cId="2003880772" sldId="324"/>
        </pc:sldMkLst>
      </pc:sldChg>
      <pc:sldChg chg="delSp modSp add del">
        <pc:chgData name="Sam O'Neill" userId="cb323814-a42a-4cfe-bc74-03f595e56f6e" providerId="ADAL" clId="{8C723BD0-F576-45B0-A3CE-09B83591CEE8}" dt="2020-02-05T10:52:55.027" v="2799" actId="2696"/>
        <pc:sldMkLst>
          <pc:docMk/>
          <pc:sldMk cId="1273001844" sldId="325"/>
        </pc:sldMkLst>
        <pc:spChg chg="mod">
          <ac:chgData name="Sam O'Neill" userId="cb323814-a42a-4cfe-bc74-03f595e56f6e" providerId="ADAL" clId="{8C723BD0-F576-45B0-A3CE-09B83591CEE8}" dt="2020-02-04T18:02:35.411" v="2173" actId="20577"/>
          <ac:spMkLst>
            <pc:docMk/>
            <pc:sldMk cId="1273001844" sldId="325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4T18:02:48.308" v="2214" actId="5793"/>
          <ac:spMkLst>
            <pc:docMk/>
            <pc:sldMk cId="1273001844" sldId="325"/>
            <ac:spMk id="3" creationId="{5198A88B-52B3-469E-A512-B72752EB7862}"/>
          </ac:spMkLst>
        </pc:spChg>
        <pc:grpChg chg="del">
          <ac:chgData name="Sam O'Neill" userId="cb323814-a42a-4cfe-bc74-03f595e56f6e" providerId="ADAL" clId="{8C723BD0-F576-45B0-A3CE-09B83591CEE8}" dt="2020-02-04T18:02:39.547" v="2174" actId="478"/>
          <ac:grpSpMkLst>
            <pc:docMk/>
            <pc:sldMk cId="1273001844" sldId="325"/>
            <ac:grpSpMk id="36" creationId="{A9963C2F-617E-4CFB-BD89-6A12DDA6EE6F}"/>
          </ac:grpSpMkLst>
        </pc:grpChg>
        <pc:cxnChg chg="mod">
          <ac:chgData name="Sam O'Neill" userId="cb323814-a42a-4cfe-bc74-03f595e56f6e" providerId="ADAL" clId="{8C723BD0-F576-45B0-A3CE-09B83591CEE8}" dt="2020-02-04T18:02:39.547" v="2174" actId="478"/>
          <ac:cxnSpMkLst>
            <pc:docMk/>
            <pc:sldMk cId="1273001844" sldId="325"/>
            <ac:cxnSpMk id="41" creationId="{9CD658BD-C73E-4EBA-B711-6C5C7F6EFA3A}"/>
          </ac:cxnSpMkLst>
        </pc:cxnChg>
      </pc:sldChg>
      <pc:sldChg chg="addSp modSp add mod">
        <pc:chgData name="Sam O'Neill" userId="cb323814-a42a-4cfe-bc74-03f595e56f6e" providerId="ADAL" clId="{8C723BD0-F576-45B0-A3CE-09B83591CEE8}" dt="2020-02-06T11:34:26.416" v="6616" actId="20577"/>
        <pc:sldMkLst>
          <pc:docMk/>
          <pc:sldMk cId="2012735436" sldId="325"/>
        </pc:sldMkLst>
        <pc:spChg chg="mod">
          <ac:chgData name="Sam O'Neill" userId="cb323814-a42a-4cfe-bc74-03f595e56f6e" providerId="ADAL" clId="{8C723BD0-F576-45B0-A3CE-09B83591CEE8}" dt="2020-02-06T11:34:26.416" v="6616" actId="20577"/>
          <ac:spMkLst>
            <pc:docMk/>
            <pc:sldMk cId="2012735436" sldId="325"/>
            <ac:spMk id="3" creationId="{5198A88B-52B3-469E-A512-B72752EB7862}"/>
          </ac:spMkLst>
        </pc:spChg>
        <pc:picChg chg="add mod">
          <ac:chgData name="Sam O'Neill" userId="cb323814-a42a-4cfe-bc74-03f595e56f6e" providerId="ADAL" clId="{8C723BD0-F576-45B0-A3CE-09B83591CEE8}" dt="2020-02-06T11:25:07.337" v="6554" actId="1076"/>
          <ac:picMkLst>
            <pc:docMk/>
            <pc:sldMk cId="2012735436" sldId="325"/>
            <ac:picMk id="1026" creationId="{38E9F17D-158D-413B-AC1D-E45DC538578B}"/>
          </ac:picMkLst>
        </pc:picChg>
      </pc:sldChg>
      <pc:sldChg chg="addSp delSp modSp add del">
        <pc:chgData name="Sam O'Neill" userId="cb323814-a42a-4cfe-bc74-03f595e56f6e" providerId="ADAL" clId="{8C723BD0-F576-45B0-A3CE-09B83591CEE8}" dt="2020-02-05T11:02:26.899" v="2970" actId="47"/>
        <pc:sldMkLst>
          <pc:docMk/>
          <pc:sldMk cId="4154359495" sldId="326"/>
        </pc:sldMkLst>
        <pc:spChg chg="mod">
          <ac:chgData name="Sam O'Neill" userId="cb323814-a42a-4cfe-bc74-03f595e56f6e" providerId="ADAL" clId="{8C723BD0-F576-45B0-A3CE-09B83591CEE8}" dt="2020-02-04T18:04:49.782" v="2290" actId="20577"/>
          <ac:spMkLst>
            <pc:docMk/>
            <pc:sldMk cId="4154359495" sldId="326"/>
            <ac:spMk id="3" creationId="{5198A88B-52B3-469E-A512-B72752EB7862}"/>
          </ac:spMkLst>
        </pc:spChg>
        <pc:grpChg chg="add del">
          <ac:chgData name="Sam O'Neill" userId="cb323814-a42a-4cfe-bc74-03f595e56f6e" providerId="ADAL" clId="{8C723BD0-F576-45B0-A3CE-09B83591CEE8}" dt="2020-02-04T18:04:09.822" v="2221"/>
          <ac:grpSpMkLst>
            <pc:docMk/>
            <pc:sldMk cId="4154359495" sldId="326"/>
            <ac:grpSpMk id="5" creationId="{955A2568-50AB-4112-8663-E80CCD6DED24}"/>
          </ac:grpSpMkLst>
        </pc:grpChg>
        <pc:graphicFrameChg chg="add mod">
          <ac:chgData name="Sam O'Neill" userId="cb323814-a42a-4cfe-bc74-03f595e56f6e" providerId="ADAL" clId="{8C723BD0-F576-45B0-A3CE-09B83591CEE8}" dt="2020-02-04T18:04:08.004" v="2219" actId="1076"/>
          <ac:graphicFrameMkLst>
            <pc:docMk/>
            <pc:sldMk cId="4154359495" sldId="326"/>
            <ac:graphicFrameMk id="4" creationId="{1D2C9CA7-3FF3-4FD2-9584-7A4E5CF26A15}"/>
          </ac:graphicFrameMkLst>
        </pc:graphicFrameChg>
      </pc:sldChg>
      <pc:sldChg chg="addSp delSp modSp del">
        <pc:chgData name="Sam O'Neill" userId="cb323814-a42a-4cfe-bc74-03f595e56f6e" providerId="ADAL" clId="{8C723BD0-F576-45B0-A3CE-09B83591CEE8}" dt="2020-02-05T11:35:19.402" v="3627" actId="47"/>
        <pc:sldMkLst>
          <pc:docMk/>
          <pc:sldMk cId="1993333530" sldId="327"/>
        </pc:sldMkLst>
        <pc:spChg chg="mod">
          <ac:chgData name="Sam O'Neill" userId="cb323814-a42a-4cfe-bc74-03f595e56f6e" providerId="ADAL" clId="{8C723BD0-F576-45B0-A3CE-09B83591CEE8}" dt="2020-02-05T10:39:53.810" v="2353" actId="1076"/>
          <ac:spMkLst>
            <pc:docMk/>
            <pc:sldMk cId="1993333530" sldId="327"/>
            <ac:spMk id="36" creationId="{6BE65085-BF92-4721-81F7-4230C8D75339}"/>
          </ac:spMkLst>
        </pc:spChg>
        <pc:spChg chg="mod">
          <ac:chgData name="Sam O'Neill" userId="cb323814-a42a-4cfe-bc74-03f595e56f6e" providerId="ADAL" clId="{8C723BD0-F576-45B0-A3CE-09B83591CEE8}" dt="2020-02-05T10:40:00.372" v="2355" actId="1076"/>
          <ac:spMkLst>
            <pc:docMk/>
            <pc:sldMk cId="1993333530" sldId="327"/>
            <ac:spMk id="39" creationId="{BC872B6F-E980-4496-9C8E-852437F53D46}"/>
          </ac:spMkLst>
        </pc:spChg>
        <pc:spChg chg="mod">
          <ac:chgData name="Sam O'Neill" userId="cb323814-a42a-4cfe-bc74-03f595e56f6e" providerId="ADAL" clId="{8C723BD0-F576-45B0-A3CE-09B83591CEE8}" dt="2020-02-05T10:39:53.810" v="2353" actId="1076"/>
          <ac:spMkLst>
            <pc:docMk/>
            <pc:sldMk cId="1993333530" sldId="327"/>
            <ac:spMk id="46" creationId="{91D78C02-212F-4318-9602-E77000D983F7}"/>
          </ac:spMkLst>
        </pc:spChg>
        <pc:grpChg chg="mod">
          <ac:chgData name="Sam O'Neill" userId="cb323814-a42a-4cfe-bc74-03f595e56f6e" providerId="ADAL" clId="{8C723BD0-F576-45B0-A3CE-09B83591CEE8}" dt="2020-02-05T10:39:53.810" v="2353" actId="1076"/>
          <ac:grpSpMkLst>
            <pc:docMk/>
            <pc:sldMk cId="1993333530" sldId="327"/>
            <ac:grpSpMk id="35" creationId="{85CEEA7C-F757-4775-AB03-81FECFE7274B}"/>
          </ac:grpSpMkLst>
        </pc:grpChg>
        <pc:grpChg chg="mod">
          <ac:chgData name="Sam O'Neill" userId="cb323814-a42a-4cfe-bc74-03f595e56f6e" providerId="ADAL" clId="{8C723BD0-F576-45B0-A3CE-09B83591CEE8}" dt="2020-02-05T10:40:05.307" v="2356" actId="1076"/>
          <ac:grpSpMkLst>
            <pc:docMk/>
            <pc:sldMk cId="1993333530" sldId="327"/>
            <ac:grpSpMk id="47" creationId="{B1064D63-3469-4E91-AB20-CEB89ED5E64D}"/>
          </ac:grpSpMkLst>
        </pc:grpChg>
        <pc:graphicFrameChg chg="del modGraphic">
          <ac:chgData name="Sam O'Neill" userId="cb323814-a42a-4cfe-bc74-03f595e56f6e" providerId="ADAL" clId="{8C723BD0-F576-45B0-A3CE-09B83591CEE8}" dt="2020-02-05T10:40:26.646" v="2357" actId="478"/>
          <ac:graphicFrameMkLst>
            <pc:docMk/>
            <pc:sldMk cId="1993333530" sldId="327"/>
            <ac:graphicFrameMk id="5" creationId="{D1A3AAE4-A293-4E34-BC3C-213B03607C9B}"/>
          </ac:graphicFrameMkLst>
        </pc:graphicFrameChg>
        <pc:graphicFrameChg chg="add">
          <ac:chgData name="Sam O'Neill" userId="cb323814-a42a-4cfe-bc74-03f595e56f6e" providerId="ADAL" clId="{8C723BD0-F576-45B0-A3CE-09B83591CEE8}" dt="2020-02-05T10:40:27.569" v="2358"/>
          <ac:graphicFrameMkLst>
            <pc:docMk/>
            <pc:sldMk cId="1993333530" sldId="327"/>
            <ac:graphicFrameMk id="48" creationId="{95F3B51E-005A-453F-A774-8681CCD0E090}"/>
          </ac:graphicFrameMkLst>
        </pc:graphicFrameChg>
        <pc:cxnChg chg="mod">
          <ac:chgData name="Sam O'Neill" userId="cb323814-a42a-4cfe-bc74-03f595e56f6e" providerId="ADAL" clId="{8C723BD0-F576-45B0-A3CE-09B83591CEE8}" dt="2020-02-05T10:40:00.372" v="2355" actId="1076"/>
          <ac:cxnSpMkLst>
            <pc:docMk/>
            <pc:sldMk cId="1993333530" sldId="327"/>
            <ac:cxnSpMk id="41" creationId="{1FA3D1CC-8BC8-421D-B33A-D8B521C8096D}"/>
          </ac:cxnSpMkLst>
        </pc:cxnChg>
      </pc:sldChg>
      <pc:sldChg chg="del">
        <pc:chgData name="Sam O'Neill" userId="cb323814-a42a-4cfe-bc74-03f595e56f6e" providerId="ADAL" clId="{8C723BD0-F576-45B0-A3CE-09B83591CEE8}" dt="2020-02-05T11:02:26.899" v="2970" actId="47"/>
        <pc:sldMkLst>
          <pc:docMk/>
          <pc:sldMk cId="635559681" sldId="328"/>
        </pc:sldMkLst>
      </pc:sldChg>
      <pc:sldChg chg="addSp delSp modSp add modAnim">
        <pc:chgData name="Sam O'Neill" userId="cb323814-a42a-4cfe-bc74-03f595e56f6e" providerId="ADAL" clId="{8C723BD0-F576-45B0-A3CE-09B83591CEE8}" dt="2020-02-06T11:45:47.257" v="6769"/>
        <pc:sldMkLst>
          <pc:docMk/>
          <pc:sldMk cId="1668917890" sldId="329"/>
        </pc:sldMkLst>
        <pc:spChg chg="mod">
          <ac:chgData name="Sam O'Neill" userId="cb323814-a42a-4cfe-bc74-03f595e56f6e" providerId="ADAL" clId="{8C723BD0-F576-45B0-A3CE-09B83591CEE8}" dt="2020-02-05T10:50:20.948" v="2683" actId="20577"/>
          <ac:spMkLst>
            <pc:docMk/>
            <pc:sldMk cId="1668917890" sldId="329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0:51:31.213" v="2798" actId="20577"/>
          <ac:spMkLst>
            <pc:docMk/>
            <pc:sldMk cId="1668917890" sldId="329"/>
            <ac:spMk id="3" creationId="{5198A88B-52B3-469E-A512-B72752EB7862}"/>
          </ac:spMkLst>
        </pc:spChg>
        <pc:spChg chg="add del">
          <ac:chgData name="Sam O'Neill" userId="cb323814-a42a-4cfe-bc74-03f595e56f6e" providerId="ADAL" clId="{8C723BD0-F576-45B0-A3CE-09B83591CEE8}" dt="2020-02-05T15:28:24.777" v="5681"/>
          <ac:spMkLst>
            <pc:docMk/>
            <pc:sldMk cId="1668917890" sldId="329"/>
            <ac:spMk id="4" creationId="{CE5DEAF6-38C0-4A14-873D-B9DDDC4B16AE}"/>
          </ac:spMkLst>
        </pc:spChg>
        <pc:spChg chg="add del">
          <ac:chgData name="Sam O'Neill" userId="cb323814-a42a-4cfe-bc74-03f595e56f6e" providerId="ADAL" clId="{8C723BD0-F576-45B0-A3CE-09B83591CEE8}" dt="2020-02-05T15:28:26.729" v="5683"/>
          <ac:spMkLst>
            <pc:docMk/>
            <pc:sldMk cId="1668917890" sldId="329"/>
            <ac:spMk id="5" creationId="{6B7AA812-DD75-4985-8A71-284B60FF4B86}"/>
          </ac:spMkLst>
        </pc:spChg>
      </pc:sldChg>
      <pc:sldChg chg="add del">
        <pc:chgData name="Sam O'Neill" userId="cb323814-a42a-4cfe-bc74-03f595e56f6e" providerId="ADAL" clId="{8C723BD0-F576-45B0-A3CE-09B83591CEE8}" dt="2020-02-05T10:46:50.683" v="2623"/>
        <pc:sldMkLst>
          <pc:docMk/>
          <pc:sldMk cId="2483121866" sldId="330"/>
        </pc:sldMkLst>
      </pc:sldChg>
      <pc:sldChg chg="addSp delSp modSp add mod">
        <pc:chgData name="Sam O'Neill" userId="cb323814-a42a-4cfe-bc74-03f595e56f6e" providerId="ADAL" clId="{8C723BD0-F576-45B0-A3CE-09B83591CEE8}" dt="2020-02-06T11:46:20.443" v="6779" actId="113"/>
        <pc:sldMkLst>
          <pc:docMk/>
          <pc:sldMk cId="3771522402" sldId="330"/>
        </pc:sldMkLst>
        <pc:spChg chg="mod">
          <ac:chgData name="Sam O'Neill" userId="cb323814-a42a-4cfe-bc74-03f595e56f6e" providerId="ADAL" clId="{8C723BD0-F576-45B0-A3CE-09B83591CEE8}" dt="2020-02-05T10:46:59.535" v="2625"/>
          <ac:spMkLst>
            <pc:docMk/>
            <pc:sldMk cId="3771522402" sldId="330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1:15:57.384" v="3021" actId="164"/>
          <ac:spMkLst>
            <pc:docMk/>
            <pc:sldMk cId="3771522402" sldId="330"/>
            <ac:spMk id="36" creationId="{6BE65085-BF92-4721-81F7-4230C8D75339}"/>
          </ac:spMkLst>
        </pc:spChg>
        <pc:spChg chg="mod">
          <ac:chgData name="Sam O'Neill" userId="cb323814-a42a-4cfe-bc74-03f595e56f6e" providerId="ADAL" clId="{8C723BD0-F576-45B0-A3CE-09B83591CEE8}" dt="2020-02-05T11:15:57.384" v="3021" actId="164"/>
          <ac:spMkLst>
            <pc:docMk/>
            <pc:sldMk cId="3771522402" sldId="330"/>
            <ac:spMk id="46" creationId="{91D78C02-212F-4318-9602-E77000D983F7}"/>
          </ac:spMkLst>
        </pc:spChg>
        <pc:grpChg chg="add del mod">
          <ac:chgData name="Sam O'Neill" userId="cb323814-a42a-4cfe-bc74-03f595e56f6e" providerId="ADAL" clId="{8C723BD0-F576-45B0-A3CE-09B83591CEE8}" dt="2020-02-05T11:20:01.603" v="3057" actId="478"/>
          <ac:grpSpMkLst>
            <pc:docMk/>
            <pc:sldMk cId="3771522402" sldId="330"/>
            <ac:grpSpMk id="3" creationId="{21F33BDA-D542-4715-9C86-738BDC5B7577}"/>
          </ac:grpSpMkLst>
        </pc:grpChg>
        <pc:grpChg chg="mod">
          <ac:chgData name="Sam O'Neill" userId="cb323814-a42a-4cfe-bc74-03f595e56f6e" providerId="ADAL" clId="{8C723BD0-F576-45B0-A3CE-09B83591CEE8}" dt="2020-02-05T11:15:57.384" v="3021" actId="164"/>
          <ac:grpSpMkLst>
            <pc:docMk/>
            <pc:sldMk cId="3771522402" sldId="330"/>
            <ac:grpSpMk id="35" creationId="{85CEEA7C-F757-4775-AB03-81FECFE7274B}"/>
          </ac:grpSpMkLst>
        </pc:grpChg>
        <pc:grpChg chg="mod">
          <ac:chgData name="Sam O'Neill" userId="cb323814-a42a-4cfe-bc74-03f595e56f6e" providerId="ADAL" clId="{8C723BD0-F576-45B0-A3CE-09B83591CEE8}" dt="2020-02-05T10:47:22.648" v="2629" actId="1076"/>
          <ac:grpSpMkLst>
            <pc:docMk/>
            <pc:sldMk cId="3771522402" sldId="330"/>
            <ac:grpSpMk id="47" creationId="{B1064D63-3469-4E91-AB20-CEB89ED5E64D}"/>
          </ac:grpSpMkLst>
        </pc:grpChg>
        <pc:grpChg chg="add mod">
          <ac:chgData name="Sam O'Neill" userId="cb323814-a42a-4cfe-bc74-03f595e56f6e" providerId="ADAL" clId="{8C723BD0-F576-45B0-A3CE-09B83591CEE8}" dt="2020-02-05T11:20:05.179" v="3059" actId="1076"/>
          <ac:grpSpMkLst>
            <pc:docMk/>
            <pc:sldMk cId="3771522402" sldId="330"/>
            <ac:grpSpMk id="48" creationId="{B785515A-0462-45F7-9AA8-F4C5ADD8C460}"/>
          </ac:grpSpMkLst>
        </pc:grpChg>
        <pc:graphicFrameChg chg="mod modGraphic">
          <ac:chgData name="Sam O'Neill" userId="cb323814-a42a-4cfe-bc74-03f595e56f6e" providerId="ADAL" clId="{8C723BD0-F576-45B0-A3CE-09B83591CEE8}" dt="2020-02-06T11:46:20.443" v="6779" actId="113"/>
          <ac:graphicFrameMkLst>
            <pc:docMk/>
            <pc:sldMk cId="3771522402" sldId="330"/>
            <ac:graphicFrameMk id="5" creationId="{D1A3AAE4-A293-4E34-BC3C-213B03607C9B}"/>
          </ac:graphicFrameMkLst>
        </pc:graphicFrameChg>
      </pc:sldChg>
      <pc:sldChg chg="addSp delSp modSp add mod">
        <pc:chgData name="Sam O'Neill" userId="cb323814-a42a-4cfe-bc74-03f595e56f6e" providerId="ADAL" clId="{8C723BD0-F576-45B0-A3CE-09B83591CEE8}" dt="2020-02-06T12:33:48.908" v="6802" actId="14100"/>
        <pc:sldMkLst>
          <pc:docMk/>
          <pc:sldMk cId="1419939075" sldId="331"/>
        </pc:sldMkLst>
        <pc:spChg chg="mod">
          <ac:chgData name="Sam O'Neill" userId="cb323814-a42a-4cfe-bc74-03f595e56f6e" providerId="ADAL" clId="{8C723BD0-F576-45B0-A3CE-09B83591CEE8}" dt="2020-02-05T10:53:45.007" v="2821" actId="20577"/>
          <ac:spMkLst>
            <pc:docMk/>
            <pc:sldMk cId="1419939075" sldId="331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6T11:41:37.147" v="6733" actId="1076"/>
          <ac:spMkLst>
            <pc:docMk/>
            <pc:sldMk cId="1419939075" sldId="331"/>
            <ac:spMk id="3" creationId="{5198A88B-52B3-469E-A512-B72752EB7862}"/>
          </ac:spMkLst>
        </pc:spChg>
        <pc:spChg chg="mod">
          <ac:chgData name="Sam O'Neill" userId="cb323814-a42a-4cfe-bc74-03f595e56f6e" providerId="ADAL" clId="{8C723BD0-F576-45B0-A3CE-09B83591CEE8}" dt="2020-02-05T11:17:28.145" v="3040" actId="20577"/>
          <ac:spMkLst>
            <pc:docMk/>
            <pc:sldMk cId="1419939075" sldId="331"/>
            <ac:spMk id="23" creationId="{D1BDBBCD-2092-49C9-87AC-85AD51FB8E61}"/>
          </ac:spMkLst>
        </pc:spChg>
        <pc:spChg chg="mod">
          <ac:chgData name="Sam O'Neill" userId="cb323814-a42a-4cfe-bc74-03f595e56f6e" providerId="ADAL" clId="{8C723BD0-F576-45B0-A3CE-09B83591CEE8}" dt="2020-02-05T11:17:34.617" v="3042" actId="20577"/>
          <ac:spMkLst>
            <pc:docMk/>
            <pc:sldMk cId="1419939075" sldId="331"/>
            <ac:spMk id="24" creationId="{ED301063-2BF0-4DE1-A1A7-2BEDCF5E8C73}"/>
          </ac:spMkLst>
        </pc:spChg>
        <pc:spChg chg="mod">
          <ac:chgData name="Sam O'Neill" userId="cb323814-a42a-4cfe-bc74-03f595e56f6e" providerId="ADAL" clId="{8C723BD0-F576-45B0-A3CE-09B83591CEE8}" dt="2020-02-05T11:17:39.681" v="3044" actId="20577"/>
          <ac:spMkLst>
            <pc:docMk/>
            <pc:sldMk cId="1419939075" sldId="331"/>
            <ac:spMk id="25" creationId="{F1EEC18C-6A94-41CE-A978-CC0AF689C5C3}"/>
          </ac:spMkLst>
        </pc:spChg>
        <pc:spChg chg="mod">
          <ac:chgData name="Sam O'Neill" userId="cb323814-a42a-4cfe-bc74-03f595e56f6e" providerId="ADAL" clId="{8C723BD0-F576-45B0-A3CE-09B83591CEE8}" dt="2020-02-05T11:17:47.411" v="3047" actId="1076"/>
          <ac:spMkLst>
            <pc:docMk/>
            <pc:sldMk cId="1419939075" sldId="331"/>
            <ac:spMk id="26" creationId="{99765159-90D9-4A01-BF6D-0FF496776D07}"/>
          </ac:spMkLst>
        </pc:spChg>
        <pc:spChg chg="mod">
          <ac:chgData name="Sam O'Neill" userId="cb323814-a42a-4cfe-bc74-03f595e56f6e" providerId="ADAL" clId="{8C723BD0-F576-45B0-A3CE-09B83591CEE8}" dt="2020-02-05T11:17:51.033" v="3049" actId="20577"/>
          <ac:spMkLst>
            <pc:docMk/>
            <pc:sldMk cId="1419939075" sldId="331"/>
            <ac:spMk id="27" creationId="{E109E94F-3AED-4BD4-9DCF-58D64DCCA99B}"/>
          </ac:spMkLst>
        </pc:spChg>
        <pc:spChg chg="mod">
          <ac:chgData name="Sam O'Neill" userId="cb323814-a42a-4cfe-bc74-03f595e56f6e" providerId="ADAL" clId="{8C723BD0-F576-45B0-A3CE-09B83591CEE8}" dt="2020-02-05T11:18:01.067" v="3051" actId="20577"/>
          <ac:spMkLst>
            <pc:docMk/>
            <pc:sldMk cId="1419939075" sldId="331"/>
            <ac:spMk id="28" creationId="{ED7035FA-B42E-40C0-9E2C-107206B1185C}"/>
          </ac:spMkLst>
        </pc:spChg>
        <pc:spChg chg="mod">
          <ac:chgData name="Sam O'Neill" userId="cb323814-a42a-4cfe-bc74-03f595e56f6e" providerId="ADAL" clId="{8C723BD0-F576-45B0-A3CE-09B83591CEE8}" dt="2020-02-05T11:18:05.602" v="3053" actId="20577"/>
          <ac:spMkLst>
            <pc:docMk/>
            <pc:sldMk cId="1419939075" sldId="331"/>
            <ac:spMk id="29" creationId="{90CF481B-73A4-47F4-B00A-2742633E0017}"/>
          </ac:spMkLst>
        </pc:spChg>
        <pc:grpChg chg="add mod">
          <ac:chgData name="Sam O'Neill" userId="cb323814-a42a-4cfe-bc74-03f595e56f6e" providerId="ADAL" clId="{8C723BD0-F576-45B0-A3CE-09B83591CEE8}" dt="2020-02-06T11:38:44.144" v="6656" actId="1076"/>
          <ac:grpSpMkLst>
            <pc:docMk/>
            <pc:sldMk cId="1419939075" sldId="331"/>
            <ac:grpSpMk id="7" creationId="{710CB506-E5CC-4A75-9971-F8099E7E381D}"/>
          </ac:grpSpMkLst>
        </pc:grpChg>
        <pc:graphicFrameChg chg="add del mod modGraphic">
          <ac:chgData name="Sam O'Neill" userId="cb323814-a42a-4cfe-bc74-03f595e56f6e" providerId="ADAL" clId="{8C723BD0-F576-45B0-A3CE-09B83591CEE8}" dt="2020-02-06T11:38:36.351" v="6654" actId="478"/>
          <ac:graphicFrameMkLst>
            <pc:docMk/>
            <pc:sldMk cId="1419939075" sldId="331"/>
            <ac:graphicFrameMk id="4" creationId="{0783F75F-DCEB-4CC4-9DAC-006830ACABC6}"/>
          </ac:graphicFrameMkLst>
        </pc:graphicFrameChg>
        <pc:graphicFrameChg chg="add del">
          <ac:chgData name="Sam O'Neill" userId="cb323814-a42a-4cfe-bc74-03f595e56f6e" providerId="ADAL" clId="{8C723BD0-F576-45B0-A3CE-09B83591CEE8}" dt="2020-02-05T11:12:10.610" v="3014"/>
          <ac:graphicFrameMkLst>
            <pc:docMk/>
            <pc:sldMk cId="1419939075" sldId="331"/>
            <ac:graphicFrameMk id="5" creationId="{EE3FB488-A64B-44F8-9864-A73EF5E6D2F3}"/>
          </ac:graphicFrameMkLst>
        </pc:graphicFrameChg>
        <pc:graphicFrameChg chg="add">
          <ac:chgData name="Sam O'Neill" userId="cb323814-a42a-4cfe-bc74-03f595e56f6e" providerId="ADAL" clId="{8C723BD0-F576-45B0-A3CE-09B83591CEE8}" dt="2020-02-06T11:38:36.748" v="6655"/>
          <ac:graphicFrameMkLst>
            <pc:docMk/>
            <pc:sldMk cId="1419939075" sldId="331"/>
            <ac:graphicFrameMk id="46" creationId="{7BD38481-D6BD-48C6-81B1-4F42795809D2}"/>
          </ac:graphicFrameMkLst>
        </pc:graphicFrameChg>
        <pc:picChg chg="add del mod">
          <ac:chgData name="Sam O'Neill" userId="cb323814-a42a-4cfe-bc74-03f595e56f6e" providerId="ADAL" clId="{8C723BD0-F576-45B0-A3CE-09B83591CEE8}" dt="2020-02-05T11:15:29.860" v="3019" actId="478"/>
          <ac:picMkLst>
            <pc:docMk/>
            <pc:sldMk cId="1419939075" sldId="331"/>
            <ac:picMk id="6" creationId="{9EDB5596-DA3F-4870-87DF-878EE9C1CBA3}"/>
          </ac:picMkLst>
        </pc:picChg>
        <pc:picChg chg="add del mod">
          <ac:chgData name="Sam O'Neill" userId="cb323814-a42a-4cfe-bc74-03f595e56f6e" providerId="ADAL" clId="{8C723BD0-F576-45B0-A3CE-09B83591CEE8}" dt="2020-02-05T11:19:17.379" v="3054" actId="478"/>
          <ac:picMkLst>
            <pc:docMk/>
            <pc:sldMk cId="1419939075" sldId="331"/>
            <ac:picMk id="41" creationId="{FDC2B4A8-7B79-4BE1-B740-CC88639F6D64}"/>
          </ac:picMkLst>
        </pc:picChg>
        <pc:picChg chg="add del mod">
          <ac:chgData name="Sam O'Neill" userId="cb323814-a42a-4cfe-bc74-03f595e56f6e" providerId="ADAL" clId="{8C723BD0-F576-45B0-A3CE-09B83591CEE8}" dt="2020-02-05T11:21:57.092" v="3141" actId="478"/>
          <ac:picMkLst>
            <pc:docMk/>
            <pc:sldMk cId="1419939075" sldId="331"/>
            <ac:picMk id="42" creationId="{29AB33D1-B1ED-4E43-B460-E93E9192C7B9}"/>
          </ac:picMkLst>
        </pc:picChg>
        <pc:picChg chg="add del mod">
          <ac:chgData name="Sam O'Neill" userId="cb323814-a42a-4cfe-bc74-03f595e56f6e" providerId="ADAL" clId="{8C723BD0-F576-45B0-A3CE-09B83591CEE8}" dt="2020-02-05T11:47:05.960" v="3796" actId="478"/>
          <ac:picMkLst>
            <pc:docMk/>
            <pc:sldMk cId="1419939075" sldId="331"/>
            <ac:picMk id="43" creationId="{F75B5F2C-F31F-493A-8EEB-2FAC99BC9FFD}"/>
          </ac:picMkLst>
        </pc:picChg>
        <pc:picChg chg="add del">
          <ac:chgData name="Sam O'Neill" userId="cb323814-a42a-4cfe-bc74-03f595e56f6e" providerId="ADAL" clId="{8C723BD0-F576-45B0-A3CE-09B83591CEE8}" dt="2020-02-05T11:47:07.304" v="3798"/>
          <ac:picMkLst>
            <pc:docMk/>
            <pc:sldMk cId="1419939075" sldId="331"/>
            <ac:picMk id="44" creationId="{6B1310B3-7B68-4A1C-B12B-6D2FE4E8B130}"/>
          </ac:picMkLst>
        </pc:picChg>
        <pc:picChg chg="add del mod">
          <ac:chgData name="Sam O'Neill" userId="cb323814-a42a-4cfe-bc74-03f595e56f6e" providerId="ADAL" clId="{8C723BD0-F576-45B0-A3CE-09B83591CEE8}" dt="2020-02-05T12:20:34.735" v="4207" actId="478"/>
          <ac:picMkLst>
            <pc:docMk/>
            <pc:sldMk cId="1419939075" sldId="331"/>
            <ac:picMk id="45" creationId="{E30A6112-1129-40F0-82FA-3499697B8D65}"/>
          </ac:picMkLst>
        </pc:picChg>
        <pc:picChg chg="add del mod">
          <ac:chgData name="Sam O'Neill" userId="cb323814-a42a-4cfe-bc74-03f595e56f6e" providerId="ADAL" clId="{8C723BD0-F576-45B0-A3CE-09B83591CEE8}" dt="2020-02-05T14:20:59.640" v="4983" actId="478"/>
          <ac:picMkLst>
            <pc:docMk/>
            <pc:sldMk cId="1419939075" sldId="331"/>
            <ac:picMk id="46" creationId="{AF06B59A-3933-4C69-9D7F-54A507CC404E}"/>
          </ac:picMkLst>
        </pc:picChg>
        <pc:picChg chg="add mod">
          <ac:chgData name="Sam O'Neill" userId="cb323814-a42a-4cfe-bc74-03f595e56f6e" providerId="ADAL" clId="{8C723BD0-F576-45B0-A3CE-09B83591CEE8}" dt="2020-02-06T11:41:34.260" v="6732" actId="1038"/>
          <ac:picMkLst>
            <pc:docMk/>
            <pc:sldMk cId="1419939075" sldId="331"/>
            <ac:picMk id="47" creationId="{3907D876-D354-4E63-9273-92AD23C1FF0D}"/>
          </ac:picMkLst>
        </pc:picChg>
        <pc:cxnChg chg="add mod">
          <ac:chgData name="Sam O'Neill" userId="cb323814-a42a-4cfe-bc74-03f595e56f6e" providerId="ADAL" clId="{8C723BD0-F576-45B0-A3CE-09B83591CEE8}" dt="2020-02-06T11:46:45.953" v="6781" actId="1076"/>
          <ac:cxnSpMkLst>
            <pc:docMk/>
            <pc:sldMk cId="1419939075" sldId="331"/>
            <ac:cxnSpMk id="41" creationId="{66DDF5EF-D48F-4CD5-9C9C-9A22EC0220D6}"/>
          </ac:cxnSpMkLst>
        </pc:cxnChg>
        <pc:cxnChg chg="add mod">
          <ac:chgData name="Sam O'Neill" userId="cb323814-a42a-4cfe-bc74-03f595e56f6e" providerId="ADAL" clId="{8C723BD0-F576-45B0-A3CE-09B83591CEE8}" dt="2020-02-06T11:46:47.601" v="6782" actId="1076"/>
          <ac:cxnSpMkLst>
            <pc:docMk/>
            <pc:sldMk cId="1419939075" sldId="331"/>
            <ac:cxnSpMk id="42" creationId="{617C88FD-C7F4-408F-893A-E0C4630BCB5B}"/>
          </ac:cxnSpMkLst>
        </pc:cxnChg>
        <pc:cxnChg chg="add mod">
          <ac:chgData name="Sam O'Neill" userId="cb323814-a42a-4cfe-bc74-03f595e56f6e" providerId="ADAL" clId="{8C723BD0-F576-45B0-A3CE-09B83591CEE8}" dt="2020-02-06T11:46:54.073" v="6788" actId="1036"/>
          <ac:cxnSpMkLst>
            <pc:docMk/>
            <pc:sldMk cId="1419939075" sldId="331"/>
            <ac:cxnSpMk id="43" creationId="{B86B426A-B878-41E6-84EA-7CE8F4A5D860}"/>
          </ac:cxnSpMkLst>
        </pc:cxnChg>
        <pc:cxnChg chg="add mod">
          <ac:chgData name="Sam O'Neill" userId="cb323814-a42a-4cfe-bc74-03f595e56f6e" providerId="ADAL" clId="{8C723BD0-F576-45B0-A3CE-09B83591CEE8}" dt="2020-02-06T11:46:43.817" v="6780" actId="1076"/>
          <ac:cxnSpMkLst>
            <pc:docMk/>
            <pc:sldMk cId="1419939075" sldId="331"/>
            <ac:cxnSpMk id="44" creationId="{107A4E35-A1C3-4CCF-9A4F-56328DFAA664}"/>
          </ac:cxnSpMkLst>
        </pc:cxnChg>
        <pc:cxnChg chg="add mod">
          <ac:chgData name="Sam O'Neill" userId="cb323814-a42a-4cfe-bc74-03f595e56f6e" providerId="ADAL" clId="{8C723BD0-F576-45B0-A3CE-09B83591CEE8}" dt="2020-02-06T12:31:21.180" v="6793" actId="1076"/>
          <ac:cxnSpMkLst>
            <pc:docMk/>
            <pc:sldMk cId="1419939075" sldId="331"/>
            <ac:cxnSpMk id="45" creationId="{AEE2504D-7200-4280-A5F4-42644C5EEDD4}"/>
          </ac:cxnSpMkLst>
        </pc:cxnChg>
        <pc:cxnChg chg="add mod">
          <ac:chgData name="Sam O'Neill" userId="cb323814-a42a-4cfe-bc74-03f595e56f6e" providerId="ADAL" clId="{8C723BD0-F576-45B0-A3CE-09B83591CEE8}" dt="2020-02-06T12:33:48.908" v="6802" actId="14100"/>
          <ac:cxnSpMkLst>
            <pc:docMk/>
            <pc:sldMk cId="1419939075" sldId="331"/>
            <ac:cxnSpMk id="53" creationId="{E7E6078A-E9BC-431E-A10D-8AD5142E279E}"/>
          </ac:cxnSpMkLst>
        </pc:cxnChg>
      </pc:sldChg>
      <pc:sldChg chg="addSp delSp modSp add del mod">
        <pc:chgData name="Sam O'Neill" userId="cb323814-a42a-4cfe-bc74-03f595e56f6e" providerId="ADAL" clId="{8C723BD0-F576-45B0-A3CE-09B83591CEE8}" dt="2020-02-06T11:41:22.982" v="6712" actId="47"/>
        <pc:sldMkLst>
          <pc:docMk/>
          <pc:sldMk cId="2243970978" sldId="332"/>
        </pc:sldMkLst>
        <pc:spChg chg="mod">
          <ac:chgData name="Sam O'Neill" userId="cb323814-a42a-4cfe-bc74-03f595e56f6e" providerId="ADAL" clId="{8C723BD0-F576-45B0-A3CE-09B83591CEE8}" dt="2020-02-05T11:22:16.605" v="3171" actId="20577"/>
          <ac:spMkLst>
            <pc:docMk/>
            <pc:sldMk cId="2243970978" sldId="332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1:28:48.442" v="3561" actId="20577"/>
          <ac:spMkLst>
            <pc:docMk/>
            <pc:sldMk cId="2243970978" sldId="332"/>
            <ac:spMk id="3" creationId="{5198A88B-52B3-469E-A512-B72752EB7862}"/>
          </ac:spMkLst>
        </pc:spChg>
        <pc:graphicFrameChg chg="add del mod modGraphic">
          <ac:chgData name="Sam O'Neill" userId="cb323814-a42a-4cfe-bc74-03f595e56f6e" providerId="ADAL" clId="{8C723BD0-F576-45B0-A3CE-09B83591CEE8}" dt="2020-02-06T11:36:34.203" v="6630" actId="2166"/>
          <ac:graphicFrameMkLst>
            <pc:docMk/>
            <pc:sldMk cId="2243970978" sldId="332"/>
            <ac:graphicFrameMk id="4" creationId="{0783F75F-DCEB-4CC4-9DAC-006830ACABC6}"/>
          </ac:graphicFrameMkLst>
        </pc:graphicFrameChg>
        <pc:graphicFrameChg chg="add del">
          <ac:chgData name="Sam O'Neill" userId="cb323814-a42a-4cfe-bc74-03f595e56f6e" providerId="ADAL" clId="{8C723BD0-F576-45B0-A3CE-09B83591CEE8}" dt="2020-02-06T11:36:32.715" v="6627"/>
          <ac:graphicFrameMkLst>
            <pc:docMk/>
            <pc:sldMk cId="2243970978" sldId="332"/>
            <ac:graphicFrameMk id="47" creationId="{740B3610-6019-41F9-8AEB-140D34BAC430}"/>
          </ac:graphicFrameMkLst>
        </pc:graphicFrameChg>
        <pc:picChg chg="add del mod">
          <ac:chgData name="Sam O'Neill" userId="cb323814-a42a-4cfe-bc74-03f595e56f6e" providerId="ADAL" clId="{8C723BD0-F576-45B0-A3CE-09B83591CEE8}" dt="2020-02-05T11:47:26.712" v="3801" actId="478"/>
          <ac:picMkLst>
            <pc:docMk/>
            <pc:sldMk cId="2243970978" sldId="332"/>
            <ac:picMk id="5" creationId="{98FAD085-AB38-45EB-81F4-BD5BBFC11E92}"/>
          </ac:picMkLst>
        </pc:picChg>
        <pc:picChg chg="add del mod">
          <ac:chgData name="Sam O'Neill" userId="cb323814-a42a-4cfe-bc74-03f595e56f6e" providerId="ADAL" clId="{8C723BD0-F576-45B0-A3CE-09B83591CEE8}" dt="2020-02-05T12:21:08.920" v="4216" actId="478"/>
          <ac:picMkLst>
            <pc:docMk/>
            <pc:sldMk cId="2243970978" sldId="332"/>
            <ac:picMk id="6" creationId="{BD35B459-443D-4349-A457-8C27F7294232}"/>
          </ac:picMkLst>
        </pc:picChg>
        <pc:picChg chg="add del mod">
          <ac:chgData name="Sam O'Neill" userId="cb323814-a42a-4cfe-bc74-03f595e56f6e" providerId="ADAL" clId="{8C723BD0-F576-45B0-A3CE-09B83591CEE8}" dt="2020-02-05T14:21:08.619" v="4986" actId="478"/>
          <ac:picMkLst>
            <pc:docMk/>
            <pc:sldMk cId="2243970978" sldId="332"/>
            <ac:picMk id="41" creationId="{08F5665E-DC51-499B-97D4-40EDB3037448}"/>
          </ac:picMkLst>
        </pc:picChg>
        <pc:picChg chg="add mod">
          <ac:chgData name="Sam O'Neill" userId="cb323814-a42a-4cfe-bc74-03f595e56f6e" providerId="ADAL" clId="{8C723BD0-F576-45B0-A3CE-09B83591CEE8}" dt="2020-02-05T14:21:56.446" v="4994" actId="1035"/>
          <ac:picMkLst>
            <pc:docMk/>
            <pc:sldMk cId="2243970978" sldId="332"/>
            <ac:picMk id="42" creationId="{FDF6F14E-F62D-4734-99CC-8EDFA0AA2176}"/>
          </ac:picMkLst>
        </pc:picChg>
        <pc:picChg chg="del">
          <ac:chgData name="Sam O'Neill" userId="cb323814-a42a-4cfe-bc74-03f595e56f6e" providerId="ADAL" clId="{8C723BD0-F576-45B0-A3CE-09B83591CEE8}" dt="2020-02-05T11:22:25.205" v="3178" actId="478"/>
          <ac:picMkLst>
            <pc:docMk/>
            <pc:sldMk cId="2243970978" sldId="332"/>
            <ac:picMk id="43" creationId="{F75B5F2C-F31F-493A-8EEB-2FAC99BC9FFD}"/>
          </ac:picMkLst>
        </pc:pic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6" creationId="{FA840E46-F808-4104-9FE6-0882D35F7463}"/>
          </ac:cxnSpMkLst>
        </pc:cxn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43" creationId="{5D561FBE-2042-4CF5-87A4-73FB66085171}"/>
          </ac:cxnSpMkLst>
        </pc:cxn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44" creationId="{2DC54B95-9E66-4E35-A993-B723BBCF49C6}"/>
          </ac:cxnSpMkLst>
        </pc:cxnChg>
        <pc:cxnChg chg="add del mod">
          <ac:chgData name="Sam O'Neill" userId="cb323814-a42a-4cfe-bc74-03f595e56f6e" providerId="ADAL" clId="{8C723BD0-F576-45B0-A3CE-09B83591CEE8}" dt="2020-02-06T11:33:15.627" v="6605"/>
          <ac:cxnSpMkLst>
            <pc:docMk/>
            <pc:sldMk cId="2243970978" sldId="332"/>
            <ac:cxnSpMk id="45" creationId="{A38ADEA0-5B9C-4176-81DF-237C1A9D369A}"/>
          </ac:cxnSpMkLst>
        </pc:cxnChg>
        <pc:cxnChg chg="add del">
          <ac:chgData name="Sam O'Neill" userId="cb323814-a42a-4cfe-bc74-03f595e56f6e" providerId="ADAL" clId="{8C723BD0-F576-45B0-A3CE-09B83591CEE8}" dt="2020-02-06T11:36:09.314" v="6625"/>
          <ac:cxnSpMkLst>
            <pc:docMk/>
            <pc:sldMk cId="2243970978" sldId="332"/>
            <ac:cxnSpMk id="46" creationId="{83A1D5A3-E3C1-4E4D-A97A-CCDC67DCD8AC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6T12:34:46.367" v="6828" actId="20577"/>
        <pc:sldMkLst>
          <pc:docMk/>
          <pc:sldMk cId="2738397632" sldId="333"/>
        </pc:sldMkLst>
        <pc:spChg chg="mod">
          <ac:chgData name="Sam O'Neill" userId="cb323814-a42a-4cfe-bc74-03f595e56f6e" providerId="ADAL" clId="{8C723BD0-F576-45B0-A3CE-09B83591CEE8}" dt="2020-02-05T11:23:48.197" v="3224" actId="20577"/>
          <ac:spMkLst>
            <pc:docMk/>
            <pc:sldMk cId="2738397632" sldId="333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1:23:40.302" v="3204" actId="478"/>
          <ac:spMkLst>
            <pc:docMk/>
            <pc:sldMk cId="2738397632" sldId="333"/>
            <ac:spMk id="3" creationId="{5198A88B-52B3-469E-A512-B72752EB7862}"/>
          </ac:spMkLst>
        </pc:spChg>
        <pc:spChg chg="add del mod">
          <ac:chgData name="Sam O'Neill" userId="cb323814-a42a-4cfe-bc74-03f595e56f6e" providerId="ADAL" clId="{8C723BD0-F576-45B0-A3CE-09B83591CEE8}" dt="2020-02-05T11:23:52.862" v="3225" actId="478"/>
          <ac:spMkLst>
            <pc:docMk/>
            <pc:sldMk cId="2738397632" sldId="333"/>
            <ac:spMk id="41" creationId="{490103BE-5792-4530-A446-45B167F041E6}"/>
          </ac:spMkLst>
        </pc:spChg>
        <pc:spChg chg="add mod">
          <ac:chgData name="Sam O'Neill" userId="cb323814-a42a-4cfe-bc74-03f595e56f6e" providerId="ADAL" clId="{8C723BD0-F576-45B0-A3CE-09B83591CEE8}" dt="2020-02-06T12:34:46.367" v="6828" actId="20577"/>
          <ac:spMkLst>
            <pc:docMk/>
            <pc:sldMk cId="2738397632" sldId="333"/>
            <ac:spMk id="43" creationId="{A8F4AE04-F647-476D-9885-3A99A359297B}"/>
          </ac:spMkLst>
        </pc:spChg>
        <pc:spChg chg="add mod">
          <ac:chgData name="Sam O'Neill" userId="cb323814-a42a-4cfe-bc74-03f595e56f6e" providerId="ADAL" clId="{8C723BD0-F576-45B0-A3CE-09B83591CEE8}" dt="2020-02-05T11:27:14.208" v="3556" actId="1076"/>
          <ac:spMkLst>
            <pc:docMk/>
            <pc:sldMk cId="2738397632" sldId="333"/>
            <ac:spMk id="45" creationId="{751B77C2-0A06-45A3-85AE-A42AB33884BF}"/>
          </ac:spMkLst>
        </pc:spChg>
        <pc:spChg chg="add del">
          <ac:chgData name="Sam O'Neill" userId="cb323814-a42a-4cfe-bc74-03f595e56f6e" providerId="ADAL" clId="{8C723BD0-F576-45B0-A3CE-09B83591CEE8}" dt="2020-02-05T11:26:49.620" v="3514"/>
          <ac:spMkLst>
            <pc:docMk/>
            <pc:sldMk cId="2738397632" sldId="333"/>
            <ac:spMk id="46" creationId="{48BC08D3-6B10-4BE1-AF5F-BE9D26744BFC}"/>
          </ac:spMkLst>
        </pc:spChg>
        <pc:grpChg chg="del">
          <ac:chgData name="Sam O'Neill" userId="cb323814-a42a-4cfe-bc74-03f595e56f6e" providerId="ADAL" clId="{8C723BD0-F576-45B0-A3CE-09B83591CEE8}" dt="2020-02-05T11:23:37.744" v="3203" actId="478"/>
          <ac:grpSpMkLst>
            <pc:docMk/>
            <pc:sldMk cId="2738397632" sldId="333"/>
            <ac:grpSpMk id="7" creationId="{710CB506-E5CC-4A75-9971-F8099E7E381D}"/>
          </ac:grpSpMkLst>
        </pc:grpChg>
        <pc:graphicFrameChg chg="del">
          <ac:chgData name="Sam O'Neill" userId="cb323814-a42a-4cfe-bc74-03f595e56f6e" providerId="ADAL" clId="{8C723BD0-F576-45B0-A3CE-09B83591CEE8}" dt="2020-02-05T11:23:37.744" v="3203" actId="478"/>
          <ac:graphicFrameMkLst>
            <pc:docMk/>
            <pc:sldMk cId="2738397632" sldId="333"/>
            <ac:graphicFrameMk id="4" creationId="{0783F75F-DCEB-4CC4-9DAC-006830ACABC6}"/>
          </ac:graphicFrameMkLst>
        </pc:graphicFrameChg>
        <pc:picChg chg="del">
          <ac:chgData name="Sam O'Neill" userId="cb323814-a42a-4cfe-bc74-03f595e56f6e" providerId="ADAL" clId="{8C723BD0-F576-45B0-A3CE-09B83591CEE8}" dt="2020-02-05T11:23:53.430" v="3226" actId="478"/>
          <ac:picMkLst>
            <pc:docMk/>
            <pc:sldMk cId="2738397632" sldId="333"/>
            <ac:picMk id="5" creationId="{98FAD085-AB38-45EB-81F4-BD5BBFC11E92}"/>
          </ac:picMkLst>
        </pc:picChg>
        <pc:picChg chg="add del mod">
          <ac:chgData name="Sam O'Neill" userId="cb323814-a42a-4cfe-bc74-03f595e56f6e" providerId="ADAL" clId="{8C723BD0-F576-45B0-A3CE-09B83591CEE8}" dt="2020-02-05T11:48:09.784" v="3809" actId="478"/>
          <ac:picMkLst>
            <pc:docMk/>
            <pc:sldMk cId="2738397632" sldId="333"/>
            <ac:picMk id="42" creationId="{6DF68FC3-5E50-43D8-8E6F-0840ECC2CBD2}"/>
          </ac:picMkLst>
        </pc:picChg>
        <pc:picChg chg="add del mod">
          <ac:chgData name="Sam O'Neill" userId="cb323814-a42a-4cfe-bc74-03f595e56f6e" providerId="ADAL" clId="{8C723BD0-F576-45B0-A3CE-09B83591CEE8}" dt="2020-02-05T11:48:03.928" v="3805" actId="478"/>
          <ac:picMkLst>
            <pc:docMk/>
            <pc:sldMk cId="2738397632" sldId="333"/>
            <ac:picMk id="44" creationId="{01F7799E-5F87-49A1-BFE5-9D9ACA5FF592}"/>
          </ac:picMkLst>
        </pc:picChg>
        <pc:picChg chg="add del mod">
          <ac:chgData name="Sam O'Neill" userId="cb323814-a42a-4cfe-bc74-03f595e56f6e" providerId="ADAL" clId="{8C723BD0-F576-45B0-A3CE-09B83591CEE8}" dt="2020-02-05T12:21:25.016" v="4219" actId="478"/>
          <ac:picMkLst>
            <pc:docMk/>
            <pc:sldMk cId="2738397632" sldId="333"/>
            <ac:picMk id="47" creationId="{7B9E26FE-4744-44C2-8F80-F478BFFFB308}"/>
          </ac:picMkLst>
        </pc:picChg>
        <pc:picChg chg="add del mod">
          <ac:chgData name="Sam O'Neill" userId="cb323814-a42a-4cfe-bc74-03f595e56f6e" providerId="ADAL" clId="{8C723BD0-F576-45B0-A3CE-09B83591CEE8}" dt="2020-02-05T12:20:41.287" v="4210" actId="478"/>
          <ac:picMkLst>
            <pc:docMk/>
            <pc:sldMk cId="2738397632" sldId="333"/>
            <ac:picMk id="48" creationId="{2E422D53-E305-439D-A08B-89085492EC5B}"/>
          </ac:picMkLst>
        </pc:picChg>
        <pc:picChg chg="add del mod">
          <ac:chgData name="Sam O'Neill" userId="cb323814-a42a-4cfe-bc74-03f595e56f6e" providerId="ADAL" clId="{8C723BD0-F576-45B0-A3CE-09B83591CEE8}" dt="2020-02-05T14:22:07.420" v="4995" actId="478"/>
          <ac:picMkLst>
            <pc:docMk/>
            <pc:sldMk cId="2738397632" sldId="333"/>
            <ac:picMk id="49" creationId="{10258050-97AF-457A-A4A2-FEC14880D049}"/>
          </ac:picMkLst>
        </pc:picChg>
        <pc:picChg chg="add del mod">
          <ac:chgData name="Sam O'Neill" userId="cb323814-a42a-4cfe-bc74-03f595e56f6e" providerId="ADAL" clId="{8C723BD0-F576-45B0-A3CE-09B83591CEE8}" dt="2020-02-05T14:22:13.972" v="4999" actId="478"/>
          <ac:picMkLst>
            <pc:docMk/>
            <pc:sldMk cId="2738397632" sldId="333"/>
            <ac:picMk id="50" creationId="{373DBF18-465B-4705-A9E9-042CFC2AC234}"/>
          </ac:picMkLst>
        </pc:picChg>
        <pc:picChg chg="add mod">
          <ac:chgData name="Sam O'Neill" userId="cb323814-a42a-4cfe-bc74-03f595e56f6e" providerId="ADAL" clId="{8C723BD0-F576-45B0-A3CE-09B83591CEE8}" dt="2020-02-05T14:22:11.748" v="4998" actId="1076"/>
          <ac:picMkLst>
            <pc:docMk/>
            <pc:sldMk cId="2738397632" sldId="333"/>
            <ac:picMk id="51" creationId="{12C758AF-E893-4D36-9401-FEB721EEC462}"/>
          </ac:picMkLst>
        </pc:picChg>
        <pc:picChg chg="add mod">
          <ac:chgData name="Sam O'Neill" userId="cb323814-a42a-4cfe-bc74-03f595e56f6e" providerId="ADAL" clId="{8C723BD0-F576-45B0-A3CE-09B83591CEE8}" dt="2020-02-05T14:22:29.236" v="5001" actId="1076"/>
          <ac:picMkLst>
            <pc:docMk/>
            <pc:sldMk cId="2738397632" sldId="333"/>
            <ac:picMk id="52" creationId="{AB95822F-C32D-4CA1-8DDF-A0DFFB3DB5C3}"/>
          </ac:picMkLst>
        </pc:picChg>
        <pc:cxnChg chg="add mod">
          <ac:chgData name="Sam O'Neill" userId="cb323814-a42a-4cfe-bc74-03f595e56f6e" providerId="ADAL" clId="{8C723BD0-F576-45B0-A3CE-09B83591CEE8}" dt="2020-02-06T11:42:24.916" v="6746" actId="1076"/>
          <ac:cxnSpMkLst>
            <pc:docMk/>
            <pc:sldMk cId="2738397632" sldId="333"/>
            <ac:cxnSpMk id="7" creationId="{0175EF7C-2989-4065-829F-AA8214FD0EAF}"/>
          </ac:cxnSpMkLst>
        </pc:cxnChg>
        <pc:cxnChg chg="add mod">
          <ac:chgData name="Sam O'Neill" userId="cb323814-a42a-4cfe-bc74-03f595e56f6e" providerId="ADAL" clId="{8C723BD0-F576-45B0-A3CE-09B83591CEE8}" dt="2020-02-06T11:42:27.707" v="6747" actId="1076"/>
          <ac:cxnSpMkLst>
            <pc:docMk/>
            <pc:sldMk cId="2738397632" sldId="333"/>
            <ac:cxnSpMk id="8" creationId="{6136CD63-EC31-4FCF-B397-2254D0528BB9}"/>
          </ac:cxnSpMkLst>
        </pc:cxnChg>
        <pc:cxnChg chg="add mod">
          <ac:chgData name="Sam O'Neill" userId="cb323814-a42a-4cfe-bc74-03f595e56f6e" providerId="ADAL" clId="{8C723BD0-F576-45B0-A3CE-09B83591CEE8}" dt="2020-02-06T11:42:28.875" v="6748" actId="1076"/>
          <ac:cxnSpMkLst>
            <pc:docMk/>
            <pc:sldMk cId="2738397632" sldId="333"/>
            <ac:cxnSpMk id="9" creationId="{AFA67064-89F4-4DFB-90C2-B0F6041CD5C1}"/>
          </ac:cxnSpMkLst>
        </pc:cxnChg>
        <pc:cxnChg chg="add mod">
          <ac:chgData name="Sam O'Neill" userId="cb323814-a42a-4cfe-bc74-03f595e56f6e" providerId="ADAL" clId="{8C723BD0-F576-45B0-A3CE-09B83591CEE8}" dt="2020-02-06T11:42:30.628" v="6749" actId="1076"/>
          <ac:cxnSpMkLst>
            <pc:docMk/>
            <pc:sldMk cId="2738397632" sldId="333"/>
            <ac:cxnSpMk id="10" creationId="{A378BD15-0F6F-41A7-B1BC-D05F0ACFF165}"/>
          </ac:cxnSpMkLst>
        </pc:cxnChg>
        <pc:cxnChg chg="add mod">
          <ac:chgData name="Sam O'Neill" userId="cb323814-a42a-4cfe-bc74-03f595e56f6e" providerId="ADAL" clId="{8C723BD0-F576-45B0-A3CE-09B83591CEE8}" dt="2020-02-06T11:42:34.835" v="6751" actId="14100"/>
          <ac:cxnSpMkLst>
            <pc:docMk/>
            <pc:sldMk cId="2738397632" sldId="333"/>
            <ac:cxnSpMk id="11" creationId="{282CE474-4057-4C5E-9E07-CFA40081523F}"/>
          </ac:cxnSpMkLst>
        </pc:cxnChg>
        <pc:cxnChg chg="add mod">
          <ac:chgData name="Sam O'Neill" userId="cb323814-a42a-4cfe-bc74-03f595e56f6e" providerId="ADAL" clId="{8C723BD0-F576-45B0-A3CE-09B83591CEE8}" dt="2020-02-06T12:34:03.980" v="6804" actId="14100"/>
          <ac:cxnSpMkLst>
            <pc:docMk/>
            <pc:sldMk cId="2738397632" sldId="333"/>
            <ac:cxnSpMk id="13" creationId="{F9633B24-2E07-4FF1-B857-38D88C3325FE}"/>
          </ac:cxnSpMkLst>
        </pc:cxnChg>
      </pc:sldChg>
      <pc:sldChg chg="addSp delSp modSp add del">
        <pc:chgData name="Sam O'Neill" userId="cb323814-a42a-4cfe-bc74-03f595e56f6e" providerId="ADAL" clId="{8C723BD0-F576-45B0-A3CE-09B83591CEE8}" dt="2020-02-05T11:35:56.041" v="3636" actId="2696"/>
        <pc:sldMkLst>
          <pc:docMk/>
          <pc:sldMk cId="975802597" sldId="334"/>
        </pc:sldMkLst>
        <pc:spChg chg="del">
          <ac:chgData name="Sam O'Neill" userId="cb323814-a42a-4cfe-bc74-03f595e56f6e" providerId="ADAL" clId="{8C723BD0-F576-45B0-A3CE-09B83591CEE8}" dt="2020-02-05T11:30:39.785" v="3570" actId="478"/>
          <ac:spMkLst>
            <pc:docMk/>
            <pc:sldMk cId="975802597" sldId="334"/>
            <ac:spMk id="3" creationId="{5198A88B-52B3-469E-A512-B72752EB7862}"/>
          </ac:spMkLst>
        </pc:spChg>
        <pc:spChg chg="add del mod">
          <ac:chgData name="Sam O'Neill" userId="cb323814-a42a-4cfe-bc74-03f595e56f6e" providerId="ADAL" clId="{8C723BD0-F576-45B0-A3CE-09B83591CEE8}" dt="2020-02-05T11:30:41.323" v="3571" actId="478"/>
          <ac:spMkLst>
            <pc:docMk/>
            <pc:sldMk cId="975802597" sldId="334"/>
            <ac:spMk id="6" creationId="{2DED62A1-05D6-4711-85C1-A3E42652AB94}"/>
          </ac:spMkLst>
        </pc:spChg>
        <pc:grpChg chg="mod">
          <ac:chgData name="Sam O'Neill" userId="cb323814-a42a-4cfe-bc74-03f595e56f6e" providerId="ADAL" clId="{8C723BD0-F576-45B0-A3CE-09B83591CEE8}" dt="2020-02-05T11:30:37.660" v="3569" actId="1076"/>
          <ac:grpSpMkLst>
            <pc:docMk/>
            <pc:sldMk cId="975802597" sldId="334"/>
            <ac:grpSpMk id="7" creationId="{710CB506-E5CC-4A75-9971-F8099E7E381D}"/>
          </ac:grpSpMkLst>
        </pc:grpChg>
        <pc:graphicFrameChg chg="del">
          <ac:chgData name="Sam O'Neill" userId="cb323814-a42a-4cfe-bc74-03f595e56f6e" providerId="ADAL" clId="{8C723BD0-F576-45B0-A3CE-09B83591CEE8}" dt="2020-02-05T11:30:34.598" v="3568" actId="478"/>
          <ac:graphicFrameMkLst>
            <pc:docMk/>
            <pc:sldMk cId="975802597" sldId="334"/>
            <ac:graphicFrameMk id="4" creationId="{0783F75F-DCEB-4CC4-9DAC-006830ACABC6}"/>
          </ac:graphicFrameMkLst>
        </pc:graphicFrameChg>
        <pc:picChg chg="mod">
          <ac:chgData name="Sam O'Neill" userId="cb323814-a42a-4cfe-bc74-03f595e56f6e" providerId="ADAL" clId="{8C723BD0-F576-45B0-A3CE-09B83591CEE8}" dt="2020-02-05T11:30:43.395" v="3572" actId="1076"/>
          <ac:picMkLst>
            <pc:docMk/>
            <pc:sldMk cId="975802597" sldId="334"/>
            <ac:picMk id="43" creationId="{F75B5F2C-F31F-493A-8EEB-2FAC99BC9FFD}"/>
          </ac:picMkLst>
        </pc:picChg>
      </pc:sldChg>
      <pc:sldChg chg="addSp delSp modSp add">
        <pc:chgData name="Sam O'Neill" userId="cb323814-a42a-4cfe-bc74-03f595e56f6e" providerId="ADAL" clId="{8C723BD0-F576-45B0-A3CE-09B83591CEE8}" dt="2020-02-05T15:01:40.224" v="5269" actId="1076"/>
        <pc:sldMkLst>
          <pc:docMk/>
          <pc:sldMk cId="2850768575" sldId="334"/>
        </pc:sldMkLst>
        <pc:spChg chg="mod">
          <ac:chgData name="Sam O'Neill" userId="cb323814-a42a-4cfe-bc74-03f595e56f6e" providerId="ADAL" clId="{8C723BD0-F576-45B0-A3CE-09B83591CEE8}" dt="2020-02-05T11:41:17.467" v="3761" actId="20577"/>
          <ac:spMkLst>
            <pc:docMk/>
            <pc:sldMk cId="2850768575" sldId="334"/>
            <ac:spMk id="2" creationId="{F3E593E6-3D2F-4C7E-80B2-F78D636A9E07}"/>
          </ac:spMkLst>
        </pc:spChg>
        <pc:spChg chg="add mod">
          <ac:chgData name="Sam O'Neill" userId="cb323814-a42a-4cfe-bc74-03f595e56f6e" providerId="ADAL" clId="{8C723BD0-F576-45B0-A3CE-09B83591CEE8}" dt="2020-02-05T11:42:31.661" v="3795" actId="20577"/>
          <ac:spMkLst>
            <pc:docMk/>
            <pc:sldMk cId="2850768575" sldId="334"/>
            <ac:spMk id="3" creationId="{49831143-DB72-467A-A1DB-944F50F55894}"/>
          </ac:spMkLst>
        </pc:spChg>
        <pc:spChg chg="add mod">
          <ac:chgData name="Sam O'Neill" userId="cb323814-a42a-4cfe-bc74-03f595e56f6e" providerId="ADAL" clId="{8C723BD0-F576-45B0-A3CE-09B83591CEE8}" dt="2020-02-05T11:53:55.340" v="4051" actId="1076"/>
          <ac:spMkLst>
            <pc:docMk/>
            <pc:sldMk cId="2850768575" sldId="334"/>
            <ac:spMk id="4" creationId="{F6BD5821-7519-4F69-A988-9C1AE1939AA4}"/>
          </ac:spMkLst>
        </pc:spChg>
        <pc:grpChg chg="mod">
          <ac:chgData name="Sam O'Neill" userId="cb323814-a42a-4cfe-bc74-03f595e56f6e" providerId="ADAL" clId="{8C723BD0-F576-45B0-A3CE-09B83591CEE8}" dt="2020-02-05T11:54:02.077" v="4067" actId="1076"/>
          <ac:grpSpMkLst>
            <pc:docMk/>
            <pc:sldMk cId="2850768575" sldId="334"/>
            <ac:grpSpMk id="7" creationId="{710CB506-E5CC-4A75-9971-F8099E7E381D}"/>
          </ac:grpSpMkLst>
        </pc:grpChg>
        <pc:graphicFrameChg chg="add del mod modGraphic">
          <ac:chgData name="Sam O'Neill" userId="cb323814-a42a-4cfe-bc74-03f595e56f6e" providerId="ADAL" clId="{8C723BD0-F576-45B0-A3CE-09B83591CEE8}" dt="2020-02-05T11:39:32.795" v="3698" actId="478"/>
          <ac:graphicFrameMkLst>
            <pc:docMk/>
            <pc:sldMk cId="2850768575" sldId="334"/>
            <ac:graphicFrameMk id="41" creationId="{72641C63-B7F5-41F5-84C4-0099884E4031}"/>
          </ac:graphicFrameMkLst>
        </pc:graphicFrameChg>
        <pc:graphicFrameChg chg="add mod modGraphic">
          <ac:chgData name="Sam O'Neill" userId="cb323814-a42a-4cfe-bc74-03f595e56f6e" providerId="ADAL" clId="{8C723BD0-F576-45B0-A3CE-09B83591CEE8}" dt="2020-02-05T11:53:59.678" v="4066" actId="1037"/>
          <ac:graphicFrameMkLst>
            <pc:docMk/>
            <pc:sldMk cId="2850768575" sldId="334"/>
            <ac:graphicFrameMk id="42" creationId="{A4C904AC-41F2-4DCE-87E6-82EFD4826990}"/>
          </ac:graphicFrameMkLst>
        </pc:graphicFrameChg>
        <pc:picChg chg="add del mod">
          <ac:chgData name="Sam O'Neill" userId="cb323814-a42a-4cfe-bc74-03f595e56f6e" providerId="ADAL" clId="{8C723BD0-F576-45B0-A3CE-09B83591CEE8}" dt="2020-02-05T15:01:37.977" v="5267" actId="478"/>
          <ac:picMkLst>
            <pc:docMk/>
            <pc:sldMk cId="2850768575" sldId="334"/>
            <ac:picMk id="5" creationId="{9616C709-FC31-43CA-9535-AB51A2A641D3}"/>
          </ac:picMkLst>
        </pc:picChg>
        <pc:picChg chg="del mod">
          <ac:chgData name="Sam O'Neill" userId="cb323814-a42a-4cfe-bc74-03f595e56f6e" providerId="ADAL" clId="{8C723BD0-F576-45B0-A3CE-09B83591CEE8}" dt="2020-02-05T11:48:46.217" v="3812" actId="478"/>
          <ac:picMkLst>
            <pc:docMk/>
            <pc:sldMk cId="2850768575" sldId="334"/>
            <ac:picMk id="43" creationId="{F75B5F2C-F31F-493A-8EEB-2FAC99BC9FFD}"/>
          </ac:picMkLst>
        </pc:picChg>
        <pc:picChg chg="add del mod">
          <ac:chgData name="Sam O'Neill" userId="cb323814-a42a-4cfe-bc74-03f595e56f6e" providerId="ADAL" clId="{8C723BD0-F576-45B0-A3CE-09B83591CEE8}" dt="2020-02-05T12:20:50.847" v="4213" actId="478"/>
          <ac:picMkLst>
            <pc:docMk/>
            <pc:sldMk cId="2850768575" sldId="334"/>
            <ac:picMk id="44" creationId="{7D182BD6-15F6-445A-88D5-09CAECDE6B4F}"/>
          </ac:picMkLst>
        </pc:picChg>
        <pc:picChg chg="add mod">
          <ac:chgData name="Sam O'Neill" userId="cb323814-a42a-4cfe-bc74-03f595e56f6e" providerId="ADAL" clId="{8C723BD0-F576-45B0-A3CE-09B83591CEE8}" dt="2020-02-05T15:01:40.224" v="5269" actId="1076"/>
          <ac:picMkLst>
            <pc:docMk/>
            <pc:sldMk cId="2850768575" sldId="334"/>
            <ac:picMk id="45" creationId="{A43A8DB2-655F-4B17-971C-D96461F6AE01}"/>
          </ac:picMkLst>
        </pc:picChg>
      </pc:sldChg>
      <pc:sldChg chg="modSp add mod">
        <pc:chgData name="Sam O'Neill" userId="cb323814-a42a-4cfe-bc74-03f595e56f6e" providerId="ADAL" clId="{8C723BD0-F576-45B0-A3CE-09B83591CEE8}" dt="2020-02-06T10:03:41.639" v="6426" actId="2166"/>
        <pc:sldMkLst>
          <pc:docMk/>
          <pc:sldMk cId="3075565084" sldId="335"/>
        </pc:sldMkLst>
        <pc:grpChg chg="mod">
          <ac:chgData name="Sam O'Neill" userId="cb323814-a42a-4cfe-bc74-03f595e56f6e" providerId="ADAL" clId="{8C723BD0-F576-45B0-A3CE-09B83591CEE8}" dt="2020-02-05T11:51:45.780" v="3862" actId="1036"/>
          <ac:grpSpMkLst>
            <pc:docMk/>
            <pc:sldMk cId="3075565084" sldId="335"/>
            <ac:grpSpMk id="47" creationId="{B1064D63-3469-4E91-AB20-CEB89ED5E64D}"/>
          </ac:grpSpMkLst>
        </pc:grpChg>
        <pc:graphicFrameChg chg="modGraphic">
          <ac:chgData name="Sam O'Neill" userId="cb323814-a42a-4cfe-bc74-03f595e56f6e" providerId="ADAL" clId="{8C723BD0-F576-45B0-A3CE-09B83591CEE8}" dt="2020-02-06T10:03:41.639" v="6426" actId="2166"/>
          <ac:graphicFrameMkLst>
            <pc:docMk/>
            <pc:sldMk cId="3075565084" sldId="335"/>
            <ac:graphicFrameMk id="5" creationId="{D1A3AAE4-A293-4E34-BC3C-213B03607C9B}"/>
          </ac:graphicFrameMkLst>
        </pc:graphicFrameChg>
      </pc:sldChg>
      <pc:sldChg chg="addSp delSp modSp add mod">
        <pc:chgData name="Sam O'Neill" userId="cb323814-a42a-4cfe-bc74-03f595e56f6e" providerId="ADAL" clId="{8C723BD0-F576-45B0-A3CE-09B83591CEE8}" dt="2020-02-06T12:45:40.585" v="6840" actId="1076"/>
        <pc:sldMkLst>
          <pc:docMk/>
          <pc:sldMk cId="1614744762" sldId="336"/>
        </pc:sldMkLst>
        <pc:spChg chg="mod">
          <ac:chgData name="Sam O'Neill" userId="cb323814-a42a-4cfe-bc74-03f595e56f6e" providerId="ADAL" clId="{8C723BD0-F576-45B0-A3CE-09B83591CEE8}" dt="2020-02-05T12:14:33.204" v="4151" actId="20577"/>
          <ac:spMkLst>
            <pc:docMk/>
            <pc:sldMk cId="1614744762" sldId="336"/>
            <ac:spMk id="2" creationId="{F3E593E6-3D2F-4C7E-80B2-F78D636A9E07}"/>
          </ac:spMkLst>
        </pc:spChg>
        <pc:spChg chg="add del mod">
          <ac:chgData name="Sam O'Neill" userId="cb323814-a42a-4cfe-bc74-03f595e56f6e" providerId="ADAL" clId="{8C723BD0-F576-45B0-A3CE-09B83591CEE8}" dt="2020-02-05T12:40:44.004" v="4364" actId="478"/>
          <ac:spMkLst>
            <pc:docMk/>
            <pc:sldMk cId="1614744762" sldId="336"/>
            <ac:spMk id="3" creationId="{930FA10E-88EC-4920-87F5-9CF5FF553497}"/>
          </ac:spMkLst>
        </pc:spChg>
        <pc:spChg chg="add mod">
          <ac:chgData name="Sam O'Neill" userId="cb323814-a42a-4cfe-bc74-03f595e56f6e" providerId="ADAL" clId="{8C723BD0-F576-45B0-A3CE-09B83591CEE8}" dt="2020-02-05T12:47:20.770" v="4610" actId="1076"/>
          <ac:spMkLst>
            <pc:docMk/>
            <pc:sldMk cId="1614744762" sldId="336"/>
            <ac:spMk id="5" creationId="{FCBABE51-904F-4118-859D-EDC007422663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58" creationId="{C882BAA0-A419-46EE-BC60-B431B8496F5E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61" creationId="{EE71D602-D969-458D-A8C7-943A95E7F84E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63" creationId="{5612251E-BCB2-41A0-8161-A4C31CCF0F75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67" creationId="{721404FA-175E-4D4F-A988-289CBBA9FF49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2" creationId="{B138520D-4213-4E3C-9956-671951F06861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3" creationId="{D260163A-1597-4804-BC88-56B7B4C8DB44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4" creationId="{6AD6C5AB-53B3-45CE-91E3-0A9E2516B272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77" creationId="{DC239FE5-EE02-4FCE-BD9E-BE406CB4CAFE}"/>
          </ac:spMkLst>
        </pc:spChg>
        <pc:spChg chg="del">
          <ac:chgData name="Sam O'Neill" userId="cb323814-a42a-4cfe-bc74-03f595e56f6e" providerId="ADAL" clId="{8C723BD0-F576-45B0-A3CE-09B83591CEE8}" dt="2020-02-05T12:14:57.917" v="4153" actId="478"/>
          <ac:spMkLst>
            <pc:docMk/>
            <pc:sldMk cId="1614744762" sldId="336"/>
            <ac:spMk id="81" creationId="{FCF1B7A0-D432-447C-BC3F-D91050E0C7D1}"/>
          </ac:spMkLst>
        </pc:spChg>
        <pc:spChg chg="del">
          <ac:chgData name="Sam O'Neill" userId="cb323814-a42a-4cfe-bc74-03f595e56f6e" providerId="ADAL" clId="{8C723BD0-F576-45B0-A3CE-09B83591CEE8}" dt="2020-02-05T12:30:37.990" v="4223" actId="478"/>
          <ac:spMkLst>
            <pc:docMk/>
            <pc:sldMk cId="1614744762" sldId="336"/>
            <ac:spMk id="90" creationId="{068A9F17-BD2A-4289-961E-BD7967540B8A}"/>
          </ac:spMkLst>
        </pc:spChg>
        <pc:grpChg chg="add del mod">
          <ac:chgData name="Sam O'Neill" userId="cb323814-a42a-4cfe-bc74-03f595e56f6e" providerId="ADAL" clId="{8C723BD0-F576-45B0-A3CE-09B83591CEE8}" dt="2020-02-05T12:40:40.935" v="4363" actId="478"/>
          <ac:grpSpMkLst>
            <pc:docMk/>
            <pc:sldMk cId="1614744762" sldId="336"/>
            <ac:grpSpMk id="18" creationId="{F94A2001-611C-43D8-86C0-C8A68E5213F8}"/>
          </ac:grpSpMkLst>
        </pc:grpChg>
        <pc:graphicFrameChg chg="add del mod modGraphic">
          <ac:chgData name="Sam O'Neill" userId="cb323814-a42a-4cfe-bc74-03f595e56f6e" providerId="ADAL" clId="{8C723BD0-F576-45B0-A3CE-09B83591CEE8}" dt="2020-02-05T12:46:59.466" v="4606" actId="478"/>
          <ac:graphicFrameMkLst>
            <pc:docMk/>
            <pc:sldMk cId="1614744762" sldId="336"/>
            <ac:graphicFrameMk id="17" creationId="{1AE14E40-FEBF-4A76-BC20-E9D905C41627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47:27.987" v="4612" actId="1076"/>
          <ac:graphicFrameMkLst>
            <pc:docMk/>
            <pc:sldMk cId="1614744762" sldId="336"/>
            <ac:graphicFrameMk id="55" creationId="{F64758AD-99F5-48D2-AC88-B12E4DFC9866}"/>
          </ac:graphicFrameMkLst>
        </pc:graphicFrameChg>
        <pc:picChg chg="add mod">
          <ac:chgData name="Sam O'Neill" userId="cb323814-a42a-4cfe-bc74-03f595e56f6e" providerId="ADAL" clId="{8C723BD0-F576-45B0-A3CE-09B83591CEE8}" dt="2020-02-06T12:45:40.585" v="6840" actId="1076"/>
          <ac:picMkLst>
            <pc:docMk/>
            <pc:sldMk cId="1614744762" sldId="336"/>
            <ac:picMk id="3" creationId="{91A016EB-77D3-4F87-9827-66028DCB72A5}"/>
          </ac:picMkLst>
        </pc:picChg>
        <pc:picChg chg="add del mod">
          <ac:chgData name="Sam O'Neill" userId="cb323814-a42a-4cfe-bc74-03f595e56f6e" providerId="ADAL" clId="{8C723BD0-F576-45B0-A3CE-09B83591CEE8}" dt="2020-02-05T15:02:19.055" v="5270" actId="478"/>
          <ac:picMkLst>
            <pc:docMk/>
            <pc:sldMk cId="1614744762" sldId="336"/>
            <ac:picMk id="4" creationId="{1ACD044C-E159-49C8-A884-FF7CA7769063}"/>
          </ac:picMkLst>
        </pc:picChg>
        <pc:picChg chg="add del mod">
          <ac:chgData name="Sam O'Neill" userId="cb323814-a42a-4cfe-bc74-03f595e56f6e" providerId="ADAL" clId="{8C723BD0-F576-45B0-A3CE-09B83591CEE8}" dt="2020-02-05T15:03:05.060" v="5277" actId="478"/>
          <ac:picMkLst>
            <pc:docMk/>
            <pc:sldMk cId="1614744762" sldId="336"/>
            <ac:picMk id="6" creationId="{ADFFA561-1726-43C5-9734-E84CF86F36CA}"/>
          </ac:picMkLst>
        </pc:picChg>
        <pc:picChg chg="add del mod">
          <ac:chgData name="Sam O'Neill" userId="cb323814-a42a-4cfe-bc74-03f595e56f6e" providerId="ADAL" clId="{8C723BD0-F576-45B0-A3CE-09B83591CEE8}" dt="2020-02-06T12:45:37.019" v="6838" actId="478"/>
          <ac:picMkLst>
            <pc:docMk/>
            <pc:sldMk cId="1614744762" sldId="336"/>
            <ac:picMk id="7" creationId="{5C83B995-5098-4A5D-B9B5-CD90EA8B4E13}"/>
          </ac:picMkLst>
        </pc:pic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64" creationId="{786F052A-947F-4DEF-8028-481207F6F83E}"/>
          </ac:cxnSpMkLst>
        </pc:cxn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66" creationId="{79BE8FB4-F0DB-46CD-8209-F746E482CB7E}"/>
          </ac:cxnSpMkLst>
        </pc:cxn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70" creationId="{8407C1DB-3EC6-40BF-9B2F-3ECBC04D289C}"/>
          </ac:cxnSpMkLst>
        </pc:cxnChg>
        <pc:cxnChg chg="del">
          <ac:chgData name="Sam O'Neill" userId="cb323814-a42a-4cfe-bc74-03f595e56f6e" providerId="ADAL" clId="{8C723BD0-F576-45B0-A3CE-09B83591CEE8}" dt="2020-02-05T12:14:57.917" v="4153" actId="478"/>
          <ac:cxnSpMkLst>
            <pc:docMk/>
            <pc:sldMk cId="1614744762" sldId="336"/>
            <ac:cxnSpMk id="71" creationId="{248FDE5C-EFD0-4591-9020-411C15267E07}"/>
          </ac:cxnSpMkLst>
        </pc:cxnChg>
      </pc:sldChg>
      <pc:sldChg chg="add ord">
        <pc:chgData name="Sam O'Neill" userId="cb323814-a42a-4cfe-bc74-03f595e56f6e" providerId="ADAL" clId="{8C723BD0-F576-45B0-A3CE-09B83591CEE8}" dt="2020-02-05T12:41:33.175" v="4369"/>
        <pc:sldMkLst>
          <pc:docMk/>
          <pc:sldMk cId="240030011" sldId="337"/>
        </pc:sldMkLst>
      </pc:sldChg>
      <pc:sldChg chg="addSp delSp modSp add del">
        <pc:chgData name="Sam O'Neill" userId="cb323814-a42a-4cfe-bc74-03f595e56f6e" providerId="ADAL" clId="{8C723BD0-F576-45B0-A3CE-09B83591CEE8}" dt="2020-02-05T12:48:00.322" v="4616" actId="47"/>
        <pc:sldMkLst>
          <pc:docMk/>
          <pc:sldMk cId="3404721188" sldId="338"/>
        </pc:sldMkLst>
        <pc:spChg chg="mod">
          <ac:chgData name="Sam O'Neill" userId="cb323814-a42a-4cfe-bc74-03f595e56f6e" providerId="ADAL" clId="{8C723BD0-F576-45B0-A3CE-09B83591CEE8}" dt="2020-02-05T12:46:03.266" v="4584" actId="6549"/>
          <ac:spMkLst>
            <pc:docMk/>
            <pc:sldMk cId="3404721188" sldId="338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2:46:09.483" v="4597" actId="20577"/>
          <ac:spMkLst>
            <pc:docMk/>
            <pc:sldMk cId="3404721188" sldId="338"/>
            <ac:spMk id="5" creationId="{FCBABE51-904F-4118-859D-EDC007422663}"/>
          </ac:spMkLst>
        </pc:spChg>
        <pc:graphicFrameChg chg="mod">
          <ac:chgData name="Sam O'Neill" userId="cb323814-a42a-4cfe-bc74-03f595e56f6e" providerId="ADAL" clId="{8C723BD0-F576-45B0-A3CE-09B83591CEE8}" dt="2020-02-05T12:45:31.473" v="4500" actId="1076"/>
          <ac:graphicFrameMkLst>
            <pc:docMk/>
            <pc:sldMk cId="3404721188" sldId="338"/>
            <ac:graphicFrameMk id="17" creationId="{1AE14E40-FEBF-4A76-BC20-E9D905C41627}"/>
          </ac:graphicFrameMkLst>
        </pc:graphicFrameChg>
        <pc:picChg chg="add mod">
          <ac:chgData name="Sam O'Neill" userId="cb323814-a42a-4cfe-bc74-03f595e56f6e" providerId="ADAL" clId="{8C723BD0-F576-45B0-A3CE-09B83591CEE8}" dt="2020-02-05T12:46:39.593" v="4602" actId="1076"/>
          <ac:picMkLst>
            <pc:docMk/>
            <pc:sldMk cId="3404721188" sldId="338"/>
            <ac:picMk id="3" creationId="{73C685BB-9E9B-41D5-85FE-F44D61261859}"/>
          </ac:picMkLst>
        </pc:picChg>
        <pc:picChg chg="del mod">
          <ac:chgData name="Sam O'Neill" userId="cb323814-a42a-4cfe-bc74-03f595e56f6e" providerId="ADAL" clId="{8C723BD0-F576-45B0-A3CE-09B83591CEE8}" dt="2020-02-05T12:46:34.498" v="4598" actId="478"/>
          <ac:picMkLst>
            <pc:docMk/>
            <pc:sldMk cId="3404721188" sldId="338"/>
            <ac:picMk id="4" creationId="{1ACD044C-E159-49C8-A884-FF7CA7769063}"/>
          </ac:picMkLst>
        </pc:picChg>
      </pc:sldChg>
      <pc:sldChg chg="addSp delSp modSp add mod">
        <pc:chgData name="Sam O'Neill" userId="cb323814-a42a-4cfe-bc74-03f595e56f6e" providerId="ADAL" clId="{8C723BD0-F576-45B0-A3CE-09B83591CEE8}" dt="2020-02-06T12:45:57.666" v="6843" actId="1076"/>
        <pc:sldMkLst>
          <pc:docMk/>
          <pc:sldMk cId="376425252" sldId="339"/>
        </pc:sldMkLst>
        <pc:spChg chg="mod">
          <ac:chgData name="Sam O'Neill" userId="cb323814-a42a-4cfe-bc74-03f595e56f6e" providerId="ADAL" clId="{8C723BD0-F576-45B0-A3CE-09B83591CEE8}" dt="2020-02-05T12:47:45.426" v="4614"/>
          <ac:spMkLst>
            <pc:docMk/>
            <pc:sldMk cId="376425252" sldId="339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2:47:50.160" v="4615"/>
          <ac:spMkLst>
            <pc:docMk/>
            <pc:sldMk cId="376425252" sldId="339"/>
            <ac:spMk id="5" creationId="{FCBABE51-904F-4118-859D-EDC007422663}"/>
          </ac:spMkLst>
        </pc:spChg>
        <pc:graphicFrameChg chg="add mod">
          <ac:chgData name="Sam O'Neill" userId="cb323814-a42a-4cfe-bc74-03f595e56f6e" providerId="ADAL" clId="{8C723BD0-F576-45B0-A3CE-09B83591CEE8}" dt="2020-02-05T12:49:28.746" v="4625" actId="1076"/>
          <ac:graphicFrameMkLst>
            <pc:docMk/>
            <pc:sldMk cId="376425252" sldId="339"/>
            <ac:graphicFrameMk id="7" creationId="{DE673030-C4ED-47AB-A3CC-71FE1C4727CB}"/>
          </ac:graphicFrameMkLst>
        </pc:graphicFrameChg>
        <pc:graphicFrameChg chg="del">
          <ac:chgData name="Sam O'Neill" userId="cb323814-a42a-4cfe-bc74-03f595e56f6e" providerId="ADAL" clId="{8C723BD0-F576-45B0-A3CE-09B83591CEE8}" dt="2020-02-05T12:49:08.417" v="4622" actId="478"/>
          <ac:graphicFrameMkLst>
            <pc:docMk/>
            <pc:sldMk cId="376425252" sldId="339"/>
            <ac:graphicFrameMk id="55" creationId="{F64758AD-99F5-48D2-AC88-B12E4DFC9866}"/>
          </ac:graphicFrameMkLst>
        </pc:graphicFrameChg>
        <pc:picChg chg="add del mod">
          <ac:chgData name="Sam O'Neill" userId="cb323814-a42a-4cfe-bc74-03f595e56f6e" providerId="ADAL" clId="{8C723BD0-F576-45B0-A3CE-09B83591CEE8}" dt="2020-02-05T15:02:39.053" v="5273" actId="478"/>
          <ac:picMkLst>
            <pc:docMk/>
            <pc:sldMk cId="376425252" sldId="339"/>
            <ac:picMk id="3" creationId="{AF2AA197-B1DB-4A2C-9F1C-1EBE357ED758}"/>
          </ac:picMkLst>
        </pc:picChg>
        <pc:picChg chg="add del mod">
          <ac:chgData name="Sam O'Neill" userId="cb323814-a42a-4cfe-bc74-03f595e56f6e" providerId="ADAL" clId="{8C723BD0-F576-45B0-A3CE-09B83591CEE8}" dt="2020-02-06T12:45:55.937" v="6841" actId="478"/>
          <ac:picMkLst>
            <pc:docMk/>
            <pc:sldMk cId="376425252" sldId="339"/>
            <ac:picMk id="3" creationId="{CBB506FA-1CBA-4B13-901F-180C40F7CD3A}"/>
          </ac:picMkLst>
        </pc:picChg>
        <pc:picChg chg="del">
          <ac:chgData name="Sam O'Neill" userId="cb323814-a42a-4cfe-bc74-03f595e56f6e" providerId="ADAL" clId="{8C723BD0-F576-45B0-A3CE-09B83591CEE8}" dt="2020-02-05T12:48:54.322" v="4617" actId="478"/>
          <ac:picMkLst>
            <pc:docMk/>
            <pc:sldMk cId="376425252" sldId="339"/>
            <ac:picMk id="4" creationId="{1ACD044C-E159-49C8-A884-FF7CA7769063}"/>
          </ac:picMkLst>
        </pc:picChg>
        <pc:picChg chg="add mod">
          <ac:chgData name="Sam O'Neill" userId="cb323814-a42a-4cfe-bc74-03f595e56f6e" providerId="ADAL" clId="{8C723BD0-F576-45B0-A3CE-09B83591CEE8}" dt="2020-02-06T12:45:57.666" v="6843" actId="1076"/>
          <ac:picMkLst>
            <pc:docMk/>
            <pc:sldMk cId="376425252" sldId="339"/>
            <ac:picMk id="4" creationId="{DE75831C-9AED-437B-8360-3C33A7E0E06F}"/>
          </ac:picMkLst>
        </pc:picChg>
        <pc:picChg chg="add del mod">
          <ac:chgData name="Sam O'Neill" userId="cb323814-a42a-4cfe-bc74-03f595e56f6e" providerId="ADAL" clId="{8C723BD0-F576-45B0-A3CE-09B83591CEE8}" dt="2020-02-05T15:03:29.109" v="5280" actId="478"/>
          <ac:picMkLst>
            <pc:docMk/>
            <pc:sldMk cId="376425252" sldId="339"/>
            <ac:picMk id="6" creationId="{0EBA1CF6-23E0-4968-8E12-8FF56B143116}"/>
          </ac:picMkLst>
        </pc:picChg>
        <pc:picChg chg="add del mod">
          <ac:chgData name="Sam O'Neill" userId="cb323814-a42a-4cfe-bc74-03f595e56f6e" providerId="ADAL" clId="{8C723BD0-F576-45B0-A3CE-09B83591CEE8}" dt="2020-02-06T12:38:39.109" v="6831" actId="478"/>
          <ac:picMkLst>
            <pc:docMk/>
            <pc:sldMk cId="376425252" sldId="339"/>
            <ac:picMk id="8" creationId="{C4E2484D-0669-4D3A-BA5E-3DB69ADADAE7}"/>
          </ac:picMkLst>
        </pc:picChg>
      </pc:sldChg>
      <pc:sldChg chg="addSp delSp modSp add mod">
        <pc:chgData name="Sam O'Neill" userId="cb323814-a42a-4cfe-bc74-03f595e56f6e" providerId="ADAL" clId="{8C723BD0-F576-45B0-A3CE-09B83591CEE8}" dt="2020-02-06T12:46:19.808" v="6847" actId="166"/>
        <pc:sldMkLst>
          <pc:docMk/>
          <pc:sldMk cId="1451294576" sldId="340"/>
        </pc:sldMkLst>
        <pc:spChg chg="mod">
          <ac:chgData name="Sam O'Neill" userId="cb323814-a42a-4cfe-bc74-03f595e56f6e" providerId="ADAL" clId="{8C723BD0-F576-45B0-A3CE-09B83591CEE8}" dt="2020-02-05T12:49:38.995" v="4635" actId="20577"/>
          <ac:spMkLst>
            <pc:docMk/>
            <pc:sldMk cId="1451294576" sldId="340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5T12:50:59.100" v="4767" actId="20577"/>
          <ac:spMkLst>
            <pc:docMk/>
            <pc:sldMk cId="1451294576" sldId="340"/>
            <ac:spMk id="5" creationId="{FCBABE51-904F-4118-859D-EDC007422663}"/>
          </ac:spMkLst>
        </pc:spChg>
        <pc:spChg chg="add mod">
          <ac:chgData name="Sam O'Neill" userId="cb323814-a42a-4cfe-bc74-03f595e56f6e" providerId="ADAL" clId="{8C723BD0-F576-45B0-A3CE-09B83591CEE8}" dt="2020-02-05T15:04:27.613" v="5292" actId="1076"/>
          <ac:spMkLst>
            <pc:docMk/>
            <pc:sldMk cId="1451294576" sldId="340"/>
            <ac:spMk id="10" creationId="{8AC42BDF-514D-4E97-9764-D5CF57107877}"/>
          </ac:spMkLst>
        </pc:spChg>
        <pc:graphicFrameChg chg="del">
          <ac:chgData name="Sam O'Neill" userId="cb323814-a42a-4cfe-bc74-03f595e56f6e" providerId="ADAL" clId="{8C723BD0-F576-45B0-A3CE-09B83591CEE8}" dt="2020-02-05T12:50:52.705" v="4764" actId="478"/>
          <ac:graphicFrameMkLst>
            <pc:docMk/>
            <pc:sldMk cId="1451294576" sldId="340"/>
            <ac:graphicFrameMk id="7" creationId="{DE673030-C4ED-47AB-A3CC-71FE1C4727CB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0:55.236" v="4766" actId="1076"/>
          <ac:graphicFrameMkLst>
            <pc:docMk/>
            <pc:sldMk cId="1451294576" sldId="340"/>
            <ac:graphicFrameMk id="8" creationId="{77C4A4E8-CED3-4863-ADDA-9A5DD8240EE0}"/>
          </ac:graphicFrameMkLst>
        </pc:graphicFrameChg>
        <pc:picChg chg="add mod">
          <ac:chgData name="Sam O'Neill" userId="cb323814-a42a-4cfe-bc74-03f595e56f6e" providerId="ADAL" clId="{8C723BD0-F576-45B0-A3CE-09B83591CEE8}" dt="2020-02-06T12:46:14.818" v="6846" actId="1076"/>
          <ac:picMkLst>
            <pc:docMk/>
            <pc:sldMk cId="1451294576" sldId="340"/>
            <ac:picMk id="3" creationId="{5957C77F-EE99-4131-84AF-4EE8C7B5F80F}"/>
          </ac:picMkLst>
        </pc:picChg>
        <pc:picChg chg="del">
          <ac:chgData name="Sam O'Neill" userId="cb323814-a42a-4cfe-bc74-03f595e56f6e" providerId="ADAL" clId="{8C723BD0-F576-45B0-A3CE-09B83591CEE8}" dt="2020-02-05T12:50:30.651" v="4758" actId="478"/>
          <ac:picMkLst>
            <pc:docMk/>
            <pc:sldMk cId="1451294576" sldId="340"/>
            <ac:picMk id="3" creationId="{AF2AA197-B1DB-4A2C-9F1C-1EBE357ED758}"/>
          </ac:picMkLst>
        </pc:picChg>
        <pc:picChg chg="add del mod">
          <ac:chgData name="Sam O'Neill" userId="cb323814-a42a-4cfe-bc74-03f595e56f6e" providerId="ADAL" clId="{8C723BD0-F576-45B0-A3CE-09B83591CEE8}" dt="2020-02-05T15:04:17.079" v="5286" actId="478"/>
          <ac:picMkLst>
            <pc:docMk/>
            <pc:sldMk cId="1451294576" sldId="340"/>
            <ac:picMk id="4" creationId="{AC8B9976-90D2-4071-B2D1-3C5D4046109E}"/>
          </ac:picMkLst>
        </pc:picChg>
        <pc:picChg chg="add del mod">
          <ac:chgData name="Sam O'Neill" userId="cb323814-a42a-4cfe-bc74-03f595e56f6e" providerId="ADAL" clId="{8C723BD0-F576-45B0-A3CE-09B83591CEE8}" dt="2020-02-06T12:46:12.394" v="6844" actId="478"/>
          <ac:picMkLst>
            <pc:docMk/>
            <pc:sldMk cId="1451294576" sldId="340"/>
            <ac:picMk id="11" creationId="{3990A80A-FB8F-4E0F-A30F-A1D5612F0671}"/>
          </ac:picMkLst>
        </pc:picChg>
        <pc:cxnChg chg="add mod ord">
          <ac:chgData name="Sam O'Neill" userId="cb323814-a42a-4cfe-bc74-03f595e56f6e" providerId="ADAL" clId="{8C723BD0-F576-45B0-A3CE-09B83591CEE8}" dt="2020-02-06T12:46:19.808" v="6847" actId="166"/>
          <ac:cxnSpMkLst>
            <pc:docMk/>
            <pc:sldMk cId="1451294576" sldId="340"/>
            <ac:cxnSpMk id="9" creationId="{E314F900-2149-4C1D-9A36-7E86423457B4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5T16:31:40.663" v="6262" actId="27918"/>
        <pc:sldMkLst>
          <pc:docMk/>
          <pc:sldMk cId="2350807467" sldId="341"/>
        </pc:sldMkLst>
        <pc:spChg chg="mod">
          <ac:chgData name="Sam O'Neill" userId="cb323814-a42a-4cfe-bc74-03f595e56f6e" providerId="ADAL" clId="{8C723BD0-F576-45B0-A3CE-09B83591CEE8}" dt="2020-02-05T12:51:56.766" v="4842" actId="20577"/>
          <ac:spMkLst>
            <pc:docMk/>
            <pc:sldMk cId="2350807467" sldId="341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2:51:51.717" v="4823" actId="478"/>
          <ac:spMkLst>
            <pc:docMk/>
            <pc:sldMk cId="2350807467" sldId="341"/>
            <ac:spMk id="5" creationId="{FCBABE51-904F-4118-859D-EDC007422663}"/>
          </ac:spMkLst>
        </pc:spChg>
        <pc:spChg chg="del">
          <ac:chgData name="Sam O'Neill" userId="cb323814-a42a-4cfe-bc74-03f595e56f6e" providerId="ADAL" clId="{8C723BD0-F576-45B0-A3CE-09B83591CEE8}" dt="2020-02-05T12:51:51.717" v="4823" actId="478"/>
          <ac:spMkLst>
            <pc:docMk/>
            <pc:sldMk cId="2350807467" sldId="341"/>
            <ac:spMk id="10" creationId="{8AC42BDF-514D-4E97-9764-D5CF57107877}"/>
          </ac:spMkLst>
        </pc:spChg>
        <pc:graphicFrameChg chg="del">
          <ac:chgData name="Sam O'Neill" userId="cb323814-a42a-4cfe-bc74-03f595e56f6e" providerId="ADAL" clId="{8C723BD0-F576-45B0-A3CE-09B83591CEE8}" dt="2020-02-05T12:51:51.717" v="4823" actId="478"/>
          <ac:graphicFrameMkLst>
            <pc:docMk/>
            <pc:sldMk cId="2350807467" sldId="341"/>
            <ac:graphicFrameMk id="8" creationId="{77C4A4E8-CED3-4863-ADDA-9A5DD8240EE0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45.918" v="4870" actId="1076"/>
          <ac:graphicFrameMkLst>
            <pc:docMk/>
            <pc:sldMk cId="2350807467" sldId="341"/>
            <ac:graphicFrameMk id="11" creationId="{F64758AD-99F5-48D2-AC88-B12E4DFC9866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45.918" v="4870" actId="1076"/>
          <ac:graphicFrameMkLst>
            <pc:docMk/>
            <pc:sldMk cId="2350807467" sldId="341"/>
            <ac:graphicFrameMk id="12" creationId="{DE673030-C4ED-47AB-A3CC-71FE1C4727CB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45.918" v="4870" actId="1076"/>
          <ac:graphicFrameMkLst>
            <pc:docMk/>
            <pc:sldMk cId="2350807467" sldId="341"/>
            <ac:graphicFrameMk id="13" creationId="{77C4A4E8-CED3-4863-ADDA-9A5DD8240EE0}"/>
          </ac:graphicFrameMkLst>
        </pc:graphicFrameChg>
        <pc:graphicFrameChg chg="add del mod">
          <ac:chgData name="Sam O'Neill" userId="cb323814-a42a-4cfe-bc74-03f595e56f6e" providerId="ADAL" clId="{8C723BD0-F576-45B0-A3CE-09B83591CEE8}" dt="2020-02-05T12:54:03.465" v="4866" actId="478"/>
          <ac:graphicFrameMkLst>
            <pc:docMk/>
            <pc:sldMk cId="2350807467" sldId="341"/>
            <ac:graphicFrameMk id="14" creationId="{1FE88D9A-C155-47FB-90AD-69FAFA7D251B}"/>
          </ac:graphicFrameMkLst>
        </pc:graphicFrameChg>
        <pc:graphicFrameChg chg="add mod">
          <ac:chgData name="Sam O'Neill" userId="cb323814-a42a-4cfe-bc74-03f595e56f6e" providerId="ADAL" clId="{8C723BD0-F576-45B0-A3CE-09B83591CEE8}" dt="2020-02-05T12:54:54.726" v="4875" actId="1076"/>
          <ac:graphicFrameMkLst>
            <pc:docMk/>
            <pc:sldMk cId="2350807467" sldId="341"/>
            <ac:graphicFrameMk id="15" creationId="{1FE88D9A-C155-47FB-90AD-69FAFA7D251B}"/>
          </ac:graphicFrameMkLst>
        </pc:graphicFrameChg>
        <pc:picChg chg="del">
          <ac:chgData name="Sam O'Neill" userId="cb323814-a42a-4cfe-bc74-03f595e56f6e" providerId="ADAL" clId="{8C723BD0-F576-45B0-A3CE-09B83591CEE8}" dt="2020-02-05T12:51:51.717" v="4823" actId="478"/>
          <ac:picMkLst>
            <pc:docMk/>
            <pc:sldMk cId="2350807467" sldId="341"/>
            <ac:picMk id="4" creationId="{AC8B9976-90D2-4071-B2D1-3C5D4046109E}"/>
          </ac:picMkLst>
        </pc:picChg>
        <pc:cxnChg chg="del">
          <ac:chgData name="Sam O'Neill" userId="cb323814-a42a-4cfe-bc74-03f595e56f6e" providerId="ADAL" clId="{8C723BD0-F576-45B0-A3CE-09B83591CEE8}" dt="2020-02-05T12:51:51.717" v="4823" actId="478"/>
          <ac:cxnSpMkLst>
            <pc:docMk/>
            <pc:sldMk cId="2350807467" sldId="341"/>
            <ac:cxnSpMk id="9" creationId="{E314F900-2149-4C1D-9A36-7E86423457B4}"/>
          </ac:cxnSpMkLst>
        </pc:cxnChg>
      </pc:sldChg>
      <pc:sldChg chg="addSp delSp modSp add">
        <pc:chgData name="Sam O'Neill" userId="cb323814-a42a-4cfe-bc74-03f595e56f6e" providerId="ADAL" clId="{8C723BD0-F576-45B0-A3CE-09B83591CEE8}" dt="2020-02-05T16:10:06.744" v="6260"/>
        <pc:sldMkLst>
          <pc:docMk/>
          <pc:sldMk cId="373316469" sldId="342"/>
        </pc:sldMkLst>
        <pc:spChg chg="add mod">
          <ac:chgData name="Sam O'Neill" userId="cb323814-a42a-4cfe-bc74-03f595e56f6e" providerId="ADAL" clId="{8C723BD0-F576-45B0-A3CE-09B83591CEE8}" dt="2020-02-05T15:13:14.621" v="5431" actId="207"/>
          <ac:spMkLst>
            <pc:docMk/>
            <pc:sldMk cId="373316469" sldId="342"/>
            <ac:spMk id="3" creationId="{05AEAFAD-4106-4B9B-8984-984B3574289D}"/>
          </ac:spMkLst>
        </pc:spChg>
        <pc:spChg chg="mod">
          <ac:chgData name="Sam O'Neill" userId="cb323814-a42a-4cfe-bc74-03f595e56f6e" providerId="ADAL" clId="{8C723BD0-F576-45B0-A3CE-09B83591CEE8}" dt="2020-02-05T16:07:38.032" v="6211" actId="20577"/>
          <ac:spMkLst>
            <pc:docMk/>
            <pc:sldMk cId="373316469" sldId="342"/>
            <ac:spMk id="16" creationId="{88D168FF-E24D-47E7-A4BB-BEA5B3FF5A4B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21" creationId="{C8A0EC31-5FCA-4339-8392-4AB9A256894F}"/>
          </ac:spMkLst>
        </pc:spChg>
        <pc:spChg chg="add mod">
          <ac:chgData name="Sam O'Neill" userId="cb323814-a42a-4cfe-bc74-03f595e56f6e" providerId="ADAL" clId="{8C723BD0-F576-45B0-A3CE-09B83591CEE8}" dt="2020-02-05T15:13:21.709" v="5434" actId="20577"/>
          <ac:spMkLst>
            <pc:docMk/>
            <pc:sldMk cId="373316469" sldId="342"/>
            <ac:spMk id="23" creationId="{05B10011-43A5-4F22-832D-24D216220CCC}"/>
          </ac:spMkLst>
        </pc:spChg>
        <pc:spChg chg="add mod">
          <ac:chgData name="Sam O'Neill" userId="cb323814-a42a-4cfe-bc74-03f595e56f6e" providerId="ADAL" clId="{8C723BD0-F576-45B0-A3CE-09B83591CEE8}" dt="2020-02-05T15:13:29.399" v="5437" actId="20577"/>
          <ac:spMkLst>
            <pc:docMk/>
            <pc:sldMk cId="373316469" sldId="342"/>
            <ac:spMk id="24" creationId="{BF90DBCC-9F62-4D00-8EF2-40A88E08F4B4}"/>
          </ac:spMkLst>
        </pc:spChg>
        <pc:spChg chg="add del mod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25" creationId="{B48D9499-795A-4A48-A0BA-B6361BC683B8}"/>
          </ac:spMkLst>
        </pc:spChg>
        <pc:spChg chg="add mod">
          <ac:chgData name="Sam O'Neill" userId="cb323814-a42a-4cfe-bc74-03f595e56f6e" providerId="ADAL" clId="{8C723BD0-F576-45B0-A3CE-09B83591CEE8}" dt="2020-02-05T15:14:00.854" v="5449" actId="20577"/>
          <ac:spMkLst>
            <pc:docMk/>
            <pc:sldMk cId="373316469" sldId="342"/>
            <ac:spMk id="26" creationId="{5A7D18B3-53C1-4514-89E1-4C799DC6CDC1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27" creationId="{3B58BC64-51AE-4A5F-AF7A-470443D2A915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28" creationId="{53B98CDB-A321-448A-8C32-C936BCE511F3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32" creationId="{BF16C0C1-DC2E-4DF4-ACD1-806A904AAD1E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36" creationId="{AC33984E-183E-4C7F-8B8D-B8A0D9CF68FF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37" creationId="{745DC933-A551-400A-9B97-5B76F520F68F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39" creationId="{349969E0-875C-46DB-88D5-59712BEA872C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0" creationId="{3B2C2850-3136-4C4C-BEEC-DCFA15E05EB6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1" creationId="{4181C20B-C69D-45A0-B388-E485BE404F99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2" creationId="{AC00FD1F-C95B-4123-9CEA-70806A4EF0CA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3" creationId="{0DBD7066-99A8-42DA-8B22-8EF71E91120D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4" creationId="{89015574-2B47-403F-B98F-91C959D1F9E9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7" creationId="{92D812E5-6460-45B2-93C4-E75388A57EA9}"/>
          </ac:spMkLst>
        </pc:spChg>
        <pc:spChg chg="add">
          <ac:chgData name="Sam O'Neill" userId="cb323814-a42a-4cfe-bc74-03f595e56f6e" providerId="ADAL" clId="{8C723BD0-F576-45B0-A3CE-09B83591CEE8}" dt="2020-02-05T15:15:07.529" v="5463"/>
          <ac:spMkLst>
            <pc:docMk/>
            <pc:sldMk cId="373316469" sldId="342"/>
            <ac:spMk id="48" creationId="{395C4147-8BA6-4466-B83C-804EC07C1318}"/>
          </ac:spMkLst>
        </pc:spChg>
        <pc:spChg chg="add mod">
          <ac:chgData name="Sam O'Neill" userId="cb323814-a42a-4cfe-bc74-03f595e56f6e" providerId="ADAL" clId="{8C723BD0-F576-45B0-A3CE-09B83591CEE8}" dt="2020-02-05T15:15:19.550" v="5467" actId="20577"/>
          <ac:spMkLst>
            <pc:docMk/>
            <pc:sldMk cId="373316469" sldId="342"/>
            <ac:spMk id="49" creationId="{BA656F7A-1E92-4058-80C0-83E0B250500B}"/>
          </ac:spMkLst>
        </pc:spChg>
        <pc:spChg chg="add mod">
          <ac:chgData name="Sam O'Neill" userId="cb323814-a42a-4cfe-bc74-03f595e56f6e" providerId="ADAL" clId="{8C723BD0-F576-45B0-A3CE-09B83591CEE8}" dt="2020-02-05T15:15:34.021" v="5471"/>
          <ac:spMkLst>
            <pc:docMk/>
            <pc:sldMk cId="373316469" sldId="342"/>
            <ac:spMk id="50" creationId="{36A3F715-A601-431A-A501-CB25A79229A8}"/>
          </ac:spMkLst>
        </pc:spChg>
        <pc:spChg chg="add mod">
          <ac:chgData name="Sam O'Neill" userId="cb323814-a42a-4cfe-bc74-03f595e56f6e" providerId="ADAL" clId="{8C723BD0-F576-45B0-A3CE-09B83591CEE8}" dt="2020-02-05T15:16:20.385" v="5482" actId="20577"/>
          <ac:spMkLst>
            <pc:docMk/>
            <pc:sldMk cId="373316469" sldId="342"/>
            <ac:spMk id="51" creationId="{3D554C98-3935-42B3-9FD7-074FC9B6E677}"/>
          </ac:spMkLst>
        </pc:spChg>
        <pc:spChg chg="add mod">
          <ac:chgData name="Sam O'Neill" userId="cb323814-a42a-4cfe-bc74-03f595e56f6e" providerId="ADAL" clId="{8C723BD0-F576-45B0-A3CE-09B83591CEE8}" dt="2020-02-05T15:16:23.964" v="5483" actId="20577"/>
          <ac:spMkLst>
            <pc:docMk/>
            <pc:sldMk cId="373316469" sldId="342"/>
            <ac:spMk id="52" creationId="{7C56C968-4CCF-4375-A6C6-0D875F265E14}"/>
          </ac:spMkLst>
        </pc:spChg>
        <pc:spChg chg="add mod">
          <ac:chgData name="Sam O'Neill" userId="cb323814-a42a-4cfe-bc74-03f595e56f6e" providerId="ADAL" clId="{8C723BD0-F576-45B0-A3CE-09B83591CEE8}" dt="2020-02-05T15:16:48.066" v="5489" actId="20577"/>
          <ac:spMkLst>
            <pc:docMk/>
            <pc:sldMk cId="373316469" sldId="342"/>
            <ac:spMk id="53" creationId="{DBB95562-7F58-4365-8AF8-5FF4056C880F}"/>
          </ac:spMkLst>
        </pc:spChg>
        <pc:spChg chg="add del">
          <ac:chgData name="Sam O'Neill" userId="cb323814-a42a-4cfe-bc74-03f595e56f6e" providerId="ADAL" clId="{8C723BD0-F576-45B0-A3CE-09B83591CEE8}" dt="2020-02-05T15:16:59.859" v="5491"/>
          <ac:spMkLst>
            <pc:docMk/>
            <pc:sldMk cId="373316469" sldId="342"/>
            <ac:spMk id="54" creationId="{6E95C934-2836-4204-96D2-1F4839116F9B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58" creationId="{C882BAA0-A419-46EE-BC60-B431B8496F5E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61" creationId="{EE71D602-D969-458D-A8C7-943A95E7F84E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63" creationId="{5612251E-BCB2-41A0-8161-A4C31CCF0F75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67" creationId="{721404FA-175E-4D4F-A988-289CBBA9FF49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2" creationId="{B138520D-4213-4E3C-9956-671951F06861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3" creationId="{D260163A-1597-4804-BC88-56B7B4C8DB44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4" creationId="{6AD6C5AB-53B3-45CE-91E3-0A9E2516B272}"/>
          </ac:spMkLst>
        </pc:spChg>
        <pc:spChg chg="add">
          <ac:chgData name="Sam O'Neill" userId="cb323814-a42a-4cfe-bc74-03f595e56f6e" providerId="ADAL" clId="{8C723BD0-F576-45B0-A3CE-09B83591CEE8}" dt="2020-02-05T16:10:06.744" v="6260"/>
          <ac:spMkLst>
            <pc:docMk/>
            <pc:sldMk cId="373316469" sldId="342"/>
            <ac:spMk id="75" creationId="{9ADEB7FB-87DA-434C-BCF4-285C4BBF1ECD}"/>
          </ac:spMkLst>
        </pc:spChg>
        <pc:spChg chg="del">
          <ac:chgData name="Sam O'Neill" userId="cb323814-a42a-4cfe-bc74-03f595e56f6e" providerId="ADAL" clId="{8C723BD0-F576-45B0-A3CE-09B83591CEE8}" dt="2020-02-05T15:15:04.373" v="5461" actId="478"/>
          <ac:spMkLst>
            <pc:docMk/>
            <pc:sldMk cId="373316469" sldId="342"/>
            <ac:spMk id="77" creationId="{DC239FE5-EE02-4FCE-BD9E-BE406CB4CAFE}"/>
          </ac:spMkLst>
        </pc:spChg>
        <pc:grpChg chg="add">
          <ac:chgData name="Sam O'Neill" userId="cb323814-a42a-4cfe-bc74-03f595e56f6e" providerId="ADAL" clId="{8C723BD0-F576-45B0-A3CE-09B83591CEE8}" dt="2020-02-05T15:19:58.111" v="5565"/>
          <ac:grpSpMkLst>
            <pc:docMk/>
            <pc:sldMk cId="373316469" sldId="342"/>
            <ac:grpSpMk id="55" creationId="{02A733A0-C4D5-40D6-9E0D-C3C67BD2E9E6}"/>
          </ac:grpSpMkLst>
        </pc:grpChg>
        <pc:graphicFrameChg chg="mod">
          <ac:chgData name="Sam O'Neill" userId="cb323814-a42a-4cfe-bc74-03f595e56f6e" providerId="ADAL" clId="{8C723BD0-F576-45B0-A3CE-09B83591CEE8}" dt="2020-02-05T16:04:43.144" v="6207"/>
          <ac:graphicFrameMkLst>
            <pc:docMk/>
            <pc:sldMk cId="373316469" sldId="342"/>
            <ac:graphicFrameMk id="38" creationId="{B1BDB5B6-9F30-4BFC-A6A2-AFD1E2CCCD70}"/>
          </ac:graphicFrameMkLst>
        </pc:graphicFrame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29" creationId="{96CFE0DA-B7FD-41BF-A430-7D13EE331DF2}"/>
          </ac:cxnSpMkLst>
        </pc:cxnChg>
        <pc:cxnChg chg="del mod">
          <ac:chgData name="Sam O'Neill" userId="cb323814-a42a-4cfe-bc74-03f595e56f6e" providerId="ADAL" clId="{8C723BD0-F576-45B0-A3CE-09B83591CEE8}" dt="2020-02-05T15:15:06.924" v="5462" actId="478"/>
          <ac:cxnSpMkLst>
            <pc:docMk/>
            <pc:sldMk cId="373316469" sldId="342"/>
            <ac:cxnSpMk id="30" creationId="{2BF80225-4A42-4A96-BD83-E3BE5A9D124E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31" creationId="{1E1D4B74-9E3F-4848-B96A-96EA0EF4BE49}"/>
          </ac:cxnSpMkLst>
        </pc:cxnChg>
        <pc:cxnChg chg="del mod">
          <ac:chgData name="Sam O'Neill" userId="cb323814-a42a-4cfe-bc74-03f595e56f6e" providerId="ADAL" clId="{8C723BD0-F576-45B0-A3CE-09B83591CEE8}" dt="2020-02-05T15:15:04.373" v="5461" actId="478"/>
          <ac:cxnSpMkLst>
            <pc:docMk/>
            <pc:sldMk cId="373316469" sldId="342"/>
            <ac:cxnSpMk id="33" creationId="{FAFC147F-7ACC-47CF-81F8-5265478752A9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34" creationId="{D90CA175-320C-49E6-AF75-1634EE5C3386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35" creationId="{0FB4B005-FB55-4354-A06A-43E78E89A54B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45" creationId="{7C538EAC-D11B-40A9-B266-E171DEDEC515}"/>
          </ac:cxnSpMkLst>
        </pc:cxnChg>
        <pc:cxnChg chg="add">
          <ac:chgData name="Sam O'Neill" userId="cb323814-a42a-4cfe-bc74-03f595e56f6e" providerId="ADAL" clId="{8C723BD0-F576-45B0-A3CE-09B83591CEE8}" dt="2020-02-05T15:15:07.529" v="5463"/>
          <ac:cxnSpMkLst>
            <pc:docMk/>
            <pc:sldMk cId="373316469" sldId="342"/>
            <ac:cxnSpMk id="46" creationId="{5DA6C38A-EFBD-4486-A11E-A621908A1771}"/>
          </ac:cxnSpMkLst>
        </pc:cxnChg>
        <pc:cxnChg chg="del mod">
          <ac:chgData name="Sam O'Neill" userId="cb323814-a42a-4cfe-bc74-03f595e56f6e" providerId="ADAL" clId="{8C723BD0-F576-45B0-A3CE-09B83591CEE8}" dt="2020-02-05T15:15:06.924" v="5462" actId="478"/>
          <ac:cxnSpMkLst>
            <pc:docMk/>
            <pc:sldMk cId="373316469" sldId="342"/>
            <ac:cxnSpMk id="64" creationId="{786F052A-947F-4DEF-8028-481207F6F83E}"/>
          </ac:cxnSpMkLst>
        </pc:cxnChg>
        <pc:cxnChg chg="del mod">
          <ac:chgData name="Sam O'Neill" userId="cb323814-a42a-4cfe-bc74-03f595e56f6e" providerId="ADAL" clId="{8C723BD0-F576-45B0-A3CE-09B83591CEE8}" dt="2020-02-05T15:15:06.924" v="5462" actId="478"/>
          <ac:cxnSpMkLst>
            <pc:docMk/>
            <pc:sldMk cId="373316469" sldId="342"/>
            <ac:cxnSpMk id="66" creationId="{79BE8FB4-F0DB-46CD-8209-F746E482CB7E}"/>
          </ac:cxnSpMkLst>
        </pc:cxnChg>
        <pc:cxnChg chg="del mod">
          <ac:chgData name="Sam O'Neill" userId="cb323814-a42a-4cfe-bc74-03f595e56f6e" providerId="ADAL" clId="{8C723BD0-F576-45B0-A3CE-09B83591CEE8}" dt="2020-02-05T15:15:04.373" v="5461" actId="478"/>
          <ac:cxnSpMkLst>
            <pc:docMk/>
            <pc:sldMk cId="373316469" sldId="342"/>
            <ac:cxnSpMk id="70" creationId="{8407C1DB-3EC6-40BF-9B2F-3ECBC04D289C}"/>
          </ac:cxnSpMkLst>
        </pc:cxnChg>
        <pc:cxnChg chg="del mod">
          <ac:chgData name="Sam O'Neill" userId="cb323814-a42a-4cfe-bc74-03f595e56f6e" providerId="ADAL" clId="{8C723BD0-F576-45B0-A3CE-09B83591CEE8}" dt="2020-02-05T15:15:04.373" v="5461" actId="478"/>
          <ac:cxnSpMkLst>
            <pc:docMk/>
            <pc:sldMk cId="373316469" sldId="342"/>
            <ac:cxnSpMk id="71" creationId="{248FDE5C-EFD0-4591-9020-411C15267E07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6T12:10:31.418" v="6790" actId="20577"/>
        <pc:sldMkLst>
          <pc:docMk/>
          <pc:sldMk cId="1909666401" sldId="343"/>
        </pc:sldMkLst>
        <pc:spChg chg="add del mod">
          <ac:chgData name="Sam O'Neill" userId="cb323814-a42a-4cfe-bc74-03f595e56f6e" providerId="ADAL" clId="{8C723BD0-F576-45B0-A3CE-09B83591CEE8}" dt="2020-02-06T10:01:42.948" v="6421"/>
          <ac:spMkLst>
            <pc:docMk/>
            <pc:sldMk cId="1909666401" sldId="343"/>
            <ac:spMk id="4" creationId="{670D82DC-2DB4-4E48-B622-CBF52216A280}"/>
          </ac:spMkLst>
        </pc:spChg>
        <pc:spChg chg="mod">
          <ac:chgData name="Sam O'Neill" userId="cb323814-a42a-4cfe-bc74-03f595e56f6e" providerId="ADAL" clId="{8C723BD0-F576-45B0-A3CE-09B83591CEE8}" dt="2020-02-06T10:01:43.479" v="6422" actId="21"/>
          <ac:spMkLst>
            <pc:docMk/>
            <pc:sldMk cId="1909666401" sldId="343"/>
            <ac:spMk id="16" creationId="{88D168FF-E24D-47E7-A4BB-BEA5B3FF5A4B}"/>
          </ac:spMkLst>
        </pc:spChg>
        <pc:spChg chg="mod">
          <ac:chgData name="Sam O'Neill" userId="cb323814-a42a-4cfe-bc74-03f595e56f6e" providerId="ADAL" clId="{8C723BD0-F576-45B0-A3CE-09B83591CEE8}" dt="2020-02-06T09:50:43.748" v="6281" actId="1038"/>
          <ac:spMkLst>
            <pc:docMk/>
            <pc:sldMk cId="1909666401" sldId="343"/>
            <ac:spMk id="24" creationId="{BF90DBCC-9F62-4D00-8EF2-40A88E08F4B4}"/>
          </ac:spMkLst>
        </pc:spChg>
        <pc:spChg chg="add mod">
          <ac:chgData name="Sam O'Neill" userId="cb323814-a42a-4cfe-bc74-03f595e56f6e" providerId="ADAL" clId="{8C723BD0-F576-45B0-A3CE-09B83591CEE8}" dt="2020-02-05T15:19:14.889" v="5561" actId="1076"/>
          <ac:spMkLst>
            <pc:docMk/>
            <pc:sldMk cId="1909666401" sldId="343"/>
            <ac:spMk id="33" creationId="{E25B9C30-6749-4ED0-8503-C0C3D9320876}"/>
          </ac:spMkLst>
        </pc:spChg>
        <pc:grpChg chg="add">
          <ac:chgData name="Sam O'Neill" userId="cb323814-a42a-4cfe-bc74-03f595e56f6e" providerId="ADAL" clId="{8C723BD0-F576-45B0-A3CE-09B83591CEE8}" dt="2020-02-05T15:19:56.077" v="5564"/>
          <ac:grpSpMkLst>
            <pc:docMk/>
            <pc:sldMk cId="1909666401" sldId="343"/>
            <ac:grpSpMk id="36" creationId="{634AC063-DAD0-4951-8874-E3ADDAAE16F8}"/>
          </ac:grpSpMkLst>
        </pc:grpChg>
        <pc:graphicFrameChg chg="del mod modGraphic">
          <ac:chgData name="Sam O'Neill" userId="cb323814-a42a-4cfe-bc74-03f595e56f6e" providerId="ADAL" clId="{8C723BD0-F576-45B0-A3CE-09B83591CEE8}" dt="2020-02-06T09:59:45.809" v="6352" actId="478"/>
          <ac:graphicFrameMkLst>
            <pc:docMk/>
            <pc:sldMk cId="1909666401" sldId="343"/>
            <ac:graphicFrameMk id="38" creationId="{B1BDB5B6-9F30-4BFC-A6A2-AFD1E2CCCD70}"/>
          </ac:graphicFrameMkLst>
        </pc:graphicFrameChg>
        <pc:graphicFrameChg chg="add mod modGraphic">
          <ac:chgData name="Sam O'Neill" userId="cb323814-a42a-4cfe-bc74-03f595e56f6e" providerId="ADAL" clId="{8C723BD0-F576-45B0-A3CE-09B83591CEE8}" dt="2020-02-06T12:10:31.418" v="6790" actId="20577"/>
          <ac:graphicFrameMkLst>
            <pc:docMk/>
            <pc:sldMk cId="1909666401" sldId="343"/>
            <ac:graphicFrameMk id="61" creationId="{127825A0-347E-487C-B46B-912DB2435711}"/>
          </ac:graphicFrameMkLst>
        </pc:graphicFrameChg>
      </pc:sldChg>
      <pc:sldChg chg="delSp modSp add del">
        <pc:chgData name="Sam O'Neill" userId="cb323814-a42a-4cfe-bc74-03f595e56f6e" providerId="ADAL" clId="{8C723BD0-F576-45B0-A3CE-09B83591CEE8}" dt="2020-02-05T15:37:28.663" v="5879" actId="47"/>
        <pc:sldMkLst>
          <pc:docMk/>
          <pc:sldMk cId="3731433818" sldId="344"/>
        </pc:sldMkLst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" creationId="{05AEAFAD-4106-4B9B-8984-984B3574289D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3" creationId="{05B10011-43A5-4F22-832D-24D216220CCC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4" creationId="{BF90DBCC-9F62-4D00-8EF2-40A88E08F4B4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6" creationId="{5A7D18B3-53C1-4514-89E1-4C799DC6CDC1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7" creationId="{3B58BC64-51AE-4A5F-AF7A-470443D2A915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28" creationId="{53B98CDB-A321-448A-8C32-C936BCE511F3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2" creationId="{BF16C0C1-DC2E-4DF4-ACD1-806A904AAD1E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3" creationId="{E25B9C30-6749-4ED0-8503-C0C3D9320876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39" creationId="{349969E0-875C-46DB-88D5-59712BEA872C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0" creationId="{3B2C2850-3136-4C4C-BEEC-DCFA15E05EB6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1" creationId="{4181C20B-C69D-45A0-B388-E485BE404F99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2" creationId="{AC00FD1F-C95B-4123-9CEA-70806A4EF0CA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3" creationId="{0DBD7066-99A8-42DA-8B22-8EF71E91120D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4" creationId="{89015574-2B47-403F-B98F-91C959D1F9E9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7" creationId="{92D812E5-6460-45B2-93C4-E75388A57EA9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8" creationId="{395C4147-8BA6-4466-B83C-804EC07C1318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49" creationId="{BA656F7A-1E92-4058-80C0-83E0B250500B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50" creationId="{36A3F715-A601-431A-A501-CB25A79229A8}"/>
          </ac:spMkLst>
        </pc:spChg>
        <pc:spChg chg="del">
          <ac:chgData name="Sam O'Neill" userId="cb323814-a42a-4cfe-bc74-03f595e56f6e" providerId="ADAL" clId="{8C723BD0-F576-45B0-A3CE-09B83591CEE8}" dt="2020-02-05T15:37:03.378" v="5875" actId="478"/>
          <ac:spMkLst>
            <pc:docMk/>
            <pc:sldMk cId="3731433818" sldId="344"/>
            <ac:spMk id="51" creationId="{3D554C98-3935-42B3-9FD7-074FC9B6E677}"/>
          </ac:spMkLst>
        </pc:spChg>
        <pc:spChg chg="del">
          <ac:chgData name="Sam O'Neill" userId="cb323814-a42a-4cfe-bc74-03f595e56f6e" providerId="ADAL" clId="{8C723BD0-F576-45B0-A3CE-09B83591CEE8}" dt="2020-02-05T15:37:03.378" v="5875" actId="478"/>
          <ac:spMkLst>
            <pc:docMk/>
            <pc:sldMk cId="3731433818" sldId="344"/>
            <ac:spMk id="52" creationId="{7C56C968-4CCF-4375-A6C6-0D875F265E14}"/>
          </ac:spMkLst>
        </pc:spChg>
        <pc:spChg chg="del">
          <ac:chgData name="Sam O'Neill" userId="cb323814-a42a-4cfe-bc74-03f595e56f6e" providerId="ADAL" clId="{8C723BD0-F576-45B0-A3CE-09B83591CEE8}" dt="2020-02-05T15:36:59.057" v="5874" actId="478"/>
          <ac:spMkLst>
            <pc:docMk/>
            <pc:sldMk cId="3731433818" sldId="344"/>
            <ac:spMk id="53" creationId="{DBB95562-7F58-4365-8AF8-5FF4056C880F}"/>
          </ac:spMkLst>
        </pc:sp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29" creationId="{96CFE0DA-B7FD-41BF-A430-7D13EE331DF2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31" creationId="{1E1D4B74-9E3F-4848-B96A-96EA0EF4BE49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34" creationId="{D90CA175-320C-49E6-AF75-1634EE5C3386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35" creationId="{0FB4B005-FB55-4354-A06A-43E78E89A54B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45" creationId="{7C538EAC-D11B-40A9-B266-E171DEDEC515}"/>
          </ac:cxnSpMkLst>
        </pc:cxnChg>
        <pc:cxnChg chg="del mod">
          <ac:chgData name="Sam O'Neill" userId="cb323814-a42a-4cfe-bc74-03f595e56f6e" providerId="ADAL" clId="{8C723BD0-F576-45B0-A3CE-09B83591CEE8}" dt="2020-02-05T15:36:59.057" v="5874" actId="478"/>
          <ac:cxnSpMkLst>
            <pc:docMk/>
            <pc:sldMk cId="3731433818" sldId="344"/>
            <ac:cxnSpMk id="46" creationId="{5DA6C38A-EFBD-4486-A11E-A621908A1771}"/>
          </ac:cxnSpMkLst>
        </pc:cxnChg>
      </pc:sldChg>
      <pc:sldChg chg="addSp delSp modSp add mod">
        <pc:chgData name="Sam O'Neill" userId="cb323814-a42a-4cfe-bc74-03f595e56f6e" providerId="ADAL" clId="{8C723BD0-F576-45B0-A3CE-09B83591CEE8}" dt="2020-02-06T12:10:35.850" v="6792" actId="20577"/>
        <pc:sldMkLst>
          <pc:docMk/>
          <pc:sldMk cId="1807276144" sldId="345"/>
        </pc:sldMkLst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" creationId="{05AEAFAD-4106-4B9B-8984-984B3574289D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6" creationId="{1B57B569-BBEC-46BE-B07C-BF8916A34106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7" creationId="{8453A357-CE9E-44C6-A7B8-E4CFEEEF6AED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8" creationId="{A9FB28DC-CED0-4704-8F76-1CA57DE83FE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9" creationId="{95EBD9BA-01A5-4DDF-A50D-DEA30C1D030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0" creationId="{C2D0D3BD-DC62-425E-B0FB-BD529C782187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1" creationId="{53B48C16-4411-49F6-98DE-1F80B8DA63BF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4" creationId="{79B0E76B-0CE0-4C97-A307-4EF3B340E024}"/>
          </ac:spMkLst>
        </pc:spChg>
        <pc:spChg chg="mod">
          <ac:chgData name="Sam O'Neill" userId="cb323814-a42a-4cfe-bc74-03f595e56f6e" providerId="ADAL" clId="{8C723BD0-F576-45B0-A3CE-09B83591CEE8}" dt="2020-02-05T15:59:01.906" v="6111" actId="12"/>
          <ac:spMkLst>
            <pc:docMk/>
            <pc:sldMk cId="1807276144" sldId="345"/>
            <ac:spMk id="16" creationId="{88D168FF-E24D-47E7-A4BB-BEA5B3FF5A4B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8" creationId="{A5BA804A-1A33-4727-AC39-6892D5F7ED23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19" creationId="{DD26B17D-810B-439D-B458-0C5C16DEED4F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0" creationId="{53175367-C2F6-48E1-B29B-3DAA1C624292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1" creationId="{4C964506-FA8B-4019-91F6-7CAD0B79157C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2" creationId="{64852671-526A-4C3D-8E4F-B958F8D51418}"/>
          </ac:spMkLst>
        </pc:spChg>
        <pc:spChg chg="del">
          <ac:chgData name="Sam O'Neill" userId="cb323814-a42a-4cfe-bc74-03f595e56f6e" providerId="ADAL" clId="{8C723BD0-F576-45B0-A3CE-09B83591CEE8}" dt="2020-02-05T15:37:38.048" v="5881" actId="478"/>
          <ac:spMkLst>
            <pc:docMk/>
            <pc:sldMk cId="1807276144" sldId="345"/>
            <ac:spMk id="23" creationId="{05B10011-43A5-4F22-832D-24D216220CCC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3" creationId="{4B88AF26-0722-46B0-A5F7-60D527C4FE22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4" creationId="{BF90DBCC-9F62-4D00-8EF2-40A88E08F4B4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6" creationId="{0C8A01D3-2EF6-4D55-B992-F6DB94D2489A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6" creationId="{5A7D18B3-53C1-4514-89E1-4C799DC6CDC1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7" creationId="{3B58BC64-51AE-4A5F-AF7A-470443D2A91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7" creationId="{4D58CC4D-7DA9-4F02-88FD-E140395EE9AB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28" creationId="{53B98CDB-A321-448A-8C32-C936BCE511F3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8" creationId="{923C4A29-8A42-48C3-BB3C-02C5A2A11C5D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29" creationId="{F026FC47-F026-4133-B9B3-D7EC30B69794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0" creationId="{828D6326-F828-418C-B67A-A0BD04E2E525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1" creationId="{BB57CDAF-F7EE-4FF0-9294-420E084344B4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2" creationId="{39E8754B-C237-40EE-AD0D-CEDB8E4F51D7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2" creationId="{BF16C0C1-DC2E-4DF4-ACD1-806A904AAD1E}"/>
          </ac:spMkLst>
        </pc:spChg>
        <pc:spChg chg="add mod">
          <ac:chgData name="Sam O'Neill" userId="cb323814-a42a-4cfe-bc74-03f595e56f6e" providerId="ADAL" clId="{8C723BD0-F576-45B0-A3CE-09B83591CEE8}" dt="2020-02-06T09:55:22.780" v="6302" actId="404"/>
          <ac:spMkLst>
            <pc:docMk/>
            <pc:sldMk cId="1807276144" sldId="345"/>
            <ac:spMk id="33" creationId="{6CEF5A7C-9B28-45DE-86AD-6056CDB82F67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3" creationId="{E25B9C30-6749-4ED0-8503-C0C3D9320876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39" creationId="{349969E0-875C-46DB-88D5-59712BEA872C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0" creationId="{3B2C2850-3136-4C4C-BEEC-DCFA15E05EB6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1" creationId="{4181C20B-C69D-45A0-B388-E485BE404F99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2" creationId="{AC00FD1F-C95B-4123-9CEA-70806A4EF0CA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3" creationId="{0DBD7066-99A8-42DA-8B22-8EF71E91120D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4" creationId="{89015574-2B47-403F-B98F-91C959D1F9E9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7" creationId="{92D812E5-6460-45B2-93C4-E75388A57EA9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8" creationId="{395C4147-8BA6-4466-B83C-804EC07C1318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49" creationId="{BA656F7A-1E92-4058-80C0-83E0B250500B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50" creationId="{36A3F715-A601-431A-A501-CB25A79229A8}"/>
          </ac:spMkLst>
        </pc:spChg>
        <pc:spChg chg="del">
          <ac:chgData name="Sam O'Neill" userId="cb323814-a42a-4cfe-bc74-03f595e56f6e" providerId="ADAL" clId="{8C723BD0-F576-45B0-A3CE-09B83591CEE8}" dt="2020-02-05T15:37:38.048" v="5881" actId="478"/>
          <ac:spMkLst>
            <pc:docMk/>
            <pc:sldMk cId="1807276144" sldId="345"/>
            <ac:spMk id="51" creationId="{3D554C98-3935-42B3-9FD7-074FC9B6E677}"/>
          </ac:spMkLst>
        </pc:spChg>
        <pc:spChg chg="del">
          <ac:chgData name="Sam O'Neill" userId="cb323814-a42a-4cfe-bc74-03f595e56f6e" providerId="ADAL" clId="{8C723BD0-F576-45B0-A3CE-09B83591CEE8}" dt="2020-02-05T15:37:38.048" v="5881" actId="478"/>
          <ac:spMkLst>
            <pc:docMk/>
            <pc:sldMk cId="1807276144" sldId="345"/>
            <ac:spMk id="52" creationId="{7C56C968-4CCF-4375-A6C6-0D875F265E14}"/>
          </ac:spMkLst>
        </pc:spChg>
        <pc:spChg chg="del">
          <ac:chgData name="Sam O'Neill" userId="cb323814-a42a-4cfe-bc74-03f595e56f6e" providerId="ADAL" clId="{8C723BD0-F576-45B0-A3CE-09B83591CEE8}" dt="2020-02-05T15:37:35.209" v="5880" actId="478"/>
          <ac:spMkLst>
            <pc:docMk/>
            <pc:sldMk cId="1807276144" sldId="345"/>
            <ac:spMk id="53" creationId="{DBB95562-7F58-4365-8AF8-5FF4056C880F}"/>
          </ac:spMkLst>
        </pc:spChg>
        <pc:grpChg chg="add mod">
          <ac:chgData name="Sam O'Neill" userId="cb323814-a42a-4cfe-bc74-03f595e56f6e" providerId="ADAL" clId="{8C723BD0-F576-45B0-A3CE-09B83591CEE8}" dt="2020-02-06T09:59:21.190" v="6351" actId="1076"/>
          <ac:grpSpMkLst>
            <pc:docMk/>
            <pc:sldMk cId="1807276144" sldId="345"/>
            <ac:grpSpMk id="3" creationId="{B971E46C-AE0E-4B1C-8B60-E8B5C2750C39}"/>
          </ac:grpSpMkLst>
        </pc:grpChg>
        <pc:grpChg chg="del">
          <ac:chgData name="Sam O'Neill" userId="cb323814-a42a-4cfe-bc74-03f595e56f6e" providerId="ADAL" clId="{8C723BD0-F576-45B0-A3CE-09B83591CEE8}" dt="2020-02-05T15:37:42.984" v="5882" actId="478"/>
          <ac:grpSpMkLst>
            <pc:docMk/>
            <pc:sldMk cId="1807276144" sldId="345"/>
            <ac:grpSpMk id="36" creationId="{634AC063-DAD0-4951-8874-E3ADDAAE16F8}"/>
          </ac:grpSpMkLst>
        </pc:grpChg>
        <pc:graphicFrameChg chg="mod modGraphic">
          <ac:chgData name="Sam O'Neill" userId="cb323814-a42a-4cfe-bc74-03f595e56f6e" providerId="ADAL" clId="{8C723BD0-F576-45B0-A3CE-09B83591CEE8}" dt="2020-02-06T12:10:35.850" v="6792" actId="20577"/>
          <ac:graphicFrameMkLst>
            <pc:docMk/>
            <pc:sldMk cId="1807276144" sldId="345"/>
            <ac:graphicFrameMk id="38" creationId="{B1BDB5B6-9F30-4BFC-A6A2-AFD1E2CCCD70}"/>
          </ac:graphicFrameMkLst>
        </pc:graphicFrameChg>
        <pc:picChg chg="add mod">
          <ac:chgData name="Sam O'Neill" userId="cb323814-a42a-4cfe-bc74-03f595e56f6e" providerId="ADAL" clId="{8C723BD0-F576-45B0-A3CE-09B83591CEE8}" dt="2020-02-06T09:56:07.590" v="6306" actId="1076"/>
          <ac:picMkLst>
            <pc:docMk/>
            <pc:sldMk cId="1807276144" sldId="345"/>
            <ac:picMk id="4" creationId="{EF20408B-896F-4C40-BDA7-9D6788C9B583}"/>
          </ac:picMkLst>
        </pc:pic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2" creationId="{6B574724-EBDD-4967-8400-77474B8067F6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3" creationId="{840F472A-053C-4104-83BA-8B5184512A91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5" creationId="{57393BF5-8290-4E04-A40D-3A2F5439146A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17" creationId="{6F268E30-5661-4BCB-A8A3-761C4909E46C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24" creationId="{2C20C58F-B124-428C-BCD0-64631FC05F78}"/>
          </ac:cxnSpMkLst>
        </pc:cxnChg>
        <pc:cxnChg chg="add mod">
          <ac:chgData name="Sam O'Neill" userId="cb323814-a42a-4cfe-bc74-03f595e56f6e" providerId="ADAL" clId="{8C723BD0-F576-45B0-A3CE-09B83591CEE8}" dt="2020-02-06T09:55:18.667" v="6299" actId="164"/>
          <ac:cxnSpMkLst>
            <pc:docMk/>
            <pc:sldMk cId="1807276144" sldId="345"/>
            <ac:cxnSpMk id="25" creationId="{754574D6-D5D6-4BA8-87B9-FA16D4382BA2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29" creationId="{96CFE0DA-B7FD-41BF-A430-7D13EE331DF2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31" creationId="{1E1D4B74-9E3F-4848-B96A-96EA0EF4BE49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34" creationId="{D90CA175-320C-49E6-AF75-1634EE5C3386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35" creationId="{0FB4B005-FB55-4354-A06A-43E78E89A54B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45" creationId="{7C538EAC-D11B-40A9-B266-E171DEDEC515}"/>
          </ac:cxnSpMkLst>
        </pc:cxnChg>
        <pc:cxnChg chg="del mod">
          <ac:chgData name="Sam O'Neill" userId="cb323814-a42a-4cfe-bc74-03f595e56f6e" providerId="ADAL" clId="{8C723BD0-F576-45B0-A3CE-09B83591CEE8}" dt="2020-02-05T15:37:35.209" v="5880" actId="478"/>
          <ac:cxnSpMkLst>
            <pc:docMk/>
            <pc:sldMk cId="1807276144" sldId="345"/>
            <ac:cxnSpMk id="46" creationId="{5DA6C38A-EFBD-4486-A11E-A621908A1771}"/>
          </ac:cxnSpMkLst>
        </pc:cxnChg>
        <pc:cxnChg chg="mod">
          <ac:chgData name="Sam O'Neill" userId="cb323814-a42a-4cfe-bc74-03f595e56f6e" providerId="ADAL" clId="{8C723BD0-F576-45B0-A3CE-09B83591CEE8}" dt="2020-02-05T15:37:42.984" v="5882" actId="478"/>
          <ac:cxnSpMkLst>
            <pc:docMk/>
            <pc:sldMk cId="1807276144" sldId="345"/>
            <ac:cxnSpMk id="57" creationId="{E54CA7D3-76A1-4A39-A23F-46E8D2A4DF7B}"/>
          </ac:cxnSpMkLst>
        </pc:cxnChg>
      </pc:sldChg>
      <pc:sldChg chg="addSp delSp modSp add">
        <pc:chgData name="Sam O'Neill" userId="cb323814-a42a-4cfe-bc74-03f595e56f6e" providerId="ADAL" clId="{8C723BD0-F576-45B0-A3CE-09B83591CEE8}" dt="2020-02-05T16:09:36.779" v="6259" actId="20577"/>
        <pc:sldMkLst>
          <pc:docMk/>
          <pc:sldMk cId="4101727643" sldId="346"/>
        </pc:sldMkLst>
        <pc:spChg chg="mod">
          <ac:chgData name="Sam O'Neill" userId="cb323814-a42a-4cfe-bc74-03f595e56f6e" providerId="ADAL" clId="{8C723BD0-F576-45B0-A3CE-09B83591CEE8}" dt="2020-02-05T16:09:36.779" v="6259" actId="20577"/>
          <ac:spMkLst>
            <pc:docMk/>
            <pc:sldMk cId="4101727643" sldId="346"/>
            <ac:spMk id="2" creationId="{F3E593E6-3D2F-4C7E-80B2-F78D636A9E07}"/>
          </ac:spMkLst>
        </pc:spChg>
        <pc:spChg chg="del">
          <ac:chgData name="Sam O'Neill" userId="cb323814-a42a-4cfe-bc74-03f595e56f6e" providerId="ADAL" clId="{8C723BD0-F576-45B0-A3CE-09B83591CEE8}" dt="2020-02-05T16:08:50.525" v="6230" actId="478"/>
          <ac:spMkLst>
            <pc:docMk/>
            <pc:sldMk cId="4101727643" sldId="346"/>
            <ac:spMk id="16" creationId="{88D168FF-E24D-47E7-A4BB-BEA5B3FF5A4B}"/>
          </ac:spMkLst>
        </pc:spChg>
        <pc:graphicFrameChg chg="del">
          <ac:chgData name="Sam O'Neill" userId="cb323814-a42a-4cfe-bc74-03f595e56f6e" providerId="ADAL" clId="{8C723BD0-F576-45B0-A3CE-09B83591CEE8}" dt="2020-02-05T16:08:51.808" v="6231" actId="478"/>
          <ac:graphicFrameMkLst>
            <pc:docMk/>
            <pc:sldMk cId="4101727643" sldId="346"/>
            <ac:graphicFrameMk id="38" creationId="{B1BDB5B6-9F30-4BFC-A6A2-AFD1E2CCCD70}"/>
          </ac:graphicFrameMkLst>
        </pc:graphicFrameChg>
        <pc:picChg chg="add mod">
          <ac:chgData name="Sam O'Neill" userId="cb323814-a42a-4cfe-bc74-03f595e56f6e" providerId="ADAL" clId="{8C723BD0-F576-45B0-A3CE-09B83591CEE8}" dt="2020-02-05T16:09:20.240" v="6234" actId="1076"/>
          <ac:picMkLst>
            <pc:docMk/>
            <pc:sldMk cId="4101727643" sldId="346"/>
            <ac:picMk id="3" creationId="{F790DD2E-2EC6-4CB0-A210-B6BB73A0E05F}"/>
          </ac:picMkLst>
        </pc:picChg>
        <pc:picChg chg="mod">
          <ac:chgData name="Sam O'Neill" userId="cb323814-a42a-4cfe-bc74-03f595e56f6e" providerId="ADAL" clId="{8C723BD0-F576-45B0-A3CE-09B83591CEE8}" dt="2020-02-05T16:08:54.608" v="6232" actId="1076"/>
          <ac:picMkLst>
            <pc:docMk/>
            <pc:sldMk cId="4101727643" sldId="346"/>
            <ac:picMk id="4" creationId="{EF20408B-896F-4C40-BDA7-9D6788C9B583}"/>
          </ac:picMkLst>
        </pc:picChg>
      </pc:sldChg>
      <pc:sldChg chg="addSp delSp modSp add mod">
        <pc:chgData name="Sam O'Neill" userId="cb323814-a42a-4cfe-bc74-03f595e56f6e" providerId="ADAL" clId="{8C723BD0-F576-45B0-A3CE-09B83591CEE8}" dt="2020-02-06T11:41:55.964" v="6744" actId="1038"/>
        <pc:sldMkLst>
          <pc:docMk/>
          <pc:sldMk cId="755094154" sldId="347"/>
        </pc:sldMkLst>
        <pc:spChg chg="mod">
          <ac:chgData name="Sam O'Neill" userId="cb323814-a42a-4cfe-bc74-03f595e56f6e" providerId="ADAL" clId="{8C723BD0-F576-45B0-A3CE-09B83591CEE8}" dt="2020-02-06T11:40:08.426" v="6671"/>
          <ac:spMkLst>
            <pc:docMk/>
            <pc:sldMk cId="755094154" sldId="347"/>
            <ac:spMk id="2" creationId="{F3E593E6-3D2F-4C7E-80B2-F78D636A9E07}"/>
          </ac:spMkLst>
        </pc:spChg>
        <pc:spChg chg="mod">
          <ac:chgData name="Sam O'Neill" userId="cb323814-a42a-4cfe-bc74-03f595e56f6e" providerId="ADAL" clId="{8C723BD0-F576-45B0-A3CE-09B83591CEE8}" dt="2020-02-06T11:41:45.300" v="6735" actId="1038"/>
          <ac:spMkLst>
            <pc:docMk/>
            <pc:sldMk cId="755094154" sldId="347"/>
            <ac:spMk id="3" creationId="{5198A88B-52B3-469E-A512-B72752EB7862}"/>
          </ac:spMkLst>
        </pc:spChg>
        <pc:picChg chg="del">
          <ac:chgData name="Sam O'Neill" userId="cb323814-a42a-4cfe-bc74-03f595e56f6e" providerId="ADAL" clId="{8C723BD0-F576-45B0-A3CE-09B83591CEE8}" dt="2020-02-06T11:40:16.249" v="6672" actId="478"/>
          <ac:picMkLst>
            <pc:docMk/>
            <pc:sldMk cId="755094154" sldId="347"/>
            <ac:picMk id="47" creationId="{3907D876-D354-4E63-9273-92AD23C1FF0D}"/>
          </ac:picMkLst>
        </pc:picChg>
        <pc:picChg chg="add mod">
          <ac:chgData name="Sam O'Neill" userId="cb323814-a42a-4cfe-bc74-03f595e56f6e" providerId="ADAL" clId="{8C723BD0-F576-45B0-A3CE-09B83591CEE8}" dt="2020-02-06T11:41:55.964" v="6744" actId="1038"/>
          <ac:picMkLst>
            <pc:docMk/>
            <pc:sldMk cId="755094154" sldId="347"/>
            <ac:picMk id="48" creationId="{B55D1C26-7B57-4C16-80B3-A9625C006B1F}"/>
          </ac:picMkLst>
        </pc:pic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1" creationId="{66DDF5EF-D48F-4CD5-9C9C-9A22EC0220D6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2" creationId="{617C88FD-C7F4-408F-893A-E0C4630BCB5B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3" creationId="{B86B426A-B878-41E6-84EA-7CE8F4A5D860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4" creationId="{107A4E35-A1C3-4CCF-9A4F-56328DFAA664}"/>
          </ac:cxnSpMkLst>
        </pc:cxnChg>
        <pc:cxnChg chg="del">
          <ac:chgData name="Sam O'Neill" userId="cb323814-a42a-4cfe-bc74-03f595e56f6e" providerId="ADAL" clId="{8C723BD0-F576-45B0-A3CE-09B83591CEE8}" dt="2020-02-06T11:40:19.968" v="6673" actId="478"/>
          <ac:cxnSpMkLst>
            <pc:docMk/>
            <pc:sldMk cId="755094154" sldId="347"/>
            <ac:cxnSpMk id="45" creationId="{AEE2504D-7200-4280-A5F4-42644C5EEDD4}"/>
          </ac:cxnSpMkLst>
        </pc:cxnChg>
      </pc:sldChg>
    </pc:docChg>
  </pc:docChgLst>
  <pc:docChgLst>
    <pc:chgData name="Sam O'Neill" userId="cb323814-a42a-4cfe-bc74-03f595e56f6e" providerId="ADAL" clId="{81D15480-6FBE-414D-AF67-96F7822E13A2}"/>
    <pc:docChg chg="undo custSel addSld delSld modSld sldOrd">
      <pc:chgData name="Sam O'Neill" userId="cb323814-a42a-4cfe-bc74-03f595e56f6e" providerId="ADAL" clId="{81D15480-6FBE-414D-AF67-96F7822E13A2}" dt="2020-02-13T13:29:33.046" v="10612"/>
      <pc:docMkLst>
        <pc:docMk/>
      </pc:docMkLst>
      <pc:sldChg chg="modSp mod">
        <pc:chgData name="Sam O'Neill" userId="cb323814-a42a-4cfe-bc74-03f595e56f6e" providerId="ADAL" clId="{81D15480-6FBE-414D-AF67-96F7822E13A2}" dt="2020-02-11T11:55:12.323" v="20" actId="20577"/>
        <pc:sldMkLst>
          <pc:docMk/>
          <pc:sldMk cId="1481393748" sldId="295"/>
        </pc:sldMkLst>
        <pc:spChg chg="mod">
          <ac:chgData name="Sam O'Neill" userId="cb323814-a42a-4cfe-bc74-03f595e56f6e" providerId="ADAL" clId="{81D15480-6FBE-414D-AF67-96F7822E13A2}" dt="2020-02-11T11:55:12.323" v="20" actId="20577"/>
          <ac:spMkLst>
            <pc:docMk/>
            <pc:sldMk cId="1481393748" sldId="295"/>
            <ac:spMk id="4" creationId="{9FFAE2FC-4E79-40C1-83A3-9CF810DEFD28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713177327" sldId="309"/>
        </pc:sldMkLst>
      </pc:sldChg>
      <pc:sldChg chg="modSp add mod">
        <pc:chgData name="Sam O'Neill" userId="cb323814-a42a-4cfe-bc74-03f595e56f6e" providerId="ADAL" clId="{81D15480-6FBE-414D-AF67-96F7822E13A2}" dt="2020-02-11T17:08:24.233" v="4563" actId="20577"/>
        <pc:sldMkLst>
          <pc:docMk/>
          <pc:sldMk cId="1582779011" sldId="310"/>
        </pc:sldMkLst>
        <pc:spChg chg="mod">
          <ac:chgData name="Sam O'Neill" userId="cb323814-a42a-4cfe-bc74-03f595e56f6e" providerId="ADAL" clId="{81D15480-6FBE-414D-AF67-96F7822E13A2}" dt="2020-02-11T17:08:24.233" v="4563" actId="20577"/>
          <ac:spMkLst>
            <pc:docMk/>
            <pc:sldMk cId="1582779011" sldId="310"/>
            <ac:spMk id="6" creationId="{DB57E94D-7ABF-4564-B18E-07C64105872B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993030377" sldId="312"/>
        </pc:sldMkLst>
      </pc:sldChg>
      <pc:sldChg chg="modSp mod modAnim">
        <pc:chgData name="Sam O'Neill" userId="cb323814-a42a-4cfe-bc74-03f595e56f6e" providerId="ADAL" clId="{81D15480-6FBE-414D-AF67-96F7822E13A2}" dt="2020-02-13T13:23:22.179" v="10552"/>
        <pc:sldMkLst>
          <pc:docMk/>
          <pc:sldMk cId="1372416909" sldId="320"/>
        </pc:sldMkLst>
        <pc:spChg chg="mod">
          <ac:chgData name="Sam O'Neill" userId="cb323814-a42a-4cfe-bc74-03f595e56f6e" providerId="ADAL" clId="{81D15480-6FBE-414D-AF67-96F7822E13A2}" dt="2020-02-11T11:55:23.714" v="54" actId="20577"/>
          <ac:spMkLst>
            <pc:docMk/>
            <pc:sldMk cId="1372416909" sldId="320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3T13:23:03.651" v="10548" actId="20577"/>
          <ac:spMkLst>
            <pc:docMk/>
            <pc:sldMk cId="1372416909" sldId="320"/>
            <ac:spMk id="41" creationId="{C14A0838-F628-458D-8D91-0A95C51199DA}"/>
          </ac:spMkLst>
        </pc:spChg>
      </pc:sldChg>
      <pc:sldChg chg="addSp delSp modSp add mod">
        <pc:chgData name="Sam O'Neill" userId="cb323814-a42a-4cfe-bc74-03f595e56f6e" providerId="ADAL" clId="{81D15480-6FBE-414D-AF67-96F7822E13A2}" dt="2020-02-13T13:10:38.627" v="10345" actId="27636"/>
        <pc:sldMkLst>
          <pc:docMk/>
          <pc:sldMk cId="2066874544" sldId="321"/>
        </pc:sldMkLst>
        <pc:spChg chg="mod">
          <ac:chgData name="Sam O'Neill" userId="cb323814-a42a-4cfe-bc74-03f595e56f6e" providerId="ADAL" clId="{81D15480-6FBE-414D-AF67-96F7822E13A2}" dt="2020-02-11T11:55:47.754" v="64" actId="20577"/>
          <ac:spMkLst>
            <pc:docMk/>
            <pc:sldMk cId="2066874544" sldId="321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4:53:53.157" v="943" actId="1076"/>
          <ac:spMkLst>
            <pc:docMk/>
            <pc:sldMk cId="2066874544" sldId="321"/>
            <ac:spMk id="3" creationId="{7F6A7A35-4663-4FC0-803D-954B24DBDBC6}"/>
          </ac:spMkLst>
        </pc:spChg>
        <pc:spChg chg="add mod">
          <ac:chgData name="Sam O'Neill" userId="cb323814-a42a-4cfe-bc74-03f595e56f6e" providerId="ADAL" clId="{81D15480-6FBE-414D-AF67-96F7822E13A2}" dt="2020-02-11T14:53:53.157" v="943" actId="1076"/>
          <ac:spMkLst>
            <pc:docMk/>
            <pc:sldMk cId="2066874544" sldId="321"/>
            <ac:spMk id="5" creationId="{AE4E21BD-5D61-4C86-BF02-F886DA349F37}"/>
          </ac:spMkLst>
        </pc:spChg>
        <pc:spChg chg="add mod">
          <ac:chgData name="Sam O'Neill" userId="cb323814-a42a-4cfe-bc74-03f595e56f6e" providerId="ADAL" clId="{81D15480-6FBE-414D-AF67-96F7822E13A2}" dt="2020-02-11T14:53:50.149" v="942" actId="14100"/>
          <ac:spMkLst>
            <pc:docMk/>
            <pc:sldMk cId="2066874544" sldId="321"/>
            <ac:spMk id="6" creationId="{B1478834-25B7-4AB8-B4AC-53A7D22073C0}"/>
          </ac:spMkLst>
        </pc:spChg>
        <pc:spChg chg="add mod">
          <ac:chgData name="Sam O'Neill" userId="cb323814-a42a-4cfe-bc74-03f595e56f6e" providerId="ADAL" clId="{81D15480-6FBE-414D-AF67-96F7822E13A2}" dt="2020-02-13T13:10:38.627" v="10345" actId="27636"/>
          <ac:spMkLst>
            <pc:docMk/>
            <pc:sldMk cId="2066874544" sldId="321"/>
            <ac:spMk id="7" creationId="{B8A0C5D8-C6F7-4305-9104-39413234E0A9}"/>
          </ac:spMkLst>
        </pc:spChg>
        <pc:spChg chg="add mod">
          <ac:chgData name="Sam O'Neill" userId="cb323814-a42a-4cfe-bc74-03f595e56f6e" providerId="ADAL" clId="{81D15480-6FBE-414D-AF67-96F7822E13A2}" dt="2020-02-11T14:55:55.495" v="1062" actId="20577"/>
          <ac:spMkLst>
            <pc:docMk/>
            <pc:sldMk cId="2066874544" sldId="321"/>
            <ac:spMk id="17" creationId="{9B8416F4-33B7-44FA-A988-29DEC0586778}"/>
          </ac:spMkLst>
        </pc:spChg>
        <pc:spChg chg="add mod">
          <ac:chgData name="Sam O'Neill" userId="cb323814-a42a-4cfe-bc74-03f595e56f6e" providerId="ADAL" clId="{81D15480-6FBE-414D-AF67-96F7822E13A2}" dt="2020-02-11T14:56:25.085" v="1093" actId="1076"/>
          <ac:spMkLst>
            <pc:docMk/>
            <pc:sldMk cId="2066874544" sldId="321"/>
            <ac:spMk id="18" creationId="{A6D71AA0-4F27-46F9-9A1A-2FBC90B9B53F}"/>
          </ac:spMkLst>
        </pc:spChg>
        <pc:spChg chg="add mod">
          <ac:chgData name="Sam O'Neill" userId="cb323814-a42a-4cfe-bc74-03f595e56f6e" providerId="ADAL" clId="{81D15480-6FBE-414D-AF67-96F7822E13A2}" dt="2020-02-11T14:56:05.415" v="1067" actId="20577"/>
          <ac:spMkLst>
            <pc:docMk/>
            <pc:sldMk cId="2066874544" sldId="321"/>
            <ac:spMk id="19" creationId="{CFDA9EA7-D557-4BD0-AC79-5F05ED96164C}"/>
          </ac:spMkLst>
        </pc:spChg>
        <pc:spChg chg="add mod">
          <ac:chgData name="Sam O'Neill" userId="cb323814-a42a-4cfe-bc74-03f595e56f6e" providerId="ADAL" clId="{81D15480-6FBE-414D-AF67-96F7822E13A2}" dt="2020-02-11T14:56:36.358" v="1097" actId="20577"/>
          <ac:spMkLst>
            <pc:docMk/>
            <pc:sldMk cId="2066874544" sldId="321"/>
            <ac:spMk id="21" creationId="{6473639A-C8C2-4B3D-8A45-33E19946356D}"/>
          </ac:spMkLst>
        </pc:spChg>
        <pc:spChg chg="del">
          <ac:chgData name="Sam O'Neill" userId="cb323814-a42a-4cfe-bc74-03f595e56f6e" providerId="ADAL" clId="{81D15480-6FBE-414D-AF67-96F7822E13A2}" dt="2020-02-11T14:51:23.550" v="758" actId="478"/>
          <ac:spMkLst>
            <pc:docMk/>
            <pc:sldMk cId="2066874544" sldId="321"/>
            <ac:spMk id="41" creationId="{C14A0838-F628-458D-8D91-0A95C51199DA}"/>
          </ac:spMkLst>
        </pc:spChg>
        <pc:graphicFrameChg chg="add del">
          <ac:chgData name="Sam O'Neill" userId="cb323814-a42a-4cfe-bc74-03f595e56f6e" providerId="ADAL" clId="{81D15480-6FBE-414D-AF67-96F7822E13A2}" dt="2020-02-11T14:54:31.936" v="1025"/>
          <ac:graphicFrameMkLst>
            <pc:docMk/>
            <pc:sldMk cId="2066874544" sldId="321"/>
            <ac:graphicFrameMk id="4" creationId="{331CAAC0-E4FE-4FCD-B583-7E412AAB8D11}"/>
          </ac:graphicFrameMkLst>
        </pc:graphicFrameChg>
        <pc:picChg chg="add mod">
          <ac:chgData name="Sam O'Neill" userId="cb323814-a42a-4cfe-bc74-03f595e56f6e" providerId="ADAL" clId="{81D15480-6FBE-414D-AF67-96F7822E13A2}" dt="2020-02-13T13:10:33.498" v="10341" actId="1076"/>
          <ac:picMkLst>
            <pc:docMk/>
            <pc:sldMk cId="2066874544" sldId="321"/>
            <ac:picMk id="8" creationId="{55CEA226-DF41-4CC7-BF7C-2C0F74263720}"/>
          </ac:picMkLst>
        </pc:picChg>
        <pc:cxnChg chg="add mod">
          <ac:chgData name="Sam O'Neill" userId="cb323814-a42a-4cfe-bc74-03f595e56f6e" providerId="ADAL" clId="{81D15480-6FBE-414D-AF67-96F7822E13A2}" dt="2020-02-11T14:55:03.127" v="1029" actId="1582"/>
          <ac:cxnSpMkLst>
            <pc:docMk/>
            <pc:sldMk cId="2066874544" sldId="321"/>
            <ac:cxnSpMk id="10" creationId="{C04D6DD5-88FB-4553-9900-50EC76BDF9C0}"/>
          </ac:cxnSpMkLst>
        </pc:cxnChg>
        <pc:cxnChg chg="add mod">
          <ac:chgData name="Sam O'Neill" userId="cb323814-a42a-4cfe-bc74-03f595e56f6e" providerId="ADAL" clId="{81D15480-6FBE-414D-AF67-96F7822E13A2}" dt="2020-02-11T14:55:10.141" v="1033" actId="14100"/>
          <ac:cxnSpMkLst>
            <pc:docMk/>
            <pc:sldMk cId="2066874544" sldId="321"/>
            <ac:cxnSpMk id="12" creationId="{DDF9F68B-7C8B-4C77-B891-E7239D21F2D6}"/>
          </ac:cxnSpMkLst>
        </pc:cxnChg>
        <pc:cxnChg chg="add mod">
          <ac:chgData name="Sam O'Neill" userId="cb323814-a42a-4cfe-bc74-03f595e56f6e" providerId="ADAL" clId="{81D15480-6FBE-414D-AF67-96F7822E13A2}" dt="2020-02-11T14:55:20.413" v="1038" actId="14100"/>
          <ac:cxnSpMkLst>
            <pc:docMk/>
            <pc:sldMk cId="2066874544" sldId="321"/>
            <ac:cxnSpMk id="15" creationId="{B1E169FD-6EBC-494C-99E3-5016F5C55229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59195414" sldId="321"/>
        </pc:sldMkLst>
      </pc:sldChg>
      <pc:sldChg chg="addSp delSp modSp add mod ord">
        <pc:chgData name="Sam O'Neill" userId="cb323814-a42a-4cfe-bc74-03f595e56f6e" providerId="ADAL" clId="{81D15480-6FBE-414D-AF67-96F7822E13A2}" dt="2020-02-13T13:10:55.531" v="10369" actId="20577"/>
        <pc:sldMkLst>
          <pc:docMk/>
          <pc:sldMk cId="539044082" sldId="322"/>
        </pc:sldMkLst>
        <pc:spChg chg="mod">
          <ac:chgData name="Sam O'Neill" userId="cb323814-a42a-4cfe-bc74-03f595e56f6e" providerId="ADAL" clId="{81D15480-6FBE-414D-AF67-96F7822E13A2}" dt="2020-02-11T15:01:04.607" v="1238" actId="20577"/>
          <ac:spMkLst>
            <pc:docMk/>
            <pc:sldMk cId="539044082" sldId="322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5:04:49.450" v="1484" actId="207"/>
          <ac:spMkLst>
            <pc:docMk/>
            <pc:sldMk cId="539044082" sldId="322"/>
            <ac:spMk id="15" creationId="{19FB3878-0E6B-4B89-A33C-032B47B38456}"/>
          </ac:spMkLst>
        </pc:spChg>
        <pc:spChg chg="add mod">
          <ac:chgData name="Sam O'Neill" userId="cb323814-a42a-4cfe-bc74-03f595e56f6e" providerId="ADAL" clId="{81D15480-6FBE-414D-AF67-96F7822E13A2}" dt="2020-02-11T15:04:37.415" v="1482" actId="20577"/>
          <ac:spMkLst>
            <pc:docMk/>
            <pc:sldMk cId="539044082" sldId="322"/>
            <ac:spMk id="16" creationId="{9AD667B9-E194-4EC7-81CB-55829DFD39EC}"/>
          </ac:spMkLst>
        </pc:spChg>
        <pc:spChg chg="add mod">
          <ac:chgData name="Sam O'Neill" userId="cb323814-a42a-4cfe-bc74-03f595e56f6e" providerId="ADAL" clId="{81D15480-6FBE-414D-AF67-96F7822E13A2}" dt="2020-02-13T13:10:55.531" v="10369" actId="20577"/>
          <ac:spMkLst>
            <pc:docMk/>
            <pc:sldMk cId="539044082" sldId="322"/>
            <ac:spMk id="17" creationId="{69704B2C-D8CB-49AA-921B-3D591DC7DBE9}"/>
          </ac:spMkLst>
        </pc:spChg>
        <pc:spChg chg="del mod">
          <ac:chgData name="Sam O'Neill" userId="cb323814-a42a-4cfe-bc74-03f595e56f6e" providerId="ADAL" clId="{81D15480-6FBE-414D-AF67-96F7822E13A2}" dt="2020-02-11T15:01:11.230" v="1239" actId="478"/>
          <ac:spMkLst>
            <pc:docMk/>
            <pc:sldMk cId="539044082" sldId="322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1T15:02:09.702" v="1249" actId="1076"/>
          <ac:picMkLst>
            <pc:docMk/>
            <pc:sldMk cId="539044082" sldId="322"/>
            <ac:picMk id="4" creationId="{C3558BCB-0C6E-463D-9290-798EE9043D48}"/>
          </ac:picMkLst>
        </pc:picChg>
        <pc:picChg chg="add mod">
          <ac:chgData name="Sam O'Neill" userId="cb323814-a42a-4cfe-bc74-03f595e56f6e" providerId="ADAL" clId="{81D15480-6FBE-414D-AF67-96F7822E13A2}" dt="2020-02-11T15:02:26.957" v="1255" actId="1076"/>
          <ac:picMkLst>
            <pc:docMk/>
            <pc:sldMk cId="539044082" sldId="322"/>
            <ac:picMk id="8" creationId="{A6F38B2D-64A3-4A2D-9614-E0C28651AC2E}"/>
          </ac:picMkLst>
        </pc:picChg>
        <pc:picChg chg="add mod">
          <ac:chgData name="Sam O'Neill" userId="cb323814-a42a-4cfe-bc74-03f595e56f6e" providerId="ADAL" clId="{81D15480-6FBE-414D-AF67-96F7822E13A2}" dt="2020-02-11T15:02:30.879" v="1257" actId="1076"/>
          <ac:picMkLst>
            <pc:docMk/>
            <pc:sldMk cId="539044082" sldId="322"/>
            <ac:picMk id="11" creationId="{5DC81B2B-948A-4910-AF0D-C3E98935E9AD}"/>
          </ac:picMkLst>
        </pc:picChg>
        <pc:cxnChg chg="add mod">
          <ac:chgData name="Sam O'Neill" userId="cb323814-a42a-4cfe-bc74-03f595e56f6e" providerId="ADAL" clId="{81D15480-6FBE-414D-AF67-96F7822E13A2}" dt="2020-02-11T15:02:09.702" v="1249" actId="1076"/>
          <ac:cxnSpMkLst>
            <pc:docMk/>
            <pc:sldMk cId="539044082" sldId="322"/>
            <ac:cxnSpMk id="5" creationId="{D504F1EA-80D4-446C-88C8-A599B6FC3855}"/>
          </ac:cxnSpMkLst>
        </pc:cxnChg>
        <pc:cxnChg chg="add mod">
          <ac:chgData name="Sam O'Neill" userId="cb323814-a42a-4cfe-bc74-03f595e56f6e" providerId="ADAL" clId="{81D15480-6FBE-414D-AF67-96F7822E13A2}" dt="2020-02-11T15:03:05.372" v="1267" actId="208"/>
          <ac:cxnSpMkLst>
            <pc:docMk/>
            <pc:sldMk cId="539044082" sldId="322"/>
            <ac:cxnSpMk id="9" creationId="{E98123C2-F896-4C85-8928-0053CC366EA2}"/>
          </ac:cxnSpMkLst>
        </pc:cxnChg>
        <pc:cxnChg chg="add mod">
          <ac:chgData name="Sam O'Neill" userId="cb323814-a42a-4cfe-bc74-03f595e56f6e" providerId="ADAL" clId="{81D15480-6FBE-414D-AF67-96F7822E13A2}" dt="2020-02-11T15:03:02.553" v="1266" actId="208"/>
          <ac:cxnSpMkLst>
            <pc:docMk/>
            <pc:sldMk cId="539044082" sldId="322"/>
            <ac:cxnSpMk id="12" creationId="{CD206272-D395-4E84-BB17-49599B7A229E}"/>
          </ac:cxnSpMkLst>
        </pc:cxnChg>
        <pc:cxnChg chg="add mod">
          <ac:chgData name="Sam O'Neill" userId="cb323814-a42a-4cfe-bc74-03f595e56f6e" providerId="ADAL" clId="{81D15480-6FBE-414D-AF67-96F7822E13A2}" dt="2020-02-11T15:03:02.553" v="1266" actId="208"/>
          <ac:cxnSpMkLst>
            <pc:docMk/>
            <pc:sldMk cId="539044082" sldId="322"/>
            <ac:cxnSpMk id="14" creationId="{529E09AA-E481-4A05-9C0A-9D03DBEFEE9B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287839291" sldId="322"/>
        </pc:sldMkLst>
      </pc:sldChg>
      <pc:sldChg chg="modSp add mod">
        <pc:chgData name="Sam O'Neill" userId="cb323814-a42a-4cfe-bc74-03f595e56f6e" providerId="ADAL" clId="{81D15480-6FBE-414D-AF67-96F7822E13A2}" dt="2020-02-13T13:24:32.859" v="10568" actId="20577"/>
        <pc:sldMkLst>
          <pc:docMk/>
          <pc:sldMk cId="4134767169" sldId="323"/>
        </pc:sldMkLst>
        <pc:spChg chg="mod">
          <ac:chgData name="Sam O'Neill" userId="cb323814-a42a-4cfe-bc74-03f595e56f6e" providerId="ADAL" clId="{81D15480-6FBE-414D-AF67-96F7822E13A2}" dt="2020-02-12T11:30:45.771" v="5739" actId="20577"/>
          <ac:spMkLst>
            <pc:docMk/>
            <pc:sldMk cId="4134767169" sldId="323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3T13:24:32.859" v="10568" actId="20577"/>
          <ac:spMkLst>
            <pc:docMk/>
            <pc:sldMk cId="4134767169" sldId="323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1D15480-6FBE-414D-AF67-96F7822E13A2}" dt="2020-02-11T15:21:51.960" v="2373" actId="47"/>
        <pc:sldMkLst>
          <pc:docMk/>
          <pc:sldMk cId="3997334699" sldId="324"/>
        </pc:sldMkLst>
      </pc:sldChg>
      <pc:sldChg chg="modSp add mod">
        <pc:chgData name="Sam O'Neill" userId="cb323814-a42a-4cfe-bc74-03f595e56f6e" providerId="ADAL" clId="{81D15480-6FBE-414D-AF67-96F7822E13A2}" dt="2020-02-12T11:30:48.915" v="5743" actId="20577"/>
        <pc:sldMkLst>
          <pc:docMk/>
          <pc:sldMk cId="982664530" sldId="325"/>
        </pc:sldMkLst>
        <pc:spChg chg="mod">
          <ac:chgData name="Sam O'Neill" userId="cb323814-a42a-4cfe-bc74-03f595e56f6e" providerId="ADAL" clId="{81D15480-6FBE-414D-AF67-96F7822E13A2}" dt="2020-02-12T11:30:48.915" v="5743" actId="20577"/>
          <ac:spMkLst>
            <pc:docMk/>
            <pc:sldMk cId="982664530" sldId="325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1T16:49:03.491" v="3896" actId="6549"/>
          <ac:spMkLst>
            <pc:docMk/>
            <pc:sldMk cId="982664530" sldId="325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012735436" sldId="325"/>
        </pc:sldMkLst>
      </pc:sldChg>
      <pc:sldChg chg="addSp delSp modSp add mod">
        <pc:chgData name="Sam O'Neill" userId="cb323814-a42a-4cfe-bc74-03f595e56f6e" providerId="ADAL" clId="{81D15480-6FBE-414D-AF67-96F7822E13A2}" dt="2020-02-11T15:28:21.925" v="2479" actId="1076"/>
        <pc:sldMkLst>
          <pc:docMk/>
          <pc:sldMk cId="1830733632" sldId="326"/>
        </pc:sldMkLst>
        <pc:spChg chg="add mod">
          <ac:chgData name="Sam O'Neill" userId="cb323814-a42a-4cfe-bc74-03f595e56f6e" providerId="ADAL" clId="{81D15480-6FBE-414D-AF67-96F7822E13A2}" dt="2020-02-11T15:28:14.796" v="2478" actId="14100"/>
          <ac:spMkLst>
            <pc:docMk/>
            <pc:sldMk cId="1830733632" sldId="326"/>
            <ac:spMk id="7" creationId="{F8D11485-9C53-42ED-B6DA-569BAF0C0776}"/>
          </ac:spMkLst>
        </pc:spChg>
        <pc:spChg chg="add mod">
          <ac:chgData name="Sam O'Neill" userId="cb323814-a42a-4cfe-bc74-03f595e56f6e" providerId="ADAL" clId="{81D15480-6FBE-414D-AF67-96F7822E13A2}" dt="2020-02-11T15:28:21.925" v="2479" actId="1076"/>
          <ac:spMkLst>
            <pc:docMk/>
            <pc:sldMk cId="1830733632" sldId="326"/>
            <ac:spMk id="8" creationId="{274FDB19-7898-433E-8B1F-AEC4A48E2EC8}"/>
          </ac:spMkLst>
        </pc:spChg>
        <pc:spChg chg="del">
          <ac:chgData name="Sam O'Neill" userId="cb323814-a42a-4cfe-bc74-03f595e56f6e" providerId="ADAL" clId="{81D15480-6FBE-414D-AF67-96F7822E13A2}" dt="2020-02-11T15:23:18.937" v="2413" actId="478"/>
          <ac:spMkLst>
            <pc:docMk/>
            <pc:sldMk cId="1830733632" sldId="326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1T15:28:08.797" v="2476" actId="1076"/>
          <ac:picMkLst>
            <pc:docMk/>
            <pc:sldMk cId="1830733632" sldId="326"/>
            <ac:picMk id="3" creationId="{EDB9FE0B-762F-4461-AA7B-7F6A7E0C8AEA}"/>
          </ac:picMkLst>
        </pc:picChg>
        <pc:picChg chg="add mod">
          <ac:chgData name="Sam O'Neill" userId="cb323814-a42a-4cfe-bc74-03f595e56f6e" providerId="ADAL" clId="{81D15480-6FBE-414D-AF67-96F7822E13A2}" dt="2020-02-11T15:28:01.957" v="2474" actId="14100"/>
          <ac:picMkLst>
            <pc:docMk/>
            <pc:sldMk cId="1830733632" sldId="326"/>
            <ac:picMk id="4" creationId="{8D0AD1BB-1828-41F2-851B-BC419E405F78}"/>
          </ac:picMkLst>
        </pc:picChg>
        <pc:cxnChg chg="add mod">
          <ac:chgData name="Sam O'Neill" userId="cb323814-a42a-4cfe-bc74-03f595e56f6e" providerId="ADAL" clId="{81D15480-6FBE-414D-AF67-96F7822E13A2}" dt="2020-02-11T15:28:05.589" v="2475" actId="1076"/>
          <ac:cxnSpMkLst>
            <pc:docMk/>
            <pc:sldMk cId="1830733632" sldId="326"/>
            <ac:cxnSpMk id="6" creationId="{ED9E560B-6C8B-4C77-9C74-845E3714B4DB}"/>
          </ac:cxnSpMkLst>
        </pc:cxnChg>
      </pc:sldChg>
      <pc:sldChg chg="addSp delSp modSp add mod">
        <pc:chgData name="Sam O'Neill" userId="cb323814-a42a-4cfe-bc74-03f595e56f6e" providerId="ADAL" clId="{81D15480-6FBE-414D-AF67-96F7822E13A2}" dt="2020-02-11T15:52:32.584" v="2957" actId="20577"/>
        <pc:sldMkLst>
          <pc:docMk/>
          <pc:sldMk cId="2953580367" sldId="327"/>
        </pc:sldMkLst>
        <pc:spChg chg="mod">
          <ac:chgData name="Sam O'Neill" userId="cb323814-a42a-4cfe-bc74-03f595e56f6e" providerId="ADAL" clId="{81D15480-6FBE-414D-AF67-96F7822E13A2}" dt="2020-02-11T13:43:37.428" v="668" actId="20577"/>
          <ac:spMkLst>
            <pc:docMk/>
            <pc:sldMk cId="2953580367" sldId="327"/>
            <ac:spMk id="2" creationId="{F3E593E6-3D2F-4C7E-80B2-F78D636A9E07}"/>
          </ac:spMkLst>
        </pc:spChg>
        <pc:spChg chg="del">
          <ac:chgData name="Sam O'Neill" userId="cb323814-a42a-4cfe-bc74-03f595e56f6e" providerId="ADAL" clId="{81D15480-6FBE-414D-AF67-96F7822E13A2}" dt="2020-02-11T15:47:03.826" v="2879" actId="478"/>
          <ac:spMkLst>
            <pc:docMk/>
            <pc:sldMk cId="2953580367" sldId="327"/>
            <ac:spMk id="41" creationId="{C14A0838-F628-458D-8D91-0A95C51199DA}"/>
          </ac:spMkLst>
        </pc:spChg>
        <pc:graphicFrameChg chg="add mod modGraphic">
          <ac:chgData name="Sam O'Neill" userId="cb323814-a42a-4cfe-bc74-03f595e56f6e" providerId="ADAL" clId="{81D15480-6FBE-414D-AF67-96F7822E13A2}" dt="2020-02-11T15:52:32.584" v="2957" actId="20577"/>
          <ac:graphicFrameMkLst>
            <pc:docMk/>
            <pc:sldMk cId="2953580367" sldId="327"/>
            <ac:graphicFrameMk id="7" creationId="{9DF62E49-D9F1-42E9-9CCD-59547F93D46D}"/>
          </ac:graphicFrameMkLst>
        </pc:graphicFrameChg>
        <pc:picChg chg="add mod">
          <ac:chgData name="Sam O'Neill" userId="cb323814-a42a-4cfe-bc74-03f595e56f6e" providerId="ADAL" clId="{81D15480-6FBE-414D-AF67-96F7822E13A2}" dt="2020-02-11T15:47:27.790" v="2882" actId="1076"/>
          <ac:picMkLst>
            <pc:docMk/>
            <pc:sldMk cId="2953580367" sldId="327"/>
            <ac:picMk id="3" creationId="{DAAE03D4-C8A7-4D31-B2DE-0A76FB203995}"/>
          </ac:picMkLst>
        </pc:picChg>
        <pc:picChg chg="add del mod">
          <ac:chgData name="Sam O'Neill" userId="cb323814-a42a-4cfe-bc74-03f595e56f6e" providerId="ADAL" clId="{81D15480-6FBE-414D-AF67-96F7822E13A2}" dt="2020-02-11T15:49:24.470" v="2901"/>
          <ac:picMkLst>
            <pc:docMk/>
            <pc:sldMk cId="2953580367" sldId="327"/>
            <ac:picMk id="4" creationId="{6FA0FE42-97FB-4EAE-82B4-EFD257034501}"/>
          </ac:picMkLst>
        </pc:picChg>
        <pc:picChg chg="add del mod">
          <ac:chgData name="Sam O'Neill" userId="cb323814-a42a-4cfe-bc74-03f595e56f6e" providerId="ADAL" clId="{81D15480-6FBE-414D-AF67-96F7822E13A2}" dt="2020-02-11T15:52:16.750" v="2949" actId="478"/>
          <ac:picMkLst>
            <pc:docMk/>
            <pc:sldMk cId="2953580367" sldId="327"/>
            <ac:picMk id="5" creationId="{06849794-8FE9-46E5-B246-D8C4B148BA7B}"/>
          </ac:picMkLst>
        </pc:picChg>
        <pc:picChg chg="add mod">
          <ac:chgData name="Sam O'Neill" userId="cb323814-a42a-4cfe-bc74-03f595e56f6e" providerId="ADAL" clId="{81D15480-6FBE-414D-AF67-96F7822E13A2}" dt="2020-02-11T15:52:18.726" v="2951" actId="1076"/>
          <ac:picMkLst>
            <pc:docMk/>
            <pc:sldMk cId="2953580367" sldId="327"/>
            <ac:picMk id="6" creationId="{8E6EF1C4-2A7C-495B-B8AA-13AAE25C5C08}"/>
          </ac:picMkLst>
        </pc:picChg>
      </pc:sldChg>
      <pc:sldChg chg="modSp add del mod">
        <pc:chgData name="Sam O'Neill" userId="cb323814-a42a-4cfe-bc74-03f595e56f6e" providerId="ADAL" clId="{81D15480-6FBE-414D-AF67-96F7822E13A2}" dt="2020-02-11T15:46:57.733" v="2877" actId="47"/>
        <pc:sldMkLst>
          <pc:docMk/>
          <pc:sldMk cId="4189684528" sldId="328"/>
        </pc:sldMkLst>
        <pc:spChg chg="mod">
          <ac:chgData name="Sam O'Neill" userId="cb323814-a42a-4cfe-bc74-03f595e56f6e" providerId="ADAL" clId="{81D15480-6FBE-414D-AF67-96F7822E13A2}" dt="2020-02-11T13:44:23.244" v="711" actId="20577"/>
          <ac:spMkLst>
            <pc:docMk/>
            <pc:sldMk cId="4189684528" sldId="328"/>
            <ac:spMk id="2" creationId="{F3E593E6-3D2F-4C7E-80B2-F78D636A9E07}"/>
          </ac:spMkLst>
        </pc:spChg>
      </pc:sldChg>
      <pc:sldChg chg="modSp add del mod">
        <pc:chgData name="Sam O'Neill" userId="cb323814-a42a-4cfe-bc74-03f595e56f6e" providerId="ADAL" clId="{81D15480-6FBE-414D-AF67-96F7822E13A2}" dt="2020-02-11T15:46:59.104" v="2878" actId="47"/>
        <pc:sldMkLst>
          <pc:docMk/>
          <pc:sldMk cId="1489751240" sldId="329"/>
        </pc:sldMkLst>
        <pc:spChg chg="mod">
          <ac:chgData name="Sam O'Neill" userId="cb323814-a42a-4cfe-bc74-03f595e56f6e" providerId="ADAL" clId="{81D15480-6FBE-414D-AF67-96F7822E13A2}" dt="2020-02-11T13:45:13.487" v="728" actId="20577"/>
          <ac:spMkLst>
            <pc:docMk/>
            <pc:sldMk cId="1489751240" sldId="329"/>
            <ac:spMk id="2" creationId="{F3E593E6-3D2F-4C7E-80B2-F78D636A9E07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1D15480-6FBE-414D-AF67-96F7822E13A2}" dt="2020-02-11T13:44:58.694" v="714" actId="47"/>
        <pc:sldMkLst>
          <pc:docMk/>
          <pc:sldMk cId="1050069521" sldId="330"/>
        </pc:sldMkLst>
      </pc:sldChg>
      <pc:sldChg chg="addSp delSp modSp add mod">
        <pc:chgData name="Sam O'Neill" userId="cb323814-a42a-4cfe-bc74-03f595e56f6e" providerId="ADAL" clId="{81D15480-6FBE-414D-AF67-96F7822E13A2}" dt="2020-02-11T16:10:10.962" v="3352" actId="20577"/>
        <pc:sldMkLst>
          <pc:docMk/>
          <pc:sldMk cId="3769471408" sldId="330"/>
        </pc:sldMkLst>
        <pc:spChg chg="mod">
          <ac:chgData name="Sam O'Neill" userId="cb323814-a42a-4cfe-bc74-03f595e56f6e" providerId="ADAL" clId="{81D15480-6FBE-414D-AF67-96F7822E13A2}" dt="2020-02-11T16:10:10.962" v="3352" actId="20577"/>
          <ac:spMkLst>
            <pc:docMk/>
            <pc:sldMk cId="3769471408" sldId="330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6:09:31.129" v="3304" actId="1076"/>
          <ac:spMkLst>
            <pc:docMk/>
            <pc:sldMk cId="3769471408" sldId="330"/>
            <ac:spMk id="12" creationId="{FCBA7114-B9BB-4727-B7CE-95351AE5AAA8}"/>
          </ac:spMkLst>
        </pc:spChg>
        <pc:spChg chg="add mod">
          <ac:chgData name="Sam O'Neill" userId="cb323814-a42a-4cfe-bc74-03f595e56f6e" providerId="ADAL" clId="{81D15480-6FBE-414D-AF67-96F7822E13A2}" dt="2020-02-11T16:09:47.233" v="3311" actId="1076"/>
          <ac:spMkLst>
            <pc:docMk/>
            <pc:sldMk cId="3769471408" sldId="330"/>
            <ac:spMk id="19" creationId="{D6C2948A-1475-4B55-9E88-E03221064467}"/>
          </ac:spMkLst>
        </pc:spChg>
        <pc:spChg chg="add mod">
          <ac:chgData name="Sam O'Neill" userId="cb323814-a42a-4cfe-bc74-03f595e56f6e" providerId="ADAL" clId="{81D15480-6FBE-414D-AF67-96F7822E13A2}" dt="2020-02-11T16:09:35.361" v="3306" actId="1076"/>
          <ac:spMkLst>
            <pc:docMk/>
            <pc:sldMk cId="3769471408" sldId="330"/>
            <ac:spMk id="22" creationId="{6CF78DE8-4210-4E0E-BA86-7947B0F95F76}"/>
          </ac:spMkLst>
        </pc:spChg>
        <pc:spChg chg="add mod">
          <ac:chgData name="Sam O'Neill" userId="cb323814-a42a-4cfe-bc74-03f595e56f6e" providerId="ADAL" clId="{81D15480-6FBE-414D-AF67-96F7822E13A2}" dt="2020-02-11T16:09:37.497" v="3307" actId="1076"/>
          <ac:spMkLst>
            <pc:docMk/>
            <pc:sldMk cId="3769471408" sldId="330"/>
            <ac:spMk id="26" creationId="{D264FB87-46B9-4D74-A97E-5CD584665B36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0" creationId="{84739B87-0E7A-4E66-A133-74425CB133BD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1" creationId="{C07EBC88-6CD8-479D-B680-15277A49BCF1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2" creationId="{A2103E0D-2E87-4513-8263-8A0EE0882BB3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3" creationId="{758ADC59-60D8-4090-AD59-BD83E9F806EB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4" creationId="{15C9B32D-ACB6-4FA0-A36D-340B36415FC0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5" creationId="{77368DD9-5CF7-42B1-8E19-45C66136854E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6" creationId="{F55DBF1D-4F00-4E77-B17F-D017763C9347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7" creationId="{2545990E-CC31-45B6-817D-9AEB69EAE6E2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8" creationId="{3C8C0317-637A-4113-8069-97E89104590D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39" creationId="{F52A1407-280E-434D-A594-E876403ECC0C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40" creationId="{7248E6C1-E879-45D1-8367-C04A2B8942CD}"/>
          </ac:spMkLst>
        </pc:spChg>
        <pc:spChg chg="del">
          <ac:chgData name="Sam O'Neill" userId="cb323814-a42a-4cfe-bc74-03f595e56f6e" providerId="ADAL" clId="{81D15480-6FBE-414D-AF67-96F7822E13A2}" dt="2020-02-11T16:04:15.200" v="3198" actId="478"/>
          <ac:spMkLst>
            <pc:docMk/>
            <pc:sldMk cId="3769471408" sldId="330"/>
            <ac:spMk id="41" creationId="{C14A0838-F628-458D-8D91-0A95C51199DA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42" creationId="{4D214282-73DE-4758-8E5A-6D1B02853B3E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43" creationId="{6798C95B-C962-43A7-9EF3-FB128413F65A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2" creationId="{6FB1ED1D-C1FD-4138-BB4A-A76B69F2EBBD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3" creationId="{BA81C9FE-8F55-4471-BB10-F87E9F103F31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4" creationId="{35C58198-2471-4838-9CB6-9EF3393A1301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5" creationId="{BA17CC74-D9C1-41E0-9646-E59C32A35843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6" creationId="{5DB21B6A-EB9A-4E7B-B356-C6394F4BA503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7" creationId="{8EDABACC-BC71-49B7-9A11-500CA8CBD330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8" creationId="{81D61026-9C6D-432D-B017-BAAB2CF30194}"/>
          </ac:spMkLst>
        </pc:spChg>
        <pc:spChg chg="add mod">
          <ac:chgData name="Sam O'Neill" userId="cb323814-a42a-4cfe-bc74-03f595e56f6e" providerId="ADAL" clId="{81D15480-6FBE-414D-AF67-96F7822E13A2}" dt="2020-02-11T16:09:18.660" v="3301" actId="404"/>
          <ac:spMkLst>
            <pc:docMk/>
            <pc:sldMk cId="3769471408" sldId="330"/>
            <ac:spMk id="59" creationId="{B5972201-AA72-4EAF-AA57-7DDA5162A0DF}"/>
          </ac:spMkLst>
        </pc:spChg>
        <pc:grpChg chg="add mod">
          <ac:chgData name="Sam O'Neill" userId="cb323814-a42a-4cfe-bc74-03f595e56f6e" providerId="ADAL" clId="{81D15480-6FBE-414D-AF67-96F7822E13A2}" dt="2020-02-11T16:09:15.258" v="3299" actId="1076"/>
          <ac:grpSpMkLst>
            <pc:docMk/>
            <pc:sldMk cId="3769471408" sldId="330"/>
            <ac:grpSpMk id="29" creationId="{BE7A2A33-C631-4017-ADE2-9DAC60B8944A}"/>
          </ac:grpSpMkLst>
        </pc:grpChg>
        <pc:picChg chg="add del mod">
          <ac:chgData name="Sam O'Neill" userId="cb323814-a42a-4cfe-bc74-03f595e56f6e" providerId="ADAL" clId="{81D15480-6FBE-414D-AF67-96F7822E13A2}" dt="2020-02-11T16:06:58.849" v="3265" actId="478"/>
          <ac:picMkLst>
            <pc:docMk/>
            <pc:sldMk cId="3769471408" sldId="330"/>
            <ac:picMk id="3" creationId="{396A06A2-E97F-491E-968E-937288E4C890}"/>
          </ac:picMkLst>
        </pc:picChg>
        <pc:picChg chg="add mod ord">
          <ac:chgData name="Sam O'Neill" userId="cb323814-a42a-4cfe-bc74-03f595e56f6e" providerId="ADAL" clId="{81D15480-6FBE-414D-AF67-96F7822E13A2}" dt="2020-02-11T16:09:31.129" v="3304" actId="1076"/>
          <ac:picMkLst>
            <pc:docMk/>
            <pc:sldMk cId="3769471408" sldId="330"/>
            <ac:picMk id="18" creationId="{4F20A05B-DEEE-4013-8615-315D4ACE6FEE}"/>
          </ac:picMkLst>
        </pc:picChg>
        <pc:cxnChg chg="add del mod">
          <ac:chgData name="Sam O'Neill" userId="cb323814-a42a-4cfe-bc74-03f595e56f6e" providerId="ADAL" clId="{81D15480-6FBE-414D-AF67-96F7822E13A2}" dt="2020-02-11T16:04:43.176" v="3204" actId="478"/>
          <ac:cxnSpMkLst>
            <pc:docMk/>
            <pc:sldMk cId="3769471408" sldId="330"/>
            <ac:cxnSpMk id="5" creationId="{8DA62B85-C5D0-4B71-A484-DFCF3AB3781E}"/>
          </ac:cxnSpMkLst>
        </pc:cxnChg>
        <pc:cxnChg chg="add mod">
          <ac:chgData name="Sam O'Neill" userId="cb323814-a42a-4cfe-bc74-03f595e56f6e" providerId="ADAL" clId="{81D15480-6FBE-414D-AF67-96F7822E13A2}" dt="2020-02-11T16:09:31.129" v="3304" actId="1076"/>
          <ac:cxnSpMkLst>
            <pc:docMk/>
            <pc:sldMk cId="3769471408" sldId="330"/>
            <ac:cxnSpMk id="7" creationId="{7AC8A6B3-A546-4958-A25A-B7973687040D}"/>
          </ac:cxnSpMkLst>
        </pc:cxnChg>
        <pc:cxnChg chg="add mod">
          <ac:chgData name="Sam O'Neill" userId="cb323814-a42a-4cfe-bc74-03f595e56f6e" providerId="ADAL" clId="{81D15480-6FBE-414D-AF67-96F7822E13A2}" dt="2020-02-11T16:09:31.129" v="3304" actId="1076"/>
          <ac:cxnSpMkLst>
            <pc:docMk/>
            <pc:sldMk cId="3769471408" sldId="330"/>
            <ac:cxnSpMk id="10" creationId="{46105CB2-9C74-43B2-884B-ABB7E4CE0A89}"/>
          </ac:cxnSpMkLst>
        </pc:cxnChg>
        <pc:cxnChg chg="add mod">
          <ac:chgData name="Sam O'Neill" userId="cb323814-a42a-4cfe-bc74-03f595e56f6e" providerId="ADAL" clId="{81D15480-6FBE-414D-AF67-96F7822E13A2}" dt="2020-02-11T16:09:40.850" v="3309" actId="14100"/>
          <ac:cxnSpMkLst>
            <pc:docMk/>
            <pc:sldMk cId="3769471408" sldId="330"/>
            <ac:cxnSpMk id="14" creationId="{AD1C808E-5B30-4C7C-8B9E-D4E47802E220}"/>
          </ac:cxnSpMkLst>
        </pc:cxnChg>
        <pc:cxnChg chg="add mod">
          <ac:chgData name="Sam O'Neill" userId="cb323814-a42a-4cfe-bc74-03f595e56f6e" providerId="ADAL" clId="{81D15480-6FBE-414D-AF67-96F7822E13A2}" dt="2020-02-11T16:09:33.737" v="3305" actId="14100"/>
          <ac:cxnSpMkLst>
            <pc:docMk/>
            <pc:sldMk cId="3769471408" sldId="330"/>
            <ac:cxnSpMk id="21" creationId="{518765D5-7BBF-4EE9-AF14-ED8EB734FFB6}"/>
          </ac:cxnSpMkLst>
        </pc:cxnChg>
        <pc:cxnChg chg="add mod">
          <ac:chgData name="Sam O'Neill" userId="cb323814-a42a-4cfe-bc74-03f595e56f6e" providerId="ADAL" clId="{81D15480-6FBE-414D-AF67-96F7822E13A2}" dt="2020-02-11T16:09:31.129" v="3304" actId="1076"/>
          <ac:cxnSpMkLst>
            <pc:docMk/>
            <pc:sldMk cId="3769471408" sldId="330"/>
            <ac:cxnSpMk id="25" creationId="{D30FBC7C-DF84-48B1-A895-5E709B5A628F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4" creationId="{458686FC-BE5D-4B68-AA74-F90A728C3D15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5" creationId="{C42A2CBC-7673-4ED5-96E9-218BC545BB1B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6" creationId="{BC85BF54-80FC-4B28-AA1E-2E94EC8B2DDE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7" creationId="{7F9E14C0-A8F3-4A12-85A4-8F9A2EB34EE8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8" creationId="{EE84B497-C03E-4127-B5BB-070A7A706742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49" creationId="{CBCDCCC3-8FE4-4EE8-AA18-E680E7DC03C5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50" creationId="{991F2AE9-DD38-4371-A824-B7D72ADF36CE}"/>
          </ac:cxnSpMkLst>
        </pc:cxnChg>
        <pc:cxnChg chg="add mod">
          <ac:chgData name="Sam O'Neill" userId="cb323814-a42a-4cfe-bc74-03f595e56f6e" providerId="ADAL" clId="{81D15480-6FBE-414D-AF67-96F7822E13A2}" dt="2020-02-11T16:09:07.622" v="3297" actId="164"/>
          <ac:cxnSpMkLst>
            <pc:docMk/>
            <pc:sldMk cId="3769471408" sldId="330"/>
            <ac:cxnSpMk id="51" creationId="{5F7986AA-A6C2-422E-87F9-7B71736EA6E3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71522402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19939075" sldId="331"/>
        </pc:sldMkLst>
      </pc:sldChg>
      <pc:sldChg chg="addSp delSp modSp add mod modAnim">
        <pc:chgData name="Sam O'Neill" userId="cb323814-a42a-4cfe-bc74-03f595e56f6e" providerId="ADAL" clId="{81D15480-6FBE-414D-AF67-96F7822E13A2}" dt="2020-02-13T13:08:53.284" v="10284"/>
        <pc:sldMkLst>
          <pc:docMk/>
          <pc:sldMk cId="3012511006" sldId="331"/>
        </pc:sldMkLst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3" creationId="{7F6A7A35-4663-4FC0-803D-954B24DBDBC6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5" creationId="{AE4E21BD-5D61-4C86-BF02-F886DA349F37}"/>
          </ac:spMkLst>
        </pc:spChg>
        <pc:spChg chg="mod">
          <ac:chgData name="Sam O'Neill" userId="cb323814-a42a-4cfe-bc74-03f595e56f6e" providerId="ADAL" clId="{81D15480-6FBE-414D-AF67-96F7822E13A2}" dt="2020-02-11T15:00:08.446" v="1188" actId="14100"/>
          <ac:spMkLst>
            <pc:docMk/>
            <pc:sldMk cId="3012511006" sldId="331"/>
            <ac:spMk id="6" creationId="{B1478834-25B7-4AB8-B4AC-53A7D22073C0}"/>
          </ac:spMkLst>
        </pc:spChg>
        <pc:spChg chg="del">
          <ac:chgData name="Sam O'Neill" userId="cb323814-a42a-4cfe-bc74-03f595e56f6e" providerId="ADAL" clId="{81D15480-6FBE-414D-AF67-96F7822E13A2}" dt="2020-02-11T14:57:29.718" v="1147" actId="478"/>
          <ac:spMkLst>
            <pc:docMk/>
            <pc:sldMk cId="3012511006" sldId="331"/>
            <ac:spMk id="7" creationId="{B8A0C5D8-C6F7-4305-9104-39413234E0A9}"/>
          </ac:spMkLst>
        </pc:spChg>
        <pc:spChg chg="add del">
          <ac:chgData name="Sam O'Neill" userId="cb323814-a42a-4cfe-bc74-03f595e56f6e" providerId="ADAL" clId="{81D15480-6FBE-414D-AF67-96F7822E13A2}" dt="2020-02-11T14:59:41.030" v="1158"/>
          <ac:spMkLst>
            <pc:docMk/>
            <pc:sldMk cId="3012511006" sldId="331"/>
            <ac:spMk id="16" creationId="{C033E16D-FD3B-4521-B0D8-3EDABB410D45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17" creationId="{9B8416F4-33B7-44FA-A988-29DEC0586778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18" creationId="{A6D71AA0-4F27-46F9-9A1A-2FBC90B9B53F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19" creationId="{CFDA9EA7-D557-4BD0-AC79-5F05ED96164C}"/>
          </ac:spMkLst>
        </pc:spChg>
        <pc:spChg chg="add mod">
          <ac:chgData name="Sam O'Neill" userId="cb323814-a42a-4cfe-bc74-03f595e56f6e" providerId="ADAL" clId="{81D15480-6FBE-414D-AF67-96F7822E13A2}" dt="2020-02-13T13:08:18.918" v="10275" actId="20577"/>
          <ac:spMkLst>
            <pc:docMk/>
            <pc:sldMk cId="3012511006" sldId="331"/>
            <ac:spMk id="20" creationId="{4AB21671-E002-43CA-B2BA-258281F77124}"/>
          </ac:spMkLst>
        </pc:spChg>
        <pc:spChg chg="del">
          <ac:chgData name="Sam O'Neill" userId="cb323814-a42a-4cfe-bc74-03f595e56f6e" providerId="ADAL" clId="{81D15480-6FBE-414D-AF67-96F7822E13A2}" dt="2020-02-11T14:57:27.913" v="1146" actId="478"/>
          <ac:spMkLst>
            <pc:docMk/>
            <pc:sldMk cId="3012511006" sldId="331"/>
            <ac:spMk id="21" creationId="{6473639A-C8C2-4B3D-8A45-33E19946356D}"/>
          </ac:spMkLst>
        </pc:spChg>
        <pc:picChg chg="add mod">
          <ac:chgData name="Sam O'Neill" userId="cb323814-a42a-4cfe-bc74-03f595e56f6e" providerId="ADAL" clId="{81D15480-6FBE-414D-AF67-96F7822E13A2}" dt="2020-02-11T15:00:10.078" v="1189" actId="1076"/>
          <ac:picMkLst>
            <pc:docMk/>
            <pc:sldMk cId="3012511006" sldId="331"/>
            <ac:picMk id="4" creationId="{84915458-01CE-41DB-B943-B79C17FA4D95}"/>
          </ac:picMkLst>
        </pc:picChg>
        <pc:picChg chg="mod">
          <ac:chgData name="Sam O'Neill" userId="cb323814-a42a-4cfe-bc74-03f595e56f6e" providerId="ADAL" clId="{81D15480-6FBE-414D-AF67-96F7822E13A2}" dt="2020-02-11T15:00:03.966" v="1186" actId="1076"/>
          <ac:picMkLst>
            <pc:docMk/>
            <pc:sldMk cId="3012511006" sldId="331"/>
            <ac:picMk id="8" creationId="{55CEA226-DF41-4CC7-BF7C-2C0F74263720}"/>
          </ac:picMkLst>
        </pc:picChg>
        <pc:picChg chg="add mod">
          <ac:chgData name="Sam O'Neill" userId="cb323814-a42a-4cfe-bc74-03f595e56f6e" providerId="ADAL" clId="{81D15480-6FBE-414D-AF67-96F7822E13A2}" dt="2020-02-11T15:00:31.278" v="1192" actId="1076"/>
          <ac:picMkLst>
            <pc:docMk/>
            <pc:sldMk cId="3012511006" sldId="331"/>
            <ac:picMk id="9" creationId="{DA10C761-2D78-4106-96CE-364264BEF9A0}"/>
          </ac:picMkLst>
        </pc:picChg>
        <pc:cxnChg chg="del mod">
          <ac:chgData name="Sam O'Neill" userId="cb323814-a42a-4cfe-bc74-03f595e56f6e" providerId="ADAL" clId="{81D15480-6FBE-414D-AF67-96F7822E13A2}" dt="2020-02-11T14:57:27.913" v="1146" actId="478"/>
          <ac:cxnSpMkLst>
            <pc:docMk/>
            <pc:sldMk cId="3012511006" sldId="331"/>
            <ac:cxnSpMk id="10" creationId="{C04D6DD5-88FB-4553-9900-50EC76BDF9C0}"/>
          </ac:cxnSpMkLst>
        </pc:cxnChg>
        <pc:cxnChg chg="del mod">
          <ac:chgData name="Sam O'Neill" userId="cb323814-a42a-4cfe-bc74-03f595e56f6e" providerId="ADAL" clId="{81D15480-6FBE-414D-AF67-96F7822E13A2}" dt="2020-02-11T14:57:27.913" v="1146" actId="478"/>
          <ac:cxnSpMkLst>
            <pc:docMk/>
            <pc:sldMk cId="3012511006" sldId="331"/>
            <ac:cxnSpMk id="12" creationId="{DDF9F68B-7C8B-4C77-B891-E7239D21F2D6}"/>
          </ac:cxnSpMkLst>
        </pc:cxnChg>
        <pc:cxnChg chg="del mod">
          <ac:chgData name="Sam O'Neill" userId="cb323814-a42a-4cfe-bc74-03f595e56f6e" providerId="ADAL" clId="{81D15480-6FBE-414D-AF67-96F7822E13A2}" dt="2020-02-11T14:57:27.913" v="1146" actId="478"/>
          <ac:cxnSpMkLst>
            <pc:docMk/>
            <pc:sldMk cId="3012511006" sldId="331"/>
            <ac:cxnSpMk id="15" creationId="{B1E169FD-6EBC-494C-99E3-5016F5C55229}"/>
          </ac:cxnSpMkLst>
        </pc:cxnChg>
      </pc:sldChg>
      <pc:sldChg chg="add del">
        <pc:chgData name="Sam O'Neill" userId="cb323814-a42a-4cfe-bc74-03f595e56f6e" providerId="ADAL" clId="{81D15480-6FBE-414D-AF67-96F7822E13A2}" dt="2020-02-11T15:05:10.043" v="1488" actId="47"/>
        <pc:sldMkLst>
          <pc:docMk/>
          <pc:sldMk cId="788700647" sldId="332"/>
        </pc:sldMkLst>
      </pc:sldChg>
      <pc:sldChg chg="addSp delSp modSp add mod modAnim">
        <pc:chgData name="Sam O'Neill" userId="cb323814-a42a-4cfe-bc74-03f595e56f6e" providerId="ADAL" clId="{81D15480-6FBE-414D-AF67-96F7822E13A2}" dt="2020-02-13T13:24:19.688" v="10561"/>
        <pc:sldMkLst>
          <pc:docMk/>
          <pc:sldMk cId="3372701972" sldId="332"/>
        </pc:sldMkLst>
        <pc:spChg chg="mod">
          <ac:chgData name="Sam O'Neill" userId="cb323814-a42a-4cfe-bc74-03f595e56f6e" providerId="ADAL" clId="{81D15480-6FBE-414D-AF67-96F7822E13A2}" dt="2020-02-11T15:05:28.495" v="1567" actId="20577"/>
          <ac:spMkLst>
            <pc:docMk/>
            <pc:sldMk cId="3372701972" sldId="332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3" creationId="{660987A1-772D-460F-8F32-A6B82CFAEEE9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5" creationId="{AAD78CEF-E9F0-48D1-8D17-14602C4237ED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6" creationId="{8442333F-E21E-4024-9131-1A8E302AC15F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" creationId="{C67C95DD-73F9-4DCB-84C3-E482CBA38B3B}"/>
          </ac:spMkLst>
        </pc:spChg>
        <pc:spChg chg="add del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" creationId="{B0685B36-10EC-4540-8882-E102EF1DD336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9" creationId="{72B3DB04-38EF-4C00-9372-D8D54723C948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10" creationId="{5DA42B4E-ABD7-492C-BAB8-BD6F01FE1D22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11" creationId="{291B681D-2C58-4BCF-9ABB-641EA45EB02D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12" creationId="{C5CF9025-5591-4593-881E-D11F3B8E76C7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13" creationId="{6E4A2783-BA55-4220-A53C-0E2FBF297C53}"/>
          </ac:spMkLst>
        </pc:spChg>
        <pc:spChg chg="mod">
          <ac:chgData name="Sam O'Neill" userId="cb323814-a42a-4cfe-bc74-03f595e56f6e" providerId="ADAL" clId="{81D15480-6FBE-414D-AF67-96F7822E13A2}" dt="2020-02-11T15:19:23.921" v="2062" actId="6549"/>
          <ac:spMkLst>
            <pc:docMk/>
            <pc:sldMk cId="3372701972" sldId="332"/>
            <ac:spMk id="41" creationId="{C14A0838-F628-458D-8D91-0A95C51199DA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42" creationId="{4D272853-6455-473B-8048-F6D838151039}"/>
          </ac:spMkLst>
        </pc:spChg>
        <pc:spChg chg="add del">
          <ac:chgData name="Sam O'Neill" userId="cb323814-a42a-4cfe-bc74-03f595e56f6e" providerId="ADAL" clId="{81D15480-6FBE-414D-AF67-96F7822E13A2}" dt="2020-02-11T15:12:26.028" v="1798"/>
          <ac:spMkLst>
            <pc:docMk/>
            <pc:sldMk cId="3372701972" sldId="332"/>
            <ac:spMk id="43" creationId="{DAFC5978-4449-47D2-8DAD-3F84347A87EB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44" creationId="{5DF8001E-D48B-4158-9092-054E8E97D7C7}"/>
          </ac:spMkLst>
        </pc:spChg>
        <pc:spChg chg="add del mod">
          <ac:chgData name="Sam O'Neill" userId="cb323814-a42a-4cfe-bc74-03f595e56f6e" providerId="ADAL" clId="{81D15480-6FBE-414D-AF67-96F7822E13A2}" dt="2020-02-11T15:12:34.869" v="1803"/>
          <ac:spMkLst>
            <pc:docMk/>
            <pc:sldMk cId="3372701972" sldId="332"/>
            <ac:spMk id="45" creationId="{A415AF8C-0564-4DF3-9C24-C027EA5FD995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46" creationId="{68BD2756-1556-49DC-8978-8668C0783037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47" creationId="{480123A9-8696-44FE-AFBA-96BC18CE5F19}"/>
          </ac:spMkLst>
        </pc:spChg>
        <pc:spChg chg="add del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48" creationId="{B512F759-02DE-46A0-BAEA-94E5E6CD9688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49" creationId="{91B412BE-78F9-45C0-92A3-FF9A6A934D6F}"/>
          </ac:spMkLst>
        </pc:spChg>
        <pc:spChg chg="add del mod">
          <ac:chgData name="Sam O'Neill" userId="cb323814-a42a-4cfe-bc74-03f595e56f6e" providerId="ADAL" clId="{81D15480-6FBE-414D-AF67-96F7822E13A2}" dt="2020-02-11T15:15:44.475" v="1871"/>
          <ac:spMkLst>
            <pc:docMk/>
            <pc:sldMk cId="3372701972" sldId="332"/>
            <ac:spMk id="71" creationId="{27D66708-1E74-43A2-9EB6-5094DCE98AA4}"/>
          </ac:spMkLst>
        </pc:spChg>
        <pc:spChg chg="add del mod">
          <ac:chgData name="Sam O'Neill" userId="cb323814-a42a-4cfe-bc74-03f595e56f6e" providerId="ADAL" clId="{81D15480-6FBE-414D-AF67-96F7822E13A2}" dt="2020-02-11T15:15:44.475" v="1871"/>
          <ac:spMkLst>
            <pc:docMk/>
            <pc:sldMk cId="3372701972" sldId="332"/>
            <ac:spMk id="72" creationId="{CD817A61-E37E-46BF-AA9E-DD47AAF1858A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3" creationId="{6D2F55D2-0A14-418E-BFC2-5725DF44532C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4" creationId="{210C1A34-D015-45DC-92D8-E0253AD57492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5" creationId="{DC2E36B6-1A38-470D-B54C-16216EDEC2F0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6" creationId="{A09310ED-9F9E-4CEC-8A8B-D86A3D0EC097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7" creationId="{453377FE-098D-4F0E-AC79-D4856BCA65C3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8" creationId="{5714D65E-B4A5-480F-B2E6-C8815845041A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79" creationId="{78ED4B94-A0CD-4E60-A8C4-28EEBB9B03CB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0" creationId="{557C607C-9F0B-4E50-B4AB-73D88325AFEF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1" creationId="{D1BD38C3-8493-4943-A513-CCE6D5829B6D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2" creationId="{D9E08EBF-2241-4AC6-9A37-9EFC82E0AEDC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3" creationId="{521A9489-A8EB-4959-B614-A3013FF49499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4" creationId="{A64EFEEC-7C5A-4BC8-BC5E-A0DCD5CCF566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5" creationId="{C82136D9-8C0B-45A5-9B33-1BD56F48C233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6" creationId="{D7EE4712-76AA-49BE-9AB6-9D099D204B44}"/>
          </ac:spMkLst>
        </pc:spChg>
        <pc:spChg chg="add mod">
          <ac:chgData name="Sam O'Neill" userId="cb323814-a42a-4cfe-bc74-03f595e56f6e" providerId="ADAL" clId="{81D15480-6FBE-414D-AF67-96F7822E13A2}" dt="2020-02-13T13:24:01.338" v="10555" actId="164"/>
          <ac:spMkLst>
            <pc:docMk/>
            <pc:sldMk cId="3372701972" sldId="332"/>
            <ac:spMk id="87" creationId="{3AE9BE2B-36FF-4E17-894A-078E76FD17B7}"/>
          </ac:spMkLst>
        </pc:spChg>
        <pc:spChg chg="add mod">
          <ac:chgData name="Sam O'Neill" userId="cb323814-a42a-4cfe-bc74-03f595e56f6e" providerId="ADAL" clId="{81D15480-6FBE-414D-AF67-96F7822E13A2}" dt="2020-02-11T15:19:31.322" v="2063" actId="1076"/>
          <ac:spMkLst>
            <pc:docMk/>
            <pc:sldMk cId="3372701972" sldId="332"/>
            <ac:spMk id="88" creationId="{C499895D-3D31-4E79-9AE6-458C2BB9E315}"/>
          </ac:spMkLst>
        </pc:spChg>
        <pc:spChg chg="add del mod">
          <ac:chgData name="Sam O'Neill" userId="cb323814-a42a-4cfe-bc74-03f595e56f6e" providerId="ADAL" clId="{81D15480-6FBE-414D-AF67-96F7822E13A2}" dt="2020-02-11T15:19:42.174" v="2066" actId="478"/>
          <ac:spMkLst>
            <pc:docMk/>
            <pc:sldMk cId="3372701972" sldId="332"/>
            <ac:spMk id="89" creationId="{AFEF51FA-55E9-4BA9-989A-DAAC93640398}"/>
          </ac:spMkLst>
        </pc:spChg>
        <pc:grpChg chg="add mod">
          <ac:chgData name="Sam O'Neill" userId="cb323814-a42a-4cfe-bc74-03f595e56f6e" providerId="ADAL" clId="{81D15480-6FBE-414D-AF67-96F7822E13A2}" dt="2020-02-13T13:24:04.020" v="10557" actId="1076"/>
          <ac:grpSpMkLst>
            <pc:docMk/>
            <pc:sldMk cId="3372701972" sldId="332"/>
            <ac:grpSpMk id="4" creationId="{3DAADF65-836D-4508-A761-35AF7ACAC9D4}"/>
          </ac:grpSpMkLst>
        </pc:grp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14" creationId="{A0B95F6C-1EEE-4844-A78B-5C4A4654EF2D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16" creationId="{D3D15C71-E5C4-4FB4-B9EC-CB759DCE6F35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19" creationId="{B4ACCC04-9D7F-4CCD-AF81-FF72F75475B6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22" creationId="{443A71A5-22D2-4F25-B663-56D3C0344FAE}"/>
          </ac:cxnSpMkLst>
        </pc:cxnChg>
        <pc:cxnChg chg="add del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25" creationId="{01B9A3CB-D05B-4D31-B360-D58E2165528C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28" creationId="{9C8FC2CB-F0B7-4D69-BA27-47872935E64E}"/>
          </ac:cxnSpMkLst>
        </pc:cxnChg>
        <pc:cxnChg chg="add del">
          <ac:chgData name="Sam O'Neill" userId="cb323814-a42a-4cfe-bc74-03f595e56f6e" providerId="ADAL" clId="{81D15480-6FBE-414D-AF67-96F7822E13A2}" dt="2020-02-11T15:11:21.977" v="1769"/>
          <ac:cxnSpMkLst>
            <pc:docMk/>
            <pc:sldMk cId="3372701972" sldId="332"/>
            <ac:cxnSpMk id="31" creationId="{CC29BF17-7B02-4D50-977F-7DAAE78F1047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33" creationId="{47DFB4B9-D14F-4378-BF82-298F63E9A617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36" creationId="{3FADEAB4-8CCE-4371-AD62-BC96398D2225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39" creationId="{711A2256-43E2-4763-A6FD-7C8D3210683A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50" creationId="{FB9D1E92-F157-4264-961E-2940735877B0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54" creationId="{FDF6FF3C-5C75-4D37-94DD-7F6A1AA8338F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59" creationId="{F373DA43-F30B-4C6F-8159-A02D78CEE581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62" creationId="{7D624353-1472-4961-93E4-03CFAED4BABD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65" creationId="{1F4BA0E8-30DF-4567-80CB-0762EDD4EFD4}"/>
          </ac:cxnSpMkLst>
        </pc:cxnChg>
        <pc:cxnChg chg="add mod">
          <ac:chgData name="Sam O'Neill" userId="cb323814-a42a-4cfe-bc74-03f595e56f6e" providerId="ADAL" clId="{81D15480-6FBE-414D-AF67-96F7822E13A2}" dt="2020-02-13T13:24:01.338" v="10555" actId="164"/>
          <ac:cxnSpMkLst>
            <pc:docMk/>
            <pc:sldMk cId="3372701972" sldId="332"/>
            <ac:cxnSpMk id="68" creationId="{E96C49CC-B542-4D22-873F-FFC564AEA6C8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738397632" sldId="333"/>
        </pc:sldMkLst>
      </pc:sldChg>
      <pc:sldChg chg="addSp delSp modSp add mod modAnim">
        <pc:chgData name="Sam O'Neill" userId="cb323814-a42a-4cfe-bc74-03f595e56f6e" providerId="ADAL" clId="{81D15480-6FBE-414D-AF67-96F7822E13A2}" dt="2020-02-13T13:26:56.300" v="10602"/>
        <pc:sldMkLst>
          <pc:docMk/>
          <pc:sldMk cId="3871655049" sldId="333"/>
        </pc:sldMkLst>
        <pc:spChg chg="del">
          <ac:chgData name="Sam O'Neill" userId="cb323814-a42a-4cfe-bc74-03f595e56f6e" providerId="ADAL" clId="{81D15480-6FBE-414D-AF67-96F7822E13A2}" dt="2020-02-11T15:28:32.389" v="2482" actId="478"/>
          <ac:spMkLst>
            <pc:docMk/>
            <pc:sldMk cId="3871655049" sldId="333"/>
            <ac:spMk id="7" creationId="{F8D11485-9C53-42ED-B6DA-569BAF0C0776}"/>
          </ac:spMkLst>
        </pc:spChg>
        <pc:spChg chg="del">
          <ac:chgData name="Sam O'Neill" userId="cb323814-a42a-4cfe-bc74-03f595e56f6e" providerId="ADAL" clId="{81D15480-6FBE-414D-AF67-96F7822E13A2}" dt="2020-02-11T15:28:30.527" v="2481" actId="478"/>
          <ac:spMkLst>
            <pc:docMk/>
            <pc:sldMk cId="3871655049" sldId="333"/>
            <ac:spMk id="8" creationId="{274FDB19-7898-433E-8B1F-AEC4A48E2EC8}"/>
          </ac:spMkLst>
        </pc:spChg>
        <pc:picChg chg="del">
          <ac:chgData name="Sam O'Neill" userId="cb323814-a42a-4cfe-bc74-03f595e56f6e" providerId="ADAL" clId="{81D15480-6FBE-414D-AF67-96F7822E13A2}" dt="2020-02-11T15:28:30.527" v="2481" actId="478"/>
          <ac:picMkLst>
            <pc:docMk/>
            <pc:sldMk cId="3871655049" sldId="333"/>
            <ac:picMk id="3" creationId="{EDB9FE0B-762F-4461-AA7B-7F6A7E0C8AEA}"/>
          </ac:picMkLst>
        </pc:picChg>
        <pc:picChg chg="del">
          <ac:chgData name="Sam O'Neill" userId="cb323814-a42a-4cfe-bc74-03f595e56f6e" providerId="ADAL" clId="{81D15480-6FBE-414D-AF67-96F7822E13A2}" dt="2020-02-11T15:28:30.527" v="2481" actId="478"/>
          <ac:picMkLst>
            <pc:docMk/>
            <pc:sldMk cId="3871655049" sldId="333"/>
            <ac:picMk id="4" creationId="{8D0AD1BB-1828-41F2-851B-BC419E405F78}"/>
          </ac:picMkLst>
        </pc:picChg>
        <pc:picChg chg="add del mod">
          <ac:chgData name="Sam O'Neill" userId="cb323814-a42a-4cfe-bc74-03f595e56f6e" providerId="ADAL" clId="{81D15480-6FBE-414D-AF67-96F7822E13A2}" dt="2020-02-11T15:29:16.838" v="2485" actId="478"/>
          <ac:picMkLst>
            <pc:docMk/>
            <pc:sldMk cId="3871655049" sldId="333"/>
            <ac:picMk id="5" creationId="{A0E46B4E-1112-4ECD-A1AB-701F067BE91E}"/>
          </ac:picMkLst>
        </pc:picChg>
        <pc:picChg chg="add del mod">
          <ac:chgData name="Sam O'Neill" userId="cb323814-a42a-4cfe-bc74-03f595e56f6e" providerId="ADAL" clId="{81D15480-6FBE-414D-AF67-96F7822E13A2}" dt="2020-02-11T15:29:55.886" v="2491" actId="478"/>
          <ac:picMkLst>
            <pc:docMk/>
            <pc:sldMk cId="3871655049" sldId="333"/>
            <ac:picMk id="9" creationId="{0E9203DC-58FE-48BF-BAB9-82D5498C9154}"/>
          </ac:picMkLst>
        </pc:picChg>
        <pc:picChg chg="add del mod">
          <ac:chgData name="Sam O'Neill" userId="cb323814-a42a-4cfe-bc74-03f595e56f6e" providerId="ADAL" clId="{81D15480-6FBE-414D-AF67-96F7822E13A2}" dt="2020-02-11T15:29:53.790" v="2490" actId="478"/>
          <ac:picMkLst>
            <pc:docMk/>
            <pc:sldMk cId="3871655049" sldId="333"/>
            <ac:picMk id="10" creationId="{92369451-5E66-4BB6-B0E8-0AC46BB7F302}"/>
          </ac:picMkLst>
        </pc:picChg>
        <pc:picChg chg="add mod">
          <ac:chgData name="Sam O'Neill" userId="cb323814-a42a-4cfe-bc74-03f595e56f6e" providerId="ADAL" clId="{81D15480-6FBE-414D-AF67-96F7822E13A2}" dt="2020-02-11T15:30:04.734" v="2493" actId="1076"/>
          <ac:picMkLst>
            <pc:docMk/>
            <pc:sldMk cId="3871655049" sldId="333"/>
            <ac:picMk id="11" creationId="{AE317E74-375B-4A6C-92C2-3177C786479C}"/>
          </ac:picMkLst>
        </pc:picChg>
        <pc:picChg chg="add mod">
          <ac:chgData name="Sam O'Neill" userId="cb323814-a42a-4cfe-bc74-03f595e56f6e" providerId="ADAL" clId="{81D15480-6FBE-414D-AF67-96F7822E13A2}" dt="2020-02-11T15:30:30.054" v="2498" actId="1076"/>
          <ac:picMkLst>
            <pc:docMk/>
            <pc:sldMk cId="3871655049" sldId="333"/>
            <ac:picMk id="12" creationId="{725D5C4F-040F-4FBC-BE78-D7A8A76B2DAE}"/>
          </ac:picMkLst>
        </pc:picChg>
        <pc:picChg chg="add mod">
          <ac:chgData name="Sam O'Neill" userId="cb323814-a42a-4cfe-bc74-03f595e56f6e" providerId="ADAL" clId="{81D15480-6FBE-414D-AF67-96F7822E13A2}" dt="2020-02-11T15:30:31.998" v="2499" actId="1076"/>
          <ac:picMkLst>
            <pc:docMk/>
            <pc:sldMk cId="3871655049" sldId="333"/>
            <ac:picMk id="13" creationId="{9B41612F-D6B2-4332-8B81-1F6CE3A90E93}"/>
          </ac:picMkLst>
        </pc:picChg>
        <pc:picChg chg="add mod">
          <ac:chgData name="Sam O'Neill" userId="cb323814-a42a-4cfe-bc74-03f595e56f6e" providerId="ADAL" clId="{81D15480-6FBE-414D-AF67-96F7822E13A2}" dt="2020-02-11T15:31:36.319" v="2506" actId="1076"/>
          <ac:picMkLst>
            <pc:docMk/>
            <pc:sldMk cId="3871655049" sldId="333"/>
            <ac:picMk id="14" creationId="{11D028A5-E664-4F1E-8893-EA0B26E83941}"/>
          </ac:picMkLst>
        </pc:picChg>
        <pc:picChg chg="add mod">
          <ac:chgData name="Sam O'Neill" userId="cb323814-a42a-4cfe-bc74-03f595e56f6e" providerId="ADAL" clId="{81D15480-6FBE-414D-AF67-96F7822E13A2}" dt="2020-02-11T15:31:37.623" v="2507" actId="1076"/>
          <ac:picMkLst>
            <pc:docMk/>
            <pc:sldMk cId="3871655049" sldId="333"/>
            <ac:picMk id="15" creationId="{1418D1DB-DFCE-4380-AA44-DF28BE6EDAAC}"/>
          </ac:picMkLst>
        </pc:picChg>
        <pc:picChg chg="add mod">
          <ac:chgData name="Sam O'Neill" userId="cb323814-a42a-4cfe-bc74-03f595e56f6e" providerId="ADAL" clId="{81D15480-6FBE-414D-AF67-96F7822E13A2}" dt="2020-02-11T15:31:40.575" v="2508" actId="1076"/>
          <ac:picMkLst>
            <pc:docMk/>
            <pc:sldMk cId="3871655049" sldId="333"/>
            <ac:picMk id="16" creationId="{091449CE-C6FA-4159-B724-EA2D43E93A96}"/>
          </ac:picMkLst>
        </pc:picChg>
        <pc:cxnChg chg="del">
          <ac:chgData name="Sam O'Neill" userId="cb323814-a42a-4cfe-bc74-03f595e56f6e" providerId="ADAL" clId="{81D15480-6FBE-414D-AF67-96F7822E13A2}" dt="2020-02-11T15:28:30.527" v="2481" actId="478"/>
          <ac:cxnSpMkLst>
            <pc:docMk/>
            <pc:sldMk cId="3871655049" sldId="333"/>
            <ac:cxnSpMk id="6" creationId="{ED9E560B-6C8B-4C77-9C74-845E3714B4DB}"/>
          </ac:cxnSpMkLst>
        </pc:cxnChg>
        <pc:cxnChg chg="add del mod">
          <ac:chgData name="Sam O'Neill" userId="cb323814-a42a-4cfe-bc74-03f595e56f6e" providerId="ADAL" clId="{81D15480-6FBE-414D-AF67-96F7822E13A2}" dt="2020-02-11T15:32:03.720" v="2514" actId="478"/>
          <ac:cxnSpMkLst>
            <pc:docMk/>
            <pc:sldMk cId="3871655049" sldId="333"/>
            <ac:cxnSpMk id="18" creationId="{FA11F8CB-1728-42A6-86DA-79D6A48948C5}"/>
          </ac:cxnSpMkLst>
        </pc:cxnChg>
        <pc:cxnChg chg="add mod">
          <ac:chgData name="Sam O'Neill" userId="cb323814-a42a-4cfe-bc74-03f595e56f6e" providerId="ADAL" clId="{81D15480-6FBE-414D-AF67-96F7822E13A2}" dt="2020-02-11T15:32:24.592" v="2524" actId="1035"/>
          <ac:cxnSpMkLst>
            <pc:docMk/>
            <pc:sldMk cId="3871655049" sldId="333"/>
            <ac:cxnSpMk id="22" creationId="{9B9FD358-8213-4147-9C11-BCEA88F7388D}"/>
          </ac:cxnSpMkLst>
        </pc:cxnChg>
        <pc:cxnChg chg="add del mod">
          <ac:chgData name="Sam O'Neill" userId="cb323814-a42a-4cfe-bc74-03f595e56f6e" providerId="ADAL" clId="{81D15480-6FBE-414D-AF67-96F7822E13A2}" dt="2020-02-11T15:32:22.439" v="2521" actId="478"/>
          <ac:cxnSpMkLst>
            <pc:docMk/>
            <pc:sldMk cId="3871655049" sldId="333"/>
            <ac:cxnSpMk id="24" creationId="{C1E0C09D-9B8C-4237-B3CF-B29932061B42}"/>
          </ac:cxnSpMkLst>
        </pc:cxnChg>
        <pc:cxnChg chg="add mod">
          <ac:chgData name="Sam O'Neill" userId="cb323814-a42a-4cfe-bc74-03f595e56f6e" providerId="ADAL" clId="{81D15480-6FBE-414D-AF67-96F7822E13A2}" dt="2020-02-11T15:32:31.087" v="2527" actId="1076"/>
          <ac:cxnSpMkLst>
            <pc:docMk/>
            <pc:sldMk cId="3871655049" sldId="333"/>
            <ac:cxnSpMk id="26" creationId="{2D1698DA-60B6-40CE-85DF-708D7C96967E}"/>
          </ac:cxnSpMkLst>
        </pc:cxnChg>
        <pc:cxnChg chg="add mod">
          <ac:chgData name="Sam O'Neill" userId="cb323814-a42a-4cfe-bc74-03f595e56f6e" providerId="ADAL" clId="{81D15480-6FBE-414D-AF67-96F7822E13A2}" dt="2020-02-11T15:32:39.103" v="2530" actId="14100"/>
          <ac:cxnSpMkLst>
            <pc:docMk/>
            <pc:sldMk cId="3871655049" sldId="333"/>
            <ac:cxnSpMk id="27" creationId="{508C91CB-88CA-4533-B483-D5B48AEC098B}"/>
          </ac:cxnSpMkLst>
        </pc:cxnChg>
        <pc:cxnChg chg="add del">
          <ac:chgData name="Sam O'Neill" userId="cb323814-a42a-4cfe-bc74-03f595e56f6e" providerId="ADAL" clId="{81D15480-6FBE-414D-AF67-96F7822E13A2}" dt="2020-02-11T15:32:45.465" v="2532" actId="478"/>
          <ac:cxnSpMkLst>
            <pc:docMk/>
            <pc:sldMk cId="3871655049" sldId="333"/>
            <ac:cxnSpMk id="29" creationId="{00262617-5E37-4C3E-92C0-91C8D9CB73E9}"/>
          </ac:cxnSpMkLst>
        </pc:cxnChg>
        <pc:cxnChg chg="add mod">
          <ac:chgData name="Sam O'Neill" userId="cb323814-a42a-4cfe-bc74-03f595e56f6e" providerId="ADAL" clId="{81D15480-6FBE-414D-AF67-96F7822E13A2}" dt="2020-02-11T15:32:50.367" v="2534" actId="1076"/>
          <ac:cxnSpMkLst>
            <pc:docMk/>
            <pc:sldMk cId="3871655049" sldId="333"/>
            <ac:cxnSpMk id="30" creationId="{A470CC46-C47A-4139-85BA-BB2F0A873A6C}"/>
          </ac:cxnSpMkLst>
        </pc:cxnChg>
        <pc:cxnChg chg="add mod">
          <ac:chgData name="Sam O'Neill" userId="cb323814-a42a-4cfe-bc74-03f595e56f6e" providerId="ADAL" clId="{81D15480-6FBE-414D-AF67-96F7822E13A2}" dt="2020-02-11T15:32:53.775" v="2536" actId="1076"/>
          <ac:cxnSpMkLst>
            <pc:docMk/>
            <pc:sldMk cId="3871655049" sldId="333"/>
            <ac:cxnSpMk id="31" creationId="{7D52222F-A0B9-4C64-83F4-54328073BCD1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850768575" sldId="334"/>
        </pc:sldMkLst>
      </pc:sldChg>
      <pc:sldChg chg="addSp delSp modSp add mod">
        <pc:chgData name="Sam O'Neill" userId="cb323814-a42a-4cfe-bc74-03f595e56f6e" providerId="ADAL" clId="{81D15480-6FBE-414D-AF67-96F7822E13A2}" dt="2020-02-13T13:28:07.682" v="10609" actId="20577"/>
        <pc:sldMkLst>
          <pc:docMk/>
          <pc:sldMk cId="2974898386" sldId="334"/>
        </pc:sldMkLst>
        <pc:spChg chg="add mod">
          <ac:chgData name="Sam O'Neill" userId="cb323814-a42a-4cfe-bc74-03f595e56f6e" providerId="ADAL" clId="{81D15480-6FBE-414D-AF67-96F7822E13A2}" dt="2020-02-13T13:28:07.682" v="10609" actId="20577"/>
          <ac:spMkLst>
            <pc:docMk/>
            <pc:sldMk cId="2974898386" sldId="334"/>
            <ac:spMk id="6" creationId="{B2394CBD-43AF-4D94-8449-4693602B745B}"/>
          </ac:spMkLst>
        </pc:spChg>
        <pc:spChg chg="add del mod">
          <ac:chgData name="Sam O'Neill" userId="cb323814-a42a-4cfe-bc74-03f595e56f6e" providerId="ADAL" clId="{81D15480-6FBE-414D-AF67-96F7822E13A2}" dt="2020-02-11T15:45:58.886" v="2875" actId="478"/>
          <ac:spMkLst>
            <pc:docMk/>
            <pc:sldMk cId="2974898386" sldId="334"/>
            <ac:spMk id="17" creationId="{DBC8D7D7-3188-4C6A-827C-0C8F8F8D344C}"/>
          </ac:spMkLst>
        </pc:spChg>
        <pc:spChg chg="add del mod">
          <ac:chgData name="Sam O'Neill" userId="cb323814-a42a-4cfe-bc74-03f595e56f6e" providerId="ADAL" clId="{81D15480-6FBE-414D-AF67-96F7822E13A2}" dt="2020-02-11T15:46:00.101" v="2876" actId="478"/>
          <ac:spMkLst>
            <pc:docMk/>
            <pc:sldMk cId="2974898386" sldId="334"/>
            <ac:spMk id="18" creationId="{ED07BE7A-46FB-4893-B641-0E6323782CBB}"/>
          </ac:spMkLst>
        </pc:spChg>
        <pc:graphicFrameChg chg="add mod modGraphic">
          <ac:chgData name="Sam O'Neill" userId="cb323814-a42a-4cfe-bc74-03f595e56f6e" providerId="ADAL" clId="{81D15480-6FBE-414D-AF67-96F7822E13A2}" dt="2020-02-11T17:29:00.907" v="5735" actId="20577"/>
          <ac:graphicFrameMkLst>
            <pc:docMk/>
            <pc:sldMk cId="2974898386" sldId="334"/>
            <ac:graphicFrameMk id="19" creationId="{59F9C723-57B3-499B-ADC5-12C2F2C1E884}"/>
          </ac:graphicFrameMkLst>
        </pc:graphicFrameChg>
        <pc:picChg chg="add del mod">
          <ac:chgData name="Sam O'Neill" userId="cb323814-a42a-4cfe-bc74-03f595e56f6e" providerId="ADAL" clId="{81D15480-6FBE-414D-AF67-96F7822E13A2}" dt="2020-02-11T15:34:13.081" v="2546" actId="478"/>
          <ac:picMkLst>
            <pc:docMk/>
            <pc:sldMk cId="2974898386" sldId="334"/>
            <ac:picMk id="3" creationId="{40DC995D-2697-4E13-A97D-EB2F91AFBAFE}"/>
          </ac:picMkLst>
        </pc:picChg>
        <pc:picChg chg="add mod">
          <ac:chgData name="Sam O'Neill" userId="cb323814-a42a-4cfe-bc74-03f595e56f6e" providerId="ADAL" clId="{81D15480-6FBE-414D-AF67-96F7822E13A2}" dt="2020-02-11T15:34:15.346" v="2548" actId="1076"/>
          <ac:picMkLst>
            <pc:docMk/>
            <pc:sldMk cId="2974898386" sldId="334"/>
            <ac:picMk id="4" creationId="{E6FB6948-0634-4352-9F88-444DB739B048}"/>
          </ac:picMkLst>
        </pc:picChg>
        <pc:picChg chg="add mod">
          <ac:chgData name="Sam O'Neill" userId="cb323814-a42a-4cfe-bc74-03f595e56f6e" providerId="ADAL" clId="{81D15480-6FBE-414D-AF67-96F7822E13A2}" dt="2020-02-11T15:35:14.361" v="2550" actId="1076"/>
          <ac:picMkLst>
            <pc:docMk/>
            <pc:sldMk cId="2974898386" sldId="334"/>
            <ac:picMk id="5" creationId="{EDA20977-6B19-4222-80D5-F44FD157E1E0}"/>
          </ac:picMkLst>
        </pc:picChg>
        <pc:picChg chg="del">
          <ac:chgData name="Sam O'Neill" userId="cb323814-a42a-4cfe-bc74-03f595e56f6e" providerId="ADAL" clId="{81D15480-6FBE-414D-AF67-96F7822E13A2}" dt="2020-02-11T15:33:09.912" v="2538" actId="478"/>
          <ac:picMkLst>
            <pc:docMk/>
            <pc:sldMk cId="2974898386" sldId="334"/>
            <ac:picMk id="11" creationId="{AE317E74-375B-4A6C-92C2-3177C786479C}"/>
          </ac:picMkLst>
        </pc:picChg>
        <pc:picChg chg="del">
          <ac:chgData name="Sam O'Neill" userId="cb323814-a42a-4cfe-bc74-03f595e56f6e" providerId="ADAL" clId="{81D15480-6FBE-414D-AF67-96F7822E13A2}" dt="2020-02-11T15:33:09.912" v="2538" actId="478"/>
          <ac:picMkLst>
            <pc:docMk/>
            <pc:sldMk cId="2974898386" sldId="334"/>
            <ac:picMk id="12" creationId="{725D5C4F-040F-4FBC-BE78-D7A8A76B2DAE}"/>
          </ac:picMkLst>
        </pc:picChg>
        <pc:picChg chg="del">
          <ac:chgData name="Sam O'Neill" userId="cb323814-a42a-4cfe-bc74-03f595e56f6e" providerId="ADAL" clId="{81D15480-6FBE-414D-AF67-96F7822E13A2}" dt="2020-02-11T15:33:09.912" v="2538" actId="478"/>
          <ac:picMkLst>
            <pc:docMk/>
            <pc:sldMk cId="2974898386" sldId="334"/>
            <ac:picMk id="13" creationId="{9B41612F-D6B2-4332-8B81-1F6CE3A90E93}"/>
          </ac:picMkLst>
        </pc:picChg>
        <pc:picChg chg="del">
          <ac:chgData name="Sam O'Neill" userId="cb323814-a42a-4cfe-bc74-03f595e56f6e" providerId="ADAL" clId="{81D15480-6FBE-414D-AF67-96F7822E13A2}" dt="2020-02-11T15:33:12.577" v="2539" actId="478"/>
          <ac:picMkLst>
            <pc:docMk/>
            <pc:sldMk cId="2974898386" sldId="334"/>
            <ac:picMk id="14" creationId="{11D028A5-E664-4F1E-8893-EA0B26E83941}"/>
          </ac:picMkLst>
        </pc:picChg>
        <pc:picChg chg="del">
          <ac:chgData name="Sam O'Neill" userId="cb323814-a42a-4cfe-bc74-03f595e56f6e" providerId="ADAL" clId="{81D15480-6FBE-414D-AF67-96F7822E13A2}" dt="2020-02-11T15:33:12.577" v="2539" actId="478"/>
          <ac:picMkLst>
            <pc:docMk/>
            <pc:sldMk cId="2974898386" sldId="334"/>
            <ac:picMk id="15" creationId="{1418D1DB-DFCE-4380-AA44-DF28BE6EDAAC}"/>
          </ac:picMkLst>
        </pc:picChg>
        <pc:picChg chg="del mod">
          <ac:chgData name="Sam O'Neill" userId="cb323814-a42a-4cfe-bc74-03f595e56f6e" providerId="ADAL" clId="{81D15480-6FBE-414D-AF67-96F7822E13A2}" dt="2020-02-11T15:33:19.009" v="2543" actId="478"/>
          <ac:picMkLst>
            <pc:docMk/>
            <pc:sldMk cId="2974898386" sldId="334"/>
            <ac:picMk id="16" creationId="{091449CE-C6FA-4159-B724-EA2D43E93A96}"/>
          </ac:picMkLst>
        </pc:picChg>
        <pc:cxnChg chg="del">
          <ac:chgData name="Sam O'Neill" userId="cb323814-a42a-4cfe-bc74-03f595e56f6e" providerId="ADAL" clId="{81D15480-6FBE-414D-AF67-96F7822E13A2}" dt="2020-02-11T15:33:09.912" v="2538" actId="478"/>
          <ac:cxnSpMkLst>
            <pc:docMk/>
            <pc:sldMk cId="2974898386" sldId="334"/>
            <ac:cxnSpMk id="22" creationId="{9B9FD358-8213-4147-9C11-BCEA88F7388D}"/>
          </ac:cxnSpMkLst>
        </pc:cxnChg>
        <pc:cxnChg chg="del">
          <ac:chgData name="Sam O'Neill" userId="cb323814-a42a-4cfe-bc74-03f595e56f6e" providerId="ADAL" clId="{81D15480-6FBE-414D-AF67-96F7822E13A2}" dt="2020-02-11T15:33:09.912" v="2538" actId="478"/>
          <ac:cxnSpMkLst>
            <pc:docMk/>
            <pc:sldMk cId="2974898386" sldId="334"/>
            <ac:cxnSpMk id="26" creationId="{2D1698DA-60B6-40CE-85DF-708D7C96967E}"/>
          </ac:cxnSpMkLst>
        </pc:cxnChg>
        <pc:cxnChg chg="del">
          <ac:chgData name="Sam O'Neill" userId="cb323814-a42a-4cfe-bc74-03f595e56f6e" providerId="ADAL" clId="{81D15480-6FBE-414D-AF67-96F7822E13A2}" dt="2020-02-11T15:33:14.776" v="2540" actId="478"/>
          <ac:cxnSpMkLst>
            <pc:docMk/>
            <pc:sldMk cId="2974898386" sldId="334"/>
            <ac:cxnSpMk id="27" creationId="{508C91CB-88CA-4533-B483-D5B48AEC098B}"/>
          </ac:cxnSpMkLst>
        </pc:cxnChg>
        <pc:cxnChg chg="del">
          <ac:chgData name="Sam O'Neill" userId="cb323814-a42a-4cfe-bc74-03f595e56f6e" providerId="ADAL" clId="{81D15480-6FBE-414D-AF67-96F7822E13A2}" dt="2020-02-11T15:33:12.577" v="2539" actId="478"/>
          <ac:cxnSpMkLst>
            <pc:docMk/>
            <pc:sldMk cId="2974898386" sldId="334"/>
            <ac:cxnSpMk id="30" creationId="{A470CC46-C47A-4139-85BA-BB2F0A873A6C}"/>
          </ac:cxnSpMkLst>
        </pc:cxnChg>
        <pc:cxnChg chg="del">
          <ac:chgData name="Sam O'Neill" userId="cb323814-a42a-4cfe-bc74-03f595e56f6e" providerId="ADAL" clId="{81D15480-6FBE-414D-AF67-96F7822E13A2}" dt="2020-02-11T15:33:14.776" v="2540" actId="478"/>
          <ac:cxnSpMkLst>
            <pc:docMk/>
            <pc:sldMk cId="2974898386" sldId="334"/>
            <ac:cxnSpMk id="31" creationId="{7D52222F-A0B9-4C64-83F4-54328073BCD1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1D15480-6FBE-414D-AF67-96F7822E13A2}" dt="2020-02-13T13:12:35.443" v="10406" actId="1076"/>
        <pc:sldMkLst>
          <pc:docMk/>
          <pc:sldMk cId="3921976811" sldId="335"/>
        </pc:sldMkLst>
        <pc:spChg chg="add mod">
          <ac:chgData name="Sam O'Neill" userId="cb323814-a42a-4cfe-bc74-03f595e56f6e" providerId="ADAL" clId="{81D15480-6FBE-414D-AF67-96F7822E13A2}" dt="2020-02-13T13:12:35.443" v="10406" actId="1076"/>
          <ac:spMkLst>
            <pc:docMk/>
            <pc:sldMk cId="3921976811" sldId="335"/>
            <ac:spMk id="4" creationId="{63B4A574-CE99-4882-85C1-A6B78B607C31}"/>
          </ac:spMkLst>
        </pc:spChg>
        <pc:spChg chg="del">
          <ac:chgData name="Sam O'Neill" userId="cb323814-a42a-4cfe-bc74-03f595e56f6e" providerId="ADAL" clId="{81D15480-6FBE-414D-AF67-96F7822E13A2}" dt="2020-02-11T15:39:24.171" v="2554" actId="478"/>
          <ac:spMkLst>
            <pc:docMk/>
            <pc:sldMk cId="3921976811" sldId="335"/>
            <ac:spMk id="7" creationId="{F8D11485-9C53-42ED-B6DA-569BAF0C0776}"/>
          </ac:spMkLst>
        </pc:spChg>
        <pc:spChg chg="del">
          <ac:chgData name="Sam O'Neill" userId="cb323814-a42a-4cfe-bc74-03f595e56f6e" providerId="ADAL" clId="{81D15480-6FBE-414D-AF67-96F7822E13A2}" dt="2020-02-11T15:39:20.771" v="2552" actId="478"/>
          <ac:spMkLst>
            <pc:docMk/>
            <pc:sldMk cId="3921976811" sldId="335"/>
            <ac:spMk id="8" creationId="{274FDB19-7898-433E-8B1F-AEC4A48E2EC8}"/>
          </ac:spMkLst>
        </pc:spChg>
        <pc:spChg chg="add del mod">
          <ac:chgData name="Sam O'Neill" userId="cb323814-a42a-4cfe-bc74-03f595e56f6e" providerId="ADAL" clId="{81D15480-6FBE-414D-AF67-96F7822E13A2}" dt="2020-02-11T15:44:01.689" v="2773" actId="478"/>
          <ac:spMkLst>
            <pc:docMk/>
            <pc:sldMk cId="3921976811" sldId="335"/>
            <ac:spMk id="9" creationId="{877F413C-E305-4FB1-B802-990ABB244591}"/>
          </ac:spMkLst>
        </pc:spChg>
        <pc:graphicFrameChg chg="add mod modGraphic">
          <ac:chgData name="Sam O'Neill" userId="cb323814-a42a-4cfe-bc74-03f595e56f6e" providerId="ADAL" clId="{81D15480-6FBE-414D-AF67-96F7822E13A2}" dt="2020-02-11T15:44:06.681" v="2774" actId="1076"/>
          <ac:graphicFrameMkLst>
            <pc:docMk/>
            <pc:sldMk cId="3921976811" sldId="335"/>
            <ac:graphicFrameMk id="10" creationId="{D154EAE4-FDC4-4108-8503-C43283082019}"/>
          </ac:graphicFrameMkLst>
        </pc:graphicFrameChg>
        <pc:picChg chg="mod">
          <ac:chgData name="Sam O'Neill" userId="cb323814-a42a-4cfe-bc74-03f595e56f6e" providerId="ADAL" clId="{81D15480-6FBE-414D-AF67-96F7822E13A2}" dt="2020-02-11T15:39:23.282" v="2553" actId="1076"/>
          <ac:picMkLst>
            <pc:docMk/>
            <pc:sldMk cId="3921976811" sldId="335"/>
            <ac:picMk id="3" creationId="{EDB9FE0B-762F-4461-AA7B-7F6A7E0C8AEA}"/>
          </ac:picMkLst>
        </pc:picChg>
        <pc:picChg chg="del">
          <ac:chgData name="Sam O'Neill" userId="cb323814-a42a-4cfe-bc74-03f595e56f6e" providerId="ADAL" clId="{81D15480-6FBE-414D-AF67-96F7822E13A2}" dt="2020-02-11T15:39:25.419" v="2555" actId="478"/>
          <ac:picMkLst>
            <pc:docMk/>
            <pc:sldMk cId="3921976811" sldId="335"/>
            <ac:picMk id="4" creationId="{8D0AD1BB-1828-41F2-851B-BC419E405F78}"/>
          </ac:picMkLst>
        </pc:picChg>
        <pc:picChg chg="add mod">
          <ac:chgData name="Sam O'Neill" userId="cb323814-a42a-4cfe-bc74-03f595e56f6e" providerId="ADAL" clId="{81D15480-6FBE-414D-AF67-96F7822E13A2}" dt="2020-02-11T15:39:41.850" v="2557" actId="1076"/>
          <ac:picMkLst>
            <pc:docMk/>
            <pc:sldMk cId="3921976811" sldId="335"/>
            <ac:picMk id="5" creationId="{28DC9E66-A8CA-4958-9B35-293FD8757062}"/>
          </ac:picMkLst>
        </pc:picChg>
        <pc:cxnChg chg="del">
          <ac:chgData name="Sam O'Neill" userId="cb323814-a42a-4cfe-bc74-03f595e56f6e" providerId="ADAL" clId="{81D15480-6FBE-414D-AF67-96F7822E13A2}" dt="2020-02-11T15:39:25.419" v="2555" actId="478"/>
          <ac:cxnSpMkLst>
            <pc:docMk/>
            <pc:sldMk cId="3921976811" sldId="335"/>
            <ac:cxnSpMk id="6" creationId="{ED9E560B-6C8B-4C77-9C74-845E3714B4DB}"/>
          </ac:cxnSpMkLst>
        </pc:cxnChg>
      </pc:sldChg>
      <pc:sldChg chg="addSp delSp modSp add mod">
        <pc:chgData name="Sam O'Neill" userId="cb323814-a42a-4cfe-bc74-03f595e56f6e" providerId="ADAL" clId="{81D15480-6FBE-414D-AF67-96F7822E13A2}" dt="2020-02-11T15:52:46.368" v="2965" actId="20577"/>
        <pc:sldMkLst>
          <pc:docMk/>
          <pc:sldMk cId="1046504550" sldId="336"/>
        </pc:sldMkLst>
        <pc:graphicFrameChg chg="add mod modGraphic">
          <ac:chgData name="Sam O'Neill" userId="cb323814-a42a-4cfe-bc74-03f595e56f6e" providerId="ADAL" clId="{81D15480-6FBE-414D-AF67-96F7822E13A2}" dt="2020-02-11T15:52:46.368" v="2965" actId="20577"/>
          <ac:graphicFrameMkLst>
            <pc:docMk/>
            <pc:sldMk cId="1046504550" sldId="336"/>
            <ac:graphicFrameMk id="16" creationId="{E247C32C-FD7F-425C-A867-99E5809CAD4F}"/>
          </ac:graphicFrameMkLst>
        </pc:graphicFrameChg>
        <pc:picChg chg="del">
          <ac:chgData name="Sam O'Neill" userId="cb323814-a42a-4cfe-bc74-03f595e56f6e" providerId="ADAL" clId="{81D15480-6FBE-414D-AF67-96F7822E13A2}" dt="2020-02-11T15:47:52.880" v="2887" actId="478"/>
          <ac:picMkLst>
            <pc:docMk/>
            <pc:sldMk cId="1046504550" sldId="336"/>
            <ac:picMk id="3" creationId="{DAAE03D4-C8A7-4D31-B2DE-0A76FB203995}"/>
          </ac:picMkLst>
        </pc:picChg>
        <pc:picChg chg="del">
          <ac:chgData name="Sam O'Neill" userId="cb323814-a42a-4cfe-bc74-03f595e56f6e" providerId="ADAL" clId="{81D15480-6FBE-414D-AF67-96F7822E13A2}" dt="2020-02-11T15:47:52.241" v="2886" actId="478"/>
          <ac:picMkLst>
            <pc:docMk/>
            <pc:sldMk cId="1046504550" sldId="336"/>
            <ac:picMk id="4" creationId="{6FA0FE42-97FB-4EAE-82B4-EFD257034501}"/>
          </ac:picMkLst>
        </pc:picChg>
        <pc:picChg chg="add mod">
          <ac:chgData name="Sam O'Neill" userId="cb323814-a42a-4cfe-bc74-03f595e56f6e" providerId="ADAL" clId="{81D15480-6FBE-414D-AF67-96F7822E13A2}" dt="2020-02-11T15:49:02.641" v="2897" actId="1076"/>
          <ac:picMkLst>
            <pc:docMk/>
            <pc:sldMk cId="1046504550" sldId="336"/>
            <ac:picMk id="5" creationId="{21FD42F7-F705-479A-BC77-18D9D212944D}"/>
          </ac:picMkLst>
        </pc:picChg>
        <pc:picChg chg="add mod">
          <ac:chgData name="Sam O'Neill" userId="cb323814-a42a-4cfe-bc74-03f595e56f6e" providerId="ADAL" clId="{81D15480-6FBE-414D-AF67-96F7822E13A2}" dt="2020-02-11T15:49:04.674" v="2898" actId="1076"/>
          <ac:picMkLst>
            <pc:docMk/>
            <pc:sldMk cId="1046504550" sldId="336"/>
            <ac:picMk id="6" creationId="{AE6C33A3-7C77-4758-A781-C5076DF38BDF}"/>
          </ac:picMkLst>
        </pc:picChg>
        <pc:picChg chg="add mod">
          <ac:chgData name="Sam O'Neill" userId="cb323814-a42a-4cfe-bc74-03f595e56f6e" providerId="ADAL" clId="{81D15480-6FBE-414D-AF67-96F7822E13A2}" dt="2020-02-11T15:49:08.257" v="2899" actId="1076"/>
          <ac:picMkLst>
            <pc:docMk/>
            <pc:sldMk cId="1046504550" sldId="336"/>
            <ac:picMk id="7" creationId="{D2D95131-B06D-4604-B66D-49C971D2EFB1}"/>
          </ac:picMkLst>
        </pc:picChg>
        <pc:picChg chg="add mod">
          <ac:chgData name="Sam O'Neill" userId="cb323814-a42a-4cfe-bc74-03f595e56f6e" providerId="ADAL" clId="{81D15480-6FBE-414D-AF67-96F7822E13A2}" dt="2020-02-11T15:49:10.370" v="2900" actId="1076"/>
          <ac:picMkLst>
            <pc:docMk/>
            <pc:sldMk cId="1046504550" sldId="336"/>
            <ac:picMk id="8" creationId="{04E52C6D-59C5-4645-890C-0328920861ED}"/>
          </ac:picMkLst>
        </pc:picChg>
        <pc:picChg chg="add mod">
          <ac:chgData name="Sam O'Neill" userId="cb323814-a42a-4cfe-bc74-03f595e56f6e" providerId="ADAL" clId="{81D15480-6FBE-414D-AF67-96F7822E13A2}" dt="2020-02-11T15:50:49.396" v="2924" actId="1076"/>
          <ac:picMkLst>
            <pc:docMk/>
            <pc:sldMk cId="1046504550" sldId="336"/>
            <ac:picMk id="9" creationId="{752169D7-C2A4-4F34-9867-17C6EBADA67D}"/>
          </ac:picMkLst>
        </pc:picChg>
        <pc:cxnChg chg="add mod">
          <ac:chgData name="Sam O'Neill" userId="cb323814-a42a-4cfe-bc74-03f595e56f6e" providerId="ADAL" clId="{81D15480-6FBE-414D-AF67-96F7822E13A2}" dt="2020-02-11T15:49:59.803" v="2907" actId="14100"/>
          <ac:cxnSpMkLst>
            <pc:docMk/>
            <pc:sldMk cId="1046504550" sldId="336"/>
            <ac:cxnSpMk id="10" creationId="{96C6A977-44BF-4DD1-8616-855D1EA6AE66}"/>
          </ac:cxnSpMkLst>
        </pc:cxnChg>
        <pc:cxnChg chg="add mod">
          <ac:chgData name="Sam O'Neill" userId="cb323814-a42a-4cfe-bc74-03f595e56f6e" providerId="ADAL" clId="{81D15480-6FBE-414D-AF67-96F7822E13A2}" dt="2020-02-11T15:50:06.363" v="2909" actId="1076"/>
          <ac:cxnSpMkLst>
            <pc:docMk/>
            <pc:sldMk cId="1046504550" sldId="336"/>
            <ac:cxnSpMk id="12" creationId="{C59516E4-77BF-47EA-8EE3-3263BED9A265}"/>
          </ac:cxnSpMkLst>
        </pc:cxnChg>
        <pc:cxnChg chg="add mod">
          <ac:chgData name="Sam O'Neill" userId="cb323814-a42a-4cfe-bc74-03f595e56f6e" providerId="ADAL" clId="{81D15480-6FBE-414D-AF67-96F7822E13A2}" dt="2020-02-11T15:50:13.083" v="2913" actId="14100"/>
          <ac:cxnSpMkLst>
            <pc:docMk/>
            <pc:sldMk cId="1046504550" sldId="336"/>
            <ac:cxnSpMk id="13" creationId="{2B2375AD-F0C5-405C-B748-587F2913BE1B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14744762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40030011" sldId="337"/>
        </pc:sldMkLst>
      </pc:sldChg>
      <pc:sldChg chg="addSp delSp modSp add mod">
        <pc:chgData name="Sam O'Neill" userId="cb323814-a42a-4cfe-bc74-03f595e56f6e" providerId="ADAL" clId="{81D15480-6FBE-414D-AF67-96F7822E13A2}" dt="2020-02-11T16:47:03.146" v="3782" actId="1076"/>
        <pc:sldMkLst>
          <pc:docMk/>
          <pc:sldMk cId="3470467097" sldId="337"/>
        </pc:sldMkLst>
        <pc:spChg chg="mod">
          <ac:chgData name="Sam O'Neill" userId="cb323814-a42a-4cfe-bc74-03f595e56f6e" providerId="ADAL" clId="{81D15480-6FBE-414D-AF67-96F7822E13A2}" dt="2020-02-11T15:53:31.356" v="3000" actId="20577"/>
          <ac:spMkLst>
            <pc:docMk/>
            <pc:sldMk cId="3470467097" sldId="337"/>
            <ac:spMk id="2" creationId="{F3E593E6-3D2F-4C7E-80B2-F78D636A9E07}"/>
          </ac:spMkLst>
        </pc:spChg>
        <pc:spChg chg="add mod">
          <ac:chgData name="Sam O'Neill" userId="cb323814-a42a-4cfe-bc74-03f595e56f6e" providerId="ADAL" clId="{81D15480-6FBE-414D-AF67-96F7822E13A2}" dt="2020-02-11T15:56:55.690" v="3042" actId="1076"/>
          <ac:spMkLst>
            <pc:docMk/>
            <pc:sldMk cId="3470467097" sldId="337"/>
            <ac:spMk id="4" creationId="{CD6E7B9C-0E27-4CF9-9B8A-133E9DC39C93}"/>
          </ac:spMkLst>
        </pc:spChg>
        <pc:spChg chg="add mod">
          <ac:chgData name="Sam O'Neill" userId="cb323814-a42a-4cfe-bc74-03f595e56f6e" providerId="ADAL" clId="{81D15480-6FBE-414D-AF67-96F7822E13A2}" dt="2020-02-11T15:57:54.565" v="3067" actId="20577"/>
          <ac:spMkLst>
            <pc:docMk/>
            <pc:sldMk cId="3470467097" sldId="337"/>
            <ac:spMk id="14" creationId="{09D3098E-152F-45CD-813C-BB90D859971F}"/>
          </ac:spMkLst>
        </pc:spChg>
        <pc:spChg chg="add mod">
          <ac:chgData name="Sam O'Neill" userId="cb323814-a42a-4cfe-bc74-03f595e56f6e" providerId="ADAL" clId="{81D15480-6FBE-414D-AF67-96F7822E13A2}" dt="2020-02-11T15:57:56.811" v="3068" actId="20577"/>
          <ac:spMkLst>
            <pc:docMk/>
            <pc:sldMk cId="3470467097" sldId="337"/>
            <ac:spMk id="15" creationId="{962F29EB-EBB1-472A-90FE-086B484FC1AC}"/>
          </ac:spMkLst>
        </pc:spChg>
        <pc:spChg chg="add mod">
          <ac:chgData name="Sam O'Neill" userId="cb323814-a42a-4cfe-bc74-03f595e56f6e" providerId="ADAL" clId="{81D15480-6FBE-414D-AF67-96F7822E13A2}" dt="2020-02-11T16:46:44.778" v="3779" actId="1076"/>
          <ac:spMkLst>
            <pc:docMk/>
            <pc:sldMk cId="3470467097" sldId="337"/>
            <ac:spMk id="17" creationId="{BFA481C6-0426-42D3-9D27-06AB794C5095}"/>
          </ac:spMkLst>
        </pc:spChg>
        <pc:spChg chg="add mod">
          <ac:chgData name="Sam O'Neill" userId="cb323814-a42a-4cfe-bc74-03f595e56f6e" providerId="ADAL" clId="{81D15480-6FBE-414D-AF67-96F7822E13A2}" dt="2020-02-11T16:46:47.323" v="3780" actId="1076"/>
          <ac:spMkLst>
            <pc:docMk/>
            <pc:sldMk cId="3470467097" sldId="337"/>
            <ac:spMk id="18" creationId="{CBA38C84-1C45-4994-8B03-55B95965BB32}"/>
          </ac:spMkLst>
        </pc:spChg>
        <pc:spChg chg="add mod">
          <ac:chgData name="Sam O'Neill" userId="cb323814-a42a-4cfe-bc74-03f595e56f6e" providerId="ADAL" clId="{81D15480-6FBE-414D-AF67-96F7822E13A2}" dt="2020-02-11T16:02:18.064" v="3170" actId="1076"/>
          <ac:spMkLst>
            <pc:docMk/>
            <pc:sldMk cId="3470467097" sldId="337"/>
            <ac:spMk id="19" creationId="{5D888496-9E71-4E53-AE7D-C14AF67F3503}"/>
          </ac:spMkLst>
        </pc:spChg>
        <pc:spChg chg="add mod">
          <ac:chgData name="Sam O'Neill" userId="cb323814-a42a-4cfe-bc74-03f595e56f6e" providerId="ADAL" clId="{81D15480-6FBE-414D-AF67-96F7822E13A2}" dt="2020-02-11T16:02:18.064" v="3170" actId="1076"/>
          <ac:spMkLst>
            <pc:docMk/>
            <pc:sldMk cId="3470467097" sldId="337"/>
            <ac:spMk id="20" creationId="{D5C79FED-F4F6-422C-8914-00BD273109BC}"/>
          </ac:spMkLst>
        </pc:spChg>
        <pc:spChg chg="add mod">
          <ac:chgData name="Sam O'Neill" userId="cb323814-a42a-4cfe-bc74-03f595e56f6e" providerId="ADAL" clId="{81D15480-6FBE-414D-AF67-96F7822E13A2}" dt="2020-02-11T16:02:18.064" v="3170" actId="1076"/>
          <ac:spMkLst>
            <pc:docMk/>
            <pc:sldMk cId="3470467097" sldId="337"/>
            <ac:spMk id="21" creationId="{DB4A767B-D3D3-4CA8-B0D5-E5D64635CCBC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22" creationId="{216B0958-4706-47C8-90BA-A728A6F4EA97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23" creationId="{B6E859A4-59D8-4089-9CF6-049B70BEAFFB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24" creationId="{168B8EBB-E5DB-444E-89D7-7C143ABBD159}"/>
          </ac:spMkLst>
        </pc:spChg>
        <pc:spChg chg="add mod">
          <ac:chgData name="Sam O'Neill" userId="cb323814-a42a-4cfe-bc74-03f595e56f6e" providerId="ADAL" clId="{81D15480-6FBE-414D-AF67-96F7822E13A2}" dt="2020-02-11T15:57:21.805" v="3053" actId="20577"/>
          <ac:spMkLst>
            <pc:docMk/>
            <pc:sldMk cId="3470467097" sldId="337"/>
            <ac:spMk id="25" creationId="{6A230871-D879-4791-B680-D454F772D0BE}"/>
          </ac:spMkLst>
        </pc:spChg>
        <pc:spChg chg="add mod">
          <ac:chgData name="Sam O'Neill" userId="cb323814-a42a-4cfe-bc74-03f595e56f6e" providerId="ADAL" clId="{81D15480-6FBE-414D-AF67-96F7822E13A2}" dt="2020-02-11T15:57:31.934" v="3056" actId="20577"/>
          <ac:spMkLst>
            <pc:docMk/>
            <pc:sldMk cId="3470467097" sldId="337"/>
            <ac:spMk id="26" creationId="{8378FE81-7ACB-44DB-9DD9-DF3A72CA71FE}"/>
          </ac:spMkLst>
        </pc:spChg>
        <pc:spChg chg="add mod">
          <ac:chgData name="Sam O'Neill" userId="cb323814-a42a-4cfe-bc74-03f595e56f6e" providerId="ADAL" clId="{81D15480-6FBE-414D-AF67-96F7822E13A2}" dt="2020-02-11T16:01:31.793" v="3148" actId="404"/>
          <ac:spMkLst>
            <pc:docMk/>
            <pc:sldMk cId="3470467097" sldId="337"/>
            <ac:spMk id="52" creationId="{E5563ACD-2482-4619-B672-0D1C19CF7896}"/>
          </ac:spMkLst>
        </pc:spChg>
        <pc:spChg chg="add mod">
          <ac:chgData name="Sam O'Neill" userId="cb323814-a42a-4cfe-bc74-03f595e56f6e" providerId="ADAL" clId="{81D15480-6FBE-414D-AF67-96F7822E13A2}" dt="2020-02-11T16:02:51.814" v="3176" actId="1076"/>
          <ac:spMkLst>
            <pc:docMk/>
            <pc:sldMk cId="3470467097" sldId="337"/>
            <ac:spMk id="53" creationId="{B6B3601A-4794-4F56-B350-A87458AB9323}"/>
          </ac:spMkLst>
        </pc:spChg>
        <pc:spChg chg="add mod">
          <ac:chgData name="Sam O'Neill" userId="cb323814-a42a-4cfe-bc74-03f595e56f6e" providerId="ADAL" clId="{81D15480-6FBE-414D-AF67-96F7822E13A2}" dt="2020-02-11T16:02:40.926" v="3173" actId="1076"/>
          <ac:spMkLst>
            <pc:docMk/>
            <pc:sldMk cId="3470467097" sldId="337"/>
            <ac:spMk id="54" creationId="{C69CB8CC-814F-4E52-879A-BD18D6D902C2}"/>
          </ac:spMkLst>
        </pc:spChg>
        <pc:spChg chg="add mod">
          <ac:chgData name="Sam O'Neill" userId="cb323814-a42a-4cfe-bc74-03f595e56f6e" providerId="ADAL" clId="{81D15480-6FBE-414D-AF67-96F7822E13A2}" dt="2020-02-11T16:02:34.646" v="3172" actId="1076"/>
          <ac:spMkLst>
            <pc:docMk/>
            <pc:sldMk cId="3470467097" sldId="337"/>
            <ac:spMk id="55" creationId="{D299F3CC-A776-4FFE-89D0-48D070F4226E}"/>
          </ac:spMkLst>
        </pc:spChg>
        <pc:spChg chg="add mod">
          <ac:chgData name="Sam O'Neill" userId="cb323814-a42a-4cfe-bc74-03f595e56f6e" providerId="ADAL" clId="{81D15480-6FBE-414D-AF67-96F7822E13A2}" dt="2020-02-11T16:02:49.582" v="3175" actId="1076"/>
          <ac:spMkLst>
            <pc:docMk/>
            <pc:sldMk cId="3470467097" sldId="337"/>
            <ac:spMk id="56" creationId="{063FC6F0-0F1E-42CA-AA86-92D5901B8AA3}"/>
          </ac:spMkLst>
        </pc:spChg>
        <pc:spChg chg="add mod">
          <ac:chgData name="Sam O'Neill" userId="cb323814-a42a-4cfe-bc74-03f595e56f6e" providerId="ADAL" clId="{81D15480-6FBE-414D-AF67-96F7822E13A2}" dt="2020-02-11T16:02:29.799" v="3171" actId="1076"/>
          <ac:spMkLst>
            <pc:docMk/>
            <pc:sldMk cId="3470467097" sldId="337"/>
            <ac:spMk id="57" creationId="{88B97AE9-479A-47A1-8361-DD08DC56E058}"/>
          </ac:spMkLst>
        </pc:spChg>
        <pc:spChg chg="add mod">
          <ac:chgData name="Sam O'Neill" userId="cb323814-a42a-4cfe-bc74-03f595e56f6e" providerId="ADAL" clId="{81D15480-6FBE-414D-AF67-96F7822E13A2}" dt="2020-02-11T16:03:02.760" v="3181" actId="20577"/>
          <ac:spMkLst>
            <pc:docMk/>
            <pc:sldMk cId="3470467097" sldId="337"/>
            <ac:spMk id="58" creationId="{A2719F64-EB29-415B-80C5-C110DE9D1AD2}"/>
          </ac:spMkLst>
        </pc:spChg>
        <pc:spChg chg="add mod">
          <ac:chgData name="Sam O'Neill" userId="cb323814-a42a-4cfe-bc74-03f595e56f6e" providerId="ADAL" clId="{81D15480-6FBE-414D-AF67-96F7822E13A2}" dt="2020-02-11T16:03:39.559" v="3197" actId="1076"/>
          <ac:spMkLst>
            <pc:docMk/>
            <pc:sldMk cId="3470467097" sldId="337"/>
            <ac:spMk id="63" creationId="{7A07F36D-48A5-4F3D-AFB6-C35219082E7A}"/>
          </ac:spMkLst>
        </pc:spChg>
        <pc:graphicFrameChg chg="del">
          <ac:chgData name="Sam O'Neill" userId="cb323814-a42a-4cfe-bc74-03f595e56f6e" providerId="ADAL" clId="{81D15480-6FBE-414D-AF67-96F7822E13A2}" dt="2020-02-11T15:53:37.416" v="3001" actId="478"/>
          <ac:graphicFrameMkLst>
            <pc:docMk/>
            <pc:sldMk cId="3470467097" sldId="337"/>
            <ac:graphicFrameMk id="16" creationId="{E247C32C-FD7F-425C-A867-99E5809CAD4F}"/>
          </ac:graphicFrameMkLst>
        </pc:graphicFrameChg>
        <pc:picChg chg="add mod">
          <ac:chgData name="Sam O'Neill" userId="cb323814-a42a-4cfe-bc74-03f595e56f6e" providerId="ADAL" clId="{81D15480-6FBE-414D-AF67-96F7822E13A2}" dt="2020-02-11T16:47:03.146" v="3782" actId="1076"/>
          <ac:picMkLst>
            <pc:docMk/>
            <pc:sldMk cId="3470467097" sldId="337"/>
            <ac:picMk id="3" creationId="{553D8861-55AB-4E5F-B3AC-031E1010A85B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5" creationId="{21FD42F7-F705-479A-BC77-18D9D212944D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6" creationId="{AE6C33A3-7C77-4758-A781-C5076DF38BDF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7" creationId="{D2D95131-B06D-4604-B66D-49C971D2EFB1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8" creationId="{04E52C6D-59C5-4645-890C-0328920861ED}"/>
          </ac:picMkLst>
        </pc:picChg>
        <pc:picChg chg="del">
          <ac:chgData name="Sam O'Neill" userId="cb323814-a42a-4cfe-bc74-03f595e56f6e" providerId="ADAL" clId="{81D15480-6FBE-414D-AF67-96F7822E13A2}" dt="2020-02-11T15:53:37.416" v="3001" actId="478"/>
          <ac:picMkLst>
            <pc:docMk/>
            <pc:sldMk cId="3470467097" sldId="337"/>
            <ac:picMk id="9" creationId="{752169D7-C2A4-4F34-9867-17C6EBADA67D}"/>
          </ac:picMkLst>
        </pc:picChg>
        <pc:cxnChg chg="del">
          <ac:chgData name="Sam O'Neill" userId="cb323814-a42a-4cfe-bc74-03f595e56f6e" providerId="ADAL" clId="{81D15480-6FBE-414D-AF67-96F7822E13A2}" dt="2020-02-11T15:53:37.416" v="3001" actId="478"/>
          <ac:cxnSpMkLst>
            <pc:docMk/>
            <pc:sldMk cId="3470467097" sldId="337"/>
            <ac:cxnSpMk id="10" creationId="{96C6A977-44BF-4DD1-8616-855D1EA6AE66}"/>
          </ac:cxnSpMkLst>
        </pc:cxnChg>
        <pc:cxnChg chg="del">
          <ac:chgData name="Sam O'Neill" userId="cb323814-a42a-4cfe-bc74-03f595e56f6e" providerId="ADAL" clId="{81D15480-6FBE-414D-AF67-96F7822E13A2}" dt="2020-02-11T15:53:37.416" v="3001" actId="478"/>
          <ac:cxnSpMkLst>
            <pc:docMk/>
            <pc:sldMk cId="3470467097" sldId="337"/>
            <ac:cxnSpMk id="12" creationId="{C59516E4-77BF-47EA-8EE3-3263BED9A265}"/>
          </ac:cxnSpMkLst>
        </pc:cxnChg>
        <pc:cxnChg chg="del">
          <ac:chgData name="Sam O'Neill" userId="cb323814-a42a-4cfe-bc74-03f595e56f6e" providerId="ADAL" clId="{81D15480-6FBE-414D-AF67-96F7822E13A2}" dt="2020-02-11T15:53:37.416" v="3001" actId="478"/>
          <ac:cxnSpMkLst>
            <pc:docMk/>
            <pc:sldMk cId="3470467097" sldId="337"/>
            <ac:cxnSpMk id="13" creationId="{2B2375AD-F0C5-405C-B748-587F2913BE1B}"/>
          </ac:cxnSpMkLst>
        </pc:cxnChg>
        <pc:cxnChg chg="add mod">
          <ac:chgData name="Sam O'Neill" userId="cb323814-a42a-4cfe-bc74-03f595e56f6e" providerId="ADAL" clId="{81D15480-6FBE-414D-AF67-96F7822E13A2}" dt="2020-02-11T15:57:39.847" v="3058" actId="1582"/>
          <ac:cxnSpMkLst>
            <pc:docMk/>
            <pc:sldMk cId="3470467097" sldId="337"/>
            <ac:cxnSpMk id="27" creationId="{A86F88C8-EE32-44D9-8E20-6AB8C11BFB65}"/>
          </ac:cxnSpMkLst>
        </pc:cxnChg>
        <pc:cxnChg chg="add mod">
          <ac:chgData name="Sam O'Neill" userId="cb323814-a42a-4cfe-bc74-03f595e56f6e" providerId="ADAL" clId="{81D15480-6FBE-414D-AF67-96F7822E13A2}" dt="2020-02-11T16:02:18.064" v="3170" actId="1076"/>
          <ac:cxnSpMkLst>
            <pc:docMk/>
            <pc:sldMk cId="3470467097" sldId="337"/>
            <ac:cxnSpMk id="28" creationId="{F59C2C05-38A3-41F9-951F-318157A17B13}"/>
          </ac:cxnSpMkLst>
        </pc:cxnChg>
        <pc:cxnChg chg="add mod">
          <ac:chgData name="Sam O'Neill" userId="cb323814-a42a-4cfe-bc74-03f595e56f6e" providerId="ADAL" clId="{81D15480-6FBE-414D-AF67-96F7822E13A2}" dt="2020-02-11T16:02:29.799" v="3171" actId="1076"/>
          <ac:cxnSpMkLst>
            <pc:docMk/>
            <pc:sldMk cId="3470467097" sldId="337"/>
            <ac:cxnSpMk id="31" creationId="{E314C694-6212-471A-8AE3-18894E24D22D}"/>
          </ac:cxnSpMkLst>
        </pc:cxnChg>
        <pc:cxnChg chg="add mod">
          <ac:chgData name="Sam O'Neill" userId="cb323814-a42a-4cfe-bc74-03f595e56f6e" providerId="ADAL" clId="{81D15480-6FBE-414D-AF67-96F7822E13A2}" dt="2020-02-11T16:03:19.614" v="3186" actId="14100"/>
          <ac:cxnSpMkLst>
            <pc:docMk/>
            <pc:sldMk cId="3470467097" sldId="337"/>
            <ac:cxnSpMk id="34" creationId="{AAD3214E-8DDC-413E-A469-4FD16147DFC1}"/>
          </ac:cxnSpMkLst>
        </pc:cxnChg>
        <pc:cxnChg chg="add mod">
          <ac:chgData name="Sam O'Neill" userId="cb323814-a42a-4cfe-bc74-03f595e56f6e" providerId="ADAL" clId="{81D15480-6FBE-414D-AF67-96F7822E13A2}" dt="2020-02-11T16:02:29.799" v="3171" actId="1076"/>
          <ac:cxnSpMkLst>
            <pc:docMk/>
            <pc:sldMk cId="3470467097" sldId="337"/>
            <ac:cxnSpMk id="37" creationId="{4C6C54AB-C588-4D3E-B0D0-59EF930F242F}"/>
          </ac:cxnSpMkLst>
        </pc:cxnChg>
        <pc:cxnChg chg="add mod">
          <ac:chgData name="Sam O'Neill" userId="cb323814-a42a-4cfe-bc74-03f595e56f6e" providerId="ADAL" clId="{81D15480-6FBE-414D-AF67-96F7822E13A2}" dt="2020-02-11T16:02:29.799" v="3171" actId="1076"/>
          <ac:cxnSpMkLst>
            <pc:docMk/>
            <pc:sldMk cId="3470467097" sldId="337"/>
            <ac:cxnSpMk id="40" creationId="{2BCD5843-987A-4D8E-9C53-B4765AF91E6A}"/>
          </ac:cxnSpMkLst>
        </pc:cxnChg>
        <pc:cxnChg chg="add mod">
          <ac:chgData name="Sam O'Neill" userId="cb323814-a42a-4cfe-bc74-03f595e56f6e" providerId="ADAL" clId="{81D15480-6FBE-414D-AF67-96F7822E13A2}" dt="2020-02-11T16:02:18.064" v="3170" actId="1076"/>
          <ac:cxnSpMkLst>
            <pc:docMk/>
            <pc:sldMk cId="3470467097" sldId="337"/>
            <ac:cxnSpMk id="46" creationId="{69F36565-1A4E-478D-B12B-F50D308C6340}"/>
          </ac:cxnSpMkLst>
        </pc:cxnChg>
        <pc:cxnChg chg="add mod">
          <ac:chgData name="Sam O'Neill" userId="cb323814-a42a-4cfe-bc74-03f595e56f6e" providerId="ADAL" clId="{81D15480-6FBE-414D-AF67-96F7822E13A2}" dt="2020-02-11T16:02:18.064" v="3170" actId="1076"/>
          <ac:cxnSpMkLst>
            <pc:docMk/>
            <pc:sldMk cId="3470467097" sldId="337"/>
            <ac:cxnSpMk id="49" creationId="{9FE6DDAE-37EC-45C9-8D0A-E7666EA57A17}"/>
          </ac:cxnSpMkLst>
        </pc:cxnChg>
      </pc:sldChg>
      <pc:sldChg chg="add del">
        <pc:chgData name="Sam O'Neill" userId="cb323814-a42a-4cfe-bc74-03f595e56f6e" providerId="ADAL" clId="{81D15480-6FBE-414D-AF67-96F7822E13A2}" dt="2020-02-11T16:04:16.922" v="3200"/>
        <pc:sldMkLst>
          <pc:docMk/>
          <pc:sldMk cId="1214107335" sldId="338"/>
        </pc:sldMkLst>
      </pc:sldChg>
      <pc:sldChg chg="addSp delSp modSp add mod">
        <pc:chgData name="Sam O'Neill" userId="cb323814-a42a-4cfe-bc74-03f595e56f6e" providerId="ADAL" clId="{81D15480-6FBE-414D-AF67-96F7822E13A2}" dt="2020-02-11T16:40:18.992" v="3455" actId="20577"/>
        <pc:sldMkLst>
          <pc:docMk/>
          <pc:sldMk cId="1446967282" sldId="338"/>
        </pc:sldMkLst>
        <pc:spChg chg="mod">
          <ac:chgData name="Sam O'Neill" userId="cb323814-a42a-4cfe-bc74-03f595e56f6e" providerId="ADAL" clId="{81D15480-6FBE-414D-AF67-96F7822E13A2}" dt="2020-02-11T16:37:14.301" v="3392" actId="20577"/>
          <ac:spMkLst>
            <pc:docMk/>
            <pc:sldMk cId="1446967282" sldId="338"/>
            <ac:spMk id="2" creationId="{F3E593E6-3D2F-4C7E-80B2-F78D636A9E07}"/>
          </ac:spMkLst>
        </pc:spChg>
        <pc:graphicFrameChg chg="mod modGraphic">
          <ac:chgData name="Sam O'Neill" userId="cb323814-a42a-4cfe-bc74-03f595e56f6e" providerId="ADAL" clId="{81D15480-6FBE-414D-AF67-96F7822E13A2}" dt="2020-02-11T16:40:18.992" v="3455" actId="20577"/>
          <ac:graphicFrameMkLst>
            <pc:docMk/>
            <pc:sldMk cId="1446967282" sldId="338"/>
            <ac:graphicFrameMk id="7" creationId="{9DF62E49-D9F1-42E9-9CCD-59547F93D46D}"/>
          </ac:graphicFrameMkLst>
        </pc:graphicFrameChg>
        <pc:picChg chg="del">
          <ac:chgData name="Sam O'Neill" userId="cb323814-a42a-4cfe-bc74-03f595e56f6e" providerId="ADAL" clId="{81D15480-6FBE-414D-AF67-96F7822E13A2}" dt="2020-02-11T16:36:56.061" v="3356" actId="478"/>
          <ac:picMkLst>
            <pc:docMk/>
            <pc:sldMk cId="1446967282" sldId="338"/>
            <ac:picMk id="3" creationId="{DAAE03D4-C8A7-4D31-B2DE-0A76FB203995}"/>
          </ac:picMkLst>
        </pc:picChg>
        <pc:picChg chg="add mod">
          <ac:chgData name="Sam O'Neill" userId="cb323814-a42a-4cfe-bc74-03f595e56f6e" providerId="ADAL" clId="{81D15480-6FBE-414D-AF67-96F7822E13A2}" dt="2020-02-11T16:36:58.204" v="3358" actId="1076"/>
          <ac:picMkLst>
            <pc:docMk/>
            <pc:sldMk cId="1446967282" sldId="338"/>
            <ac:picMk id="4" creationId="{2DBB58A8-E8C9-4B12-AE52-8FE023ABEA1E}"/>
          </ac:picMkLst>
        </pc:picChg>
        <pc:picChg chg="add mod">
          <ac:chgData name="Sam O'Neill" userId="cb323814-a42a-4cfe-bc74-03f595e56f6e" providerId="ADAL" clId="{81D15480-6FBE-414D-AF67-96F7822E13A2}" dt="2020-02-11T16:38:19.909" v="3421" actId="1076"/>
          <ac:picMkLst>
            <pc:docMk/>
            <pc:sldMk cId="1446967282" sldId="338"/>
            <ac:picMk id="5" creationId="{EA558F22-E61C-46B0-9B4E-D6AAE7E24D9E}"/>
          </ac:picMkLst>
        </pc:picChg>
        <pc:picChg chg="add del">
          <ac:chgData name="Sam O'Neill" userId="cb323814-a42a-4cfe-bc74-03f595e56f6e" providerId="ADAL" clId="{81D15480-6FBE-414D-AF67-96F7822E13A2}" dt="2020-02-11T16:38:17.750" v="3419" actId="478"/>
          <ac:picMkLst>
            <pc:docMk/>
            <pc:sldMk cId="1446967282" sldId="338"/>
            <ac:picMk id="6" creationId="{8E6EF1C4-2A7C-495B-B8AA-13AAE25C5C08}"/>
          </ac:picMkLst>
        </pc:pic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1D15480-6FBE-414D-AF67-96F7822E13A2}" dt="2020-02-13T13:29:09.878" v="10610" actId="20577"/>
        <pc:sldMkLst>
          <pc:docMk/>
          <pc:sldMk cId="544334578" sldId="339"/>
        </pc:sldMkLst>
        <pc:spChg chg="add mod">
          <ac:chgData name="Sam O'Neill" userId="cb323814-a42a-4cfe-bc74-03f595e56f6e" providerId="ADAL" clId="{81D15480-6FBE-414D-AF67-96F7822E13A2}" dt="2020-02-13T13:29:09.878" v="10610" actId="20577"/>
          <ac:spMkLst>
            <pc:docMk/>
            <pc:sldMk cId="544334578" sldId="339"/>
            <ac:spMk id="6" creationId="{569E74F8-6CBD-40F8-B83B-2DF042AAA4EF}"/>
          </ac:spMkLst>
        </pc:spChg>
        <pc:spChg chg="add del mod">
          <ac:chgData name="Sam O'Neill" userId="cb323814-a42a-4cfe-bc74-03f595e56f6e" providerId="ADAL" clId="{81D15480-6FBE-414D-AF67-96F7822E13A2}" dt="2020-02-11T17:00:12.743" v="4125" actId="478"/>
          <ac:spMkLst>
            <pc:docMk/>
            <pc:sldMk cId="544334578" sldId="339"/>
            <ac:spMk id="10" creationId="{18D49BC4-0F0A-4294-AF24-E590E0B0CDA8}"/>
          </ac:spMkLst>
        </pc:spChg>
        <pc:graphicFrameChg chg="del">
          <ac:chgData name="Sam O'Neill" userId="cb323814-a42a-4cfe-bc74-03f595e56f6e" providerId="ADAL" clId="{81D15480-6FBE-414D-AF67-96F7822E13A2}" dt="2020-02-11T16:40:35.609" v="3457" actId="478"/>
          <ac:graphicFrameMkLst>
            <pc:docMk/>
            <pc:sldMk cId="544334578" sldId="339"/>
            <ac:graphicFrameMk id="7" creationId="{9DF62E49-D9F1-42E9-9CCD-59547F93D46D}"/>
          </ac:graphicFrameMkLst>
        </pc:graphicFrameChg>
        <pc:picChg chg="add mod">
          <ac:chgData name="Sam O'Neill" userId="cb323814-a42a-4cfe-bc74-03f595e56f6e" providerId="ADAL" clId="{81D15480-6FBE-414D-AF67-96F7822E13A2}" dt="2020-02-11T16:43:00.264" v="3657" actId="1076"/>
          <ac:picMkLst>
            <pc:docMk/>
            <pc:sldMk cId="544334578" sldId="339"/>
            <ac:picMk id="3" creationId="{35DE1F2E-55B9-40DC-B405-1EFC8F4CA810}"/>
          </ac:picMkLst>
        </pc:picChg>
        <pc:picChg chg="mod">
          <ac:chgData name="Sam O'Neill" userId="cb323814-a42a-4cfe-bc74-03f595e56f6e" providerId="ADAL" clId="{81D15480-6FBE-414D-AF67-96F7822E13A2}" dt="2020-02-11T16:41:55.808" v="3616" actId="1076"/>
          <ac:picMkLst>
            <pc:docMk/>
            <pc:sldMk cId="544334578" sldId="339"/>
            <ac:picMk id="4" creationId="{2DBB58A8-E8C9-4B12-AE52-8FE023ABEA1E}"/>
          </ac:picMkLst>
        </pc:picChg>
        <pc:picChg chg="del">
          <ac:chgData name="Sam O'Neill" userId="cb323814-a42a-4cfe-bc74-03f595e56f6e" providerId="ADAL" clId="{81D15480-6FBE-414D-AF67-96F7822E13A2}" dt="2020-02-11T16:40:35.609" v="3457" actId="478"/>
          <ac:picMkLst>
            <pc:docMk/>
            <pc:sldMk cId="544334578" sldId="339"/>
            <ac:picMk id="5" creationId="{EA558F22-E61C-46B0-9B4E-D6AAE7E24D9E}"/>
          </ac:picMkLst>
        </pc:picChg>
        <pc:cxnChg chg="add mod">
          <ac:chgData name="Sam O'Neill" userId="cb323814-a42a-4cfe-bc74-03f595e56f6e" providerId="ADAL" clId="{81D15480-6FBE-414D-AF67-96F7822E13A2}" dt="2020-02-11T16:43:08.392" v="3659" actId="1582"/>
          <ac:cxnSpMkLst>
            <pc:docMk/>
            <pc:sldMk cId="544334578" sldId="339"/>
            <ac:cxnSpMk id="9" creationId="{FC44510F-A876-4F5E-B750-FAF31F90897A}"/>
          </ac:cxnSpMkLst>
        </pc:cxn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51294576" sldId="340"/>
        </pc:sldMkLst>
      </pc:sldChg>
      <pc:sldChg chg="addSp delSp modSp add mod modAnim">
        <pc:chgData name="Sam O'Neill" userId="cb323814-a42a-4cfe-bc74-03f595e56f6e" providerId="ADAL" clId="{81D15480-6FBE-414D-AF67-96F7822E13A2}" dt="2020-02-13T13:29:33.046" v="10612"/>
        <pc:sldMkLst>
          <pc:docMk/>
          <pc:sldMk cId="1642407119" sldId="340"/>
        </pc:sldMkLst>
        <pc:spChg chg="mod">
          <ac:chgData name="Sam O'Neill" userId="cb323814-a42a-4cfe-bc74-03f595e56f6e" providerId="ADAL" clId="{81D15480-6FBE-414D-AF67-96F7822E13A2}" dt="2020-02-11T16:44:01.034" v="3700" actId="20577"/>
          <ac:spMkLst>
            <pc:docMk/>
            <pc:sldMk cId="1642407119" sldId="340"/>
            <ac:spMk id="2" creationId="{F3E593E6-3D2F-4C7E-80B2-F78D636A9E07}"/>
          </ac:spMkLst>
        </pc:spChg>
        <pc:spChg chg="del">
          <ac:chgData name="Sam O'Neill" userId="cb323814-a42a-4cfe-bc74-03f595e56f6e" providerId="ADAL" clId="{81D15480-6FBE-414D-AF67-96F7822E13A2}" dt="2020-02-11T16:43:19.494" v="3661" actId="478"/>
          <ac:spMkLst>
            <pc:docMk/>
            <pc:sldMk cId="1642407119" sldId="340"/>
            <ac:spMk id="6" creationId="{569E74F8-6CBD-40F8-B83B-2DF042AAA4EF}"/>
          </ac:spMkLst>
        </pc:spChg>
        <pc:spChg chg="add del mod">
          <ac:chgData name="Sam O'Neill" userId="cb323814-a42a-4cfe-bc74-03f595e56f6e" providerId="ADAL" clId="{81D15480-6FBE-414D-AF67-96F7822E13A2}" dt="2020-02-11T16:43:21.137" v="3662" actId="478"/>
          <ac:spMkLst>
            <pc:docMk/>
            <pc:sldMk cId="1642407119" sldId="340"/>
            <ac:spMk id="7" creationId="{1A66C211-BB4F-480E-B012-469AB30B7FB0}"/>
          </ac:spMkLst>
        </pc:spChg>
        <pc:spChg chg="add mod">
          <ac:chgData name="Sam O'Neill" userId="cb323814-a42a-4cfe-bc74-03f595e56f6e" providerId="ADAL" clId="{81D15480-6FBE-414D-AF67-96F7822E13A2}" dt="2020-02-11T16:47:28.083" v="3784" actId="1076"/>
          <ac:spMkLst>
            <pc:docMk/>
            <pc:sldMk cId="1642407119" sldId="340"/>
            <ac:spMk id="8" creationId="{3ACD8ED3-55F9-4D08-97A6-4397E79F32C0}"/>
          </ac:spMkLst>
        </pc:spChg>
        <pc:spChg chg="add mod">
          <ac:chgData name="Sam O'Neill" userId="cb323814-a42a-4cfe-bc74-03f595e56f6e" providerId="ADAL" clId="{81D15480-6FBE-414D-AF67-96F7822E13A2}" dt="2020-02-11T16:47:39.405" v="3800" actId="20577"/>
          <ac:spMkLst>
            <pc:docMk/>
            <pc:sldMk cId="1642407119" sldId="340"/>
            <ac:spMk id="13" creationId="{BE899FFA-A1F0-4DBC-8932-CA856A39A7AE}"/>
          </ac:spMkLst>
        </pc:spChg>
        <pc:spChg chg="add mod">
          <ac:chgData name="Sam O'Neill" userId="cb323814-a42a-4cfe-bc74-03f595e56f6e" providerId="ADAL" clId="{81D15480-6FBE-414D-AF67-96F7822E13A2}" dt="2020-02-11T16:56:01.638" v="4123" actId="1076"/>
          <ac:spMkLst>
            <pc:docMk/>
            <pc:sldMk cId="1642407119" sldId="340"/>
            <ac:spMk id="16" creationId="{284CB1D5-85C6-4F70-812C-680B5D57D0C4}"/>
          </ac:spMkLst>
        </pc:spChg>
        <pc:spChg chg="add mod">
          <ac:chgData name="Sam O'Neill" userId="cb323814-a42a-4cfe-bc74-03f595e56f6e" providerId="ADAL" clId="{81D15480-6FBE-414D-AF67-96F7822E13A2}" dt="2020-02-11T17:02:42.864" v="4132" actId="20577"/>
          <ac:spMkLst>
            <pc:docMk/>
            <pc:sldMk cId="1642407119" sldId="340"/>
            <ac:spMk id="18" creationId="{3A579CF9-72B6-4B97-AB29-442A49A57AED}"/>
          </ac:spMkLst>
        </pc:spChg>
        <pc:picChg chg="del mod">
          <ac:chgData name="Sam O'Neill" userId="cb323814-a42a-4cfe-bc74-03f595e56f6e" providerId="ADAL" clId="{81D15480-6FBE-414D-AF67-96F7822E13A2}" dt="2020-02-11T16:46:05.475" v="3775" actId="478"/>
          <ac:picMkLst>
            <pc:docMk/>
            <pc:sldMk cId="1642407119" sldId="340"/>
            <ac:picMk id="3" creationId="{35DE1F2E-55B9-40DC-B405-1EFC8F4CA810}"/>
          </ac:picMkLst>
        </pc:picChg>
        <pc:picChg chg="mod">
          <ac:chgData name="Sam O'Neill" userId="cb323814-a42a-4cfe-bc74-03f595e56f6e" providerId="ADAL" clId="{81D15480-6FBE-414D-AF67-96F7822E13A2}" dt="2020-02-11T16:47:28.083" v="3784" actId="1076"/>
          <ac:picMkLst>
            <pc:docMk/>
            <pc:sldMk cId="1642407119" sldId="340"/>
            <ac:picMk id="4" creationId="{2DBB58A8-E8C9-4B12-AE52-8FE023ABEA1E}"/>
          </ac:picMkLst>
        </pc:picChg>
        <pc:picChg chg="add mod">
          <ac:chgData name="Sam O'Neill" userId="cb323814-a42a-4cfe-bc74-03f595e56f6e" providerId="ADAL" clId="{81D15480-6FBE-414D-AF67-96F7822E13A2}" dt="2020-02-11T16:47:28.083" v="3784" actId="1076"/>
          <ac:picMkLst>
            <pc:docMk/>
            <pc:sldMk cId="1642407119" sldId="340"/>
            <ac:picMk id="10" creationId="{FDEF1526-3BBC-4216-8FED-B132EF15856B}"/>
          </ac:picMkLst>
        </pc:picChg>
        <pc:picChg chg="add mod">
          <ac:chgData name="Sam O'Neill" userId="cb323814-a42a-4cfe-bc74-03f595e56f6e" providerId="ADAL" clId="{81D15480-6FBE-414D-AF67-96F7822E13A2}" dt="2020-02-11T16:47:31.380" v="3786" actId="1076"/>
          <ac:picMkLst>
            <pc:docMk/>
            <pc:sldMk cId="1642407119" sldId="340"/>
            <ac:picMk id="11" creationId="{DD566271-FDA6-4BF4-A182-8C4EF1F84CBF}"/>
          </ac:picMkLst>
        </pc:picChg>
        <pc:picChg chg="add del mod">
          <ac:chgData name="Sam O'Neill" userId="cb323814-a42a-4cfe-bc74-03f595e56f6e" providerId="ADAL" clId="{81D15480-6FBE-414D-AF67-96F7822E13A2}" dt="2020-02-11T16:53:02.685" v="4014" actId="478"/>
          <ac:picMkLst>
            <pc:docMk/>
            <pc:sldMk cId="1642407119" sldId="340"/>
            <ac:picMk id="14" creationId="{B4453D9D-CDDF-412F-ADF2-F2FA6BB936C2}"/>
          </ac:picMkLst>
        </pc:picChg>
        <pc:picChg chg="add del mod">
          <ac:chgData name="Sam O'Neill" userId="cb323814-a42a-4cfe-bc74-03f595e56f6e" providerId="ADAL" clId="{81D15480-6FBE-414D-AF67-96F7822E13A2}" dt="2020-02-11T17:02:19.623" v="4126" actId="478"/>
          <ac:picMkLst>
            <pc:docMk/>
            <pc:sldMk cId="1642407119" sldId="340"/>
            <ac:picMk id="15" creationId="{731027CB-56AD-4AC4-A179-871DE4BFC441}"/>
          </ac:picMkLst>
        </pc:picChg>
        <pc:picChg chg="add mod">
          <ac:chgData name="Sam O'Neill" userId="cb323814-a42a-4cfe-bc74-03f595e56f6e" providerId="ADAL" clId="{81D15480-6FBE-414D-AF67-96F7822E13A2}" dt="2020-02-11T17:02:22.439" v="4128" actId="1076"/>
          <ac:picMkLst>
            <pc:docMk/>
            <pc:sldMk cId="1642407119" sldId="340"/>
            <ac:picMk id="17" creationId="{0F019824-4507-45BC-8243-C2F9BFA03C2A}"/>
          </ac:picMkLst>
        </pc:picChg>
        <pc:cxnChg chg="mod">
          <ac:chgData name="Sam O'Neill" userId="cb323814-a42a-4cfe-bc74-03f595e56f6e" providerId="ADAL" clId="{81D15480-6FBE-414D-AF67-96F7822E13A2}" dt="2020-02-11T16:47:28.083" v="3784" actId="1076"/>
          <ac:cxnSpMkLst>
            <pc:docMk/>
            <pc:sldMk cId="1642407119" sldId="340"/>
            <ac:cxnSpMk id="9" creationId="{FC44510F-A876-4F5E-B750-FAF31F90897A}"/>
          </ac:cxnSpMkLst>
        </pc:cxnChg>
        <pc:cxnChg chg="add mod">
          <ac:chgData name="Sam O'Neill" userId="cb323814-a42a-4cfe-bc74-03f595e56f6e" providerId="ADAL" clId="{81D15480-6FBE-414D-AF67-96F7822E13A2}" dt="2020-02-11T16:47:31.380" v="3786" actId="1076"/>
          <ac:cxnSpMkLst>
            <pc:docMk/>
            <pc:sldMk cId="1642407119" sldId="340"/>
            <ac:cxnSpMk id="12" creationId="{FD179E95-9517-4B05-B6EE-A2839BBD57FA}"/>
          </ac:cxnSpMkLst>
        </pc:cxnChg>
      </pc:sldChg>
      <pc:sldChg chg="modSp add mod modAnim">
        <pc:chgData name="Sam O'Neill" userId="cb323814-a42a-4cfe-bc74-03f595e56f6e" providerId="ADAL" clId="{81D15480-6FBE-414D-AF67-96F7822E13A2}" dt="2020-02-13T13:01:49.011" v="10231"/>
        <pc:sldMkLst>
          <pc:docMk/>
          <pc:sldMk cId="1407836991" sldId="341"/>
        </pc:sldMkLst>
        <pc:spChg chg="mod">
          <ac:chgData name="Sam O'Neill" userId="cb323814-a42a-4cfe-bc74-03f595e56f6e" providerId="ADAL" clId="{81D15480-6FBE-414D-AF67-96F7822E13A2}" dt="2020-02-11T17:03:02.176" v="4152" actId="20577"/>
          <ac:spMkLst>
            <pc:docMk/>
            <pc:sldMk cId="1407836991" sldId="341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3T12:24:22.867" v="9945" actId="20577"/>
          <ac:spMkLst>
            <pc:docMk/>
            <pc:sldMk cId="1407836991" sldId="341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350807467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3316469" sldId="342"/>
        </pc:sldMkLst>
      </pc:sldChg>
      <pc:sldChg chg="add del">
        <pc:chgData name="Sam O'Neill" userId="cb323814-a42a-4cfe-bc74-03f595e56f6e" providerId="ADAL" clId="{81D15480-6FBE-414D-AF67-96F7822E13A2}" dt="2020-02-11T17:06:07.361" v="4506" actId="47"/>
        <pc:sldMkLst>
          <pc:docMk/>
          <pc:sldMk cId="2635592269" sldId="342"/>
        </pc:sldMkLst>
      </pc:sldChg>
      <pc:sldChg chg="add del">
        <pc:chgData name="Sam O'Neill" userId="cb323814-a42a-4cfe-bc74-03f595e56f6e" providerId="ADAL" clId="{81D15480-6FBE-414D-AF67-96F7822E13A2}" dt="2020-02-11T17:08:53" v="4566" actId="47"/>
        <pc:sldMkLst>
          <pc:docMk/>
          <pc:sldMk cId="3956152682" sldId="342"/>
        </pc:sldMkLst>
      </pc:sldChg>
      <pc:sldChg chg="addSp delSp modSp add del mod">
        <pc:chgData name="Sam O'Neill" userId="cb323814-a42a-4cfe-bc74-03f595e56f6e" providerId="ADAL" clId="{81D15480-6FBE-414D-AF67-96F7822E13A2}" dt="2020-02-11T17:08:08.579" v="4533" actId="47"/>
        <pc:sldMkLst>
          <pc:docMk/>
          <pc:sldMk cId="1016902631" sldId="343"/>
        </pc:sldMkLst>
        <pc:spChg chg="mod">
          <ac:chgData name="Sam O'Neill" userId="cb323814-a42a-4cfe-bc74-03f595e56f6e" providerId="ADAL" clId="{81D15480-6FBE-414D-AF67-96F7822E13A2}" dt="2020-02-11T17:06:47.072" v="4529" actId="20577"/>
          <ac:spMkLst>
            <pc:docMk/>
            <pc:sldMk cId="1016902631" sldId="343"/>
            <ac:spMk id="2" creationId="{F3E593E6-3D2F-4C7E-80B2-F78D636A9E07}"/>
          </ac:spMkLst>
        </pc:spChg>
        <pc:spChg chg="add del mod">
          <ac:chgData name="Sam O'Neill" userId="cb323814-a42a-4cfe-bc74-03f595e56f6e" providerId="ADAL" clId="{81D15480-6FBE-414D-AF67-96F7822E13A2}" dt="2020-02-11T17:06:23.096" v="4515" actId="478"/>
          <ac:spMkLst>
            <pc:docMk/>
            <pc:sldMk cId="1016902631" sldId="343"/>
            <ac:spMk id="4" creationId="{EE0491DD-154F-4054-90A1-C74AA3561EB3}"/>
          </ac:spMkLst>
        </pc:spChg>
        <pc:spChg chg="add mod">
          <ac:chgData name="Sam O'Neill" userId="cb323814-a42a-4cfe-bc74-03f595e56f6e" providerId="ADAL" clId="{81D15480-6FBE-414D-AF67-96F7822E13A2}" dt="2020-02-11T17:06:36.391" v="4527" actId="1076"/>
          <ac:spMkLst>
            <pc:docMk/>
            <pc:sldMk cId="1016902631" sldId="343"/>
            <ac:spMk id="6" creationId="{AD075A96-EF70-4326-89B3-DDC19E5BD102}"/>
          </ac:spMkLst>
        </pc:spChg>
        <pc:spChg chg="del">
          <ac:chgData name="Sam O'Neill" userId="cb323814-a42a-4cfe-bc74-03f595e56f6e" providerId="ADAL" clId="{81D15480-6FBE-414D-AF67-96F7822E13A2}" dt="2020-02-11T17:06:13.066" v="4514" actId="478"/>
          <ac:spMkLst>
            <pc:docMk/>
            <pc:sldMk cId="1016902631" sldId="343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1T17:06:25.031" v="4517" actId="1076"/>
          <ac:picMkLst>
            <pc:docMk/>
            <pc:sldMk cId="1016902631" sldId="343"/>
            <ac:picMk id="5" creationId="{DAEF40E0-5BB1-4CBB-8124-0D29951CC255}"/>
          </ac:picMkLst>
        </pc:pic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909666401" sldId="343"/>
        </pc:sldMkLst>
      </pc:sldChg>
      <pc:sldChg chg="addSp delSp modSp add mod addAnim delAnim modAnim">
        <pc:chgData name="Sam O'Neill" userId="cb323814-a42a-4cfe-bc74-03f595e56f6e" providerId="ADAL" clId="{81D15480-6FBE-414D-AF67-96F7822E13A2}" dt="2020-02-13T13:02:03.096" v="10232"/>
        <pc:sldMkLst>
          <pc:docMk/>
          <pc:sldMk cId="2098889634" sldId="343"/>
        </pc:sldMkLst>
        <pc:spChg chg="add del mod">
          <ac:chgData name="Sam O'Neill" userId="cb323814-a42a-4cfe-bc74-03f595e56f6e" providerId="ADAL" clId="{81D15480-6FBE-414D-AF67-96F7822E13A2}" dt="2020-02-11T17:13:28.038" v="4756" actId="478"/>
          <ac:spMkLst>
            <pc:docMk/>
            <pc:sldMk cId="2098889634" sldId="343"/>
            <ac:spMk id="3" creationId="{2ED27342-B019-4230-BC68-60F4E0ADF16D}"/>
          </ac:spMkLst>
        </pc:spChg>
        <pc:spChg chg="add mod">
          <ac:chgData name="Sam O'Neill" userId="cb323814-a42a-4cfe-bc74-03f595e56f6e" providerId="ADAL" clId="{81D15480-6FBE-414D-AF67-96F7822E13A2}" dt="2020-02-11T17:13:22.257" v="4748" actId="1076"/>
          <ac:spMkLst>
            <pc:docMk/>
            <pc:sldMk cId="2098889634" sldId="343"/>
            <ac:spMk id="4" creationId="{1AA8A99C-4B11-4975-B3A7-9FDBC4DD841C}"/>
          </ac:spMkLst>
        </pc:spChg>
        <pc:spChg chg="add del mod">
          <ac:chgData name="Sam O'Neill" userId="cb323814-a42a-4cfe-bc74-03f595e56f6e" providerId="ADAL" clId="{81D15480-6FBE-414D-AF67-96F7822E13A2}" dt="2020-02-11T17:13:28.038" v="4756" actId="478"/>
          <ac:spMkLst>
            <pc:docMk/>
            <pc:sldMk cId="2098889634" sldId="343"/>
            <ac:spMk id="5" creationId="{C88802DA-6935-4050-96FF-505FA0129DAF}"/>
          </ac:spMkLst>
        </pc:spChg>
        <pc:spChg chg="add del mod">
          <ac:chgData name="Sam O'Neill" userId="cb323814-a42a-4cfe-bc74-03f595e56f6e" providerId="ADAL" clId="{81D15480-6FBE-414D-AF67-96F7822E13A2}" dt="2020-02-11T17:13:21.154" v="4746"/>
          <ac:spMkLst>
            <pc:docMk/>
            <pc:sldMk cId="2098889634" sldId="343"/>
            <ac:spMk id="7" creationId="{AABF168B-88A9-4ACA-A2FD-3AD8AF839293}"/>
          </ac:spMkLst>
        </pc:spChg>
        <pc:picChg chg="add del">
          <ac:chgData name="Sam O'Neill" userId="cb323814-a42a-4cfe-bc74-03f595e56f6e" providerId="ADAL" clId="{81D15480-6FBE-414D-AF67-96F7822E13A2}" dt="2020-02-12T13:53:12.202" v="5791"/>
          <ac:picMkLst>
            <pc:docMk/>
            <pc:sldMk cId="2098889634" sldId="343"/>
            <ac:picMk id="8" creationId="{FE7DB8CA-7021-44CD-B73A-65ADC88538C8}"/>
          </ac:picMkLst>
        </pc:picChg>
      </pc:sldChg>
      <pc:sldChg chg="addSp delSp modSp add mod delAnim modAnim">
        <pc:chgData name="Sam O'Neill" userId="cb323814-a42a-4cfe-bc74-03f595e56f6e" providerId="ADAL" clId="{81D15480-6FBE-414D-AF67-96F7822E13A2}" dt="2020-02-13T12:58:33.453" v="10217" actId="5793"/>
        <pc:sldMkLst>
          <pc:docMk/>
          <pc:sldMk cId="2330514753" sldId="344"/>
        </pc:sldMkLst>
        <pc:spChg chg="del">
          <ac:chgData name="Sam O'Neill" userId="cb323814-a42a-4cfe-bc74-03f595e56f6e" providerId="ADAL" clId="{81D15480-6FBE-414D-AF67-96F7822E13A2}" dt="2020-02-11T17:13:34.040" v="4757" actId="478"/>
          <ac:spMkLst>
            <pc:docMk/>
            <pc:sldMk cId="2330514753" sldId="344"/>
            <ac:spMk id="3" creationId="{2ED27342-B019-4230-BC68-60F4E0ADF16D}"/>
          </ac:spMkLst>
        </pc:spChg>
        <pc:spChg chg="mod">
          <ac:chgData name="Sam O'Neill" userId="cb323814-a42a-4cfe-bc74-03f595e56f6e" providerId="ADAL" clId="{81D15480-6FBE-414D-AF67-96F7822E13A2}" dt="2020-02-13T12:58:04.315" v="10151" actId="20577"/>
          <ac:spMkLst>
            <pc:docMk/>
            <pc:sldMk cId="2330514753" sldId="344"/>
            <ac:spMk id="4" creationId="{1AA8A99C-4B11-4975-B3A7-9FDBC4DD841C}"/>
          </ac:spMkLst>
        </pc:spChg>
        <pc:spChg chg="add del mod">
          <ac:chgData name="Sam O'Neill" userId="cb323814-a42a-4cfe-bc74-03f595e56f6e" providerId="ADAL" clId="{81D15480-6FBE-414D-AF67-96F7822E13A2}" dt="2020-02-11T17:13:37.713" v="4758" actId="478"/>
          <ac:spMkLst>
            <pc:docMk/>
            <pc:sldMk cId="2330514753" sldId="344"/>
            <ac:spMk id="5" creationId="{255AA3D4-F8BA-44FA-8D83-9639E026C19D}"/>
          </ac:spMkLst>
        </pc:spChg>
        <pc:spChg chg="mod">
          <ac:chgData name="Sam O'Neill" userId="cb323814-a42a-4cfe-bc74-03f595e56f6e" providerId="ADAL" clId="{81D15480-6FBE-414D-AF67-96F7822E13A2}" dt="2020-02-11T17:12:24.243" v="4709" actId="20577"/>
          <ac:spMkLst>
            <pc:docMk/>
            <pc:sldMk cId="2330514753" sldId="344"/>
            <ac:spMk id="6" creationId="{DB57E94D-7ABF-4564-B18E-07C64105872B}"/>
          </ac:spMkLst>
        </pc:spChg>
        <pc:spChg chg="add mod">
          <ac:chgData name="Sam O'Neill" userId="cb323814-a42a-4cfe-bc74-03f595e56f6e" providerId="ADAL" clId="{81D15480-6FBE-414D-AF67-96F7822E13A2}" dt="2020-02-13T12:58:33.453" v="10217" actId="5793"/>
          <ac:spMkLst>
            <pc:docMk/>
            <pc:sldMk cId="2330514753" sldId="344"/>
            <ac:spMk id="7" creationId="{56608BD6-CD27-4785-A030-5CE2F86E1CCD}"/>
          </ac:spMkLst>
        </pc:spChg>
        <pc:picChg chg="add del">
          <ac:chgData name="Sam O'Neill" userId="cb323814-a42a-4cfe-bc74-03f595e56f6e" providerId="ADAL" clId="{81D15480-6FBE-414D-AF67-96F7822E13A2}" dt="2020-02-12T13:54:32.134" v="5804" actId="478"/>
          <ac:picMkLst>
            <pc:docMk/>
            <pc:sldMk cId="2330514753" sldId="344"/>
            <ac:picMk id="8" creationId="{2923588D-E2A2-4C8B-B078-787FD4E82356}"/>
          </ac:picMkLst>
        </pc:picChg>
      </pc:sldChg>
      <pc:sldChg chg="delSp modSp add del mod">
        <pc:chgData name="Sam O'Neill" userId="cb323814-a42a-4cfe-bc74-03f595e56f6e" providerId="ADAL" clId="{81D15480-6FBE-414D-AF67-96F7822E13A2}" dt="2020-02-11T17:08:17.759" v="4539" actId="47"/>
        <pc:sldMkLst>
          <pc:docMk/>
          <pc:sldMk cId="3285167009" sldId="344"/>
        </pc:sldMkLst>
        <pc:spChg chg="mod">
          <ac:chgData name="Sam O'Neill" userId="cb323814-a42a-4cfe-bc74-03f595e56f6e" providerId="ADAL" clId="{81D15480-6FBE-414D-AF67-96F7822E13A2}" dt="2020-02-11T17:08:11.885" v="4535" actId="20577"/>
          <ac:spMkLst>
            <pc:docMk/>
            <pc:sldMk cId="3285167009" sldId="344"/>
            <ac:spMk id="2" creationId="{F3E593E6-3D2F-4C7E-80B2-F78D636A9E07}"/>
          </ac:spMkLst>
        </pc:spChg>
        <pc:spChg chg="del">
          <ac:chgData name="Sam O'Neill" userId="cb323814-a42a-4cfe-bc74-03f595e56f6e" providerId="ADAL" clId="{81D15480-6FBE-414D-AF67-96F7822E13A2}" dt="2020-02-11T17:08:14.362" v="4537" actId="478"/>
          <ac:spMkLst>
            <pc:docMk/>
            <pc:sldMk cId="3285167009" sldId="344"/>
            <ac:spMk id="6" creationId="{AD075A96-EF70-4326-89B3-DDC19E5BD102}"/>
          </ac:spMkLst>
        </pc:spChg>
        <pc:picChg chg="del">
          <ac:chgData name="Sam O'Neill" userId="cb323814-a42a-4cfe-bc74-03f595e56f6e" providerId="ADAL" clId="{81D15480-6FBE-414D-AF67-96F7822E13A2}" dt="2020-02-11T17:08:13.122" v="4536" actId="478"/>
          <ac:picMkLst>
            <pc:docMk/>
            <pc:sldMk cId="3285167009" sldId="344"/>
            <ac:picMk id="5" creationId="{DAEF40E0-5BB1-4CBB-8124-0D29951CC255}"/>
          </ac:picMkLst>
        </pc:pic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807276144" sldId="345"/>
        </pc:sldMkLst>
      </pc:sldChg>
      <pc:sldChg chg="modSp add">
        <pc:chgData name="Sam O'Neill" userId="cb323814-a42a-4cfe-bc74-03f595e56f6e" providerId="ADAL" clId="{81D15480-6FBE-414D-AF67-96F7822E13A2}" dt="2020-02-12T16:01:20.984" v="9811" actId="15373"/>
        <pc:sldMkLst>
          <pc:docMk/>
          <pc:sldMk cId="1943679837" sldId="345"/>
        </pc:sldMkLst>
        <pc:spChg chg="mod">
          <ac:chgData name="Sam O'Neill" userId="cb323814-a42a-4cfe-bc74-03f595e56f6e" providerId="ADAL" clId="{81D15480-6FBE-414D-AF67-96F7822E13A2}" dt="2020-02-12T16:01:20.984" v="9811" actId="15373"/>
          <ac:spMkLst>
            <pc:docMk/>
            <pc:sldMk cId="1943679837" sldId="345"/>
            <ac:spMk id="4" creationId="{1AA8A99C-4B11-4975-B3A7-9FDBC4DD841C}"/>
          </ac:spMkLst>
        </pc:spChg>
        <pc:spChg chg="mod">
          <ac:chgData name="Sam O'Neill" userId="cb323814-a42a-4cfe-bc74-03f595e56f6e" providerId="ADAL" clId="{81D15480-6FBE-414D-AF67-96F7822E13A2}" dt="2020-02-12T14:05:24.969" v="6066" actId="6549"/>
          <ac:spMkLst>
            <pc:docMk/>
            <pc:sldMk cId="1943679837" sldId="345"/>
            <ac:spMk id="7" creationId="{56608BD6-CD27-4785-A030-5CE2F86E1CCD}"/>
          </ac:spMkLst>
        </pc:spChg>
      </pc:sldChg>
      <pc:sldChg chg="modSp add modAnim">
        <pc:chgData name="Sam O'Neill" userId="cb323814-a42a-4cfe-bc74-03f595e56f6e" providerId="ADAL" clId="{81D15480-6FBE-414D-AF67-96F7822E13A2}" dt="2020-02-12T16:01:44.317" v="9853" actId="20577"/>
        <pc:sldMkLst>
          <pc:docMk/>
          <pc:sldMk cId="4094712384" sldId="346"/>
        </pc:sldMkLst>
        <pc:spChg chg="mod">
          <ac:chgData name="Sam O'Neill" userId="cb323814-a42a-4cfe-bc74-03f595e56f6e" providerId="ADAL" clId="{81D15480-6FBE-414D-AF67-96F7822E13A2}" dt="2020-02-12T16:01:44.317" v="9853" actId="20577"/>
          <ac:spMkLst>
            <pc:docMk/>
            <pc:sldMk cId="4094712384" sldId="346"/>
            <ac:spMk id="4" creationId="{1AA8A99C-4B11-4975-B3A7-9FDBC4DD841C}"/>
          </ac:spMkLst>
        </pc:spChg>
        <pc:spChg chg="mod">
          <ac:chgData name="Sam O'Neill" userId="cb323814-a42a-4cfe-bc74-03f595e56f6e" providerId="ADAL" clId="{81D15480-6FBE-414D-AF67-96F7822E13A2}" dt="2020-02-12T14:08:50.750" v="6139" actId="20577"/>
          <ac:spMkLst>
            <pc:docMk/>
            <pc:sldMk cId="4094712384" sldId="346"/>
            <ac:spMk id="7" creationId="{56608BD6-CD27-4785-A030-5CE2F86E1CCD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01727643" sldId="346"/>
        </pc:sldMkLst>
      </pc:sldChg>
      <pc:sldChg chg="addSp delSp modSp add mod delAnim">
        <pc:chgData name="Sam O'Neill" userId="cb323814-a42a-4cfe-bc74-03f595e56f6e" providerId="ADAL" clId="{81D15480-6FBE-414D-AF67-96F7822E13A2}" dt="2020-02-12T14:09:25.586" v="6140" actId="6549"/>
        <pc:sldMkLst>
          <pc:docMk/>
          <pc:sldMk cId="304337896" sldId="347"/>
        </pc:sldMkLst>
        <pc:spChg chg="del">
          <ac:chgData name="Sam O'Neill" userId="cb323814-a42a-4cfe-bc74-03f595e56f6e" providerId="ADAL" clId="{81D15480-6FBE-414D-AF67-96F7822E13A2}" dt="2020-02-11T17:23:25.936" v="5610" actId="478"/>
          <ac:spMkLst>
            <pc:docMk/>
            <pc:sldMk cId="304337896" sldId="347"/>
            <ac:spMk id="4" creationId="{1AA8A99C-4B11-4975-B3A7-9FDBC4DD841C}"/>
          </ac:spMkLst>
        </pc:spChg>
        <pc:spChg chg="add mod">
          <ac:chgData name="Sam O'Neill" userId="cb323814-a42a-4cfe-bc74-03f595e56f6e" providerId="ADAL" clId="{81D15480-6FBE-414D-AF67-96F7822E13A2}" dt="2020-02-12T14:09:25.586" v="6140" actId="6549"/>
          <ac:spMkLst>
            <pc:docMk/>
            <pc:sldMk cId="304337896" sldId="347"/>
            <ac:spMk id="5" creationId="{63000F5B-35A6-4037-85E3-EC236226AEFE}"/>
          </ac:spMkLst>
        </pc:spChg>
        <pc:spChg chg="del">
          <ac:chgData name="Sam O'Neill" userId="cb323814-a42a-4cfe-bc74-03f595e56f6e" providerId="ADAL" clId="{81D15480-6FBE-414D-AF67-96F7822E13A2}" dt="2020-02-11T17:23:25.936" v="5610" actId="478"/>
          <ac:spMkLst>
            <pc:docMk/>
            <pc:sldMk cId="304337896" sldId="347"/>
            <ac:spMk id="7" creationId="{56608BD6-CD27-4785-A030-5CE2F86E1CCD}"/>
          </ac:spMkLst>
        </pc:spChg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755094154" sldId="347"/>
        </pc:sldMkLst>
      </pc:sldChg>
      <pc:sldChg chg="modSp mod modAnim">
        <pc:chgData name="Sam O'Neill" userId="cb323814-a42a-4cfe-bc74-03f595e56f6e" providerId="ADAL" clId="{81D15480-6FBE-414D-AF67-96F7822E13A2}" dt="2020-02-13T13:25:40.586" v="10592" actId="20577"/>
        <pc:sldMkLst>
          <pc:docMk/>
          <pc:sldMk cId="2369782033" sldId="348"/>
        </pc:sldMkLst>
        <pc:spChg chg="mod">
          <ac:chgData name="Sam O'Neill" userId="cb323814-a42a-4cfe-bc74-03f595e56f6e" providerId="ADAL" clId="{81D15480-6FBE-414D-AF67-96F7822E13A2}" dt="2020-02-13T13:25:40.586" v="10592" actId="20577"/>
          <ac:spMkLst>
            <pc:docMk/>
            <pc:sldMk cId="2369782033" sldId="348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3T13:09:56.173" v="10320" actId="20577"/>
          <ac:spMkLst>
            <pc:docMk/>
            <pc:sldMk cId="2369782033" sldId="348"/>
            <ac:spMk id="41" creationId="{C14A0838-F628-458D-8D91-0A95C51199DA}"/>
          </ac:spMkLst>
        </pc:spChg>
      </pc:sldChg>
      <pc:sldChg chg="addSp modSp mod">
        <pc:chgData name="Sam O'Neill" userId="cb323814-a42a-4cfe-bc74-03f595e56f6e" providerId="ADAL" clId="{81D15480-6FBE-414D-AF67-96F7822E13A2}" dt="2020-02-12T15:59:04.377" v="9746" actId="20577"/>
        <pc:sldMkLst>
          <pc:docMk/>
          <pc:sldMk cId="1107265482" sldId="349"/>
        </pc:sldMkLst>
        <pc:spChg chg="mod">
          <ac:chgData name="Sam O'Neill" userId="cb323814-a42a-4cfe-bc74-03f595e56f6e" providerId="ADAL" clId="{81D15480-6FBE-414D-AF67-96F7822E13A2}" dt="2020-02-12T15:59:04.377" v="9746" actId="20577"/>
          <ac:spMkLst>
            <pc:docMk/>
            <pc:sldMk cId="1107265482" sldId="349"/>
            <ac:spMk id="41" creationId="{C14A0838-F628-458D-8D91-0A95C51199DA}"/>
          </ac:spMkLst>
        </pc:spChg>
        <pc:graphicFrameChg chg="add mod modGraphic">
          <ac:chgData name="Sam O'Neill" userId="cb323814-a42a-4cfe-bc74-03f595e56f6e" providerId="ADAL" clId="{81D15480-6FBE-414D-AF67-96F7822E13A2}" dt="2020-02-12T15:57:58.210" v="9741" actId="1076"/>
          <ac:graphicFrameMkLst>
            <pc:docMk/>
            <pc:sldMk cId="1107265482" sldId="349"/>
            <ac:graphicFrameMk id="3" creationId="{06FD8046-6BFD-4CC0-9D87-1060AAD57BB5}"/>
          </ac:graphicFrameMkLst>
        </pc:graphicFrameChg>
      </pc:sldChg>
      <pc:sldChg chg="addSp delSp modSp add mod delAnim">
        <pc:chgData name="Sam O'Neill" userId="cb323814-a42a-4cfe-bc74-03f595e56f6e" providerId="ADAL" clId="{81D15480-6FBE-414D-AF67-96F7822E13A2}" dt="2020-02-12T13:54:25.693" v="5803" actId="1076"/>
        <pc:sldMkLst>
          <pc:docMk/>
          <pc:sldMk cId="1214197231" sldId="350"/>
        </pc:sldMkLst>
        <pc:spChg chg="del">
          <ac:chgData name="Sam O'Neill" userId="cb323814-a42a-4cfe-bc74-03f595e56f6e" providerId="ADAL" clId="{81D15480-6FBE-414D-AF67-96F7822E13A2}" dt="2020-02-12T13:53:19.735" v="5793" actId="478"/>
          <ac:spMkLst>
            <pc:docMk/>
            <pc:sldMk cId="1214197231" sldId="350"/>
            <ac:spMk id="4" creationId="{1AA8A99C-4B11-4975-B3A7-9FDBC4DD841C}"/>
          </ac:spMkLst>
        </pc:spChg>
        <pc:spChg chg="del">
          <ac:chgData name="Sam O'Neill" userId="cb323814-a42a-4cfe-bc74-03f595e56f6e" providerId="ADAL" clId="{81D15480-6FBE-414D-AF67-96F7822E13A2}" dt="2020-02-12T13:53:19.735" v="5793" actId="478"/>
          <ac:spMkLst>
            <pc:docMk/>
            <pc:sldMk cId="1214197231" sldId="350"/>
            <ac:spMk id="7" creationId="{56608BD6-CD27-4785-A030-5CE2F86E1CCD}"/>
          </ac:spMkLst>
        </pc:spChg>
        <pc:picChg chg="add del mod">
          <ac:chgData name="Sam O'Neill" userId="cb323814-a42a-4cfe-bc74-03f595e56f6e" providerId="ADAL" clId="{81D15480-6FBE-414D-AF67-96F7822E13A2}" dt="2020-02-12T13:54:14.191" v="5801" actId="478"/>
          <ac:picMkLst>
            <pc:docMk/>
            <pc:sldMk cId="1214197231" sldId="350"/>
            <ac:picMk id="2" creationId="{DEB9581C-045C-4327-B085-55EEE28AE6D0}"/>
          </ac:picMkLst>
        </pc:picChg>
        <pc:picChg chg="add mod">
          <ac:chgData name="Sam O'Neill" userId="cb323814-a42a-4cfe-bc74-03f595e56f6e" providerId="ADAL" clId="{81D15480-6FBE-414D-AF67-96F7822E13A2}" dt="2020-02-12T13:53:59.066" v="5800" actId="1076"/>
          <ac:picMkLst>
            <pc:docMk/>
            <pc:sldMk cId="1214197231" sldId="350"/>
            <ac:picMk id="3" creationId="{9A722C95-AD35-4C0B-BB44-1329A5040D10}"/>
          </ac:picMkLst>
        </pc:picChg>
        <pc:picChg chg="add mod">
          <ac:chgData name="Sam O'Neill" userId="cb323814-a42a-4cfe-bc74-03f595e56f6e" providerId="ADAL" clId="{81D15480-6FBE-414D-AF67-96F7822E13A2}" dt="2020-02-12T13:54:25.693" v="5803" actId="1076"/>
          <ac:picMkLst>
            <pc:docMk/>
            <pc:sldMk cId="1214197231" sldId="350"/>
            <ac:picMk id="5" creationId="{4C50FD63-3F60-4DAE-A6FC-6D339AB08A7D}"/>
          </ac:picMkLst>
        </pc:picChg>
        <pc:picChg chg="del mod">
          <ac:chgData name="Sam O'Neill" userId="cb323814-a42a-4cfe-bc74-03f595e56f6e" providerId="ADAL" clId="{81D15480-6FBE-414D-AF67-96F7822E13A2}" dt="2020-02-12T13:53:40.284" v="5796" actId="478"/>
          <ac:picMkLst>
            <pc:docMk/>
            <pc:sldMk cId="1214197231" sldId="350"/>
            <ac:picMk id="8" creationId="{2923588D-E2A2-4C8B-B078-787FD4E82356}"/>
          </ac:picMkLst>
        </pc:picChg>
      </pc:sldChg>
      <pc:sldChg chg="addSp modSp add mod">
        <pc:chgData name="Sam O'Neill" userId="cb323814-a42a-4cfe-bc74-03f595e56f6e" providerId="ADAL" clId="{81D15480-6FBE-414D-AF67-96F7822E13A2}" dt="2020-02-12T16:12:36.804" v="9936" actId="20577"/>
        <pc:sldMkLst>
          <pc:docMk/>
          <pc:sldMk cId="2529980565" sldId="351"/>
        </pc:sldMkLst>
        <pc:spChg chg="mod">
          <ac:chgData name="Sam O'Neill" userId="cb323814-a42a-4cfe-bc74-03f595e56f6e" providerId="ADAL" clId="{81D15480-6FBE-414D-AF67-96F7822E13A2}" dt="2020-02-12T14:15:13.287" v="7043" actId="20577"/>
          <ac:spMkLst>
            <pc:docMk/>
            <pc:sldMk cId="2529980565" sldId="351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2T16:12:36.804" v="9936" actId="20577"/>
          <ac:spMkLst>
            <pc:docMk/>
            <pc:sldMk cId="2529980565" sldId="351"/>
            <ac:spMk id="41" creationId="{C14A0838-F628-458D-8D91-0A95C51199DA}"/>
          </ac:spMkLst>
        </pc:spChg>
        <pc:picChg chg="add mod">
          <ac:chgData name="Sam O'Neill" userId="cb323814-a42a-4cfe-bc74-03f595e56f6e" providerId="ADAL" clId="{81D15480-6FBE-414D-AF67-96F7822E13A2}" dt="2020-02-12T16:05:21.072" v="9877" actId="1076"/>
          <ac:picMkLst>
            <pc:docMk/>
            <pc:sldMk cId="2529980565" sldId="351"/>
            <ac:picMk id="3" creationId="{C9BE7577-8838-48D7-9A76-28F79BCFEA01}"/>
          </ac:picMkLst>
        </pc:picChg>
      </pc:sldChg>
      <pc:sldChg chg="modSp add mod modAnim">
        <pc:chgData name="Sam O'Neill" userId="cb323814-a42a-4cfe-bc74-03f595e56f6e" providerId="ADAL" clId="{81D15480-6FBE-414D-AF67-96F7822E13A2}" dt="2020-02-13T13:21:53.406" v="10483"/>
        <pc:sldMkLst>
          <pc:docMk/>
          <pc:sldMk cId="3087532117" sldId="352"/>
        </pc:sldMkLst>
        <pc:spChg chg="mod">
          <ac:chgData name="Sam O'Neill" userId="cb323814-a42a-4cfe-bc74-03f595e56f6e" providerId="ADAL" clId="{81D15480-6FBE-414D-AF67-96F7822E13A2}" dt="2020-02-12T15:51:20.040" v="9568" actId="121"/>
          <ac:spMkLst>
            <pc:docMk/>
            <pc:sldMk cId="3087532117" sldId="352"/>
            <ac:spMk id="41" creationId="{C14A0838-F628-458D-8D91-0A95C51199DA}"/>
          </ac:spMkLst>
        </pc:spChg>
      </pc:sldChg>
      <pc:sldChg chg="modSp add mod">
        <pc:chgData name="Sam O'Neill" userId="cb323814-a42a-4cfe-bc74-03f595e56f6e" providerId="ADAL" clId="{81D15480-6FBE-414D-AF67-96F7822E13A2}" dt="2020-02-12T16:03:41.962" v="9873" actId="20577"/>
        <pc:sldMkLst>
          <pc:docMk/>
          <pc:sldMk cId="295966784" sldId="353"/>
        </pc:sldMkLst>
        <pc:spChg chg="mod">
          <ac:chgData name="Sam O'Neill" userId="cb323814-a42a-4cfe-bc74-03f595e56f6e" providerId="ADAL" clId="{81D15480-6FBE-414D-AF67-96F7822E13A2}" dt="2020-02-12T16:03:41.962" v="9873" actId="20577"/>
          <ac:spMkLst>
            <pc:docMk/>
            <pc:sldMk cId="295966784" sldId="353"/>
            <ac:spMk id="41" creationId="{C14A0838-F628-458D-8D91-0A95C51199DA}"/>
          </ac:spMkLst>
        </pc:spChg>
      </pc:sldChg>
      <pc:sldChg chg="add del">
        <pc:chgData name="Sam O'Neill" userId="cb323814-a42a-4cfe-bc74-03f595e56f6e" providerId="ADAL" clId="{81D15480-6FBE-414D-AF67-96F7822E13A2}" dt="2020-02-12T14:43:50.060" v="7439"/>
        <pc:sldMkLst>
          <pc:docMk/>
          <pc:sldMk cId="1123465554" sldId="354"/>
        </pc:sldMkLst>
      </pc:sldChg>
      <pc:sldChg chg="modSp add mod">
        <pc:chgData name="Sam O'Neill" userId="cb323814-a42a-4cfe-bc74-03f595e56f6e" providerId="ADAL" clId="{81D15480-6FBE-414D-AF67-96F7822E13A2}" dt="2020-02-12T16:11:43.554" v="9879" actId="20577"/>
        <pc:sldMkLst>
          <pc:docMk/>
          <pc:sldMk cId="1491380622" sldId="354"/>
        </pc:sldMkLst>
        <pc:spChg chg="mod">
          <ac:chgData name="Sam O'Neill" userId="cb323814-a42a-4cfe-bc74-03f595e56f6e" providerId="ADAL" clId="{81D15480-6FBE-414D-AF67-96F7822E13A2}" dt="2020-02-12T16:11:43.554" v="9879" actId="20577"/>
          <ac:spMkLst>
            <pc:docMk/>
            <pc:sldMk cId="1491380622" sldId="354"/>
            <ac:spMk id="41" creationId="{C14A0838-F628-458D-8D91-0A95C51199DA}"/>
          </ac:spMkLst>
        </pc:spChg>
      </pc:sldChg>
      <pc:sldChg chg="add del">
        <pc:chgData name="Sam O'Neill" userId="cb323814-a42a-4cfe-bc74-03f595e56f6e" providerId="ADAL" clId="{81D15480-6FBE-414D-AF67-96F7822E13A2}" dt="2020-02-12T15:28:58.981" v="8441"/>
        <pc:sldMkLst>
          <pc:docMk/>
          <pc:sldMk cId="2770676742" sldId="355"/>
        </pc:sldMkLst>
      </pc:sldChg>
      <pc:sldChg chg="modAnim">
        <pc:chgData name="Sam O'Neill" userId="cb323814-a42a-4cfe-bc74-03f595e56f6e" providerId="ADAL" clId="{81D15480-6FBE-414D-AF67-96F7822E13A2}" dt="2020-02-13T13:03:43.708" v="10240"/>
        <pc:sldMkLst>
          <pc:docMk/>
          <pc:sldMk cId="403897775" sldId="359"/>
        </pc:sldMkLst>
      </pc:sldChg>
      <pc:sldChg chg="modAnim">
        <pc:chgData name="Sam O'Neill" userId="cb323814-a42a-4cfe-bc74-03f595e56f6e" providerId="ADAL" clId="{81D15480-6FBE-414D-AF67-96F7822E13A2}" dt="2020-02-13T13:06:51.662" v="10252"/>
        <pc:sldMkLst>
          <pc:docMk/>
          <pc:sldMk cId="669141773" sldId="360"/>
        </pc:sldMkLst>
      </pc:sldChg>
      <pc:sldChg chg="addSp delSp modSp add mod modAnim">
        <pc:chgData name="Sam O'Neill" userId="cb323814-a42a-4cfe-bc74-03f595e56f6e" providerId="ADAL" clId="{81D15480-6FBE-414D-AF67-96F7822E13A2}" dt="2020-02-13T13:19:28.496" v="10477"/>
        <pc:sldMkLst>
          <pc:docMk/>
          <pc:sldMk cId="1636239039" sldId="362"/>
        </pc:sldMkLst>
        <pc:spChg chg="mod">
          <ac:chgData name="Sam O'Neill" userId="cb323814-a42a-4cfe-bc74-03f595e56f6e" providerId="ADAL" clId="{81D15480-6FBE-414D-AF67-96F7822E13A2}" dt="2020-02-13T13:15:13.142" v="10428" actId="5793"/>
          <ac:spMkLst>
            <pc:docMk/>
            <pc:sldMk cId="1636239039" sldId="362"/>
            <ac:spMk id="2" creationId="{F3E593E6-3D2F-4C7E-80B2-F78D636A9E07}"/>
          </ac:spMkLst>
        </pc:spChg>
        <pc:spChg chg="mod">
          <ac:chgData name="Sam O'Neill" userId="cb323814-a42a-4cfe-bc74-03f595e56f6e" providerId="ADAL" clId="{81D15480-6FBE-414D-AF67-96F7822E13A2}" dt="2020-02-13T13:17:54.363" v="10470" actId="12"/>
          <ac:spMkLst>
            <pc:docMk/>
            <pc:sldMk cId="1636239039" sldId="362"/>
            <ac:spMk id="41" creationId="{C14A0838-F628-458D-8D91-0A95C51199DA}"/>
          </ac:spMkLst>
        </pc:spChg>
        <pc:graphicFrameChg chg="del">
          <ac:chgData name="Sam O'Neill" userId="cb323814-a42a-4cfe-bc74-03f595e56f6e" providerId="ADAL" clId="{81D15480-6FBE-414D-AF67-96F7822E13A2}" dt="2020-02-13T13:14:57.649" v="10411" actId="478"/>
          <ac:graphicFrameMkLst>
            <pc:docMk/>
            <pc:sldMk cId="1636239039" sldId="362"/>
            <ac:graphicFrameMk id="3" creationId="{06FD8046-6BFD-4CC0-9D87-1060AAD57BB5}"/>
          </ac:graphicFrameMkLst>
        </pc:graphicFrameChg>
        <pc:picChg chg="add mod">
          <ac:chgData name="Sam O'Neill" userId="cb323814-a42a-4cfe-bc74-03f595e56f6e" providerId="ADAL" clId="{81D15480-6FBE-414D-AF67-96F7822E13A2}" dt="2020-02-13T13:19:13.914" v="10473" actId="1076"/>
          <ac:picMkLst>
            <pc:docMk/>
            <pc:sldMk cId="1636239039" sldId="362"/>
            <ac:picMk id="4" creationId="{3FC7B077-E4A3-402F-9D40-E6D4A1212768}"/>
          </ac:picMkLst>
        </pc:picChg>
      </pc:sldChg>
      <pc:sldChg chg="add del">
        <pc:chgData name="Sam O'Neill" userId="cb323814-a42a-4cfe-bc74-03f595e56f6e" providerId="ADAL" clId="{81D15480-6FBE-414D-AF67-96F7822E13A2}" dt="2020-02-13T13:14:36.673" v="10408"/>
        <pc:sldMkLst>
          <pc:docMk/>
          <pc:sldMk cId="2001573818" sldId="362"/>
        </pc:sldMkLst>
      </pc:sldChg>
    </pc:docChg>
  </pc:docChgLst>
  <pc:docChgLst>
    <pc:chgData name="Sam O'Neill" userId="cb323814-a42a-4cfe-bc74-03f595e56f6e" providerId="ADAL" clId="{CE59DC76-F921-4B49-847D-4D7A2FA0D764}"/>
    <pc:docChg chg="undo custSel addSld delSld modSld sldOrd">
      <pc:chgData name="Sam O'Neill" userId="cb323814-a42a-4cfe-bc74-03f595e56f6e" providerId="ADAL" clId="{CE59DC76-F921-4B49-847D-4D7A2FA0D764}" dt="2020-01-29T10:46:13.413" v="5604" actId="20577"/>
      <pc:docMkLst>
        <pc:docMk/>
      </pc:docMkLst>
      <pc:sldChg chg="modSp">
        <pc:chgData name="Sam O'Neill" userId="cb323814-a42a-4cfe-bc74-03f595e56f6e" providerId="ADAL" clId="{CE59DC76-F921-4B49-847D-4D7A2FA0D764}" dt="2020-01-28T17:32:38.118" v="4227" actId="20577"/>
        <pc:sldMkLst>
          <pc:docMk/>
          <pc:sldMk cId="2464477114" sldId="257"/>
        </pc:sldMkLst>
        <pc:spChg chg="mod">
          <ac:chgData name="Sam O'Neill" userId="cb323814-a42a-4cfe-bc74-03f595e56f6e" providerId="ADAL" clId="{CE59DC76-F921-4B49-847D-4D7A2FA0D764}" dt="2020-01-28T17:32:38.118" v="4227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">
        <pc:chgData name="Sam O'Neill" userId="cb323814-a42a-4cfe-bc74-03f595e56f6e" providerId="ADAL" clId="{CE59DC76-F921-4B49-847D-4D7A2FA0D764}" dt="2020-01-28T14:40:43.740" v="276" actId="21"/>
        <pc:sldMkLst>
          <pc:docMk/>
          <pc:sldMk cId="2769808991" sldId="263"/>
        </pc:sldMkLst>
        <pc:spChg chg="mod">
          <ac:chgData name="Sam O'Neill" userId="cb323814-a42a-4cfe-bc74-03f595e56f6e" providerId="ADAL" clId="{CE59DC76-F921-4B49-847D-4D7A2FA0D764}" dt="2020-01-28T14:40:43.740" v="276" actId="21"/>
          <ac:spMkLst>
            <pc:docMk/>
            <pc:sldMk cId="2769808991" sldId="263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39:21.713" v="249" actId="5793"/>
          <ac:spMkLst>
            <pc:docMk/>
            <pc:sldMk cId="2769808991" sldId="263"/>
            <ac:spMk id="3" creationId="{5198A88B-52B3-469E-A512-B72752EB7862}"/>
          </ac:spMkLst>
        </pc:spChg>
      </pc:sldChg>
      <pc:sldChg chg="addSp delSp">
        <pc:chgData name="Sam O'Neill" userId="cb323814-a42a-4cfe-bc74-03f595e56f6e" providerId="ADAL" clId="{CE59DC76-F921-4B49-847D-4D7A2FA0D764}" dt="2020-01-28T14:34:43.627" v="1"/>
        <pc:sldMkLst>
          <pc:docMk/>
          <pc:sldMk cId="2283685273" sldId="264"/>
        </pc:sldMkLst>
        <pc:spChg chg="add del">
          <ac:chgData name="Sam O'Neill" userId="cb323814-a42a-4cfe-bc74-03f595e56f6e" providerId="ADAL" clId="{CE59DC76-F921-4B49-847D-4D7A2FA0D764}" dt="2020-01-28T14:34:43.627" v="1"/>
          <ac:spMkLst>
            <pc:docMk/>
            <pc:sldMk cId="2283685273" sldId="264"/>
            <ac:spMk id="4" creationId="{85DDB420-0088-47EA-B720-20959163B5D7}"/>
          </ac:spMkLst>
        </pc:spChg>
      </pc:sldChg>
      <pc:sldChg chg="modSp add">
        <pc:chgData name="Sam O'Neill" userId="cb323814-a42a-4cfe-bc74-03f595e56f6e" providerId="ADAL" clId="{CE59DC76-F921-4B49-847D-4D7A2FA0D764}" dt="2020-01-28T14:37:19.814" v="164" actId="20577"/>
        <pc:sldMkLst>
          <pc:docMk/>
          <pc:sldMk cId="1179506474" sldId="265"/>
        </pc:sldMkLst>
        <pc:spChg chg="mod">
          <ac:chgData name="Sam O'Neill" userId="cb323814-a42a-4cfe-bc74-03f595e56f6e" providerId="ADAL" clId="{CE59DC76-F921-4B49-847D-4D7A2FA0D764}" dt="2020-01-28T14:34:51.162" v="18" actId="20577"/>
          <ac:spMkLst>
            <pc:docMk/>
            <pc:sldMk cId="1179506474" sldId="265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37:19.814" v="164" actId="20577"/>
          <ac:spMkLst>
            <pc:docMk/>
            <pc:sldMk cId="1179506474" sldId="265"/>
            <ac:spMk id="3" creationId="{5198A88B-52B3-469E-A512-B72752EB7862}"/>
          </ac:spMkLst>
        </pc:spChg>
      </pc:sldChg>
      <pc:sldChg chg="modSp add">
        <pc:chgData name="Sam O'Neill" userId="cb323814-a42a-4cfe-bc74-03f595e56f6e" providerId="ADAL" clId="{CE59DC76-F921-4B49-847D-4D7A2FA0D764}" dt="2020-01-28T14:44:26.422" v="394" actId="113"/>
        <pc:sldMkLst>
          <pc:docMk/>
          <pc:sldMk cId="2632359831" sldId="266"/>
        </pc:sldMkLst>
        <pc:spChg chg="mod">
          <ac:chgData name="Sam O'Neill" userId="cb323814-a42a-4cfe-bc74-03f595e56f6e" providerId="ADAL" clId="{CE59DC76-F921-4B49-847D-4D7A2FA0D764}" dt="2020-01-28T14:41:44.729" v="291" actId="20577"/>
          <ac:spMkLst>
            <pc:docMk/>
            <pc:sldMk cId="2632359831" sldId="266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44:26.422" v="394" actId="113"/>
          <ac:spMkLst>
            <pc:docMk/>
            <pc:sldMk cId="2632359831" sldId="266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CE59DC76-F921-4B49-847D-4D7A2FA0D764}" dt="2020-01-28T14:58:44.594" v="777" actId="20577"/>
        <pc:sldMkLst>
          <pc:docMk/>
          <pc:sldMk cId="1196531814" sldId="267"/>
        </pc:sldMkLst>
        <pc:spChg chg="mod">
          <ac:chgData name="Sam O'Neill" userId="cb323814-a42a-4cfe-bc74-03f595e56f6e" providerId="ADAL" clId="{CE59DC76-F921-4B49-847D-4D7A2FA0D764}" dt="2020-01-28T14:45:02.025" v="455" actId="20577"/>
          <ac:spMkLst>
            <pc:docMk/>
            <pc:sldMk cId="1196531814" sldId="267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4:56:06.351" v="681" actId="20577"/>
          <ac:spMkLst>
            <pc:docMk/>
            <pc:sldMk cId="1196531814" sldId="267"/>
            <ac:spMk id="3" creationId="{5198A88B-52B3-469E-A512-B72752EB7862}"/>
          </ac:spMkLst>
        </pc:spChg>
        <pc:spChg chg="add del mod">
          <ac:chgData name="Sam O'Neill" userId="cb323814-a42a-4cfe-bc74-03f595e56f6e" providerId="ADAL" clId="{CE59DC76-F921-4B49-847D-4D7A2FA0D764}" dt="2020-01-28T14:46:09.426" v="603" actId="478"/>
          <ac:spMkLst>
            <pc:docMk/>
            <pc:sldMk cId="1196531814" sldId="267"/>
            <ac:spMk id="4" creationId="{55BDA1D8-F146-49E9-9F74-6DAD5BC8420B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5" creationId="{8FA8459A-ECFE-422B-85A6-FEA596703881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6" creationId="{364C9355-AB32-4042-B2F5-6701B21EB278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7" creationId="{4A1BC99B-2E81-4349-A7BF-2542B3F1A082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8" creationId="{28A69E2F-F695-4E9C-B6F7-279010FA504B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9" creationId="{5982D3C1-752A-499A-BE1D-A7C86A8C95A5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10" creationId="{5B942D11-ADB8-4C65-8F7A-7F0A54DBB9D0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11" creationId="{3550C79E-F7CA-47E2-BDCE-D5EEAEBFA31E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12" creationId="{DFFD4FC1-7AF8-4C2D-8FE0-071D11B7BF99}"/>
          </ac:spMkLst>
        </pc:spChg>
        <pc:spChg chg="add mod">
          <ac:chgData name="Sam O'Neill" userId="cb323814-a42a-4cfe-bc74-03f595e56f6e" providerId="ADAL" clId="{CE59DC76-F921-4B49-847D-4D7A2FA0D764}" dt="2020-01-28T14:54:36.368" v="676" actId="1076"/>
          <ac:spMkLst>
            <pc:docMk/>
            <pc:sldMk cId="1196531814" sldId="267"/>
            <ac:spMk id="13" creationId="{9502B1BB-6E43-44BB-AAD7-29DE49CD8BD2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27" creationId="{DBFF21D8-8881-41DA-866F-47FE84F5545D}"/>
          </ac:spMkLst>
        </pc:spChg>
        <pc:spChg chg="add mod">
          <ac:chgData name="Sam O'Neill" userId="cb323814-a42a-4cfe-bc74-03f595e56f6e" providerId="ADAL" clId="{CE59DC76-F921-4B49-847D-4D7A2FA0D764}" dt="2020-01-28T14:54:29.726" v="675" actId="1076"/>
          <ac:spMkLst>
            <pc:docMk/>
            <pc:sldMk cId="1196531814" sldId="267"/>
            <ac:spMk id="28" creationId="{8DF699BF-6D20-450D-8D98-DFDC1BBFB141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29" creationId="{0884C36D-AF8E-4B5C-8208-DF7134A45517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0" creationId="{CC985780-CE98-4A70-B862-582D24EC5EC2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1" creationId="{AD5C15A9-E345-47DB-87B4-F3DB969D7BE5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4" creationId="{39E05FE5-B92D-4A7B-B471-9CF9CE7BDD45}"/>
          </ac:spMkLst>
        </pc:spChg>
        <pc:spChg chg="add del">
          <ac:chgData name="Sam O'Neill" userId="cb323814-a42a-4cfe-bc74-03f595e56f6e" providerId="ADAL" clId="{CE59DC76-F921-4B49-847D-4D7A2FA0D764}" dt="2020-01-28T14:54:04.508" v="669"/>
          <ac:spMkLst>
            <pc:docMk/>
            <pc:sldMk cId="1196531814" sldId="267"/>
            <ac:spMk id="35" creationId="{DEA4C8E7-66D8-438C-882E-06489ED600D6}"/>
          </ac:spMkLst>
        </pc:spChg>
        <pc:spChg chg="add mod">
          <ac:chgData name="Sam O'Neill" userId="cb323814-a42a-4cfe-bc74-03f595e56f6e" providerId="ADAL" clId="{CE59DC76-F921-4B49-847D-4D7A2FA0D764}" dt="2020-01-28T14:56:26.115" v="683" actId="20577"/>
          <ac:spMkLst>
            <pc:docMk/>
            <pc:sldMk cId="1196531814" sldId="267"/>
            <ac:spMk id="36" creationId="{A3C13E60-8D8E-4F2E-915D-ABC4C3AA58ED}"/>
          </ac:spMkLst>
        </pc:spChg>
        <pc:spChg chg="add mod">
          <ac:chgData name="Sam O'Neill" userId="cb323814-a42a-4cfe-bc74-03f595e56f6e" providerId="ADAL" clId="{CE59DC76-F921-4B49-847D-4D7A2FA0D764}" dt="2020-01-28T14:58:44.594" v="777" actId="20577"/>
          <ac:spMkLst>
            <pc:docMk/>
            <pc:sldMk cId="1196531814" sldId="267"/>
            <ac:spMk id="38" creationId="{12288274-6E54-40D4-84BB-4E2640B86075}"/>
          </ac:spMkLst>
        </pc:spChg>
        <pc:cxnChg chg="add mod">
          <ac:chgData name="Sam O'Neill" userId="cb323814-a42a-4cfe-bc74-03f595e56f6e" providerId="ADAL" clId="{CE59DC76-F921-4B49-847D-4D7A2FA0D764}" dt="2020-01-28T14:54:36.368" v="676" actId="1076"/>
          <ac:cxnSpMkLst>
            <pc:docMk/>
            <pc:sldMk cId="1196531814" sldId="267"/>
            <ac:cxnSpMk id="15" creationId="{E769BEEA-6756-4F4D-8F75-192B74BCC0C5}"/>
          </ac:cxnSpMkLst>
        </pc:cxnChg>
        <pc:cxnChg chg="add mod">
          <ac:chgData name="Sam O'Neill" userId="cb323814-a42a-4cfe-bc74-03f595e56f6e" providerId="ADAL" clId="{CE59DC76-F921-4B49-847D-4D7A2FA0D764}" dt="2020-01-28T14:54:36.368" v="676" actId="1076"/>
          <ac:cxnSpMkLst>
            <pc:docMk/>
            <pc:sldMk cId="1196531814" sldId="267"/>
            <ac:cxnSpMk id="16" creationId="{8FE8D943-6F4C-4967-8368-08ED1B2BB878}"/>
          </ac:cxnSpMkLst>
        </pc:cxnChg>
        <pc:cxnChg chg="add mod">
          <ac:chgData name="Sam O'Neill" userId="cb323814-a42a-4cfe-bc74-03f595e56f6e" providerId="ADAL" clId="{CE59DC76-F921-4B49-847D-4D7A2FA0D764}" dt="2020-01-28T14:54:29.726" v="675" actId="1076"/>
          <ac:cxnSpMkLst>
            <pc:docMk/>
            <pc:sldMk cId="1196531814" sldId="267"/>
            <ac:cxnSpMk id="19" creationId="{A9A7E540-B782-4C03-99F2-E1D36ACBAAC7}"/>
          </ac:cxnSpMkLst>
        </pc:cxnChg>
        <pc:cxnChg chg="add mod">
          <ac:chgData name="Sam O'Neill" userId="cb323814-a42a-4cfe-bc74-03f595e56f6e" providerId="ADAL" clId="{CE59DC76-F921-4B49-847D-4D7A2FA0D764}" dt="2020-01-28T14:54:29.726" v="675" actId="1076"/>
          <ac:cxnSpMkLst>
            <pc:docMk/>
            <pc:sldMk cId="1196531814" sldId="267"/>
            <ac:cxnSpMk id="22" creationId="{CD019CB4-4B0B-4659-8638-D28336A987DE}"/>
          </ac:cxnSpMkLst>
        </pc:cxnChg>
        <pc:cxnChg chg="add del">
          <ac:chgData name="Sam O'Neill" userId="cb323814-a42a-4cfe-bc74-03f595e56f6e" providerId="ADAL" clId="{CE59DC76-F921-4B49-847D-4D7A2FA0D764}" dt="2020-01-28T14:54:04.508" v="669"/>
          <ac:cxnSpMkLst>
            <pc:docMk/>
            <pc:sldMk cId="1196531814" sldId="267"/>
            <ac:cxnSpMk id="32" creationId="{4F1DBC62-7D73-4B45-9EE6-8704C86CC6B7}"/>
          </ac:cxnSpMkLst>
        </pc:cxnChg>
        <pc:cxnChg chg="add del">
          <ac:chgData name="Sam O'Neill" userId="cb323814-a42a-4cfe-bc74-03f595e56f6e" providerId="ADAL" clId="{CE59DC76-F921-4B49-847D-4D7A2FA0D764}" dt="2020-01-28T14:54:04.508" v="669"/>
          <ac:cxnSpMkLst>
            <pc:docMk/>
            <pc:sldMk cId="1196531814" sldId="267"/>
            <ac:cxnSpMk id="33" creationId="{504E8AB0-EA22-4493-893E-BFD85CEA1730}"/>
          </ac:cxnSpMkLst>
        </pc:cxnChg>
        <pc:cxnChg chg="add mod">
          <ac:chgData name="Sam O'Neill" userId="cb323814-a42a-4cfe-bc74-03f595e56f6e" providerId="ADAL" clId="{CE59DC76-F921-4B49-847D-4D7A2FA0D764}" dt="2020-01-28T14:54:29.726" v="675" actId="1076"/>
          <ac:cxnSpMkLst>
            <pc:docMk/>
            <pc:sldMk cId="1196531814" sldId="267"/>
            <ac:cxnSpMk id="37" creationId="{54CF04C7-7641-43BE-9623-9D2AA748530E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5:01:42.383" v="873" actId="20577"/>
        <pc:sldMkLst>
          <pc:docMk/>
          <pc:sldMk cId="1117700205" sldId="268"/>
        </pc:sldMkLst>
        <pc:spChg chg="mod">
          <ac:chgData name="Sam O'Neill" userId="cb323814-a42a-4cfe-bc74-03f595e56f6e" providerId="ADAL" clId="{CE59DC76-F921-4B49-847D-4D7A2FA0D764}" dt="2020-01-28T14:57:02.053" v="696" actId="20577"/>
          <ac:spMkLst>
            <pc:docMk/>
            <pc:sldMk cId="1117700205" sldId="268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01:42.383" v="873" actId="20577"/>
          <ac:spMkLst>
            <pc:docMk/>
            <pc:sldMk cId="1117700205" sldId="268"/>
            <ac:spMk id="3" creationId="{5198A88B-52B3-469E-A512-B72752EB7862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4" creationId="{134F126A-FA5D-40A5-BF39-97CAD27CD50D}"/>
          </ac:spMkLst>
        </pc:spChg>
        <pc:spChg chg="del">
          <ac:chgData name="Sam O'Neill" userId="cb323814-a42a-4cfe-bc74-03f595e56f6e" providerId="ADAL" clId="{CE59DC76-F921-4B49-847D-4D7A2FA0D764}" dt="2020-01-28T14:57:12.358" v="698" actId="478"/>
          <ac:spMkLst>
            <pc:docMk/>
            <pc:sldMk cId="1117700205" sldId="268"/>
            <ac:spMk id="5" creationId="{8FA8459A-ECFE-422B-85A6-FEA596703881}"/>
          </ac:spMkLst>
        </pc:spChg>
        <pc:spChg chg="del">
          <ac:chgData name="Sam O'Neill" userId="cb323814-a42a-4cfe-bc74-03f595e56f6e" providerId="ADAL" clId="{CE59DC76-F921-4B49-847D-4D7A2FA0D764}" dt="2020-01-28T14:57:12.358" v="698" actId="478"/>
          <ac:spMkLst>
            <pc:docMk/>
            <pc:sldMk cId="1117700205" sldId="268"/>
            <ac:spMk id="6" creationId="{364C9355-AB32-4042-B2F5-6701B21EB278}"/>
          </ac:spMkLst>
        </pc:spChg>
        <pc:spChg chg="del">
          <ac:chgData name="Sam O'Neill" userId="cb323814-a42a-4cfe-bc74-03f595e56f6e" providerId="ADAL" clId="{CE59DC76-F921-4B49-847D-4D7A2FA0D764}" dt="2020-01-28T14:57:12.358" v="698" actId="478"/>
          <ac:spMkLst>
            <pc:docMk/>
            <pc:sldMk cId="1117700205" sldId="268"/>
            <ac:spMk id="7" creationId="{4A1BC99B-2E81-4349-A7BF-2542B3F1A082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8" creationId="{28A69E2F-F695-4E9C-B6F7-279010FA504B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9" creationId="{5982D3C1-752A-499A-BE1D-A7C86A8C95A5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10" creationId="{5B942D11-ADB8-4C65-8F7A-7F0A54DBB9D0}"/>
          </ac:spMkLst>
        </pc:spChg>
        <pc:spChg chg="del">
          <ac:chgData name="Sam O'Neill" userId="cb323814-a42a-4cfe-bc74-03f595e56f6e" providerId="ADAL" clId="{CE59DC76-F921-4B49-847D-4D7A2FA0D764}" dt="2020-01-28T14:57:09.395" v="697" actId="478"/>
          <ac:spMkLst>
            <pc:docMk/>
            <pc:sldMk cId="1117700205" sldId="268"/>
            <ac:spMk id="11" creationId="{3550C79E-F7CA-47E2-BDCE-D5EEAEBFA31E}"/>
          </ac:spMkLst>
        </pc:spChg>
        <pc:spChg chg="del">
          <ac:chgData name="Sam O'Neill" userId="cb323814-a42a-4cfe-bc74-03f595e56f6e" providerId="ADAL" clId="{CE59DC76-F921-4B49-847D-4D7A2FA0D764}" dt="2020-01-28T14:57:09.395" v="697" actId="478"/>
          <ac:spMkLst>
            <pc:docMk/>
            <pc:sldMk cId="1117700205" sldId="268"/>
            <ac:spMk id="12" creationId="{DFFD4FC1-7AF8-4C2D-8FE0-071D11B7BF99}"/>
          </ac:spMkLst>
        </pc:spChg>
        <pc:spChg chg="del">
          <ac:chgData name="Sam O'Neill" userId="cb323814-a42a-4cfe-bc74-03f595e56f6e" providerId="ADAL" clId="{CE59DC76-F921-4B49-847D-4D7A2FA0D764}" dt="2020-01-28T14:57:09.395" v="697" actId="478"/>
          <ac:spMkLst>
            <pc:docMk/>
            <pc:sldMk cId="1117700205" sldId="268"/>
            <ac:spMk id="13" creationId="{9502B1BB-6E43-44BB-AAD7-29DE49CD8BD2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23" creationId="{9BD7B47E-077D-48E9-B1A5-58039DA9CE11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24" creationId="{BAA0B168-C4A8-45A8-8F01-E7976BDA7396}"/>
          </ac:spMkLst>
        </pc:spChg>
        <pc:spChg chg="add mod">
          <ac:chgData name="Sam O'Neill" userId="cb323814-a42a-4cfe-bc74-03f595e56f6e" providerId="ADAL" clId="{CE59DC76-F921-4B49-847D-4D7A2FA0D764}" dt="2020-01-28T15:00:53.408" v="797" actId="1076"/>
          <ac:spMkLst>
            <pc:docMk/>
            <pc:sldMk cId="1117700205" sldId="268"/>
            <ac:spMk id="25" creationId="{A1475016-14DD-4A60-BBBE-BA3624A73889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27" creationId="{DBFF21D8-8881-41DA-866F-47FE84F5545D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28" creationId="{8DF699BF-6D20-450D-8D98-DFDC1BBFB141}"/>
          </ac:spMkLst>
        </pc:spChg>
        <pc:spChg chg="mod">
          <ac:chgData name="Sam O'Neill" userId="cb323814-a42a-4cfe-bc74-03f595e56f6e" providerId="ADAL" clId="{CE59DC76-F921-4B49-847D-4D7A2FA0D764}" dt="2020-01-28T14:58:35.736" v="773" actId="1076"/>
          <ac:spMkLst>
            <pc:docMk/>
            <pc:sldMk cId="1117700205" sldId="268"/>
            <ac:spMk id="36" creationId="{A3C13E60-8D8E-4F2E-915D-ABC4C3AA58ED}"/>
          </ac:spMkLst>
        </pc:spChg>
        <pc:spChg chg="mod">
          <ac:chgData name="Sam O'Neill" userId="cb323814-a42a-4cfe-bc74-03f595e56f6e" providerId="ADAL" clId="{CE59DC76-F921-4B49-847D-4D7A2FA0D764}" dt="2020-01-28T14:58:52.274" v="783" actId="20577"/>
          <ac:spMkLst>
            <pc:docMk/>
            <pc:sldMk cId="1117700205" sldId="268"/>
            <ac:spMk id="38" creationId="{12288274-6E54-40D4-84BB-4E2640B86075}"/>
          </ac:spMkLst>
        </pc:spChg>
        <pc:cxnChg chg="del mod">
          <ac:chgData name="Sam O'Neill" userId="cb323814-a42a-4cfe-bc74-03f595e56f6e" providerId="ADAL" clId="{CE59DC76-F921-4B49-847D-4D7A2FA0D764}" dt="2020-01-28T14:57:09.395" v="697" actId="478"/>
          <ac:cxnSpMkLst>
            <pc:docMk/>
            <pc:sldMk cId="1117700205" sldId="268"/>
            <ac:cxnSpMk id="15" creationId="{E769BEEA-6756-4F4D-8F75-192B74BCC0C5}"/>
          </ac:cxnSpMkLst>
        </pc:cxnChg>
        <pc:cxnChg chg="del mod">
          <ac:chgData name="Sam O'Neill" userId="cb323814-a42a-4cfe-bc74-03f595e56f6e" providerId="ADAL" clId="{CE59DC76-F921-4B49-847D-4D7A2FA0D764}" dt="2020-01-28T14:57:09.395" v="697" actId="478"/>
          <ac:cxnSpMkLst>
            <pc:docMk/>
            <pc:sldMk cId="1117700205" sldId="268"/>
            <ac:cxnSpMk id="16" creationId="{8FE8D943-6F4C-4967-8368-08ED1B2BB878}"/>
          </ac:cxnSpMkLst>
        </pc:cxnChg>
        <pc:cxnChg chg="mod">
          <ac:chgData name="Sam O'Neill" userId="cb323814-a42a-4cfe-bc74-03f595e56f6e" providerId="ADAL" clId="{CE59DC76-F921-4B49-847D-4D7A2FA0D764}" dt="2020-01-28T14:58:35.736" v="773" actId="1076"/>
          <ac:cxnSpMkLst>
            <pc:docMk/>
            <pc:sldMk cId="1117700205" sldId="268"/>
            <ac:cxnSpMk id="19" creationId="{A9A7E540-B782-4C03-99F2-E1D36ACBAAC7}"/>
          </ac:cxnSpMkLst>
        </pc:cxnChg>
        <pc:cxnChg chg="mod">
          <ac:chgData name="Sam O'Neill" userId="cb323814-a42a-4cfe-bc74-03f595e56f6e" providerId="ADAL" clId="{CE59DC76-F921-4B49-847D-4D7A2FA0D764}" dt="2020-01-28T14:58:35.736" v="773" actId="1076"/>
          <ac:cxnSpMkLst>
            <pc:docMk/>
            <pc:sldMk cId="1117700205" sldId="268"/>
            <ac:cxnSpMk id="22" creationId="{CD019CB4-4B0B-4659-8638-D28336A987DE}"/>
          </ac:cxnSpMkLst>
        </pc:cxnChg>
        <pc:cxnChg chg="mod">
          <ac:chgData name="Sam O'Neill" userId="cb323814-a42a-4cfe-bc74-03f595e56f6e" providerId="ADAL" clId="{CE59DC76-F921-4B49-847D-4D7A2FA0D764}" dt="2020-01-28T14:58:35.736" v="773" actId="1076"/>
          <ac:cxnSpMkLst>
            <pc:docMk/>
            <pc:sldMk cId="1117700205" sldId="268"/>
            <ac:cxnSpMk id="37" creationId="{54CF04C7-7641-43BE-9623-9D2AA748530E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5:05:59.203" v="1122"/>
        <pc:sldMkLst>
          <pc:docMk/>
          <pc:sldMk cId="3432463176" sldId="269"/>
        </pc:sldMkLst>
        <pc:spChg chg="mod">
          <ac:chgData name="Sam O'Neill" userId="cb323814-a42a-4cfe-bc74-03f595e56f6e" providerId="ADAL" clId="{CE59DC76-F921-4B49-847D-4D7A2FA0D764}" dt="2020-01-28T15:01:55.361" v="876" actId="20577"/>
          <ac:spMkLst>
            <pc:docMk/>
            <pc:sldMk cId="3432463176" sldId="269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05:35.440" v="1120" actId="20577"/>
          <ac:spMkLst>
            <pc:docMk/>
            <pc:sldMk cId="3432463176" sldId="269"/>
            <ac:spMk id="3" creationId="{5198A88B-52B3-469E-A512-B72752EB7862}"/>
          </ac:spMkLst>
        </pc:spChg>
        <pc:spChg chg="add del">
          <ac:chgData name="Sam O'Neill" userId="cb323814-a42a-4cfe-bc74-03f595e56f6e" providerId="ADAL" clId="{CE59DC76-F921-4B49-847D-4D7A2FA0D764}" dt="2020-01-28T15:05:59.203" v="1122"/>
          <ac:spMkLst>
            <pc:docMk/>
            <pc:sldMk cId="3432463176" sldId="269"/>
            <ac:spMk id="4" creationId="{CBCB96F6-59DF-41BF-A84C-77610464A9AC}"/>
          </ac:spMkLst>
        </pc:spChg>
      </pc:sldChg>
      <pc:sldChg chg="addSp delSp modSp add">
        <pc:chgData name="Sam O'Neill" userId="cb323814-a42a-4cfe-bc74-03f595e56f6e" providerId="ADAL" clId="{CE59DC76-F921-4B49-847D-4D7A2FA0D764}" dt="2020-01-28T15:15:25.919" v="1335" actId="1036"/>
        <pc:sldMkLst>
          <pc:docMk/>
          <pc:sldMk cId="849270315" sldId="270"/>
        </pc:sldMkLst>
        <pc:spChg chg="mod">
          <ac:chgData name="Sam O'Neill" userId="cb323814-a42a-4cfe-bc74-03f595e56f6e" providerId="ADAL" clId="{CE59DC76-F921-4B49-847D-4D7A2FA0D764}" dt="2020-01-28T15:06:07.693" v="1127" actId="20577"/>
          <ac:spMkLst>
            <pc:docMk/>
            <pc:sldMk cId="849270315" sldId="270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06:23.279" v="1131" actId="20577"/>
          <ac:spMkLst>
            <pc:docMk/>
            <pc:sldMk cId="849270315" sldId="270"/>
            <ac:spMk id="3" creationId="{5198A88B-52B3-469E-A512-B72752EB7862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6" creationId="{55DE8B04-2AA1-4101-8050-561CFFEE60A5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7" creationId="{0525A80C-4E7C-43BF-BB14-18C1033DB789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8" creationId="{CAC22BF2-B789-4F3F-9781-51F67EC97321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1" creationId="{9226557B-2BEB-46CC-9876-11FA413024E4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2" creationId="{810A3FB6-E922-4C3A-8842-D98FE10A17CD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3" creationId="{102444F3-EF5A-4FFD-A925-3FCC045DDE43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5" creationId="{7A6CCC24-C63B-41B3-830A-B62E869723FC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6" creationId="{23B494F0-8B35-48A0-A031-3E3F7DC69CD5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18" creationId="{FC99C0B0-22F5-4CD6-B684-E9BAF21D2624}"/>
          </ac:spMkLst>
        </pc:spChg>
        <pc:spChg chg="add del mod">
          <ac:chgData name="Sam O'Neill" userId="cb323814-a42a-4cfe-bc74-03f595e56f6e" providerId="ADAL" clId="{CE59DC76-F921-4B49-847D-4D7A2FA0D764}" dt="2020-01-28T15:13:48.453" v="1306" actId="478"/>
          <ac:spMkLst>
            <pc:docMk/>
            <pc:sldMk cId="849270315" sldId="270"/>
            <ac:spMk id="19" creationId="{5E512304-C36F-405A-B237-AECF0FEBD2E1}"/>
          </ac:spMkLst>
        </pc:spChg>
        <pc:spChg chg="add mod">
          <ac:chgData name="Sam O'Neill" userId="cb323814-a42a-4cfe-bc74-03f595e56f6e" providerId="ADAL" clId="{CE59DC76-F921-4B49-847D-4D7A2FA0D764}" dt="2020-01-28T15:15:25.919" v="1335" actId="1036"/>
          <ac:spMkLst>
            <pc:docMk/>
            <pc:sldMk cId="849270315" sldId="270"/>
            <ac:spMk id="23" creationId="{A4E5759A-C23E-49B9-A839-2CF640FCC54C}"/>
          </ac:spMkLst>
        </pc:spChg>
        <pc:graphicFrameChg chg="add mod modGraphic">
          <ac:chgData name="Sam O'Neill" userId="cb323814-a42a-4cfe-bc74-03f595e56f6e" providerId="ADAL" clId="{CE59DC76-F921-4B49-847D-4D7A2FA0D764}" dt="2020-01-28T15:15:09.143" v="1320" actId="1076"/>
          <ac:graphicFrameMkLst>
            <pc:docMk/>
            <pc:sldMk cId="849270315" sldId="270"/>
            <ac:graphicFrameMk id="4" creationId="{8BB06AA0-6F7C-4A4A-A5FB-447DFA8CA9F1}"/>
          </ac:graphicFrameMkLst>
        </pc:graphicFrame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9" creationId="{93D2F311-7138-4101-B3F7-5EECED99D8A7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10" creationId="{91736C59-8440-4210-A7C3-1F8D3622A33D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14" creationId="{0D089975-ECB5-43BB-A87F-84AB358AFB11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17" creationId="{9003372A-119E-47FA-8A37-EB29395E10B8}"/>
          </ac:cxnSpMkLst>
        </pc:cxnChg>
        <pc:cxnChg chg="add mod">
          <ac:chgData name="Sam O'Neill" userId="cb323814-a42a-4cfe-bc74-03f595e56f6e" providerId="ADAL" clId="{CE59DC76-F921-4B49-847D-4D7A2FA0D764}" dt="2020-01-28T15:15:25.919" v="1335" actId="1036"/>
          <ac:cxnSpMkLst>
            <pc:docMk/>
            <pc:sldMk cId="849270315" sldId="270"/>
            <ac:cxnSpMk id="21" creationId="{B41C7C70-CD33-4616-A25C-F3B13EAB3D00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5:23:13.121" v="1463" actId="1076"/>
        <pc:sldMkLst>
          <pc:docMk/>
          <pc:sldMk cId="1933534600" sldId="271"/>
        </pc:sldMkLst>
        <pc:spChg chg="mod">
          <ac:chgData name="Sam O'Neill" userId="cb323814-a42a-4cfe-bc74-03f595e56f6e" providerId="ADAL" clId="{CE59DC76-F921-4B49-847D-4D7A2FA0D764}" dt="2020-01-28T15:17:23.764" v="1344" actId="20577"/>
          <ac:spMkLst>
            <pc:docMk/>
            <pc:sldMk cId="1933534600" sldId="271"/>
            <ac:spMk id="2" creationId="{F3E593E6-3D2F-4C7E-80B2-F78D636A9E07}"/>
          </ac:spMkLst>
        </pc:spChg>
        <pc:spChg chg="del">
          <ac:chgData name="Sam O'Neill" userId="cb323814-a42a-4cfe-bc74-03f595e56f6e" providerId="ADAL" clId="{CE59DC76-F921-4B49-847D-4D7A2FA0D764}" dt="2020-01-28T15:17:27.377" v="1345" actId="478"/>
          <ac:spMkLst>
            <pc:docMk/>
            <pc:sldMk cId="1933534600" sldId="271"/>
            <ac:spMk id="3" creationId="{5198A88B-52B3-469E-A512-B72752EB7862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6" creationId="{55DE8B04-2AA1-4101-8050-561CFFEE60A5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7" creationId="{0525A80C-4E7C-43BF-BB14-18C1033DB789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8" creationId="{CAC22BF2-B789-4F3F-9781-51F67EC97321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1" creationId="{9226557B-2BEB-46CC-9876-11FA413024E4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2" creationId="{810A3FB6-E922-4C3A-8842-D98FE10A17CD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3" creationId="{102444F3-EF5A-4FFD-A925-3FCC045DDE43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5" creationId="{7A6CCC24-C63B-41B3-830A-B62E869723FC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6" creationId="{23B494F0-8B35-48A0-A031-3E3F7DC69CD5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18" creationId="{FC99C0B0-22F5-4CD6-B684-E9BAF21D2624}"/>
          </ac:spMkLst>
        </pc:spChg>
        <pc:spChg chg="add del mod">
          <ac:chgData name="Sam O'Neill" userId="cb323814-a42a-4cfe-bc74-03f595e56f6e" providerId="ADAL" clId="{CE59DC76-F921-4B49-847D-4D7A2FA0D764}" dt="2020-01-28T15:17:29.920" v="1346" actId="478"/>
          <ac:spMkLst>
            <pc:docMk/>
            <pc:sldMk cId="1933534600" sldId="271"/>
            <ac:spMk id="19" creationId="{CE853F5A-1F4F-42C0-8FD3-8C864F6A0464}"/>
          </ac:spMkLst>
        </pc:spChg>
        <pc:spChg chg="add mod">
          <ac:chgData name="Sam O'Neill" userId="cb323814-a42a-4cfe-bc74-03f595e56f6e" providerId="ADAL" clId="{CE59DC76-F921-4B49-847D-4D7A2FA0D764}" dt="2020-01-28T15:17:53.895" v="1349" actId="1076"/>
          <ac:spMkLst>
            <pc:docMk/>
            <pc:sldMk cId="1933534600" sldId="271"/>
            <ac:spMk id="22" creationId="{D65F5353-5E90-4EC2-B77D-239054CE087A}"/>
          </ac:spMkLst>
        </pc:spChg>
        <pc:spChg chg="mod">
          <ac:chgData name="Sam O'Neill" userId="cb323814-a42a-4cfe-bc74-03f595e56f6e" providerId="ADAL" clId="{CE59DC76-F921-4B49-847D-4D7A2FA0D764}" dt="2020-01-28T15:17:35.341" v="1347" actId="1076"/>
          <ac:spMkLst>
            <pc:docMk/>
            <pc:sldMk cId="1933534600" sldId="271"/>
            <ac:spMk id="23" creationId="{A4E5759A-C23E-49B9-A839-2CF640FCC54C}"/>
          </ac:spMkLst>
        </pc:spChg>
        <pc:spChg chg="add mod">
          <ac:chgData name="Sam O'Neill" userId="cb323814-a42a-4cfe-bc74-03f595e56f6e" providerId="ADAL" clId="{CE59DC76-F921-4B49-847D-4D7A2FA0D764}" dt="2020-01-28T15:18:10.771" v="1352" actId="20577"/>
          <ac:spMkLst>
            <pc:docMk/>
            <pc:sldMk cId="1933534600" sldId="271"/>
            <ac:spMk id="24" creationId="{387F3802-97C7-4093-8176-9B27794AE688}"/>
          </ac:spMkLst>
        </pc:spChg>
        <pc:spChg chg="add mod">
          <ac:chgData name="Sam O'Neill" userId="cb323814-a42a-4cfe-bc74-03f595e56f6e" providerId="ADAL" clId="{CE59DC76-F921-4B49-847D-4D7A2FA0D764}" dt="2020-01-28T15:18:34.128" v="1358" actId="20577"/>
          <ac:spMkLst>
            <pc:docMk/>
            <pc:sldMk cId="1933534600" sldId="271"/>
            <ac:spMk id="25" creationId="{615D3B88-F425-419C-AFE3-8F05F754ED4B}"/>
          </ac:spMkLst>
        </pc:spChg>
        <pc:spChg chg="add mod">
          <ac:chgData name="Sam O'Neill" userId="cb323814-a42a-4cfe-bc74-03f595e56f6e" providerId="ADAL" clId="{CE59DC76-F921-4B49-847D-4D7A2FA0D764}" dt="2020-01-28T15:22:16.335" v="1404" actId="2711"/>
          <ac:spMkLst>
            <pc:docMk/>
            <pc:sldMk cId="1933534600" sldId="271"/>
            <ac:spMk id="26" creationId="{44BB5B8E-3BC8-479E-9C66-8409A335CD6E}"/>
          </ac:spMkLst>
        </pc:spChg>
        <pc:spChg chg="add mod">
          <ac:chgData name="Sam O'Neill" userId="cb323814-a42a-4cfe-bc74-03f595e56f6e" providerId="ADAL" clId="{CE59DC76-F921-4B49-847D-4D7A2FA0D764}" dt="2020-01-28T15:20:12.293" v="1382" actId="20577"/>
          <ac:spMkLst>
            <pc:docMk/>
            <pc:sldMk cId="1933534600" sldId="271"/>
            <ac:spMk id="27" creationId="{C4F7958E-7FCE-43C6-845F-0481E789CC22}"/>
          </ac:spMkLst>
        </pc:spChg>
        <pc:spChg chg="add mod">
          <ac:chgData name="Sam O'Neill" userId="cb323814-a42a-4cfe-bc74-03f595e56f6e" providerId="ADAL" clId="{CE59DC76-F921-4B49-847D-4D7A2FA0D764}" dt="2020-01-28T15:23:13.121" v="1463" actId="1076"/>
          <ac:spMkLst>
            <pc:docMk/>
            <pc:sldMk cId="1933534600" sldId="271"/>
            <ac:spMk id="32" creationId="{68101164-7EC8-4BD1-BAB3-B7563A75231E}"/>
          </ac:spMkLst>
        </pc:spChg>
        <pc:graphicFrameChg chg="del">
          <ac:chgData name="Sam O'Neill" userId="cb323814-a42a-4cfe-bc74-03f595e56f6e" providerId="ADAL" clId="{CE59DC76-F921-4B49-847D-4D7A2FA0D764}" dt="2020-01-28T15:17:27.377" v="1345" actId="478"/>
          <ac:graphicFrameMkLst>
            <pc:docMk/>
            <pc:sldMk cId="1933534600" sldId="271"/>
            <ac:graphicFrameMk id="4" creationId="{8BB06AA0-6F7C-4A4A-A5FB-447DFA8CA9F1}"/>
          </ac:graphicFrameMkLst>
        </pc:graphicFrame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9" creationId="{93D2F311-7138-4101-B3F7-5EECED99D8A7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10" creationId="{91736C59-8440-4210-A7C3-1F8D3622A33D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14" creationId="{0D089975-ECB5-43BB-A87F-84AB358AFB11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17" creationId="{9003372A-119E-47FA-8A37-EB29395E10B8}"/>
          </ac:cxnSpMkLst>
        </pc:cxnChg>
        <pc:cxnChg chg="mod">
          <ac:chgData name="Sam O'Neill" userId="cb323814-a42a-4cfe-bc74-03f595e56f6e" providerId="ADAL" clId="{CE59DC76-F921-4B49-847D-4D7A2FA0D764}" dt="2020-01-28T15:17:35.341" v="1347" actId="1076"/>
          <ac:cxnSpMkLst>
            <pc:docMk/>
            <pc:sldMk cId="1933534600" sldId="271"/>
            <ac:cxnSpMk id="21" creationId="{B41C7C70-CD33-4616-A25C-F3B13EAB3D00}"/>
          </ac:cxnSpMkLst>
        </pc:cxnChg>
        <pc:cxnChg chg="add mod">
          <ac:chgData name="Sam O'Neill" userId="cb323814-a42a-4cfe-bc74-03f595e56f6e" providerId="ADAL" clId="{CE59DC76-F921-4B49-847D-4D7A2FA0D764}" dt="2020-01-28T15:23:10.368" v="1462" actId="1582"/>
          <ac:cxnSpMkLst>
            <pc:docMk/>
            <pc:sldMk cId="1933534600" sldId="271"/>
            <ac:cxnSpMk id="28" creationId="{ABE83648-7FDC-453E-B322-9788B25AF14A}"/>
          </ac:cxnSpMkLst>
        </pc:cxnChg>
      </pc:sldChg>
      <pc:sldChg chg="addSp modSp add">
        <pc:chgData name="Sam O'Neill" userId="cb323814-a42a-4cfe-bc74-03f595e56f6e" providerId="ADAL" clId="{CE59DC76-F921-4B49-847D-4D7A2FA0D764}" dt="2020-01-28T15:23:39.650" v="1498" actId="20577"/>
        <pc:sldMkLst>
          <pc:docMk/>
          <pc:sldMk cId="220347951" sldId="272"/>
        </pc:sldMkLst>
        <pc:spChg chg="mod">
          <ac:chgData name="Sam O'Neill" userId="cb323814-a42a-4cfe-bc74-03f595e56f6e" providerId="ADAL" clId="{CE59DC76-F921-4B49-847D-4D7A2FA0D764}" dt="2020-01-28T15:20:33.313" v="1386" actId="20577"/>
          <ac:spMkLst>
            <pc:docMk/>
            <pc:sldMk cId="220347951" sldId="272"/>
            <ac:spMk id="23" creationId="{A4E5759A-C23E-49B9-A839-2CF640FCC54C}"/>
          </ac:spMkLst>
        </pc:spChg>
        <pc:spChg chg="mod">
          <ac:chgData name="Sam O'Neill" userId="cb323814-a42a-4cfe-bc74-03f595e56f6e" providerId="ADAL" clId="{CE59DC76-F921-4B49-847D-4D7A2FA0D764}" dt="2020-01-28T15:22:09.520" v="1403" actId="2711"/>
          <ac:spMkLst>
            <pc:docMk/>
            <pc:sldMk cId="220347951" sldId="272"/>
            <ac:spMk id="26" creationId="{44BB5B8E-3BC8-479E-9C66-8409A335CD6E}"/>
          </ac:spMkLst>
        </pc:spChg>
        <pc:spChg chg="mod">
          <ac:chgData name="Sam O'Neill" userId="cb323814-a42a-4cfe-bc74-03f595e56f6e" providerId="ADAL" clId="{CE59DC76-F921-4B49-847D-4D7A2FA0D764}" dt="2020-01-28T15:21:28.784" v="1400" actId="1076"/>
          <ac:spMkLst>
            <pc:docMk/>
            <pc:sldMk cId="220347951" sldId="272"/>
            <ac:spMk id="27" creationId="{C4F7958E-7FCE-43C6-845F-0481E789CC22}"/>
          </ac:spMkLst>
        </pc:spChg>
        <pc:spChg chg="add mod">
          <ac:chgData name="Sam O'Neill" userId="cb323814-a42a-4cfe-bc74-03f595e56f6e" providerId="ADAL" clId="{CE59DC76-F921-4B49-847D-4D7A2FA0D764}" dt="2020-01-28T15:23:39.650" v="1498" actId="20577"/>
          <ac:spMkLst>
            <pc:docMk/>
            <pc:sldMk cId="220347951" sldId="272"/>
            <ac:spMk id="28" creationId="{CCBA151E-1B92-45F1-A90F-E947CFB1E267}"/>
          </ac:spMkLst>
        </pc:spChg>
      </pc:sldChg>
      <pc:sldChg chg="modSp add">
        <pc:chgData name="Sam O'Neill" userId="cb323814-a42a-4cfe-bc74-03f595e56f6e" providerId="ADAL" clId="{CE59DC76-F921-4B49-847D-4D7A2FA0D764}" dt="2020-01-28T15:49:04.525" v="2368" actId="20577"/>
        <pc:sldMkLst>
          <pc:docMk/>
          <pc:sldMk cId="2156748948" sldId="273"/>
        </pc:sldMkLst>
        <pc:spChg chg="mod">
          <ac:chgData name="Sam O'Neill" userId="cb323814-a42a-4cfe-bc74-03f595e56f6e" providerId="ADAL" clId="{CE59DC76-F921-4B49-847D-4D7A2FA0D764}" dt="2020-01-28T15:26:11.523" v="1527" actId="20577"/>
          <ac:spMkLst>
            <pc:docMk/>
            <pc:sldMk cId="2156748948" sldId="273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5:49:04.525" v="2368" actId="20577"/>
          <ac:spMkLst>
            <pc:docMk/>
            <pc:sldMk cId="2156748948" sldId="273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CE59DC76-F921-4B49-847D-4D7A2FA0D764}" dt="2020-01-28T16:15:24.695" v="2795" actId="20577"/>
        <pc:sldMkLst>
          <pc:docMk/>
          <pc:sldMk cId="2237555915" sldId="274"/>
        </pc:sldMkLst>
        <pc:spChg chg="mod">
          <ac:chgData name="Sam O'Neill" userId="cb323814-a42a-4cfe-bc74-03f595e56f6e" providerId="ADAL" clId="{CE59DC76-F921-4B49-847D-4D7A2FA0D764}" dt="2020-01-28T16:04:56.091" v="2516" actId="20577"/>
          <ac:spMkLst>
            <pc:docMk/>
            <pc:sldMk cId="2237555915" sldId="274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6:15:19.068" v="2791" actId="20577"/>
          <ac:spMkLst>
            <pc:docMk/>
            <pc:sldMk cId="2237555915" sldId="274"/>
            <ac:spMk id="3" creationId="{5198A88B-52B3-469E-A512-B72752EB7862}"/>
          </ac:spMkLst>
        </pc:spChg>
        <pc:spChg chg="add del">
          <ac:chgData name="Sam O'Neill" userId="cb323814-a42a-4cfe-bc74-03f595e56f6e" providerId="ADAL" clId="{CE59DC76-F921-4B49-847D-4D7A2FA0D764}" dt="2020-01-28T15:33:02.958" v="2170"/>
          <ac:spMkLst>
            <pc:docMk/>
            <pc:sldMk cId="2237555915" sldId="274"/>
            <ac:spMk id="4" creationId="{66B89882-F17C-424F-900E-EDDE96D54F32}"/>
          </ac:spMkLst>
        </pc:spChg>
        <pc:spChg chg="add del">
          <ac:chgData name="Sam O'Neill" userId="cb323814-a42a-4cfe-bc74-03f595e56f6e" providerId="ADAL" clId="{CE59DC76-F921-4B49-847D-4D7A2FA0D764}" dt="2020-01-28T15:33:02.958" v="2170"/>
          <ac:spMkLst>
            <pc:docMk/>
            <pc:sldMk cId="2237555915" sldId="274"/>
            <ac:spMk id="5" creationId="{4A96865B-9E11-4F60-A91E-618B0DA9797B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6" creationId="{8066DD1C-934C-4355-9826-019E9DB7C3BB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7" creationId="{096AB4BA-E408-49F7-92B4-BE04DD7CAA49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8" creationId="{F1B8DD4C-B27F-41A5-A003-BE033F967803}"/>
          </ac:spMkLst>
        </pc:spChg>
        <pc:spChg chg="add mod">
          <ac:chgData name="Sam O'Neill" userId="cb323814-a42a-4cfe-bc74-03f595e56f6e" providerId="ADAL" clId="{CE59DC76-F921-4B49-847D-4D7A2FA0D764}" dt="2020-01-28T16:13:26.735" v="2765" actId="1582"/>
          <ac:spMkLst>
            <pc:docMk/>
            <pc:sldMk cId="2237555915" sldId="274"/>
            <ac:spMk id="21" creationId="{B7FA0F91-9332-4131-8236-9368B2B33D14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22" creationId="{D3535CCD-10A9-4C42-AD26-2BE1711A8F0E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23" creationId="{6450FD23-EA9C-4545-98BC-24B79C4C6F14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27" creationId="{77945EF4-6959-411D-9FEA-F7998639512C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3" creationId="{7A3CAB2D-679D-46B0-9C54-23F7D1446482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4" creationId="{3133013F-B595-4623-BFC0-6C758A9B7C8A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5" creationId="{09CC7C4D-CD24-4B10-BD64-2211739AB96C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46" creationId="{34A7F2E3-6ECD-4203-B65A-97920900BC6A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47" creationId="{961CF724-F1A3-4ACF-A2AE-027AC5A28DE9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48" creationId="{EB763BD8-BBE6-4EE1-8869-6F660D63986A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49" creationId="{632CEEEB-ABBA-4D2A-8EA9-5B8261358875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50" creationId="{A39784DF-2635-4D3B-B83D-74B52D77CE62}"/>
          </ac:spMkLst>
        </pc:spChg>
        <pc:spChg chg="add del mod">
          <ac:chgData name="Sam O'Neill" userId="cb323814-a42a-4cfe-bc74-03f595e56f6e" providerId="ADAL" clId="{CE59DC76-F921-4B49-847D-4D7A2FA0D764}" dt="2020-01-28T16:06:08.446" v="2640" actId="478"/>
          <ac:spMkLst>
            <pc:docMk/>
            <pc:sldMk cId="2237555915" sldId="274"/>
            <ac:spMk id="51" creationId="{C870CC58-5036-4105-AAB4-79531961196C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2" creationId="{054A2C67-8984-4A80-823E-380150852516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3" creationId="{75C9AD65-29D6-43E3-8755-F3708A0792AA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4" creationId="{C2E20271-02AB-4DB4-A564-25E052CB9C2E}"/>
          </ac:spMkLst>
        </pc:spChg>
        <pc:spChg chg="add del mod">
          <ac:chgData name="Sam O'Neill" userId="cb323814-a42a-4cfe-bc74-03f595e56f6e" providerId="ADAL" clId="{CE59DC76-F921-4B49-847D-4D7A2FA0D764}" dt="2020-01-28T16:06:18.662" v="2644" actId="478"/>
          <ac:spMkLst>
            <pc:docMk/>
            <pc:sldMk cId="2237555915" sldId="274"/>
            <ac:spMk id="55" creationId="{A9278838-81D5-4993-96D3-B7F26BC62205}"/>
          </ac:spMkLst>
        </pc:spChg>
        <pc:spChg chg="add mod">
          <ac:chgData name="Sam O'Neill" userId="cb323814-a42a-4cfe-bc74-03f595e56f6e" providerId="ADAL" clId="{CE59DC76-F921-4B49-847D-4D7A2FA0D764}" dt="2020-01-28T16:09:01.396" v="2685" actId="1076"/>
          <ac:spMkLst>
            <pc:docMk/>
            <pc:sldMk cId="2237555915" sldId="274"/>
            <ac:spMk id="67" creationId="{E10EEEDE-4FE2-47F1-B12C-0A8CB2967DD2}"/>
          </ac:spMkLst>
        </pc:spChg>
        <pc:spChg chg="add mod">
          <ac:chgData name="Sam O'Neill" userId="cb323814-a42a-4cfe-bc74-03f595e56f6e" providerId="ADAL" clId="{CE59DC76-F921-4B49-847D-4D7A2FA0D764}" dt="2020-01-28T16:08:57.209" v="2684" actId="1076"/>
          <ac:spMkLst>
            <pc:docMk/>
            <pc:sldMk cId="2237555915" sldId="274"/>
            <ac:spMk id="68" creationId="{1A036B37-A073-4D7B-816F-3E330CF43834}"/>
          </ac:spMkLst>
        </pc:spChg>
        <pc:spChg chg="add mod">
          <ac:chgData name="Sam O'Neill" userId="cb323814-a42a-4cfe-bc74-03f595e56f6e" providerId="ADAL" clId="{CE59DC76-F921-4B49-847D-4D7A2FA0D764}" dt="2020-01-28T16:09:20.829" v="2688" actId="1076"/>
          <ac:spMkLst>
            <pc:docMk/>
            <pc:sldMk cId="2237555915" sldId="274"/>
            <ac:spMk id="69" creationId="{668DA3AC-F907-4E11-9250-29D66787D04C}"/>
          </ac:spMkLst>
        </pc:spChg>
        <pc:spChg chg="add mod">
          <ac:chgData name="Sam O'Neill" userId="cb323814-a42a-4cfe-bc74-03f595e56f6e" providerId="ADAL" clId="{CE59DC76-F921-4B49-847D-4D7A2FA0D764}" dt="2020-01-28T16:15:21.004" v="2793" actId="20577"/>
          <ac:spMkLst>
            <pc:docMk/>
            <pc:sldMk cId="2237555915" sldId="274"/>
            <ac:spMk id="70" creationId="{FC88DC17-F270-4E7B-B576-2160AA5E906F}"/>
          </ac:spMkLst>
        </pc:spChg>
        <pc:spChg chg="add mod">
          <ac:chgData name="Sam O'Neill" userId="cb323814-a42a-4cfe-bc74-03f595e56f6e" providerId="ADAL" clId="{CE59DC76-F921-4B49-847D-4D7A2FA0D764}" dt="2020-01-28T16:13:06.038" v="2763" actId="1582"/>
          <ac:spMkLst>
            <pc:docMk/>
            <pc:sldMk cId="2237555915" sldId="274"/>
            <ac:spMk id="71" creationId="{3FB6D1D6-BC28-43DC-95BC-DEA78C7252B8}"/>
          </ac:spMkLst>
        </pc:spChg>
        <pc:spChg chg="add mod">
          <ac:chgData name="Sam O'Neill" userId="cb323814-a42a-4cfe-bc74-03f595e56f6e" providerId="ADAL" clId="{CE59DC76-F921-4B49-847D-4D7A2FA0D764}" dt="2020-01-28T16:13:14.124" v="2764" actId="2085"/>
          <ac:spMkLst>
            <pc:docMk/>
            <pc:sldMk cId="2237555915" sldId="274"/>
            <ac:spMk id="76" creationId="{22CFD2BE-1C8C-4431-BF9E-EC59CBFD7D15}"/>
          </ac:spMkLst>
        </pc:spChg>
        <pc:spChg chg="add del mod">
          <ac:chgData name="Sam O'Neill" userId="cb323814-a42a-4cfe-bc74-03f595e56f6e" providerId="ADAL" clId="{CE59DC76-F921-4B49-847D-4D7A2FA0D764}" dt="2020-01-28T16:10:54.427" v="2705" actId="478"/>
          <ac:spMkLst>
            <pc:docMk/>
            <pc:sldMk cId="2237555915" sldId="274"/>
            <ac:spMk id="77" creationId="{9A2A1927-6646-43D7-8BB8-00CEC083ACBF}"/>
          </ac:spMkLst>
        </pc:spChg>
        <pc:spChg chg="add mod">
          <ac:chgData name="Sam O'Neill" userId="cb323814-a42a-4cfe-bc74-03f595e56f6e" providerId="ADAL" clId="{CE59DC76-F921-4B49-847D-4D7A2FA0D764}" dt="2020-01-28T16:13:14.124" v="2764" actId="2085"/>
          <ac:spMkLst>
            <pc:docMk/>
            <pc:sldMk cId="2237555915" sldId="274"/>
            <ac:spMk id="78" creationId="{63F5D720-929B-4B1B-8EAC-58D17C35322D}"/>
          </ac:spMkLst>
        </pc:spChg>
        <pc:spChg chg="add del mod">
          <ac:chgData name="Sam O'Neill" userId="cb323814-a42a-4cfe-bc74-03f595e56f6e" providerId="ADAL" clId="{CE59DC76-F921-4B49-847D-4D7A2FA0D764}" dt="2020-01-28T16:10:54.427" v="2705" actId="478"/>
          <ac:spMkLst>
            <pc:docMk/>
            <pc:sldMk cId="2237555915" sldId="274"/>
            <ac:spMk id="79" creationId="{86EB3327-798E-4266-A863-96595EC7CF44}"/>
          </ac:spMkLst>
        </pc:spChg>
        <pc:spChg chg="add mod">
          <ac:chgData name="Sam O'Neill" userId="cb323814-a42a-4cfe-bc74-03f595e56f6e" providerId="ADAL" clId="{CE59DC76-F921-4B49-847D-4D7A2FA0D764}" dt="2020-01-28T16:13:06.038" v="2763" actId="1582"/>
          <ac:spMkLst>
            <pc:docMk/>
            <pc:sldMk cId="2237555915" sldId="274"/>
            <ac:spMk id="86" creationId="{37EFFF40-4AE0-4E0B-8414-1E128DC79DC5}"/>
          </ac:spMkLst>
        </pc:spChg>
        <pc:spChg chg="add mod">
          <ac:chgData name="Sam O'Neill" userId="cb323814-a42a-4cfe-bc74-03f595e56f6e" providerId="ADAL" clId="{CE59DC76-F921-4B49-847D-4D7A2FA0D764}" dt="2020-01-28T16:13:14.124" v="2764" actId="2085"/>
          <ac:spMkLst>
            <pc:docMk/>
            <pc:sldMk cId="2237555915" sldId="274"/>
            <ac:spMk id="89" creationId="{B1EE6475-D0C4-457F-9DF0-D920696E9E37}"/>
          </ac:spMkLst>
        </pc:spChg>
        <pc:spChg chg="add mod">
          <ac:chgData name="Sam O'Neill" userId="cb323814-a42a-4cfe-bc74-03f595e56f6e" providerId="ADAL" clId="{CE59DC76-F921-4B49-847D-4D7A2FA0D764}" dt="2020-01-28T16:15:24.695" v="2795" actId="20577"/>
          <ac:spMkLst>
            <pc:docMk/>
            <pc:sldMk cId="2237555915" sldId="274"/>
            <ac:spMk id="90" creationId="{325B7C43-8C5E-4D03-A753-B184EB1DF012}"/>
          </ac:spMkLst>
        </pc:spChg>
        <pc:spChg chg="add del mod">
          <ac:chgData name="Sam O'Neill" userId="cb323814-a42a-4cfe-bc74-03f595e56f6e" providerId="ADAL" clId="{CE59DC76-F921-4B49-847D-4D7A2FA0D764}" dt="2020-01-28T16:12:17.231" v="2720" actId="478"/>
          <ac:spMkLst>
            <pc:docMk/>
            <pc:sldMk cId="2237555915" sldId="274"/>
            <ac:spMk id="96" creationId="{B47350FF-85E3-47F9-9B37-FAB97EC55851}"/>
          </ac:spMkLst>
        </pc:spChg>
        <pc:cxnChg chg="add del mod">
          <ac:chgData name="Sam O'Neill" userId="cb323814-a42a-4cfe-bc74-03f595e56f6e" providerId="ADAL" clId="{CE59DC76-F921-4B49-847D-4D7A2FA0D764}" dt="2020-01-28T15:34:07.227" v="2174" actId="478"/>
          <ac:cxnSpMkLst>
            <pc:docMk/>
            <pc:sldMk cId="2237555915" sldId="274"/>
            <ac:cxnSpMk id="10" creationId="{6DD0084A-6CB0-4409-991E-7D91333BDE13}"/>
          </ac:cxnSpMkLst>
        </pc:cxnChg>
        <pc:cxnChg chg="add del mod">
          <ac:chgData name="Sam O'Neill" userId="cb323814-a42a-4cfe-bc74-03f595e56f6e" providerId="ADAL" clId="{CE59DC76-F921-4B49-847D-4D7A2FA0D764}" dt="2020-01-28T16:06:08.446" v="2640" actId="478"/>
          <ac:cxnSpMkLst>
            <pc:docMk/>
            <pc:sldMk cId="2237555915" sldId="274"/>
            <ac:cxnSpMk id="12" creationId="{89D69A41-4269-4666-A832-7942591AA6F2}"/>
          </ac:cxnSpMkLst>
        </pc:cxnChg>
        <pc:cxnChg chg="add del mod">
          <ac:chgData name="Sam O'Neill" userId="cb323814-a42a-4cfe-bc74-03f595e56f6e" providerId="ADAL" clId="{CE59DC76-F921-4B49-847D-4D7A2FA0D764}" dt="2020-01-28T16:06:08.446" v="2640" actId="478"/>
          <ac:cxnSpMkLst>
            <pc:docMk/>
            <pc:sldMk cId="2237555915" sldId="274"/>
            <ac:cxnSpMk id="13" creationId="{92C2C7F0-3824-4059-B0F0-1AE0FEABE19E}"/>
          </ac:cxnSpMkLst>
        </pc:cxnChg>
        <pc:cxnChg chg="add del mod">
          <ac:chgData name="Sam O'Neill" userId="cb323814-a42a-4cfe-bc74-03f595e56f6e" providerId="ADAL" clId="{CE59DC76-F921-4B49-847D-4D7A2FA0D764}" dt="2020-01-28T15:34:39.239" v="2184" actId="478"/>
          <ac:cxnSpMkLst>
            <pc:docMk/>
            <pc:sldMk cId="2237555915" sldId="274"/>
            <ac:cxnSpMk id="16" creationId="{933130C0-CFA8-4DE5-877D-D63281D09FFD}"/>
          </ac:cxnSpMkLst>
        </pc:cxnChg>
        <pc:cxnChg chg="add del mod">
          <ac:chgData name="Sam O'Neill" userId="cb323814-a42a-4cfe-bc74-03f595e56f6e" providerId="ADAL" clId="{CE59DC76-F921-4B49-847D-4D7A2FA0D764}" dt="2020-01-28T16:06:08.446" v="2640" actId="478"/>
          <ac:cxnSpMkLst>
            <pc:docMk/>
            <pc:sldMk cId="2237555915" sldId="274"/>
            <ac:cxnSpMk id="20" creationId="{0929AE9D-4292-430D-81CC-769365973A75}"/>
          </ac:cxnSpMkLst>
        </pc:cxnChg>
        <pc:cxnChg chg="add del mod">
          <ac:chgData name="Sam O'Neill" userId="cb323814-a42a-4cfe-bc74-03f595e56f6e" providerId="ADAL" clId="{CE59DC76-F921-4B49-847D-4D7A2FA0D764}" dt="2020-01-28T15:35:59.232" v="2214" actId="478"/>
          <ac:cxnSpMkLst>
            <pc:docMk/>
            <pc:sldMk cId="2237555915" sldId="274"/>
            <ac:cxnSpMk id="24" creationId="{7F2A3019-6D92-4506-A305-FE93DCB5D85A}"/>
          </ac:cxnSpMkLst>
        </pc:cxnChg>
        <pc:cxnChg chg="add del mod">
          <ac:chgData name="Sam O'Neill" userId="cb323814-a42a-4cfe-bc74-03f595e56f6e" providerId="ADAL" clId="{CE59DC76-F921-4B49-847D-4D7A2FA0D764}" dt="2020-01-28T15:35:57.320" v="2213" actId="478"/>
          <ac:cxnSpMkLst>
            <pc:docMk/>
            <pc:sldMk cId="2237555915" sldId="274"/>
            <ac:cxnSpMk id="25" creationId="{9978DF91-96F2-44EE-8609-2A3D16B11E7E}"/>
          </ac:cxnSpMkLst>
        </pc:cxnChg>
        <pc:cxnChg chg="add del mod">
          <ac:chgData name="Sam O'Neill" userId="cb323814-a42a-4cfe-bc74-03f595e56f6e" providerId="ADAL" clId="{CE59DC76-F921-4B49-847D-4D7A2FA0D764}" dt="2020-01-28T16:06:18.662" v="2644" actId="478"/>
          <ac:cxnSpMkLst>
            <pc:docMk/>
            <pc:sldMk cId="2237555915" sldId="274"/>
            <ac:cxnSpMk id="26" creationId="{4B1F1F0F-0C2E-4E46-B49E-ECC8375D4D10}"/>
          </ac:cxnSpMkLst>
        </pc:cxnChg>
        <pc:cxnChg chg="add del mod">
          <ac:chgData name="Sam O'Neill" userId="cb323814-a42a-4cfe-bc74-03f595e56f6e" providerId="ADAL" clId="{CE59DC76-F921-4B49-847D-4D7A2FA0D764}" dt="2020-01-28T16:06:15.346" v="2643" actId="478"/>
          <ac:cxnSpMkLst>
            <pc:docMk/>
            <pc:sldMk cId="2237555915" sldId="274"/>
            <ac:cxnSpMk id="28" creationId="{33AD67BF-9990-49C0-A908-A6FFAD69AABA}"/>
          </ac:cxnSpMkLst>
        </pc:cxnChg>
        <pc:cxnChg chg="add del mod">
          <ac:chgData name="Sam O'Neill" userId="cb323814-a42a-4cfe-bc74-03f595e56f6e" providerId="ADAL" clId="{CE59DC76-F921-4B49-847D-4D7A2FA0D764}" dt="2020-01-28T16:06:13.618" v="2642" actId="478"/>
          <ac:cxnSpMkLst>
            <pc:docMk/>
            <pc:sldMk cId="2237555915" sldId="274"/>
            <ac:cxnSpMk id="37" creationId="{6A46502C-94D6-4AEC-A6F9-3ABB7049BD7B}"/>
          </ac:cxnSpMkLst>
        </pc:cxnChg>
        <pc:cxnChg chg="add del mod">
          <ac:chgData name="Sam O'Neill" userId="cb323814-a42a-4cfe-bc74-03f595e56f6e" providerId="ADAL" clId="{CE59DC76-F921-4B49-847D-4D7A2FA0D764}" dt="2020-01-28T16:06:18.662" v="2644" actId="478"/>
          <ac:cxnSpMkLst>
            <pc:docMk/>
            <pc:sldMk cId="2237555915" sldId="274"/>
            <ac:cxnSpMk id="40" creationId="{C77BFE36-D64A-498A-9C32-5DC6897367D8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57" creationId="{75A41349-B5EA-4E3E-9B21-38074A2CC453}"/>
          </ac:cxnSpMkLst>
        </pc:cxnChg>
        <pc:cxnChg chg="add del mod">
          <ac:chgData name="Sam O'Neill" userId="cb323814-a42a-4cfe-bc74-03f595e56f6e" providerId="ADAL" clId="{CE59DC76-F921-4B49-847D-4D7A2FA0D764}" dt="2020-01-28T16:06:47.766" v="2654" actId="478"/>
          <ac:cxnSpMkLst>
            <pc:docMk/>
            <pc:sldMk cId="2237555915" sldId="274"/>
            <ac:cxnSpMk id="60" creationId="{36E45059-A98E-4B9E-B2E0-F61AB2D7E754}"/>
          </ac:cxnSpMkLst>
        </pc:cxnChg>
        <pc:cxnChg chg="add del">
          <ac:chgData name="Sam O'Neill" userId="cb323814-a42a-4cfe-bc74-03f595e56f6e" providerId="ADAL" clId="{CE59DC76-F921-4B49-847D-4D7A2FA0D764}" dt="2020-01-28T16:06:53.819" v="2658"/>
          <ac:cxnSpMkLst>
            <pc:docMk/>
            <pc:sldMk cId="2237555915" sldId="274"/>
            <ac:cxnSpMk id="63" creationId="{F8F5455B-56F6-40BE-9974-89F2662052BF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64" creationId="{29605EDB-68D5-40B2-9791-CDFE24DD5322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65" creationId="{0B394FDA-56F1-4C48-A4F0-7ECCE326EE1F}"/>
          </ac:cxnSpMkLst>
        </pc:cxnChg>
        <pc:cxnChg chg="add mod">
          <ac:chgData name="Sam O'Neill" userId="cb323814-a42a-4cfe-bc74-03f595e56f6e" providerId="ADAL" clId="{CE59DC76-F921-4B49-847D-4D7A2FA0D764}" dt="2020-01-28T16:13:26.735" v="2765" actId="1582"/>
          <ac:cxnSpMkLst>
            <pc:docMk/>
            <pc:sldMk cId="2237555915" sldId="274"/>
            <ac:cxnSpMk id="66" creationId="{378FA7F4-A0D8-47D3-B520-94EBCE53050A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72" creationId="{F9AD039E-7C5D-4B3D-A340-BE5DFBF9204C}"/>
          </ac:cxnSpMkLst>
        </pc:cxnChg>
        <pc:cxnChg chg="add del mod">
          <ac:chgData name="Sam O'Neill" userId="cb323814-a42a-4cfe-bc74-03f595e56f6e" providerId="ADAL" clId="{CE59DC76-F921-4B49-847D-4D7A2FA0D764}" dt="2020-01-28T16:10:54.427" v="2705" actId="478"/>
          <ac:cxnSpMkLst>
            <pc:docMk/>
            <pc:sldMk cId="2237555915" sldId="274"/>
            <ac:cxnSpMk id="73" creationId="{E712D5DC-8637-4F04-8A5D-FBF3A0124BAB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74" creationId="{83EED671-0459-45C2-8F25-A2FF3875D1F5}"/>
          </ac:cxnSpMkLst>
        </pc:cxnChg>
        <pc:cxnChg chg="add del mod">
          <ac:chgData name="Sam O'Neill" userId="cb323814-a42a-4cfe-bc74-03f595e56f6e" providerId="ADAL" clId="{CE59DC76-F921-4B49-847D-4D7A2FA0D764}" dt="2020-01-28T16:10:54.427" v="2705" actId="478"/>
          <ac:cxnSpMkLst>
            <pc:docMk/>
            <pc:sldMk cId="2237555915" sldId="274"/>
            <ac:cxnSpMk id="75" creationId="{4DF21429-BD59-4B27-AC32-A3A992C4C3FD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87" creationId="{659E4F6F-FE86-4652-B002-81FA3B6516F4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88" creationId="{DD99D5C5-1FC7-4C84-BB44-6B8AE36B3A08}"/>
          </ac:cxnSpMkLst>
        </pc:cxnChg>
        <pc:cxnChg chg="add mod">
          <ac:chgData name="Sam O'Neill" userId="cb323814-a42a-4cfe-bc74-03f595e56f6e" providerId="ADAL" clId="{CE59DC76-F921-4B49-847D-4D7A2FA0D764}" dt="2020-01-28T16:13:06.038" v="2763" actId="1582"/>
          <ac:cxnSpMkLst>
            <pc:docMk/>
            <pc:sldMk cId="2237555915" sldId="274"/>
            <ac:cxnSpMk id="93" creationId="{2C3BEBDB-769C-440A-B152-3A4EEBB71D70}"/>
          </ac:cxnSpMkLst>
        </pc:cxnChg>
      </pc:sldChg>
      <pc:sldChg chg="modSp add ord">
        <pc:chgData name="Sam O'Neill" userId="cb323814-a42a-4cfe-bc74-03f595e56f6e" providerId="ADAL" clId="{CE59DC76-F921-4B49-847D-4D7A2FA0D764}" dt="2020-01-28T16:04:17.576" v="2496"/>
        <pc:sldMkLst>
          <pc:docMk/>
          <pc:sldMk cId="2520052617" sldId="275"/>
        </pc:sldMkLst>
        <pc:spChg chg="mod">
          <ac:chgData name="Sam O'Neill" userId="cb323814-a42a-4cfe-bc74-03f595e56f6e" providerId="ADAL" clId="{CE59DC76-F921-4B49-847D-4D7A2FA0D764}" dt="2020-01-28T16:03:55.384" v="2493" actId="27636"/>
          <ac:spMkLst>
            <pc:docMk/>
            <pc:sldMk cId="2520052617" sldId="275"/>
            <ac:spMk id="3" creationId="{5198A88B-52B3-469E-A512-B72752EB7862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6" creationId="{8066DD1C-934C-4355-9826-019E9DB7C3BB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7" creationId="{096AB4BA-E408-49F7-92B4-BE04DD7CAA49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8" creationId="{F1B8DD4C-B27F-41A5-A003-BE033F967803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1" creationId="{B7FA0F91-9332-4131-8236-9368B2B33D14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2" creationId="{D3535CCD-10A9-4C42-AD26-2BE1711A8F0E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3" creationId="{6450FD23-EA9C-4545-98BC-24B79C4C6F14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27" creationId="{77945EF4-6959-411D-9FEA-F7998639512C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3" creationId="{7A3CAB2D-679D-46B0-9C54-23F7D1446482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4" creationId="{3133013F-B595-4623-BFC0-6C758A9B7C8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5" creationId="{09CC7C4D-CD24-4B10-BD64-2211739AB96C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6" creationId="{34A7F2E3-6ECD-4203-B65A-97920900BC6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7" creationId="{961CF724-F1A3-4ACF-A2AE-027AC5A28DE9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8" creationId="{EB763BD8-BBE6-4EE1-8869-6F660D63986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49" creationId="{632CEEEB-ABBA-4D2A-8EA9-5B8261358875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0" creationId="{A39784DF-2635-4D3B-B83D-74B52D77CE62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1" creationId="{C870CC58-5036-4105-AAB4-79531961196C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2" creationId="{054A2C67-8984-4A80-823E-380150852516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3" creationId="{75C9AD65-29D6-43E3-8755-F3708A0792AA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4" creationId="{C2E20271-02AB-4DB4-A564-25E052CB9C2E}"/>
          </ac:spMkLst>
        </pc:spChg>
        <pc:spChg chg="mod">
          <ac:chgData name="Sam O'Neill" userId="cb323814-a42a-4cfe-bc74-03f595e56f6e" providerId="ADAL" clId="{CE59DC76-F921-4B49-847D-4D7A2FA0D764}" dt="2020-01-28T16:04:08.048" v="2494" actId="1076"/>
          <ac:spMkLst>
            <pc:docMk/>
            <pc:sldMk cId="2520052617" sldId="275"/>
            <ac:spMk id="55" creationId="{A9278838-81D5-4993-96D3-B7F26BC62205}"/>
          </ac:spMkLst>
        </pc:sp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12" creationId="{89D69A41-4269-4666-A832-7942591AA6F2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13" creationId="{92C2C7F0-3824-4059-B0F0-1AE0FEABE19E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20" creationId="{0929AE9D-4292-430D-81CC-769365973A75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26" creationId="{4B1F1F0F-0C2E-4E46-B49E-ECC8375D4D10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28" creationId="{33AD67BF-9990-49C0-A908-A6FFAD69AABA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37" creationId="{6A46502C-94D6-4AEC-A6F9-3ABB7049BD7B}"/>
          </ac:cxnSpMkLst>
        </pc:cxnChg>
        <pc:cxnChg chg="mod">
          <ac:chgData name="Sam O'Neill" userId="cb323814-a42a-4cfe-bc74-03f595e56f6e" providerId="ADAL" clId="{CE59DC76-F921-4B49-847D-4D7A2FA0D764}" dt="2020-01-28T16:04:08.048" v="2494" actId="1076"/>
          <ac:cxnSpMkLst>
            <pc:docMk/>
            <pc:sldMk cId="2520052617" sldId="275"/>
            <ac:cxnSpMk id="40" creationId="{C77BFE36-D64A-498A-9C32-5DC6897367D8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6:43:07.305" v="2995"/>
        <pc:sldMkLst>
          <pc:docMk/>
          <pc:sldMk cId="3105986257" sldId="276"/>
        </pc:sldMkLst>
        <pc:spChg chg="mod">
          <ac:chgData name="Sam O'Neill" userId="cb323814-a42a-4cfe-bc74-03f595e56f6e" providerId="ADAL" clId="{CE59DC76-F921-4B49-847D-4D7A2FA0D764}" dt="2020-01-28T16:14:57.791" v="2784" actId="20577"/>
          <ac:spMkLst>
            <pc:docMk/>
            <pc:sldMk cId="3105986257" sldId="276"/>
            <ac:spMk id="2" creationId="{F3E593E6-3D2F-4C7E-80B2-F78D636A9E07}"/>
          </ac:spMkLst>
        </pc:spChg>
        <pc:spChg chg="del mod">
          <ac:chgData name="Sam O'Neill" userId="cb323814-a42a-4cfe-bc74-03f595e56f6e" providerId="ADAL" clId="{CE59DC76-F921-4B49-847D-4D7A2FA0D764}" dt="2020-01-28T16:15:41.566" v="2796" actId="478"/>
          <ac:spMkLst>
            <pc:docMk/>
            <pc:sldMk cId="3105986257" sldId="276"/>
            <ac:spMk id="3" creationId="{5198A88B-52B3-469E-A512-B72752EB7862}"/>
          </ac:spMkLst>
        </pc:spChg>
        <pc:spChg chg="add mod">
          <ac:chgData name="Sam O'Neill" userId="cb323814-a42a-4cfe-bc74-03f595e56f6e" providerId="ADAL" clId="{CE59DC76-F921-4B49-847D-4D7A2FA0D764}" dt="2020-01-28T16:18:37.395" v="2861" actId="1076"/>
          <ac:spMkLst>
            <pc:docMk/>
            <pc:sldMk cId="3105986257" sldId="276"/>
            <ac:spMk id="6" creationId="{435D2E9C-4E17-4562-94FE-4B5FC5357BB1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21" creationId="{B7FA0F91-9332-4131-8236-9368B2B33D14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24" creationId="{231DBC58-18E3-4850-AB45-387B9D18A61C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29" creationId="{0E751985-34CE-41B5-B8DC-7A1FCAF6C4CB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0" creationId="{7ADA6F71-50F8-46A5-AC69-A1EABC9F1F2F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1" creationId="{5B26737B-C8F4-4200-BAA2-73A791E813C5}"/>
          </ac:spMkLst>
        </pc:spChg>
        <pc:spChg chg="add del mod">
          <ac:chgData name="Sam O'Neill" userId="cb323814-a42a-4cfe-bc74-03f595e56f6e" providerId="ADAL" clId="{CE59DC76-F921-4B49-847D-4D7A2FA0D764}" dt="2020-01-28T16:15:53.055" v="2800" actId="478"/>
          <ac:spMkLst>
            <pc:docMk/>
            <pc:sldMk cId="3105986257" sldId="276"/>
            <ac:spMk id="32" creationId="{7804721D-38FD-4049-BD85-E0DC874BDA1C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4" creationId="{588C272B-9D00-4C93-ABC6-DE553A841A47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39" creationId="{AB434445-4FDC-49BD-9927-243BCE89ECBD}"/>
          </ac:spMkLst>
        </pc:spChg>
        <pc:spChg chg="add del mod">
          <ac:chgData name="Sam O'Neill" userId="cb323814-a42a-4cfe-bc74-03f595e56f6e" providerId="ADAL" clId="{CE59DC76-F921-4B49-847D-4D7A2FA0D764}" dt="2020-01-28T16:16:19.726" v="2806" actId="478"/>
          <ac:spMkLst>
            <pc:docMk/>
            <pc:sldMk cId="3105986257" sldId="276"/>
            <ac:spMk id="40" creationId="{A5FBC707-094E-4D81-9A98-9612894CF615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41" creationId="{3EDDE882-4567-42C5-BC9A-A180A933C928}"/>
          </ac:spMkLst>
        </pc:spChg>
        <pc:spChg chg="add mod">
          <ac:chgData name="Sam O'Neill" userId="cb323814-a42a-4cfe-bc74-03f595e56f6e" providerId="ADAL" clId="{CE59DC76-F921-4B49-847D-4D7A2FA0D764}" dt="2020-01-28T16:18:06.853" v="2820" actId="1076"/>
          <ac:spMkLst>
            <pc:docMk/>
            <pc:sldMk cId="3105986257" sldId="276"/>
            <ac:spMk id="42" creationId="{F4DB7CF2-8924-4F18-8220-27F6BD144A58}"/>
          </ac:spMkLst>
        </pc:spChg>
        <pc:spChg chg="add mod">
          <ac:chgData name="Sam O'Neill" userId="cb323814-a42a-4cfe-bc74-03f595e56f6e" providerId="ADAL" clId="{CE59DC76-F921-4B49-847D-4D7A2FA0D764}" dt="2020-01-28T16:19:15.050" v="2915" actId="14100"/>
          <ac:spMkLst>
            <pc:docMk/>
            <pc:sldMk cId="3105986257" sldId="276"/>
            <ac:spMk id="45" creationId="{7CA10F91-8F58-4ACD-AEE8-837C9BA9C477}"/>
          </ac:spMkLst>
        </pc:spChg>
        <pc:spChg chg="add mod">
          <ac:chgData name="Sam O'Neill" userId="cb323814-a42a-4cfe-bc74-03f595e56f6e" providerId="ADAL" clId="{CE59DC76-F921-4B49-847D-4D7A2FA0D764}" dt="2020-01-28T16:19:39.688" v="2947" actId="20577"/>
          <ac:spMkLst>
            <pc:docMk/>
            <pc:sldMk cId="3105986257" sldId="276"/>
            <ac:spMk id="46" creationId="{B6F683B3-0262-4B27-8073-0B016A778B1C}"/>
          </ac:spMkLst>
        </pc:spChg>
        <pc:spChg chg="add mod">
          <ac:chgData name="Sam O'Neill" userId="cb323814-a42a-4cfe-bc74-03f595e56f6e" providerId="ADAL" clId="{CE59DC76-F921-4B49-847D-4D7A2FA0D764}" dt="2020-01-28T16:20:13.258" v="2991" actId="12"/>
          <ac:spMkLst>
            <pc:docMk/>
            <pc:sldMk cId="3105986257" sldId="276"/>
            <ac:spMk id="47" creationId="{FD49B329-6747-42EB-9EDA-8948C5878613}"/>
          </ac:spMkLst>
        </pc:spChg>
        <pc:spChg chg="add del">
          <ac:chgData name="Sam O'Neill" userId="cb323814-a42a-4cfe-bc74-03f595e56f6e" providerId="ADAL" clId="{CE59DC76-F921-4B49-847D-4D7A2FA0D764}" dt="2020-01-28T16:43:03.314" v="2993"/>
          <ac:spMkLst>
            <pc:docMk/>
            <pc:sldMk cId="3105986257" sldId="276"/>
            <ac:spMk id="48" creationId="{28ADFF2E-A564-4203-9A67-DE97888FE738}"/>
          </ac:spMkLst>
        </pc:spChg>
        <pc:spChg chg="add del">
          <ac:chgData name="Sam O'Neill" userId="cb323814-a42a-4cfe-bc74-03f595e56f6e" providerId="ADAL" clId="{CE59DC76-F921-4B49-847D-4D7A2FA0D764}" dt="2020-01-28T16:43:07.305" v="2995"/>
          <ac:spMkLst>
            <pc:docMk/>
            <pc:sldMk cId="3105986257" sldId="276"/>
            <ac:spMk id="49" creationId="{0C677D38-F473-45CC-B3C5-5A8E95F2EE12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67" creationId="{E10EEEDE-4FE2-47F1-B12C-0A8CB2967DD2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68" creationId="{1A036B37-A073-4D7B-816F-3E330CF43834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69" creationId="{668DA3AC-F907-4E11-9250-29D66787D04C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0" creationId="{FC88DC17-F270-4E7B-B576-2160AA5E906F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1" creationId="{3FB6D1D6-BC28-43DC-95BC-DEA78C7252B8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6" creationId="{22CFD2BE-1C8C-4431-BF9E-EC59CBFD7D15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78" creationId="{63F5D720-929B-4B1B-8EAC-58D17C35322D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86" creationId="{37EFFF40-4AE0-4E0B-8414-1E128DC79DC5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89" creationId="{B1EE6475-D0C4-457F-9DF0-D920696E9E37}"/>
          </ac:spMkLst>
        </pc:spChg>
        <pc:spChg chg="mod">
          <ac:chgData name="Sam O'Neill" userId="cb323814-a42a-4cfe-bc74-03f595e56f6e" providerId="ADAL" clId="{CE59DC76-F921-4B49-847D-4D7A2FA0D764}" dt="2020-01-28T16:18:00.130" v="2819" actId="1076"/>
          <ac:spMkLst>
            <pc:docMk/>
            <pc:sldMk cId="3105986257" sldId="276"/>
            <ac:spMk id="90" creationId="{325B7C43-8C5E-4D03-A753-B184EB1DF012}"/>
          </ac:spMkLst>
        </pc:sp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25" creationId="{1778900F-B43B-4168-9635-F8CF30D48285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26" creationId="{5366FFAD-AE20-4D7A-B720-CB17CE3244DD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27" creationId="{AEC1C1D3-AA2F-4D1E-85D1-466FF30FD295}"/>
          </ac:cxnSpMkLst>
        </pc:cxnChg>
        <pc:cxnChg chg="add del mod">
          <ac:chgData name="Sam O'Neill" userId="cb323814-a42a-4cfe-bc74-03f595e56f6e" providerId="ADAL" clId="{CE59DC76-F921-4B49-847D-4D7A2FA0D764}" dt="2020-01-28T16:15:54.791" v="2801" actId="478"/>
          <ac:cxnSpMkLst>
            <pc:docMk/>
            <pc:sldMk cId="3105986257" sldId="276"/>
            <ac:cxnSpMk id="28" creationId="{5EF6A4C8-0D3F-4ABD-AE6D-34DE8DA7D5EE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35" creationId="{F5D6709A-C3EB-4E89-9F1C-1E000C6C6BA1}"/>
          </ac:cxnSpMkLst>
        </pc:cxnChg>
        <pc:cxnChg chg="add del mod">
          <ac:chgData name="Sam O'Neill" userId="cb323814-a42a-4cfe-bc74-03f595e56f6e" providerId="ADAL" clId="{CE59DC76-F921-4B49-847D-4D7A2FA0D764}" dt="2020-01-28T16:16:19.726" v="2806" actId="478"/>
          <ac:cxnSpMkLst>
            <pc:docMk/>
            <pc:sldMk cId="3105986257" sldId="276"/>
            <ac:cxnSpMk id="36" creationId="{028BDB4F-6DFC-4315-8396-5ADF3D57F714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37" creationId="{EF40B20A-8E2D-4DCF-BE63-16DC468B4C91}"/>
          </ac:cxnSpMkLst>
        </pc:cxnChg>
        <pc:cxnChg chg="add mod">
          <ac:chgData name="Sam O'Neill" userId="cb323814-a42a-4cfe-bc74-03f595e56f6e" providerId="ADAL" clId="{CE59DC76-F921-4B49-847D-4D7A2FA0D764}" dt="2020-01-28T16:18:06.853" v="2820" actId="1076"/>
          <ac:cxnSpMkLst>
            <pc:docMk/>
            <pc:sldMk cId="3105986257" sldId="276"/>
            <ac:cxnSpMk id="38" creationId="{0D22EC7C-30B2-43CA-B635-1EE412A2B449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57" creationId="{75A41349-B5EA-4E3E-9B21-38074A2CC453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64" creationId="{29605EDB-68D5-40B2-9791-CDFE24DD5322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65" creationId="{0B394FDA-56F1-4C48-A4F0-7ECCE326EE1F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66" creationId="{378FA7F4-A0D8-47D3-B520-94EBCE53050A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72" creationId="{F9AD039E-7C5D-4B3D-A340-BE5DFBF9204C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74" creationId="{83EED671-0459-45C2-8F25-A2FF3875D1F5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87" creationId="{659E4F6F-FE86-4652-B002-81FA3B6516F4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88" creationId="{DD99D5C5-1FC7-4C84-BB44-6B8AE36B3A08}"/>
          </ac:cxnSpMkLst>
        </pc:cxnChg>
        <pc:cxnChg chg="mod">
          <ac:chgData name="Sam O'Neill" userId="cb323814-a42a-4cfe-bc74-03f595e56f6e" providerId="ADAL" clId="{CE59DC76-F921-4B49-847D-4D7A2FA0D764}" dt="2020-01-28T16:18:00.130" v="2819" actId="1076"/>
          <ac:cxnSpMkLst>
            <pc:docMk/>
            <pc:sldMk cId="3105986257" sldId="276"/>
            <ac:cxnSpMk id="93" creationId="{2C3BEBDB-769C-440A-B152-3A4EEBB71D70}"/>
          </ac:cxnSpMkLst>
        </pc:cxnChg>
      </pc:sldChg>
      <pc:sldChg chg="modSp add">
        <pc:chgData name="Sam O'Neill" userId="cb323814-a42a-4cfe-bc74-03f595e56f6e" providerId="ADAL" clId="{CE59DC76-F921-4B49-847D-4D7A2FA0D764}" dt="2020-01-28T16:43:54.736" v="3054" actId="20577"/>
        <pc:sldMkLst>
          <pc:docMk/>
          <pc:sldMk cId="2915340057" sldId="277"/>
        </pc:sldMkLst>
        <pc:spChg chg="mod">
          <ac:chgData name="Sam O'Neill" userId="cb323814-a42a-4cfe-bc74-03f595e56f6e" providerId="ADAL" clId="{CE59DC76-F921-4B49-847D-4D7A2FA0D764}" dt="2020-01-28T16:43:54.736" v="3054" actId="20577"/>
          <ac:spMkLst>
            <pc:docMk/>
            <pc:sldMk cId="2915340057" sldId="277"/>
            <ac:spMk id="2" creationId="{0A85F331-FA4C-4E92-A9DC-B75BC327C4AF}"/>
          </ac:spMkLst>
        </pc:spChg>
      </pc:sldChg>
      <pc:sldChg chg="addSp delSp modSp add">
        <pc:chgData name="Sam O'Neill" userId="cb323814-a42a-4cfe-bc74-03f595e56f6e" providerId="ADAL" clId="{CE59DC76-F921-4B49-847D-4D7A2FA0D764}" dt="2020-01-28T17:02:28.380" v="3389" actId="403"/>
        <pc:sldMkLst>
          <pc:docMk/>
          <pc:sldMk cId="2234063388" sldId="278"/>
        </pc:sldMkLst>
        <pc:spChg chg="mod">
          <ac:chgData name="Sam O'Neill" userId="cb323814-a42a-4cfe-bc74-03f595e56f6e" providerId="ADAL" clId="{CE59DC76-F921-4B49-847D-4D7A2FA0D764}" dt="2020-01-28T17:01:41.925" v="3368" actId="20577"/>
          <ac:spMkLst>
            <pc:docMk/>
            <pc:sldMk cId="2234063388" sldId="278"/>
            <ac:spMk id="2" creationId="{F3E593E6-3D2F-4C7E-80B2-F78D636A9E07}"/>
          </ac:spMkLst>
        </pc:spChg>
        <pc:spChg chg="del">
          <ac:chgData name="Sam O'Neill" userId="cb323814-a42a-4cfe-bc74-03f595e56f6e" providerId="ADAL" clId="{CE59DC76-F921-4B49-847D-4D7A2FA0D764}" dt="2020-01-28T16:46:00.168" v="3082" actId="478"/>
          <ac:spMkLst>
            <pc:docMk/>
            <pc:sldMk cId="2234063388" sldId="278"/>
            <ac:spMk id="6" creationId="{435D2E9C-4E17-4562-94FE-4B5FC5357BB1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21" creationId="{B7FA0F91-9332-4131-8236-9368B2B33D14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24" creationId="{231DBC58-18E3-4850-AB45-387B9D18A61C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29" creationId="{0E751985-34CE-41B5-B8DC-7A1FCAF6C4CB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30" creationId="{7ADA6F71-50F8-46A5-AC69-A1EABC9F1F2F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31" creationId="{5B26737B-C8F4-4200-BAA2-73A791E813C5}"/>
          </ac:spMkLst>
        </pc:spChg>
        <pc:spChg chg="del mod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34" creationId="{588C272B-9D00-4C93-ABC6-DE553A841A47}"/>
          </ac:spMkLst>
        </pc:spChg>
        <pc:spChg chg="add mod">
          <ac:chgData name="Sam O'Neill" userId="cb323814-a42a-4cfe-bc74-03f595e56f6e" providerId="ADAL" clId="{CE59DC76-F921-4B49-847D-4D7A2FA0D764}" dt="2020-01-28T17:02:28.380" v="3389" actId="403"/>
          <ac:spMkLst>
            <pc:docMk/>
            <pc:sldMk cId="2234063388" sldId="278"/>
            <ac:spMk id="36" creationId="{391177A7-3BA1-4B05-A46A-54FD59290713}"/>
          </ac:spMkLst>
        </pc:spChg>
        <pc:spChg chg="del">
          <ac:chgData name="Sam O'Neill" userId="cb323814-a42a-4cfe-bc74-03f595e56f6e" providerId="ADAL" clId="{CE59DC76-F921-4B49-847D-4D7A2FA0D764}" dt="2020-01-28T16:46:12.495" v="3085" actId="478"/>
          <ac:spMkLst>
            <pc:docMk/>
            <pc:sldMk cId="2234063388" sldId="278"/>
            <ac:spMk id="39" creationId="{AB434445-4FDC-49BD-9927-243BCE89ECBD}"/>
          </ac:spMkLst>
        </pc:spChg>
        <pc:spChg chg="del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41" creationId="{3EDDE882-4567-42C5-BC9A-A180A933C928}"/>
          </ac:spMkLst>
        </pc:spChg>
        <pc:spChg chg="del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42" creationId="{F4DB7CF2-8924-4F18-8220-27F6BD144A58}"/>
          </ac:spMkLst>
        </pc:spChg>
        <pc:spChg chg="add del">
          <ac:chgData name="Sam O'Neill" userId="cb323814-a42a-4cfe-bc74-03f595e56f6e" providerId="ADAL" clId="{CE59DC76-F921-4B49-847D-4D7A2FA0D764}" dt="2020-01-28T16:47:01.718" v="3087" actId="478"/>
          <ac:spMkLst>
            <pc:docMk/>
            <pc:sldMk cId="2234063388" sldId="278"/>
            <ac:spMk id="43" creationId="{F7BC9D7B-BD91-4657-9203-3A5BB5683F5E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44" creationId="{D887E03B-5F16-4B0B-A4FD-B6468D1BA3AE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45" creationId="{7CA10F91-8F58-4ACD-AEE8-837C9BA9C477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46" creationId="{B6F683B3-0262-4B27-8073-0B016A778B1C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47" creationId="{FD49B329-6747-42EB-9EDA-8948C5878613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48" creationId="{91CC64C6-4A0C-4471-8427-47067D595D0A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49" creationId="{366B4E2E-866F-4113-BFE1-279316F7140F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51" creationId="{BD573B4C-7BA4-4E79-8F11-C8E0D39436E3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55" creationId="{5D8C1D26-B750-46A6-B68F-E52883736055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56" creationId="{1C744FBA-6B91-49F9-897C-2A32A226A911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67" creationId="{E10EEEDE-4FE2-47F1-B12C-0A8CB2967DD2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68" creationId="{1A036B37-A073-4D7B-816F-3E330CF43834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69" creationId="{668DA3AC-F907-4E11-9250-29D66787D04C}"/>
          </ac:spMkLst>
        </pc:spChg>
        <pc:spChg chg="del">
          <ac:chgData name="Sam O'Neill" userId="cb323814-a42a-4cfe-bc74-03f595e56f6e" providerId="ADAL" clId="{CE59DC76-F921-4B49-847D-4D7A2FA0D764}" dt="2020-01-28T16:45:55.057" v="3081" actId="478"/>
          <ac:spMkLst>
            <pc:docMk/>
            <pc:sldMk cId="2234063388" sldId="278"/>
            <ac:spMk id="70" creationId="{FC88DC17-F270-4E7B-B576-2160AA5E906F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71" creationId="{3FB6D1D6-BC28-43DC-95BC-DEA78C7252B8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76" creationId="{22CFD2BE-1C8C-4431-BF9E-EC59CBFD7D15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77" creationId="{2D469A5C-6D23-467E-92CB-7EFBE8C87CFE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78" creationId="{63F5D720-929B-4B1B-8EAC-58D17C35322D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79" creationId="{D3CCFB96-B09B-41F2-A131-410EA96950B7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0" creationId="{4A7AA330-1CE6-4D22-8E7A-A13D22B95EF0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1" creationId="{A4AD70D1-0B58-4FD7-9562-0505A58C1D91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2" creationId="{66BB4EF2-F93E-4378-8A9E-9613A5B26552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3" creationId="{C18A5F47-794A-4A37-B744-6DB2AE9D9962}"/>
          </ac:spMkLst>
        </pc:spChg>
        <pc:spChg chg="add mod">
          <ac:chgData name="Sam O'Neill" userId="cb323814-a42a-4cfe-bc74-03f595e56f6e" providerId="ADAL" clId="{CE59DC76-F921-4B49-847D-4D7A2FA0D764}" dt="2020-01-28T16:50:51.014" v="3174" actId="1076"/>
          <ac:spMkLst>
            <pc:docMk/>
            <pc:sldMk cId="2234063388" sldId="278"/>
            <ac:spMk id="84" creationId="{C4A004CF-8122-42E4-9530-61EFC2589855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86" creationId="{37EFFF40-4AE0-4E0B-8414-1E128DC79DC5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89" creationId="{B1EE6475-D0C4-457F-9DF0-D920696E9E37}"/>
          </ac:spMkLst>
        </pc:spChg>
        <pc:spChg chg="del">
          <ac:chgData name="Sam O'Neill" userId="cb323814-a42a-4cfe-bc74-03f595e56f6e" providerId="ADAL" clId="{CE59DC76-F921-4B49-847D-4D7A2FA0D764}" dt="2020-01-28T16:45:51.783" v="3080" actId="478"/>
          <ac:spMkLst>
            <pc:docMk/>
            <pc:sldMk cId="2234063388" sldId="278"/>
            <ac:spMk id="90" creationId="{325B7C43-8C5E-4D03-A753-B184EB1DF012}"/>
          </ac:spMkLst>
        </pc:sp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25" creationId="{1778900F-B43B-4168-9635-F8CF30D48285}"/>
          </ac:cxnSpMkLst>
        </pc:cxnChg>
        <pc:cxnChg chg="del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26" creationId="{5366FFAD-AE20-4D7A-B720-CB17CE3244DD}"/>
          </ac:cxnSpMkLst>
        </pc:cxnChg>
        <pc:cxnChg chg="del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27" creationId="{AEC1C1D3-AA2F-4D1E-85D1-466FF30FD295}"/>
          </ac:cxnSpMkLst>
        </pc:cxnChg>
        <pc:cxnChg chg="del mod">
          <ac:chgData name="Sam O'Neill" userId="cb323814-a42a-4cfe-bc74-03f595e56f6e" providerId="ADAL" clId="{CE59DC76-F921-4B49-847D-4D7A2FA0D764}" dt="2020-01-28T16:46:10.456" v="3084" actId="478"/>
          <ac:cxnSpMkLst>
            <pc:docMk/>
            <pc:sldMk cId="2234063388" sldId="278"/>
            <ac:cxnSpMk id="35" creationId="{F5D6709A-C3EB-4E89-9F1C-1E000C6C6BA1}"/>
          </ac:cxnSpMkLst>
        </pc:cxnChg>
        <pc:cxnChg chg="del">
          <ac:chgData name="Sam O'Neill" userId="cb323814-a42a-4cfe-bc74-03f595e56f6e" providerId="ADAL" clId="{CE59DC76-F921-4B49-847D-4D7A2FA0D764}" dt="2020-01-28T16:47:01.718" v="3087" actId="478"/>
          <ac:cxnSpMkLst>
            <pc:docMk/>
            <pc:sldMk cId="2234063388" sldId="278"/>
            <ac:cxnSpMk id="37" creationId="{EF40B20A-8E2D-4DCF-BE63-16DC468B4C91}"/>
          </ac:cxnSpMkLst>
        </pc:cxnChg>
        <pc:cxnChg chg="del">
          <ac:chgData name="Sam O'Neill" userId="cb323814-a42a-4cfe-bc74-03f595e56f6e" providerId="ADAL" clId="{CE59DC76-F921-4B49-847D-4D7A2FA0D764}" dt="2020-01-28T16:47:01.718" v="3087" actId="478"/>
          <ac:cxnSpMkLst>
            <pc:docMk/>
            <pc:sldMk cId="2234063388" sldId="278"/>
            <ac:cxnSpMk id="38" creationId="{0D22EC7C-30B2-43CA-B635-1EE412A2B449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0" creationId="{5DBB16CA-64E5-4B7B-97EB-343B1EE07956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2" creationId="{99D45929-0095-4D21-B7C3-D453839A1D3B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3" creationId="{7B6C7F18-898E-4B24-A600-873B97E30415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4" creationId="{A825FC40-E933-4D8D-8BC0-67BF21FB458C}"/>
          </ac:cxnSpMkLst>
        </pc:cxnChg>
        <pc:cxnChg chg="del mod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57" creationId="{75A41349-B5EA-4E3E-9B21-38074A2CC453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58" creationId="{6045EF4C-529F-4075-8666-B4956C87D90E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63" creationId="{080D136A-9047-44BB-A8C4-2EFD298AB002}"/>
          </ac:cxnSpMkLst>
        </pc:cxnChg>
        <pc:cxnChg chg="del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64" creationId="{29605EDB-68D5-40B2-9791-CDFE24DD5322}"/>
          </ac:cxnSpMkLst>
        </pc:cxnChg>
        <pc:cxnChg chg="del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65" creationId="{0B394FDA-56F1-4C48-A4F0-7ECCE326EE1F}"/>
          </ac:cxnSpMkLst>
        </pc:cxnChg>
        <pc:cxnChg chg="del">
          <ac:chgData name="Sam O'Neill" userId="cb323814-a42a-4cfe-bc74-03f595e56f6e" providerId="ADAL" clId="{CE59DC76-F921-4B49-847D-4D7A2FA0D764}" dt="2020-01-28T16:45:55.057" v="3081" actId="478"/>
          <ac:cxnSpMkLst>
            <pc:docMk/>
            <pc:sldMk cId="2234063388" sldId="278"/>
            <ac:cxnSpMk id="66" creationId="{378FA7F4-A0D8-47D3-B520-94EBCE53050A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72" creationId="{F9AD039E-7C5D-4B3D-A340-BE5DFBF9204C}"/>
          </ac:cxnSpMkLst>
        </pc:cxnChg>
        <pc:cxnChg chg="add mod">
          <ac:chgData name="Sam O'Neill" userId="cb323814-a42a-4cfe-bc74-03f595e56f6e" providerId="ADAL" clId="{CE59DC76-F921-4B49-847D-4D7A2FA0D764}" dt="2020-01-28T16:50:51.014" v="3174" actId="1076"/>
          <ac:cxnSpMkLst>
            <pc:docMk/>
            <pc:sldMk cId="2234063388" sldId="278"/>
            <ac:cxnSpMk id="73" creationId="{E3189EE5-9EEA-4338-B2DF-41C831AAB87C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74" creationId="{83EED671-0459-45C2-8F25-A2FF3875D1F5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87" creationId="{659E4F6F-FE86-4652-B002-81FA3B6516F4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88" creationId="{DD99D5C5-1FC7-4C84-BB44-6B8AE36B3A08}"/>
          </ac:cxnSpMkLst>
        </pc:cxnChg>
        <pc:cxnChg chg="del mod">
          <ac:chgData name="Sam O'Neill" userId="cb323814-a42a-4cfe-bc74-03f595e56f6e" providerId="ADAL" clId="{CE59DC76-F921-4B49-847D-4D7A2FA0D764}" dt="2020-01-28T16:45:51.783" v="3080" actId="478"/>
          <ac:cxnSpMkLst>
            <pc:docMk/>
            <pc:sldMk cId="2234063388" sldId="278"/>
            <ac:cxnSpMk id="93" creationId="{2C3BEBDB-769C-440A-B152-3A4EEBB71D70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7:02:01.662" v="3379" actId="20577"/>
        <pc:sldMkLst>
          <pc:docMk/>
          <pc:sldMk cId="122309272" sldId="279"/>
        </pc:sldMkLst>
        <pc:spChg chg="mod">
          <ac:chgData name="Sam O'Neill" userId="cb323814-a42a-4cfe-bc74-03f595e56f6e" providerId="ADAL" clId="{CE59DC76-F921-4B49-847D-4D7A2FA0D764}" dt="2020-01-28T17:02:01.662" v="3379" actId="20577"/>
          <ac:spMkLst>
            <pc:docMk/>
            <pc:sldMk cId="122309272" sldId="279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6:52:40.001" v="3191" actId="1076"/>
          <ac:spMkLst>
            <pc:docMk/>
            <pc:sldMk cId="122309272" sldId="279"/>
            <ac:spMk id="3" creationId="{6F297346-54D4-4A88-B042-5939CA44E13A}"/>
          </ac:spMkLst>
        </pc:spChg>
        <pc:spChg chg="add mod">
          <ac:chgData name="Sam O'Neill" userId="cb323814-a42a-4cfe-bc74-03f595e56f6e" providerId="ADAL" clId="{CE59DC76-F921-4B49-847D-4D7A2FA0D764}" dt="2020-01-28T16:52:52.244" v="3195" actId="20577"/>
          <ac:spMkLst>
            <pc:docMk/>
            <pc:sldMk cId="122309272" sldId="279"/>
            <ac:spMk id="25" creationId="{33DB83AE-8F32-429D-BFB7-FDE43F0A5E94}"/>
          </ac:spMkLst>
        </pc:spChg>
        <pc:spChg chg="add mod">
          <ac:chgData name="Sam O'Neill" userId="cb323814-a42a-4cfe-bc74-03f595e56f6e" providerId="ADAL" clId="{CE59DC76-F921-4B49-847D-4D7A2FA0D764}" dt="2020-01-28T16:58:23.016" v="3349" actId="20577"/>
          <ac:spMkLst>
            <pc:docMk/>
            <pc:sldMk cId="122309272" sldId="279"/>
            <ac:spMk id="30" creationId="{6C9E1EC2-8DA9-4E74-9A1F-E4DE661B7D41}"/>
          </ac:spMkLst>
        </pc:spChg>
        <pc:spChg chg="add del">
          <ac:chgData name="Sam O'Neill" userId="cb323814-a42a-4cfe-bc74-03f595e56f6e" providerId="ADAL" clId="{CE59DC76-F921-4B49-847D-4D7A2FA0D764}" dt="2020-01-28T16:53:57.578" v="3249"/>
          <ac:spMkLst>
            <pc:docMk/>
            <pc:sldMk cId="122309272" sldId="279"/>
            <ac:spMk id="31" creationId="{55FCB984-E28A-4546-943E-2BA708761518}"/>
          </ac:spMkLst>
        </pc:spChg>
        <pc:spChg chg="del">
          <ac:chgData name="Sam O'Neill" userId="cb323814-a42a-4cfe-bc74-03f595e56f6e" providerId="ADAL" clId="{CE59DC76-F921-4B49-847D-4D7A2FA0D764}" dt="2020-01-28T16:52:08.449" v="3183" actId="478"/>
          <ac:spMkLst>
            <pc:docMk/>
            <pc:sldMk cId="122309272" sldId="279"/>
            <ac:spMk id="36" creationId="{391177A7-3BA1-4B05-A46A-54FD59290713}"/>
          </ac:spMkLst>
        </pc:spChg>
        <pc:cxnChg chg="add mod">
          <ac:chgData name="Sam O'Neill" userId="cb323814-a42a-4cfe-bc74-03f595e56f6e" providerId="ADAL" clId="{CE59DC76-F921-4B49-847D-4D7A2FA0D764}" dt="2020-01-28T16:53:16.280" v="3202" actId="14100"/>
          <ac:cxnSpMkLst>
            <pc:docMk/>
            <pc:sldMk cId="122309272" sldId="279"/>
            <ac:cxnSpMk id="26" creationId="{F97E94A1-5F3D-4393-B6DD-F424A016FB6D}"/>
          </ac:cxnSpMkLst>
        </pc:cxnChg>
      </pc:sldChg>
      <pc:sldChg chg="addSp modSp add">
        <pc:chgData name="Sam O'Neill" userId="cb323814-a42a-4cfe-bc74-03f595e56f6e" providerId="ADAL" clId="{CE59DC76-F921-4B49-847D-4D7A2FA0D764}" dt="2020-01-28T17:02:06.134" v="3380"/>
        <pc:sldMkLst>
          <pc:docMk/>
          <pc:sldMk cId="1024318712" sldId="280"/>
        </pc:sldMkLst>
        <pc:spChg chg="mod">
          <ac:chgData name="Sam O'Neill" userId="cb323814-a42a-4cfe-bc74-03f595e56f6e" providerId="ADAL" clId="{CE59DC76-F921-4B49-847D-4D7A2FA0D764}" dt="2020-01-28T17:02:06.134" v="3380"/>
          <ac:spMkLst>
            <pc:docMk/>
            <pc:sldMk cId="1024318712" sldId="280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6:55:01.412" v="3267" actId="20577"/>
          <ac:spMkLst>
            <pc:docMk/>
            <pc:sldMk cId="1024318712" sldId="280"/>
            <ac:spMk id="27" creationId="{94D65D42-17CF-4DEC-AF7F-9B4AFD04B656}"/>
          </ac:spMkLst>
        </pc:spChg>
        <pc:spChg chg="mod">
          <ac:chgData name="Sam O'Neill" userId="cb323814-a42a-4cfe-bc74-03f595e56f6e" providerId="ADAL" clId="{CE59DC76-F921-4B49-847D-4D7A2FA0D764}" dt="2020-01-28T16:58:17.373" v="3348" actId="114"/>
          <ac:spMkLst>
            <pc:docMk/>
            <pc:sldMk cId="1024318712" sldId="280"/>
            <ac:spMk id="30" creationId="{6C9E1EC2-8DA9-4E74-9A1F-E4DE661B7D41}"/>
          </ac:spMkLst>
        </pc:spChg>
        <pc:cxnChg chg="mod">
          <ac:chgData name="Sam O'Neill" userId="cb323814-a42a-4cfe-bc74-03f595e56f6e" providerId="ADAL" clId="{CE59DC76-F921-4B49-847D-4D7A2FA0D764}" dt="2020-01-28T16:54:59.385" v="3265" actId="14100"/>
          <ac:cxnSpMkLst>
            <pc:docMk/>
            <pc:sldMk cId="1024318712" sldId="280"/>
            <ac:cxnSpMk id="26" creationId="{F97E94A1-5F3D-4393-B6DD-F424A016FB6D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7:06:16.082" v="3436"/>
        <pc:sldMkLst>
          <pc:docMk/>
          <pc:sldMk cId="3792992735" sldId="281"/>
        </pc:sldMkLst>
        <pc:spChg chg="mod">
          <ac:chgData name="Sam O'Neill" userId="cb323814-a42a-4cfe-bc74-03f595e56f6e" providerId="ADAL" clId="{CE59DC76-F921-4B49-847D-4D7A2FA0D764}" dt="2020-01-28T17:02:08.632" v="3381"/>
          <ac:spMkLst>
            <pc:docMk/>
            <pc:sldMk cId="3792992735" sldId="281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6:56:12.894" v="3296" actId="20577"/>
          <ac:spMkLst>
            <pc:docMk/>
            <pc:sldMk cId="3792992735" sldId="281"/>
            <ac:spMk id="28" creationId="{62F999D3-8E66-4A56-ACEB-3E16DBEE7850}"/>
          </ac:spMkLst>
        </pc:spChg>
        <pc:spChg chg="add mod">
          <ac:chgData name="Sam O'Neill" userId="cb323814-a42a-4cfe-bc74-03f595e56f6e" providerId="ADAL" clId="{CE59DC76-F921-4B49-847D-4D7A2FA0D764}" dt="2020-01-28T16:56:29.274" v="3301" actId="20577"/>
          <ac:spMkLst>
            <pc:docMk/>
            <pc:sldMk cId="3792992735" sldId="281"/>
            <ac:spMk id="29" creationId="{EF4DC98A-BACB-404F-B70A-D570D907D3EA}"/>
          </ac:spMkLst>
        </pc:spChg>
        <pc:spChg chg="del">
          <ac:chgData name="Sam O'Neill" userId="cb323814-a42a-4cfe-bc74-03f595e56f6e" providerId="ADAL" clId="{CE59DC76-F921-4B49-847D-4D7A2FA0D764}" dt="2020-01-28T16:56:04.076" v="3292" actId="478"/>
          <ac:spMkLst>
            <pc:docMk/>
            <pc:sldMk cId="3792992735" sldId="281"/>
            <ac:spMk id="30" creationId="{6C9E1EC2-8DA9-4E74-9A1F-E4DE661B7D41}"/>
          </ac:spMkLst>
        </pc:spChg>
        <pc:spChg chg="add mod">
          <ac:chgData name="Sam O'Neill" userId="cb323814-a42a-4cfe-bc74-03f595e56f6e" providerId="ADAL" clId="{CE59DC76-F921-4B49-847D-4D7A2FA0D764}" dt="2020-01-28T16:56:37.684" v="3305" actId="20577"/>
          <ac:spMkLst>
            <pc:docMk/>
            <pc:sldMk cId="3792992735" sldId="281"/>
            <ac:spMk id="31" creationId="{383145C9-D2B9-4EB4-B48F-CE004C282E4F}"/>
          </ac:spMkLst>
        </pc:spChg>
        <pc:spChg chg="add del">
          <ac:chgData name="Sam O'Neill" userId="cb323814-a42a-4cfe-bc74-03f595e56f6e" providerId="ADAL" clId="{CE59DC76-F921-4B49-847D-4D7A2FA0D764}" dt="2020-01-28T17:01:49.901" v="3371"/>
          <ac:spMkLst>
            <pc:docMk/>
            <pc:sldMk cId="3792992735" sldId="281"/>
            <ac:spMk id="32" creationId="{16D17EEC-989E-4889-8283-AC20954618FE}"/>
          </ac:spMkLst>
        </pc:spChg>
        <pc:spChg chg="add del">
          <ac:chgData name="Sam O'Neill" userId="cb323814-a42a-4cfe-bc74-03f595e56f6e" providerId="ADAL" clId="{CE59DC76-F921-4B49-847D-4D7A2FA0D764}" dt="2020-01-28T17:06:16.082" v="3436"/>
          <ac:spMkLst>
            <pc:docMk/>
            <pc:sldMk cId="3792992735" sldId="281"/>
            <ac:spMk id="34" creationId="{251F2D3B-0B61-47E2-ADFA-7EE84355820D}"/>
          </ac:spMkLst>
        </pc:spChg>
        <pc:cxnChg chg="del">
          <ac:chgData name="Sam O'Neill" userId="cb323814-a42a-4cfe-bc74-03f595e56f6e" providerId="ADAL" clId="{CE59DC76-F921-4B49-847D-4D7A2FA0D764}" dt="2020-01-28T16:56:04.076" v="3292" actId="478"/>
          <ac:cxnSpMkLst>
            <pc:docMk/>
            <pc:sldMk cId="3792992735" sldId="281"/>
            <ac:cxnSpMk id="26" creationId="{F97E94A1-5F3D-4393-B6DD-F424A016FB6D}"/>
          </ac:cxnSpMkLst>
        </pc:cxnChg>
        <pc:cxnChg chg="add del">
          <ac:chgData name="Sam O'Neill" userId="cb323814-a42a-4cfe-bc74-03f595e56f6e" providerId="ADAL" clId="{CE59DC76-F921-4B49-847D-4D7A2FA0D764}" dt="2020-01-28T17:06:16.082" v="3436"/>
          <ac:cxnSpMkLst>
            <pc:docMk/>
            <pc:sldMk cId="3792992735" sldId="281"/>
            <ac:cxnSpMk id="33" creationId="{58600555-3CE6-42A7-A420-BD5020693A40}"/>
          </ac:cxnSpMkLst>
        </pc:cxnChg>
      </pc:sldChg>
      <pc:sldChg chg="addSp modSp add">
        <pc:chgData name="Sam O'Neill" userId="cb323814-a42a-4cfe-bc74-03f595e56f6e" providerId="ADAL" clId="{CE59DC76-F921-4B49-847D-4D7A2FA0D764}" dt="2020-01-28T17:04:36.446" v="3419" actId="20577"/>
        <pc:sldMkLst>
          <pc:docMk/>
          <pc:sldMk cId="446370990" sldId="282"/>
        </pc:sldMkLst>
        <pc:spChg chg="mod">
          <ac:chgData name="Sam O'Neill" userId="cb323814-a42a-4cfe-bc74-03f595e56f6e" providerId="ADAL" clId="{CE59DC76-F921-4B49-847D-4D7A2FA0D764}" dt="2020-01-28T17:02:17.153" v="3388" actId="20577"/>
          <ac:spMkLst>
            <pc:docMk/>
            <pc:sldMk cId="446370990" sldId="282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8T17:04:36.446" v="3419" actId="20577"/>
          <ac:spMkLst>
            <pc:docMk/>
            <pc:sldMk cId="446370990" sldId="282"/>
            <ac:spMk id="30" creationId="{5E2A57F2-1D6D-4047-85C3-B602EB4385A8}"/>
          </ac:spMkLst>
        </pc:spChg>
      </pc:sldChg>
      <pc:sldChg chg="addSp delSp modSp add">
        <pc:chgData name="Sam O'Neill" userId="cb323814-a42a-4cfe-bc74-03f595e56f6e" providerId="ADAL" clId="{CE59DC76-F921-4B49-847D-4D7A2FA0D764}" dt="2020-01-28T17:29:56.868" v="4183" actId="1076"/>
        <pc:sldMkLst>
          <pc:docMk/>
          <pc:sldMk cId="613823368" sldId="283"/>
        </pc:sldMkLst>
        <pc:spChg chg="del">
          <ac:chgData name="Sam O'Neill" userId="cb323814-a42a-4cfe-bc74-03f595e56f6e" providerId="ADAL" clId="{CE59DC76-F921-4B49-847D-4D7A2FA0D764}" dt="2020-01-28T17:05:14.173" v="3421" actId="478"/>
          <ac:spMkLst>
            <pc:docMk/>
            <pc:sldMk cId="613823368" sldId="283"/>
            <ac:spMk id="30" creationId="{5E2A57F2-1D6D-4047-85C3-B602EB4385A8}"/>
          </ac:spMkLst>
        </pc:spChg>
        <pc:spChg chg="add mod">
          <ac:chgData name="Sam O'Neill" userId="cb323814-a42a-4cfe-bc74-03f595e56f6e" providerId="ADAL" clId="{CE59DC76-F921-4B49-847D-4D7A2FA0D764}" dt="2020-01-28T17:05:44.248" v="3429" actId="207"/>
          <ac:spMkLst>
            <pc:docMk/>
            <pc:sldMk cId="613823368" sldId="283"/>
            <ac:spMk id="32" creationId="{4C557FB7-2024-4ED0-AEA2-9D0E5FDAC0E6}"/>
          </ac:spMkLst>
        </pc:spChg>
        <pc:spChg chg="add mod">
          <ac:chgData name="Sam O'Neill" userId="cb323814-a42a-4cfe-bc74-03f595e56f6e" providerId="ADAL" clId="{CE59DC76-F921-4B49-847D-4D7A2FA0D764}" dt="2020-01-28T17:29:56.868" v="4183" actId="1076"/>
          <ac:spMkLst>
            <pc:docMk/>
            <pc:sldMk cId="613823368" sldId="283"/>
            <ac:spMk id="33" creationId="{0DD7F380-CE5F-4A51-882B-23BCD6DB1D67}"/>
          </ac:spMkLst>
        </pc:spChg>
        <pc:spChg chg="add mod">
          <ac:chgData name="Sam O'Neill" userId="cb323814-a42a-4cfe-bc74-03f595e56f6e" providerId="ADAL" clId="{CE59DC76-F921-4B49-847D-4D7A2FA0D764}" dt="2020-01-28T17:07:15.943" v="3469" actId="207"/>
          <ac:spMkLst>
            <pc:docMk/>
            <pc:sldMk cId="613823368" sldId="283"/>
            <ac:spMk id="35" creationId="{ACBE0B9E-1F3C-42D8-9005-44A6E893D155}"/>
          </ac:spMkLst>
        </pc:spChg>
        <pc:cxnChg chg="add mod">
          <ac:chgData name="Sam O'Neill" userId="cb323814-a42a-4cfe-bc74-03f595e56f6e" providerId="ADAL" clId="{CE59DC76-F921-4B49-847D-4D7A2FA0D764}" dt="2020-01-28T17:06:35.228" v="3439" actId="14100"/>
          <ac:cxnSpMkLst>
            <pc:docMk/>
            <pc:sldMk cId="613823368" sldId="283"/>
            <ac:cxnSpMk id="34" creationId="{6570FB79-2C53-4683-A695-1D67CC2A7817}"/>
          </ac:cxnSpMkLst>
        </pc:cxnChg>
      </pc:sldChg>
      <pc:sldChg chg="addSp modSp add">
        <pc:chgData name="Sam O'Neill" userId="cb323814-a42a-4cfe-bc74-03f595e56f6e" providerId="ADAL" clId="{CE59DC76-F921-4B49-847D-4D7A2FA0D764}" dt="2020-01-28T17:09:25.230" v="3541" actId="1076"/>
        <pc:sldMkLst>
          <pc:docMk/>
          <pc:sldMk cId="3480988085" sldId="284"/>
        </pc:sldMkLst>
        <pc:spChg chg="mod">
          <ac:chgData name="Sam O'Neill" userId="cb323814-a42a-4cfe-bc74-03f595e56f6e" providerId="ADAL" clId="{CE59DC76-F921-4B49-847D-4D7A2FA0D764}" dt="2020-01-28T17:07:50.718" v="3525" actId="1036"/>
          <ac:spMkLst>
            <pc:docMk/>
            <pc:sldMk cId="3480988085" sldId="284"/>
            <ac:spMk id="3" creationId="{6F297346-54D4-4A88-B042-5939CA44E13A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25" creationId="{33DB83AE-8F32-429D-BFB7-FDE43F0A5E94}"/>
          </ac:spMkLst>
        </pc:spChg>
        <pc:spChg chg="mod">
          <ac:chgData name="Sam O'Neill" userId="cb323814-a42a-4cfe-bc74-03f595e56f6e" providerId="ADAL" clId="{CE59DC76-F921-4B49-847D-4D7A2FA0D764}" dt="2020-01-28T17:07:50.718" v="3525" actId="1036"/>
          <ac:spMkLst>
            <pc:docMk/>
            <pc:sldMk cId="3480988085" sldId="284"/>
            <ac:spMk id="27" creationId="{94D65D42-17CF-4DEC-AF7F-9B4AFD04B656}"/>
          </ac:spMkLst>
        </pc:spChg>
        <pc:spChg chg="mod">
          <ac:chgData name="Sam O'Neill" userId="cb323814-a42a-4cfe-bc74-03f595e56f6e" providerId="ADAL" clId="{CE59DC76-F921-4B49-847D-4D7A2FA0D764}" dt="2020-01-28T17:07:50.718" v="3525" actId="1036"/>
          <ac:spMkLst>
            <pc:docMk/>
            <pc:sldMk cId="3480988085" sldId="284"/>
            <ac:spMk id="29" creationId="{EF4DC98A-BACB-404F-B70A-D570D907D3EA}"/>
          </ac:spMkLst>
        </pc:spChg>
        <pc:spChg chg="mod">
          <ac:chgData name="Sam O'Neill" userId="cb323814-a42a-4cfe-bc74-03f595e56f6e" providerId="ADAL" clId="{CE59DC76-F921-4B49-847D-4D7A2FA0D764}" dt="2020-01-28T17:07:54.927" v="3526" actId="1076"/>
          <ac:spMkLst>
            <pc:docMk/>
            <pc:sldMk cId="3480988085" sldId="284"/>
            <ac:spMk id="31" creationId="{383145C9-D2B9-4EB4-B48F-CE004C282E4F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32" creationId="{4C557FB7-2024-4ED0-AEA2-9D0E5FDAC0E6}"/>
          </ac:spMkLst>
        </pc:spChg>
        <pc:spChg chg="mod">
          <ac:chgData name="Sam O'Neill" userId="cb323814-a42a-4cfe-bc74-03f595e56f6e" providerId="ADAL" clId="{CE59DC76-F921-4B49-847D-4D7A2FA0D764}" dt="2020-01-28T17:09:25.230" v="3541" actId="1076"/>
          <ac:spMkLst>
            <pc:docMk/>
            <pc:sldMk cId="3480988085" sldId="284"/>
            <ac:spMk id="33" creationId="{0DD7F380-CE5F-4A51-882B-23BCD6DB1D67}"/>
          </ac:spMkLst>
        </pc:spChg>
        <pc:spChg chg="mod">
          <ac:chgData name="Sam O'Neill" userId="cb323814-a42a-4cfe-bc74-03f595e56f6e" providerId="ADAL" clId="{CE59DC76-F921-4B49-847D-4D7A2FA0D764}" dt="2020-01-28T17:09:16.853" v="3539" actId="20577"/>
          <ac:spMkLst>
            <pc:docMk/>
            <pc:sldMk cId="3480988085" sldId="284"/>
            <ac:spMk id="35" creationId="{ACBE0B9E-1F3C-42D8-9005-44A6E893D155}"/>
          </ac:spMkLst>
        </pc:spChg>
        <pc:spChg chg="add mod">
          <ac:chgData name="Sam O'Neill" userId="cb323814-a42a-4cfe-bc74-03f595e56f6e" providerId="ADAL" clId="{CE59DC76-F921-4B49-847D-4D7A2FA0D764}" dt="2020-01-28T17:08:54.586" v="3531" actId="20577"/>
          <ac:spMkLst>
            <pc:docMk/>
            <pc:sldMk cId="3480988085" sldId="284"/>
            <ac:spMk id="36" creationId="{B4F8BD95-DE93-4D02-8CA1-C502E7D90CED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44" creationId="{D887E03B-5F16-4B0B-A4FD-B6468D1BA3AE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48" creationId="{91CC64C6-4A0C-4471-8427-47067D595D0A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49" creationId="{366B4E2E-866F-4113-BFE1-279316F7140F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51" creationId="{BD573B4C-7BA4-4E79-8F11-C8E0D39436E3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56" creationId="{1C744FBA-6B91-49F9-897C-2A32A226A911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79" creationId="{D3CCFB96-B09B-41F2-A131-410EA96950B7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0" creationId="{4A7AA330-1CE6-4D22-8E7A-A13D22B95EF0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1" creationId="{A4AD70D1-0B58-4FD7-9562-0505A58C1D91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2" creationId="{66BB4EF2-F93E-4378-8A9E-9613A5B26552}"/>
          </ac:spMkLst>
        </pc:spChg>
        <pc:spChg chg="mod">
          <ac:chgData name="Sam O'Neill" userId="cb323814-a42a-4cfe-bc74-03f595e56f6e" providerId="ADAL" clId="{CE59DC76-F921-4B49-847D-4D7A2FA0D764}" dt="2020-01-28T17:07:40.967" v="3492" actId="1035"/>
          <ac:spMkLst>
            <pc:docMk/>
            <pc:sldMk cId="3480988085" sldId="284"/>
            <ac:spMk id="84" creationId="{C4A004CF-8122-42E4-9530-61EFC2589855}"/>
          </ac:spMkLst>
        </pc:spChg>
        <pc:cxnChg chg="mod">
          <ac:chgData name="Sam O'Neill" userId="cb323814-a42a-4cfe-bc74-03f595e56f6e" providerId="ADAL" clId="{CE59DC76-F921-4B49-847D-4D7A2FA0D764}" dt="2020-01-28T17:09:02.728" v="3533" actId="14100"/>
          <ac:cxnSpMkLst>
            <pc:docMk/>
            <pc:sldMk cId="3480988085" sldId="284"/>
            <ac:cxnSpMk id="34" creationId="{6570FB79-2C53-4683-A695-1D67CC2A7817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3" creationId="{7B6C7F18-898E-4B24-A600-873B97E30415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58" creationId="{6045EF4C-529F-4075-8666-B4956C87D90E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63" creationId="{080D136A-9047-44BB-A8C4-2EFD298AB002}"/>
          </ac:cxnSpMkLst>
        </pc:cxnChg>
        <pc:cxnChg chg="mod">
          <ac:chgData name="Sam O'Neill" userId="cb323814-a42a-4cfe-bc74-03f595e56f6e" providerId="ADAL" clId="{CE59DC76-F921-4B49-847D-4D7A2FA0D764}" dt="2020-01-28T17:07:40.967" v="3492" actId="1035"/>
          <ac:cxnSpMkLst>
            <pc:docMk/>
            <pc:sldMk cId="3480988085" sldId="284"/>
            <ac:cxnSpMk id="73" creationId="{E3189EE5-9EEA-4338-B2DF-41C831AAB87C}"/>
          </ac:cxnSpMkLst>
        </pc:cxnChg>
      </pc:sldChg>
      <pc:sldChg chg="addSp delSp modSp add">
        <pc:chgData name="Sam O'Neill" userId="cb323814-a42a-4cfe-bc74-03f595e56f6e" providerId="ADAL" clId="{CE59DC76-F921-4B49-847D-4D7A2FA0D764}" dt="2020-01-28T17:10:12.443" v="3555" actId="20577"/>
        <pc:sldMkLst>
          <pc:docMk/>
          <pc:sldMk cId="603339477" sldId="285"/>
        </pc:sldMkLst>
        <pc:spChg chg="del">
          <ac:chgData name="Sam O'Neill" userId="cb323814-a42a-4cfe-bc74-03f595e56f6e" providerId="ADAL" clId="{CE59DC76-F921-4B49-847D-4D7A2FA0D764}" dt="2020-01-28T17:09:33.065" v="3543" actId="478"/>
          <ac:spMkLst>
            <pc:docMk/>
            <pc:sldMk cId="603339477" sldId="285"/>
            <ac:spMk id="35" creationId="{ACBE0B9E-1F3C-42D8-9005-44A6E893D155}"/>
          </ac:spMkLst>
        </pc:spChg>
        <pc:spChg chg="add mod">
          <ac:chgData name="Sam O'Neill" userId="cb323814-a42a-4cfe-bc74-03f595e56f6e" providerId="ADAL" clId="{CE59DC76-F921-4B49-847D-4D7A2FA0D764}" dt="2020-01-28T17:09:48.357" v="3548" actId="1076"/>
          <ac:spMkLst>
            <pc:docMk/>
            <pc:sldMk cId="603339477" sldId="285"/>
            <ac:spMk id="37" creationId="{883770D7-DDE2-4860-8604-C3FAD7E3F314}"/>
          </ac:spMkLst>
        </pc:spChg>
        <pc:spChg chg="add mod">
          <ac:chgData name="Sam O'Neill" userId="cb323814-a42a-4cfe-bc74-03f595e56f6e" providerId="ADAL" clId="{CE59DC76-F921-4B49-847D-4D7A2FA0D764}" dt="2020-01-28T17:10:03.709" v="3552" actId="20577"/>
          <ac:spMkLst>
            <pc:docMk/>
            <pc:sldMk cId="603339477" sldId="285"/>
            <ac:spMk id="38" creationId="{A7787F80-8EB5-4A22-9B46-2A2D26B816A5}"/>
          </ac:spMkLst>
        </pc:spChg>
        <pc:spChg chg="add mod">
          <ac:chgData name="Sam O'Neill" userId="cb323814-a42a-4cfe-bc74-03f595e56f6e" providerId="ADAL" clId="{CE59DC76-F921-4B49-847D-4D7A2FA0D764}" dt="2020-01-28T17:10:12.443" v="3555" actId="20577"/>
          <ac:spMkLst>
            <pc:docMk/>
            <pc:sldMk cId="603339477" sldId="285"/>
            <ac:spMk id="39" creationId="{0C3E1D3E-AD75-4EA0-B755-4E1EF6596AF5}"/>
          </ac:spMkLst>
        </pc:spChg>
        <pc:spChg chg="mod">
          <ac:chgData name="Sam O'Neill" userId="cb323814-a42a-4cfe-bc74-03f595e56f6e" providerId="ADAL" clId="{CE59DC76-F921-4B49-847D-4D7A2FA0D764}" dt="2020-01-28T17:09:38.089" v="3544" actId="1076"/>
          <ac:spMkLst>
            <pc:docMk/>
            <pc:sldMk cId="603339477" sldId="285"/>
            <ac:spMk id="81" creationId="{A4AD70D1-0B58-4FD7-9562-0505A58C1D91}"/>
          </ac:spMkLst>
        </pc:spChg>
        <pc:cxnChg chg="del">
          <ac:chgData name="Sam O'Neill" userId="cb323814-a42a-4cfe-bc74-03f595e56f6e" providerId="ADAL" clId="{CE59DC76-F921-4B49-847D-4D7A2FA0D764}" dt="2020-01-28T17:09:33.065" v="3543" actId="478"/>
          <ac:cxnSpMkLst>
            <pc:docMk/>
            <pc:sldMk cId="603339477" sldId="285"/>
            <ac:cxnSpMk id="34" creationId="{6570FB79-2C53-4683-A695-1D67CC2A7817}"/>
          </ac:cxnSpMkLst>
        </pc:cxnChg>
      </pc:sldChg>
      <pc:sldChg chg="add del">
        <pc:chgData name="Sam O'Neill" userId="cb323814-a42a-4cfe-bc74-03f595e56f6e" providerId="ADAL" clId="{CE59DC76-F921-4B49-847D-4D7A2FA0D764}" dt="2020-01-28T17:07:59.805" v="3528"/>
        <pc:sldMkLst>
          <pc:docMk/>
          <pc:sldMk cId="2418985860" sldId="285"/>
        </pc:sldMkLst>
      </pc:sldChg>
      <pc:sldChg chg="modSp add">
        <pc:chgData name="Sam O'Neill" userId="cb323814-a42a-4cfe-bc74-03f595e56f6e" providerId="ADAL" clId="{CE59DC76-F921-4B49-847D-4D7A2FA0D764}" dt="2020-01-29T10:45:07.720" v="5553" actId="13926"/>
        <pc:sldMkLst>
          <pc:docMk/>
          <pc:sldMk cId="418354214" sldId="286"/>
        </pc:sldMkLst>
        <pc:spChg chg="mod">
          <ac:chgData name="Sam O'Neill" userId="cb323814-a42a-4cfe-bc74-03f595e56f6e" providerId="ADAL" clId="{CE59DC76-F921-4B49-847D-4D7A2FA0D764}" dt="2020-01-28T17:11:03.479" v="3571" actId="20577"/>
          <ac:spMkLst>
            <pc:docMk/>
            <pc:sldMk cId="418354214" sldId="286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9T10:45:07.720" v="5553" actId="13926"/>
          <ac:spMkLst>
            <pc:docMk/>
            <pc:sldMk cId="418354214" sldId="286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CE59DC76-F921-4B49-847D-4D7A2FA0D764}" dt="2020-01-28T17:10:39.965" v="3557"/>
        <pc:sldMkLst>
          <pc:docMk/>
          <pc:sldMk cId="3890968787" sldId="286"/>
        </pc:sldMkLst>
      </pc:sldChg>
      <pc:sldChg chg="addSp modSp add">
        <pc:chgData name="Sam O'Neill" userId="cb323814-a42a-4cfe-bc74-03f595e56f6e" providerId="ADAL" clId="{CE59DC76-F921-4B49-847D-4D7A2FA0D764}" dt="2020-01-29T10:45:58.730" v="5593" actId="20577"/>
        <pc:sldMkLst>
          <pc:docMk/>
          <pc:sldMk cId="1584060751" sldId="287"/>
        </pc:sldMkLst>
        <pc:spChg chg="mod">
          <ac:chgData name="Sam O'Neill" userId="cb323814-a42a-4cfe-bc74-03f595e56f6e" providerId="ADAL" clId="{CE59DC76-F921-4B49-847D-4D7A2FA0D764}" dt="2020-01-28T18:40:35.170" v="4705" actId="20577"/>
          <ac:spMkLst>
            <pc:docMk/>
            <pc:sldMk cId="1584060751" sldId="287"/>
            <ac:spMk id="2" creationId="{F3E593E6-3D2F-4C7E-80B2-F78D636A9E07}"/>
          </ac:spMkLst>
        </pc:spChg>
        <pc:spChg chg="add mod">
          <ac:chgData name="Sam O'Neill" userId="cb323814-a42a-4cfe-bc74-03f595e56f6e" providerId="ADAL" clId="{CE59DC76-F921-4B49-847D-4D7A2FA0D764}" dt="2020-01-29T10:45:58.730" v="5593" actId="20577"/>
          <ac:spMkLst>
            <pc:docMk/>
            <pc:sldMk cId="1584060751" sldId="287"/>
            <ac:spMk id="4" creationId="{E03E1A13-2BA9-4BA1-B2D8-3A6BA65C6864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44" creationId="{D887E03B-5F16-4B0B-A4FD-B6468D1BA3AE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48" creationId="{91CC64C6-4A0C-4471-8427-47067D595D0A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49" creationId="{366B4E2E-866F-4113-BFE1-279316F7140F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51" creationId="{BD573B4C-7BA4-4E79-8F11-C8E0D39436E3}"/>
          </ac:spMkLst>
        </pc:spChg>
        <pc:spChg chg="mod">
          <ac:chgData name="Sam O'Neill" userId="cb323814-a42a-4cfe-bc74-03f595e56f6e" providerId="ADAL" clId="{CE59DC76-F921-4B49-847D-4D7A2FA0D764}" dt="2020-01-28T17:19:53.937" v="4019" actId="208"/>
          <ac:spMkLst>
            <pc:docMk/>
            <pc:sldMk cId="1584060751" sldId="287"/>
            <ac:spMk id="56" creationId="{1C744FBA-6B91-49F9-897C-2A32A226A911}"/>
          </ac:spMkLst>
        </pc:sp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0" creationId="{5DBB16CA-64E5-4B7B-97EB-343B1EE07956}"/>
          </ac:cxnSpMkLst>
        </pc:cxn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2" creationId="{99D45929-0095-4D21-B7C3-D453839A1D3B}"/>
          </ac:cxnSpMkLst>
        </pc:cxn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4" creationId="{A825FC40-E933-4D8D-8BC0-67BF21FB458C}"/>
          </ac:cxnSpMkLst>
        </pc:cxnChg>
        <pc:cxnChg chg="mod">
          <ac:chgData name="Sam O'Neill" userId="cb323814-a42a-4cfe-bc74-03f595e56f6e" providerId="ADAL" clId="{CE59DC76-F921-4B49-847D-4D7A2FA0D764}" dt="2020-01-28T17:19:53.937" v="4019" actId="208"/>
          <ac:cxnSpMkLst>
            <pc:docMk/>
            <pc:sldMk cId="1584060751" sldId="287"/>
            <ac:cxnSpMk id="58" creationId="{6045EF4C-529F-4075-8666-B4956C87D90E}"/>
          </ac:cxnSpMkLst>
        </pc:cxnChg>
      </pc:sldChg>
      <pc:sldChg chg="addSp delSp modSp add ord">
        <pc:chgData name="Sam O'Neill" userId="cb323814-a42a-4cfe-bc74-03f595e56f6e" providerId="ADAL" clId="{CE59DC76-F921-4B49-847D-4D7A2FA0D764}" dt="2020-01-29T10:45:25.827" v="5555"/>
        <pc:sldMkLst>
          <pc:docMk/>
          <pc:sldMk cId="3607127533" sldId="288"/>
        </pc:sldMkLst>
        <pc:spChg chg="add mod">
          <ac:chgData name="Sam O'Neill" userId="cb323814-a42a-4cfe-bc74-03f595e56f6e" providerId="ADAL" clId="{CE59DC76-F921-4B49-847D-4D7A2FA0D764}" dt="2020-01-28T17:28:39.344" v="4168" actId="6549"/>
          <ac:spMkLst>
            <pc:docMk/>
            <pc:sldMk cId="3607127533" sldId="288"/>
            <ac:spMk id="3" creationId="{1611AED7-FF70-4771-AAC4-B6A9E1D8511C}"/>
          </ac:spMkLst>
        </pc:spChg>
        <pc:spChg chg="add mod">
          <ac:chgData name="Sam O'Neill" userId="cb323814-a42a-4cfe-bc74-03f595e56f6e" providerId="ADAL" clId="{CE59DC76-F921-4B49-847D-4D7A2FA0D764}" dt="2020-01-28T17:22:44.292" v="4027" actId="20577"/>
          <ac:spMkLst>
            <pc:docMk/>
            <pc:sldMk cId="3607127533" sldId="288"/>
            <ac:spMk id="7" creationId="{E062E836-CB68-489F-B9EF-66EEAA3E324E}"/>
          </ac:spMkLst>
        </pc:spChg>
        <pc:spChg chg="add mod">
          <ac:chgData name="Sam O'Neill" userId="cb323814-a42a-4cfe-bc74-03f595e56f6e" providerId="ADAL" clId="{CE59DC76-F921-4B49-847D-4D7A2FA0D764}" dt="2020-01-28T17:22:47.622" v="4029" actId="20577"/>
          <ac:spMkLst>
            <pc:docMk/>
            <pc:sldMk cId="3607127533" sldId="288"/>
            <ac:spMk id="8" creationId="{0FD7B61C-48A3-4419-B8DF-B268B5BA01C2}"/>
          </ac:spMkLst>
        </pc:spChg>
        <pc:spChg chg="add del mod">
          <ac:chgData name="Sam O'Neill" userId="cb323814-a42a-4cfe-bc74-03f595e56f6e" providerId="ADAL" clId="{CE59DC76-F921-4B49-847D-4D7A2FA0D764}" dt="2020-01-28T17:22:29.692" v="4024" actId="478"/>
          <ac:spMkLst>
            <pc:docMk/>
            <pc:sldMk cId="3607127533" sldId="288"/>
            <ac:spMk id="9" creationId="{EC4AD200-79C7-4FC0-8A52-7C70E4539553}"/>
          </ac:spMkLst>
        </pc:spChg>
        <pc:spChg chg="add mod">
          <ac:chgData name="Sam O'Neill" userId="cb323814-a42a-4cfe-bc74-03f595e56f6e" providerId="ADAL" clId="{CE59DC76-F921-4B49-847D-4D7A2FA0D764}" dt="2020-01-28T17:28:42.185" v="4169" actId="20577"/>
          <ac:spMkLst>
            <pc:docMk/>
            <pc:sldMk cId="3607127533" sldId="288"/>
            <ac:spMk id="10" creationId="{F93E77F7-1934-4ADF-BCC7-9C169DD10B87}"/>
          </ac:spMkLst>
        </pc:spChg>
        <pc:spChg chg="add del mod">
          <ac:chgData name="Sam O'Neill" userId="cb323814-a42a-4cfe-bc74-03f595e56f6e" providerId="ADAL" clId="{CE59DC76-F921-4B49-847D-4D7A2FA0D764}" dt="2020-01-28T17:24:07.357" v="4045" actId="478"/>
          <ac:spMkLst>
            <pc:docMk/>
            <pc:sldMk cId="3607127533" sldId="288"/>
            <ac:spMk id="14" creationId="{1E61949D-4382-4AAE-A823-48DF059FCD76}"/>
          </ac:spMkLst>
        </pc:spChg>
        <pc:spChg chg="add mod">
          <ac:chgData name="Sam O'Neill" userId="cb323814-a42a-4cfe-bc74-03f595e56f6e" providerId="ADAL" clId="{CE59DC76-F921-4B49-847D-4D7A2FA0D764}" dt="2020-01-28T17:25:05.075" v="4075" actId="20577"/>
          <ac:spMkLst>
            <pc:docMk/>
            <pc:sldMk cId="3607127533" sldId="288"/>
            <ac:spMk id="15" creationId="{29428B00-F406-42A6-8EEF-BAA3B0DEF5A1}"/>
          </ac:spMkLst>
        </pc:spChg>
        <pc:spChg chg="add mod">
          <ac:chgData name="Sam O'Neill" userId="cb323814-a42a-4cfe-bc74-03f595e56f6e" providerId="ADAL" clId="{CE59DC76-F921-4B49-847D-4D7A2FA0D764}" dt="2020-01-28T17:25:12.202" v="4080" actId="1076"/>
          <ac:spMkLst>
            <pc:docMk/>
            <pc:sldMk cId="3607127533" sldId="288"/>
            <ac:spMk id="16" creationId="{4B0F51C3-47AD-419C-B9DC-FDF653B5B216}"/>
          </ac:spMkLst>
        </pc:spChg>
        <pc:spChg chg="add mod">
          <ac:chgData name="Sam O'Neill" userId="cb323814-a42a-4cfe-bc74-03f595e56f6e" providerId="ADAL" clId="{CE59DC76-F921-4B49-847D-4D7A2FA0D764}" dt="2020-01-28T17:28:32.536" v="4164" actId="20577"/>
          <ac:spMkLst>
            <pc:docMk/>
            <pc:sldMk cId="3607127533" sldId="288"/>
            <ac:spMk id="17" creationId="{A4CC9D74-DE25-46C9-BE26-5D758EE0A3DF}"/>
          </ac:spMkLst>
        </pc:spChg>
        <pc:spChg chg="add mod">
          <ac:chgData name="Sam O'Neill" userId="cb323814-a42a-4cfe-bc74-03f595e56f6e" providerId="ADAL" clId="{CE59DC76-F921-4B49-847D-4D7A2FA0D764}" dt="2020-01-28T17:28:35.719" v="4166" actId="20577"/>
          <ac:spMkLst>
            <pc:docMk/>
            <pc:sldMk cId="3607127533" sldId="288"/>
            <ac:spMk id="19" creationId="{1F45E10C-D37D-484C-88AE-60471E83527A}"/>
          </ac:spMkLst>
        </pc:spChg>
        <pc:spChg chg="add mod">
          <ac:chgData name="Sam O'Neill" userId="cb323814-a42a-4cfe-bc74-03f595e56f6e" providerId="ADAL" clId="{CE59DC76-F921-4B49-847D-4D7A2FA0D764}" dt="2020-01-28T17:23:28.523" v="4041" actId="113"/>
          <ac:spMkLst>
            <pc:docMk/>
            <pc:sldMk cId="3607127533" sldId="288"/>
            <ac:spMk id="21" creationId="{D21F0A50-03B5-4E4E-8545-92992BF2D876}"/>
          </ac:spMkLst>
        </pc:spChg>
        <pc:spChg chg="add mod">
          <ac:chgData name="Sam O'Neill" userId="cb323814-a42a-4cfe-bc74-03f595e56f6e" providerId="ADAL" clId="{CE59DC76-F921-4B49-847D-4D7A2FA0D764}" dt="2020-01-28T17:23:43.693" v="4044" actId="20577"/>
          <ac:spMkLst>
            <pc:docMk/>
            <pc:sldMk cId="3607127533" sldId="288"/>
            <ac:spMk id="22" creationId="{03DBBC68-48BE-4E1B-B4C0-96F5FA101EFA}"/>
          </ac:spMkLst>
        </pc:spChg>
        <pc:spChg chg="add mod">
          <ac:chgData name="Sam O'Neill" userId="cb323814-a42a-4cfe-bc74-03f595e56f6e" providerId="ADAL" clId="{CE59DC76-F921-4B49-847D-4D7A2FA0D764}" dt="2020-01-28T17:24:31.726" v="4060" actId="20577"/>
          <ac:spMkLst>
            <pc:docMk/>
            <pc:sldMk cId="3607127533" sldId="288"/>
            <ac:spMk id="23" creationId="{9E8ABFB8-9EFF-4A05-8AC3-DD2ED84884C6}"/>
          </ac:spMkLst>
        </pc:spChg>
        <pc:spChg chg="add mod">
          <ac:chgData name="Sam O'Neill" userId="cb323814-a42a-4cfe-bc74-03f595e56f6e" providerId="ADAL" clId="{CE59DC76-F921-4B49-847D-4D7A2FA0D764}" dt="2020-01-28T17:28:44.835" v="4170" actId="20577"/>
          <ac:spMkLst>
            <pc:docMk/>
            <pc:sldMk cId="3607127533" sldId="288"/>
            <ac:spMk id="24" creationId="{C00B1612-E35D-424C-B133-7DA1278D98C9}"/>
          </ac:spMkLst>
        </pc:spChg>
        <pc:spChg chg="add mod">
          <ac:chgData name="Sam O'Neill" userId="cb323814-a42a-4cfe-bc74-03f595e56f6e" providerId="ADAL" clId="{CE59DC76-F921-4B49-847D-4D7A2FA0D764}" dt="2020-01-28T17:28:46.813" v="4171" actId="20577"/>
          <ac:spMkLst>
            <pc:docMk/>
            <pc:sldMk cId="3607127533" sldId="288"/>
            <ac:spMk id="25" creationId="{ADC3A50E-A397-490D-B475-5A5E4328FBD6}"/>
          </ac:spMkLst>
        </pc:spChg>
        <pc:spChg chg="add mod">
          <ac:chgData name="Sam O'Neill" userId="cb323814-a42a-4cfe-bc74-03f595e56f6e" providerId="ADAL" clId="{CE59DC76-F921-4B49-847D-4D7A2FA0D764}" dt="2020-01-28T17:26:18.711" v="4099" actId="20577"/>
          <ac:spMkLst>
            <pc:docMk/>
            <pc:sldMk cId="3607127533" sldId="288"/>
            <ac:spMk id="26" creationId="{8AF63FD4-5964-40B5-BD5E-897CC94FC558}"/>
          </ac:spMkLst>
        </pc:spChg>
        <pc:spChg chg="add mod">
          <ac:chgData name="Sam O'Neill" userId="cb323814-a42a-4cfe-bc74-03f595e56f6e" providerId="ADAL" clId="{CE59DC76-F921-4B49-847D-4D7A2FA0D764}" dt="2020-01-28T17:26:13.349" v="4097" actId="20577"/>
          <ac:spMkLst>
            <pc:docMk/>
            <pc:sldMk cId="3607127533" sldId="288"/>
            <ac:spMk id="27" creationId="{CF7EFDA3-166A-4937-B9EE-AF8CFA1EC97F}"/>
          </ac:spMkLst>
        </pc:spChg>
        <pc:spChg chg="add mod">
          <ac:chgData name="Sam O'Neill" userId="cb323814-a42a-4cfe-bc74-03f595e56f6e" providerId="ADAL" clId="{CE59DC76-F921-4B49-847D-4D7A2FA0D764}" dt="2020-01-28T17:26:48.288" v="4113" actId="1076"/>
          <ac:spMkLst>
            <pc:docMk/>
            <pc:sldMk cId="3607127533" sldId="288"/>
            <ac:spMk id="28" creationId="{92978DD9-6675-447E-9645-1E59FAE82B2D}"/>
          </ac:spMkLst>
        </pc:spChg>
        <pc:spChg chg="add mod">
          <ac:chgData name="Sam O'Neill" userId="cb323814-a42a-4cfe-bc74-03f595e56f6e" providerId="ADAL" clId="{CE59DC76-F921-4B49-847D-4D7A2FA0D764}" dt="2020-01-28T17:29:09.609" v="4182" actId="20577"/>
          <ac:spMkLst>
            <pc:docMk/>
            <pc:sldMk cId="3607127533" sldId="288"/>
            <ac:spMk id="29" creationId="{081ECCBA-242D-448F-9177-2705CEB0E282}"/>
          </ac:spMkLst>
        </pc:spChg>
        <pc:cxnChg chg="add mod">
          <ac:chgData name="Sam O'Neill" userId="cb323814-a42a-4cfe-bc74-03f595e56f6e" providerId="ADAL" clId="{CE59DC76-F921-4B49-847D-4D7A2FA0D764}" dt="2020-01-28T17:22:58.226" v="4032" actId="14100"/>
          <ac:cxnSpMkLst>
            <pc:docMk/>
            <pc:sldMk cId="3607127533" sldId="288"/>
            <ac:cxnSpMk id="4" creationId="{54A809BD-D3E6-4212-B991-1BA3AE2885F7}"/>
          </ac:cxnSpMkLst>
        </pc:cxnChg>
        <pc:cxnChg chg="add mod">
          <ac:chgData name="Sam O'Neill" userId="cb323814-a42a-4cfe-bc74-03f595e56f6e" providerId="ADAL" clId="{CE59DC76-F921-4B49-847D-4D7A2FA0D764}" dt="2020-01-28T17:23:06.733" v="4035" actId="14100"/>
          <ac:cxnSpMkLst>
            <pc:docMk/>
            <pc:sldMk cId="3607127533" sldId="288"/>
            <ac:cxnSpMk id="5" creationId="{09CC661A-6A81-4A60-9B5C-D9BB18455715}"/>
          </ac:cxnSpMkLst>
        </pc:cxnChg>
        <pc:cxnChg chg="add del mod">
          <ac:chgData name="Sam O'Neill" userId="cb323814-a42a-4cfe-bc74-03f595e56f6e" providerId="ADAL" clId="{CE59DC76-F921-4B49-847D-4D7A2FA0D764}" dt="2020-01-28T17:22:29.692" v="4024" actId="478"/>
          <ac:cxnSpMkLst>
            <pc:docMk/>
            <pc:sldMk cId="3607127533" sldId="288"/>
            <ac:cxnSpMk id="6" creationId="{04607475-1A48-405C-9FA4-B54B2A316F8B}"/>
          </ac:cxnSpMkLst>
        </pc:cxnChg>
        <pc:cxnChg chg="add del mod">
          <ac:chgData name="Sam O'Neill" userId="cb323814-a42a-4cfe-bc74-03f595e56f6e" providerId="ADAL" clId="{CE59DC76-F921-4B49-847D-4D7A2FA0D764}" dt="2020-01-28T17:24:07.357" v="4045" actId="478"/>
          <ac:cxnSpMkLst>
            <pc:docMk/>
            <pc:sldMk cId="3607127533" sldId="288"/>
            <ac:cxnSpMk id="11" creationId="{AEBBAC1E-FF88-47C1-9EC1-CCA36CA938F9}"/>
          </ac:cxnSpMkLst>
        </pc:cxnChg>
        <pc:cxnChg chg="add mod">
          <ac:chgData name="Sam O'Neill" userId="cb323814-a42a-4cfe-bc74-03f595e56f6e" providerId="ADAL" clId="{CE59DC76-F921-4B49-847D-4D7A2FA0D764}" dt="2020-01-28T17:22:11.738" v="4022" actId="1076"/>
          <ac:cxnSpMkLst>
            <pc:docMk/>
            <pc:sldMk cId="3607127533" sldId="288"/>
            <ac:cxnSpMk id="12" creationId="{7EE15274-86F9-443E-BEA3-82B43B004781}"/>
          </ac:cxnSpMkLst>
        </pc:cxnChg>
        <pc:cxnChg chg="add mod">
          <ac:chgData name="Sam O'Neill" userId="cb323814-a42a-4cfe-bc74-03f595e56f6e" providerId="ADAL" clId="{CE59DC76-F921-4B49-847D-4D7A2FA0D764}" dt="2020-01-28T17:22:11.738" v="4022" actId="1076"/>
          <ac:cxnSpMkLst>
            <pc:docMk/>
            <pc:sldMk cId="3607127533" sldId="288"/>
            <ac:cxnSpMk id="13" creationId="{E1EB393E-CB45-4B39-9898-8FA2D5191FA4}"/>
          </ac:cxnSpMkLst>
        </pc:cxnChg>
      </pc:sldChg>
      <pc:sldChg chg="modSp add">
        <pc:chgData name="Sam O'Neill" userId="cb323814-a42a-4cfe-bc74-03f595e56f6e" providerId="ADAL" clId="{CE59DC76-F921-4B49-847D-4D7A2FA0D764}" dt="2020-01-29T10:46:13.413" v="5604" actId="20577"/>
        <pc:sldMkLst>
          <pc:docMk/>
          <pc:sldMk cId="1916829109" sldId="289"/>
        </pc:sldMkLst>
        <pc:spChg chg="mod">
          <ac:chgData name="Sam O'Neill" userId="cb323814-a42a-4cfe-bc74-03f595e56f6e" providerId="ADAL" clId="{CE59DC76-F921-4B49-847D-4D7A2FA0D764}" dt="2020-01-29T10:46:13.413" v="5604" actId="20577"/>
          <ac:spMkLst>
            <pc:docMk/>
            <pc:sldMk cId="1916829109" sldId="289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8:40:05.774" v="4692" actId="113"/>
          <ac:spMkLst>
            <pc:docMk/>
            <pc:sldMk cId="1916829109" sldId="289"/>
            <ac:spMk id="3" creationId="{5198A88B-52B3-469E-A512-B72752EB7862}"/>
          </ac:spMkLst>
        </pc:spChg>
      </pc:sldChg>
      <pc:sldChg chg="add del">
        <pc:chgData name="Sam O'Neill" userId="cb323814-a42a-4cfe-bc74-03f595e56f6e" providerId="ADAL" clId="{CE59DC76-F921-4B49-847D-4D7A2FA0D764}" dt="2020-01-28T17:47:41.530" v="4229" actId="47"/>
        <pc:sldMkLst>
          <pc:docMk/>
          <pc:sldMk cId="2081217065" sldId="289"/>
        </pc:sldMkLst>
      </pc:sldChg>
      <pc:sldChg chg="add del">
        <pc:chgData name="Sam O'Neill" userId="cb323814-a42a-4cfe-bc74-03f595e56f6e" providerId="ADAL" clId="{CE59DC76-F921-4B49-847D-4D7A2FA0D764}" dt="2020-01-28T18:41:38.916" v="4708" actId="47"/>
        <pc:sldMkLst>
          <pc:docMk/>
          <pc:sldMk cId="776685698" sldId="290"/>
        </pc:sldMkLst>
      </pc:sldChg>
      <pc:sldChg chg="add del">
        <pc:chgData name="Sam O'Neill" userId="cb323814-a42a-4cfe-bc74-03f595e56f6e" providerId="ADAL" clId="{CE59DC76-F921-4B49-847D-4D7A2FA0D764}" dt="2020-01-28T18:56:56.171" v="5055" actId="47"/>
        <pc:sldMkLst>
          <pc:docMk/>
          <pc:sldMk cId="1414524183" sldId="291"/>
        </pc:sldMkLst>
      </pc:sldChg>
      <pc:sldChg chg="addSp delSp modSp add">
        <pc:chgData name="Sam O'Neill" userId="cb323814-a42a-4cfe-bc74-03f595e56f6e" providerId="ADAL" clId="{CE59DC76-F921-4B49-847D-4D7A2FA0D764}" dt="2020-01-28T18:56:51.459" v="5054" actId="20577"/>
        <pc:sldMkLst>
          <pc:docMk/>
          <pc:sldMk cId="3839834318" sldId="292"/>
        </pc:sldMkLst>
        <pc:spChg chg="mod">
          <ac:chgData name="Sam O'Neill" userId="cb323814-a42a-4cfe-bc74-03f595e56f6e" providerId="ADAL" clId="{CE59DC76-F921-4B49-847D-4D7A2FA0D764}" dt="2020-01-28T18:56:51.459" v="5054" actId="20577"/>
          <ac:spMkLst>
            <pc:docMk/>
            <pc:sldMk cId="3839834318" sldId="292"/>
            <ac:spMk id="2" creationId="{F3E593E6-3D2F-4C7E-80B2-F78D636A9E07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3" creationId="{6F297346-54D4-4A88-B042-5939CA44E13A}"/>
          </ac:spMkLst>
        </pc:spChg>
        <pc:spChg chg="del">
          <ac:chgData name="Sam O'Neill" userId="cb323814-a42a-4cfe-bc74-03f595e56f6e" providerId="ADAL" clId="{CE59DC76-F921-4B49-847D-4D7A2FA0D764}" dt="2020-01-28T18:47:12.833" v="4719" actId="478"/>
          <ac:spMkLst>
            <pc:docMk/>
            <pc:sldMk cId="3839834318" sldId="292"/>
            <ac:spMk id="4" creationId="{E03E1A13-2BA9-4BA1-B2D8-3A6BA65C6864}"/>
          </ac:spMkLst>
        </pc:spChg>
        <pc:spChg chg="add mod">
          <ac:chgData name="Sam O'Neill" userId="cb323814-a42a-4cfe-bc74-03f595e56f6e" providerId="ADAL" clId="{CE59DC76-F921-4B49-847D-4D7A2FA0D764}" dt="2020-01-28T18:56:17.707" v="5035" actId="1076"/>
          <ac:spMkLst>
            <pc:docMk/>
            <pc:sldMk cId="3839834318" sldId="292"/>
            <ac:spMk id="13" creationId="{29E69DDC-FF5F-42B1-BC3B-4472F8164C7F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25" creationId="{33DB83AE-8F32-429D-BFB7-FDE43F0A5E94}"/>
          </ac:spMkLst>
        </pc:spChg>
        <pc:spChg chg="del">
          <ac:chgData name="Sam O'Neill" userId="cb323814-a42a-4cfe-bc74-03f595e56f6e" providerId="ADAL" clId="{CE59DC76-F921-4B49-847D-4D7A2FA0D764}" dt="2020-01-28T18:47:16.888" v="4720" actId="478"/>
          <ac:spMkLst>
            <pc:docMk/>
            <pc:sldMk cId="3839834318" sldId="292"/>
            <ac:spMk id="27" creationId="{94D65D42-17CF-4DEC-AF7F-9B4AFD04B656}"/>
          </ac:spMkLst>
        </pc:spChg>
        <pc:spChg chg="mod">
          <ac:chgData name="Sam O'Neill" userId="cb323814-a42a-4cfe-bc74-03f595e56f6e" providerId="ADAL" clId="{CE59DC76-F921-4B49-847D-4D7A2FA0D764}" dt="2020-01-28T18:50:03.030" v="4748" actId="1076"/>
          <ac:spMkLst>
            <pc:docMk/>
            <pc:sldMk cId="3839834318" sldId="292"/>
            <ac:spMk id="28" creationId="{62F999D3-8E66-4A56-ACEB-3E16DBEE7850}"/>
          </ac:spMkLst>
        </pc:spChg>
        <pc:spChg chg="mod">
          <ac:chgData name="Sam O'Neill" userId="cb323814-a42a-4cfe-bc74-03f595e56f6e" providerId="ADAL" clId="{CE59DC76-F921-4B49-847D-4D7A2FA0D764}" dt="2020-01-28T18:50:45.216" v="4766" actId="1076"/>
          <ac:spMkLst>
            <pc:docMk/>
            <pc:sldMk cId="3839834318" sldId="292"/>
            <ac:spMk id="29" creationId="{EF4DC98A-BACB-404F-B70A-D570D907D3EA}"/>
          </ac:spMkLst>
        </pc:spChg>
        <pc:spChg chg="del">
          <ac:chgData name="Sam O'Neill" userId="cb323814-a42a-4cfe-bc74-03f595e56f6e" providerId="ADAL" clId="{CE59DC76-F921-4B49-847D-4D7A2FA0D764}" dt="2020-01-28T18:47:09.949" v="4718" actId="478"/>
          <ac:spMkLst>
            <pc:docMk/>
            <pc:sldMk cId="3839834318" sldId="292"/>
            <ac:spMk id="31" creationId="{383145C9-D2B9-4EB4-B48F-CE004C282E4F}"/>
          </ac:spMkLst>
        </pc:spChg>
        <pc:spChg chg="del">
          <ac:chgData name="Sam O'Neill" userId="cb323814-a42a-4cfe-bc74-03f595e56f6e" providerId="ADAL" clId="{CE59DC76-F921-4B49-847D-4D7A2FA0D764}" dt="2020-01-28T18:47:09.949" v="4718" actId="478"/>
          <ac:spMkLst>
            <pc:docMk/>
            <pc:sldMk cId="3839834318" sldId="292"/>
            <ac:spMk id="32" creationId="{4C557FB7-2024-4ED0-AEA2-9D0E5FDAC0E6}"/>
          </ac:spMkLst>
        </pc:spChg>
        <pc:spChg chg="mod">
          <ac:chgData name="Sam O'Neill" userId="cb323814-a42a-4cfe-bc74-03f595e56f6e" providerId="ADAL" clId="{CE59DC76-F921-4B49-847D-4D7A2FA0D764}" dt="2020-01-28T18:50:49.142" v="4767" actId="1076"/>
          <ac:spMkLst>
            <pc:docMk/>
            <pc:sldMk cId="3839834318" sldId="292"/>
            <ac:spMk id="33" creationId="{0DD7F380-CE5F-4A51-882B-23BCD6DB1D67}"/>
          </ac:spMkLst>
        </pc:spChg>
        <pc:spChg chg="mod">
          <ac:chgData name="Sam O'Neill" userId="cb323814-a42a-4cfe-bc74-03f595e56f6e" providerId="ADAL" clId="{CE59DC76-F921-4B49-847D-4D7A2FA0D764}" dt="2020-01-28T18:50:52.908" v="4768" actId="1076"/>
          <ac:spMkLst>
            <pc:docMk/>
            <pc:sldMk cId="3839834318" sldId="292"/>
            <ac:spMk id="36" creationId="{B4F8BD95-DE93-4D02-8CA1-C502E7D90CED}"/>
          </ac:spMkLst>
        </pc:spChg>
        <pc:spChg chg="del">
          <ac:chgData name="Sam O'Neill" userId="cb323814-a42a-4cfe-bc74-03f595e56f6e" providerId="ADAL" clId="{CE59DC76-F921-4B49-847D-4D7A2FA0D764}" dt="2020-01-28T18:46:57.593" v="4712" actId="478"/>
          <ac:spMkLst>
            <pc:docMk/>
            <pc:sldMk cId="3839834318" sldId="292"/>
            <ac:spMk id="37" creationId="{883770D7-DDE2-4860-8604-C3FAD7E3F314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38" creationId="{A7787F80-8EB5-4A22-9B46-2A2D26B816A5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39" creationId="{0C3E1D3E-AD75-4EA0-B755-4E1EF6596AF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0" creationId="{4F991CBE-0199-4B5B-BC10-F05B8C11AC8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1" creationId="{89A412A4-0D95-450F-A78B-797823F4F21D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2" creationId="{4FE60A3F-6E77-434B-BCCD-DA617C3D3EC8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44" creationId="{D887E03B-5F16-4B0B-A4FD-B6468D1BA3AE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45" creationId="{4B665DD9-DE5B-466B-8EF1-382A811E8605}"/>
          </ac:spMkLst>
        </pc:spChg>
        <pc:spChg chg="del">
          <ac:chgData name="Sam O'Neill" userId="cb323814-a42a-4cfe-bc74-03f595e56f6e" providerId="ADAL" clId="{CE59DC76-F921-4B49-847D-4D7A2FA0D764}" dt="2020-01-28T18:46:57.593" v="4712" actId="478"/>
          <ac:spMkLst>
            <pc:docMk/>
            <pc:sldMk cId="3839834318" sldId="292"/>
            <ac:spMk id="48" creationId="{91CC64C6-4A0C-4471-8427-47067D595D0A}"/>
          </ac:spMkLst>
        </pc:spChg>
        <pc:spChg chg="mod">
          <ac:chgData name="Sam O'Neill" userId="cb323814-a42a-4cfe-bc74-03f595e56f6e" providerId="ADAL" clId="{CE59DC76-F921-4B49-847D-4D7A2FA0D764}" dt="2020-01-28T18:49:36.216" v="4739" actId="1076"/>
          <ac:spMkLst>
            <pc:docMk/>
            <pc:sldMk cId="3839834318" sldId="292"/>
            <ac:spMk id="49" creationId="{366B4E2E-866F-4113-BFE1-279316F7140F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51" creationId="{BD573B4C-7BA4-4E79-8F11-C8E0D39436E3}"/>
          </ac:spMkLst>
        </pc:spChg>
        <pc:spChg chg="mod">
          <ac:chgData name="Sam O'Neill" userId="cb323814-a42a-4cfe-bc74-03f595e56f6e" providerId="ADAL" clId="{CE59DC76-F921-4B49-847D-4D7A2FA0D764}" dt="2020-01-28T18:49:55.354" v="4744" actId="1076"/>
          <ac:spMkLst>
            <pc:docMk/>
            <pc:sldMk cId="3839834318" sldId="292"/>
            <ac:spMk id="55" creationId="{5D8C1D26-B750-46A6-B68F-E52883736055}"/>
          </ac:spMkLst>
        </pc:spChg>
        <pc:spChg chg="del">
          <ac:chgData name="Sam O'Neill" userId="cb323814-a42a-4cfe-bc74-03f595e56f6e" providerId="ADAL" clId="{CE59DC76-F921-4B49-847D-4D7A2FA0D764}" dt="2020-01-28T18:47:09.949" v="4718" actId="478"/>
          <ac:spMkLst>
            <pc:docMk/>
            <pc:sldMk cId="3839834318" sldId="292"/>
            <ac:spMk id="56" creationId="{1C744FBA-6B91-49F9-897C-2A32A226A911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59" creationId="{D5149D5B-67FE-400C-82C7-00EDCB914817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0" creationId="{A1A71869-3D0A-4670-9AAA-B40662EB4495}"/>
          </ac:spMkLst>
        </pc:spChg>
        <pc:spChg chg="add mod">
          <ac:chgData name="Sam O'Neill" userId="cb323814-a42a-4cfe-bc74-03f595e56f6e" providerId="ADAL" clId="{CE59DC76-F921-4B49-847D-4D7A2FA0D764}" dt="2020-01-28T18:49:08.532" v="4734" actId="14100"/>
          <ac:spMkLst>
            <pc:docMk/>
            <pc:sldMk cId="3839834318" sldId="292"/>
            <ac:spMk id="65" creationId="{860C938D-B795-49F0-AE4A-B7BA5FBCF334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6" creationId="{2BCE2EA3-B30C-4A53-B170-71009148FD60}"/>
          </ac:spMkLst>
        </pc:spChg>
        <pc:spChg chg="add mod">
          <ac:chgData name="Sam O'Neill" userId="cb323814-a42a-4cfe-bc74-03f595e56f6e" providerId="ADAL" clId="{CE59DC76-F921-4B49-847D-4D7A2FA0D764}" dt="2020-01-28T18:49:05.749" v="4733" actId="14100"/>
          <ac:spMkLst>
            <pc:docMk/>
            <pc:sldMk cId="3839834318" sldId="292"/>
            <ac:spMk id="67" creationId="{0C236D0D-FF2E-4F31-9988-470B04EFB290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8" creationId="{2883939C-31F5-4A80-8B33-14174E566A00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69" creationId="{4CDC5488-5861-4171-8D4A-F83AD410B781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0" creationId="{BC720269-B94E-460B-BE5D-6E262B527C0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1" creationId="{4A5B03F1-588E-40C4-8327-4DA5325F74A4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2" creationId="{664878FE-23F0-4C6B-9A16-419943AFA3B8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4" creationId="{870D2034-3304-47BF-8CFF-5A94221611DA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5" creationId="{290D1DAE-190D-4C21-8E6C-3A765D20BF11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6" creationId="{AC6BAF37-A618-4958-970D-C9683840CFAD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77" creationId="{2D469A5C-6D23-467E-92CB-7EFBE8C87CFE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78" creationId="{0BED590D-7A4F-4FC5-A7B9-673C50B6F2BC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79" creationId="{D3CCFB96-B09B-41F2-A131-410EA96950B7}"/>
          </ac:spMkLst>
        </pc:spChg>
        <pc:spChg chg="del">
          <ac:chgData name="Sam O'Neill" userId="cb323814-a42a-4cfe-bc74-03f595e56f6e" providerId="ADAL" clId="{CE59DC76-F921-4B49-847D-4D7A2FA0D764}" dt="2020-01-28T18:46:50.923" v="4710" actId="478"/>
          <ac:spMkLst>
            <pc:docMk/>
            <pc:sldMk cId="3839834318" sldId="292"/>
            <ac:spMk id="80" creationId="{4A7AA330-1CE6-4D22-8E7A-A13D22B95EF0}"/>
          </ac:spMkLst>
        </pc:spChg>
        <pc:spChg chg="del">
          <ac:chgData name="Sam O'Neill" userId="cb323814-a42a-4cfe-bc74-03f595e56f6e" providerId="ADAL" clId="{CE59DC76-F921-4B49-847D-4D7A2FA0D764}" dt="2020-01-28T18:46:57.593" v="4712" actId="478"/>
          <ac:spMkLst>
            <pc:docMk/>
            <pc:sldMk cId="3839834318" sldId="292"/>
            <ac:spMk id="81" creationId="{A4AD70D1-0B58-4FD7-9562-0505A58C1D91}"/>
          </ac:spMkLst>
        </pc:spChg>
        <pc:spChg chg="del">
          <ac:chgData name="Sam O'Neill" userId="cb323814-a42a-4cfe-bc74-03f595e56f6e" providerId="ADAL" clId="{CE59DC76-F921-4B49-847D-4D7A2FA0D764}" dt="2020-01-28T18:46:59.868" v="4713" actId="478"/>
          <ac:spMkLst>
            <pc:docMk/>
            <pc:sldMk cId="3839834318" sldId="292"/>
            <ac:spMk id="82" creationId="{66BB4EF2-F93E-4378-8A9E-9613A5B26552}"/>
          </ac:spMkLst>
        </pc:spChg>
        <pc:spChg chg="mod">
          <ac:chgData name="Sam O'Neill" userId="cb323814-a42a-4cfe-bc74-03f595e56f6e" providerId="ADAL" clId="{CE59DC76-F921-4B49-847D-4D7A2FA0D764}" dt="2020-01-28T18:54:29.357" v="4966" actId="20577"/>
          <ac:spMkLst>
            <pc:docMk/>
            <pc:sldMk cId="3839834318" sldId="292"/>
            <ac:spMk id="83" creationId="{C18A5F47-794A-4A37-B744-6DB2AE9D9962}"/>
          </ac:spMkLst>
        </pc:spChg>
        <pc:spChg chg="del mod">
          <ac:chgData name="Sam O'Neill" userId="cb323814-a42a-4cfe-bc74-03f595e56f6e" providerId="ADAL" clId="{CE59DC76-F921-4B49-847D-4D7A2FA0D764}" dt="2020-01-28T18:47:06.069" v="4717" actId="478"/>
          <ac:spMkLst>
            <pc:docMk/>
            <pc:sldMk cId="3839834318" sldId="292"/>
            <ac:spMk id="84" creationId="{C4A004CF-8122-42E4-9530-61EFC258985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5" creationId="{3261F421-3909-4661-AD8B-86F375C08669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6" creationId="{C6C4B57D-F963-44E4-8E2C-C76070223A70}"/>
          </ac:spMkLst>
        </pc:spChg>
        <pc:spChg chg="add mod">
          <ac:chgData name="Sam O'Neill" userId="cb323814-a42a-4cfe-bc74-03f595e56f6e" providerId="ADAL" clId="{CE59DC76-F921-4B49-847D-4D7A2FA0D764}" dt="2020-01-28T18:50:12.119" v="4750" actId="14100"/>
          <ac:spMkLst>
            <pc:docMk/>
            <pc:sldMk cId="3839834318" sldId="292"/>
            <ac:spMk id="87" creationId="{6EDA32D7-015D-464B-9B91-641E5E089DB2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8" creationId="{6166D5C4-D84D-4E6C-BA8F-11C615C64FC5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89" creationId="{B35C373C-C8BD-441B-A317-6376AF4DB82B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90" creationId="{409F25CF-07E2-497D-91A8-25F517D4A4AC}"/>
          </ac:spMkLst>
        </pc:spChg>
        <pc:spChg chg="add mod">
          <ac:chgData name="Sam O'Neill" userId="cb323814-a42a-4cfe-bc74-03f595e56f6e" providerId="ADAL" clId="{CE59DC76-F921-4B49-847D-4D7A2FA0D764}" dt="2020-01-28T18:49:00.434" v="4731" actId="255"/>
          <ac:spMkLst>
            <pc:docMk/>
            <pc:sldMk cId="3839834318" sldId="292"/>
            <ac:spMk id="91" creationId="{76EC4FD0-7F6B-462D-BA35-0FDF76D9D72E}"/>
          </ac:spMkLst>
        </pc:spChg>
        <pc:grpChg chg="add mod">
          <ac:chgData name="Sam O'Neill" userId="cb323814-a42a-4cfe-bc74-03f595e56f6e" providerId="ADAL" clId="{CE59DC76-F921-4B49-847D-4D7A2FA0D764}" dt="2020-01-28T18:50:07.112" v="4749" actId="1076"/>
          <ac:grpSpMkLst>
            <pc:docMk/>
            <pc:sldMk cId="3839834318" sldId="292"/>
            <ac:grpSpMk id="8" creationId="{703CC621-2FC4-44E7-983A-CBD064C8256A}"/>
          </ac:grpSpMkLst>
        </pc:grp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43" creationId="{FE530D32-7263-4347-B88F-139B3A0E1CC7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46" creationId="{832A97F6-69B3-4511-983F-5C3A754CD2FF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47" creationId="{83ED0B31-C484-4609-B897-8C197699E666}"/>
          </ac:cxnSpMkLst>
        </pc:cxnChg>
        <pc:cxnChg chg="del mod">
          <ac:chgData name="Sam O'Neill" userId="cb323814-a42a-4cfe-bc74-03f595e56f6e" providerId="ADAL" clId="{CE59DC76-F921-4B49-847D-4D7A2FA0D764}" dt="2020-01-28T18:47:00.783" v="4714" actId="478"/>
          <ac:cxnSpMkLst>
            <pc:docMk/>
            <pc:sldMk cId="3839834318" sldId="292"/>
            <ac:cxnSpMk id="50" creationId="{5DBB16CA-64E5-4B7B-97EB-343B1EE07956}"/>
          </ac:cxnSpMkLst>
        </pc:cxnChg>
        <pc:cxnChg chg="del mod">
          <ac:chgData name="Sam O'Neill" userId="cb323814-a42a-4cfe-bc74-03f595e56f6e" providerId="ADAL" clId="{CE59DC76-F921-4B49-847D-4D7A2FA0D764}" dt="2020-01-28T18:46:50.923" v="4710" actId="478"/>
          <ac:cxnSpMkLst>
            <pc:docMk/>
            <pc:sldMk cId="3839834318" sldId="292"/>
            <ac:cxnSpMk id="52" creationId="{99D45929-0095-4D21-B7C3-D453839A1D3B}"/>
          </ac:cxnSpMkLst>
        </pc:cxnChg>
        <pc:cxnChg chg="del mod">
          <ac:chgData name="Sam O'Neill" userId="cb323814-a42a-4cfe-bc74-03f595e56f6e" providerId="ADAL" clId="{CE59DC76-F921-4B49-847D-4D7A2FA0D764}" dt="2020-01-28T18:46:57.593" v="4712" actId="478"/>
          <ac:cxnSpMkLst>
            <pc:docMk/>
            <pc:sldMk cId="3839834318" sldId="292"/>
            <ac:cxnSpMk id="53" creationId="{7B6C7F18-898E-4B24-A600-873B97E30415}"/>
          </ac:cxnSpMkLst>
        </pc:cxnChg>
        <pc:cxnChg chg="del mod">
          <ac:chgData name="Sam O'Neill" userId="cb323814-a42a-4cfe-bc74-03f595e56f6e" providerId="ADAL" clId="{CE59DC76-F921-4B49-847D-4D7A2FA0D764}" dt="2020-01-28T18:46:57.593" v="4712" actId="478"/>
          <ac:cxnSpMkLst>
            <pc:docMk/>
            <pc:sldMk cId="3839834318" sldId="292"/>
            <ac:cxnSpMk id="54" creationId="{A825FC40-E933-4D8D-8BC0-67BF21FB458C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57" creationId="{E93D1170-2EB6-4F28-9F98-CF518836F095}"/>
          </ac:cxnSpMkLst>
        </pc:cxnChg>
        <pc:cxnChg chg="del mod">
          <ac:chgData name="Sam O'Neill" userId="cb323814-a42a-4cfe-bc74-03f595e56f6e" providerId="ADAL" clId="{CE59DC76-F921-4B49-847D-4D7A2FA0D764}" dt="2020-01-28T18:47:04.696" v="4716" actId="478"/>
          <ac:cxnSpMkLst>
            <pc:docMk/>
            <pc:sldMk cId="3839834318" sldId="292"/>
            <ac:cxnSpMk id="58" creationId="{6045EF4C-529F-4075-8666-B4956C87D90E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61" creationId="{D22B7EBD-AE5C-40BA-A324-6308FC6DA57B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62" creationId="{02B92874-5300-46E2-A5D9-8EC7F74B856E}"/>
          </ac:cxnSpMkLst>
        </pc:cxnChg>
        <pc:cxnChg chg="del mod">
          <ac:chgData name="Sam O'Neill" userId="cb323814-a42a-4cfe-bc74-03f595e56f6e" providerId="ADAL" clId="{CE59DC76-F921-4B49-847D-4D7A2FA0D764}" dt="2020-01-28T18:46:52.602" v="4711" actId="478"/>
          <ac:cxnSpMkLst>
            <pc:docMk/>
            <pc:sldMk cId="3839834318" sldId="292"/>
            <ac:cxnSpMk id="63" creationId="{080D136A-9047-44BB-A8C4-2EFD298AB002}"/>
          </ac:cxnSpMkLst>
        </pc:cxnChg>
        <pc:cxnChg chg="add mod">
          <ac:chgData name="Sam O'Neill" userId="cb323814-a42a-4cfe-bc74-03f595e56f6e" providerId="ADAL" clId="{CE59DC76-F921-4B49-847D-4D7A2FA0D764}" dt="2020-01-28T18:48:27.932" v="4727" actId="164"/>
          <ac:cxnSpMkLst>
            <pc:docMk/>
            <pc:sldMk cId="3839834318" sldId="292"/>
            <ac:cxnSpMk id="64" creationId="{4A1EC026-080C-4C36-B2C4-C780FC752155}"/>
          </ac:cxnSpMkLst>
        </pc:cxnChg>
        <pc:cxnChg chg="mod">
          <ac:chgData name="Sam O'Neill" userId="cb323814-a42a-4cfe-bc74-03f595e56f6e" providerId="ADAL" clId="{CE59DC76-F921-4B49-847D-4D7A2FA0D764}" dt="2020-01-28T18:49:55.354" v="4744" actId="1076"/>
          <ac:cxnSpMkLst>
            <pc:docMk/>
            <pc:sldMk cId="3839834318" sldId="292"/>
            <ac:cxnSpMk id="73" creationId="{E3189EE5-9EEA-4338-B2DF-41C831AAB87C}"/>
          </ac:cxnSpMkLst>
        </pc:cxnChg>
      </pc:sldChg>
      <pc:sldChg chg="add del">
        <pc:chgData name="Sam O'Neill" userId="cb323814-a42a-4cfe-bc74-03f595e56f6e" providerId="ADAL" clId="{CE59DC76-F921-4B49-847D-4D7A2FA0D764}" dt="2020-01-28T19:01:36.813" v="5057" actId="47"/>
        <pc:sldMkLst>
          <pc:docMk/>
          <pc:sldMk cId="1216517777" sldId="293"/>
        </pc:sldMkLst>
      </pc:sldChg>
      <pc:sldChg chg="modSp add">
        <pc:chgData name="Sam O'Neill" userId="cb323814-a42a-4cfe-bc74-03f595e56f6e" providerId="ADAL" clId="{CE59DC76-F921-4B49-847D-4D7A2FA0D764}" dt="2020-01-28T19:04:01.891" v="5348" actId="20577"/>
        <pc:sldMkLst>
          <pc:docMk/>
          <pc:sldMk cId="3212836589" sldId="293"/>
        </pc:sldMkLst>
        <pc:spChg chg="mod">
          <ac:chgData name="Sam O'Neill" userId="cb323814-a42a-4cfe-bc74-03f595e56f6e" providerId="ADAL" clId="{CE59DC76-F921-4B49-847D-4D7A2FA0D764}" dt="2020-01-28T19:01:58.675" v="5087" actId="5793"/>
          <ac:spMkLst>
            <pc:docMk/>
            <pc:sldMk cId="3212836589" sldId="293"/>
            <ac:spMk id="2" creationId="{F3E593E6-3D2F-4C7E-80B2-F78D636A9E07}"/>
          </ac:spMkLst>
        </pc:spChg>
        <pc:spChg chg="mod">
          <ac:chgData name="Sam O'Neill" userId="cb323814-a42a-4cfe-bc74-03f595e56f6e" providerId="ADAL" clId="{CE59DC76-F921-4B49-847D-4D7A2FA0D764}" dt="2020-01-28T19:04:01.891" v="5348" actId="20577"/>
          <ac:spMkLst>
            <pc:docMk/>
            <pc:sldMk cId="3212836589" sldId="293"/>
            <ac:spMk id="3" creationId="{5198A88B-52B3-469E-A512-B72752EB7862}"/>
          </ac:spMkLst>
        </pc:spChg>
      </pc:sldChg>
      <pc:sldChg chg="addSp delSp modSp add">
        <pc:chgData name="Sam O'Neill" userId="cb323814-a42a-4cfe-bc74-03f595e56f6e" providerId="ADAL" clId="{CE59DC76-F921-4B49-847D-4D7A2FA0D764}" dt="2020-01-29T10:44:32.453" v="5552" actId="14100"/>
        <pc:sldMkLst>
          <pc:docMk/>
          <pc:sldMk cId="2081506952" sldId="294"/>
        </pc:sldMkLst>
        <pc:spChg chg="mod">
          <ac:chgData name="Sam O'Neill" userId="cb323814-a42a-4cfe-bc74-03f595e56f6e" providerId="ADAL" clId="{CE59DC76-F921-4B49-847D-4D7A2FA0D764}" dt="2020-01-29T10:41:34.716" v="5390" actId="20577"/>
          <ac:spMkLst>
            <pc:docMk/>
            <pc:sldMk cId="2081506952" sldId="294"/>
            <ac:spMk id="2" creationId="{F3E593E6-3D2F-4C7E-80B2-F78D636A9E07}"/>
          </ac:spMkLst>
        </pc:spChg>
        <pc:spChg chg="del mod">
          <ac:chgData name="Sam O'Neill" userId="cb323814-a42a-4cfe-bc74-03f595e56f6e" providerId="ADAL" clId="{CE59DC76-F921-4B49-847D-4D7A2FA0D764}" dt="2020-01-29T10:41:58.474" v="5401" actId="478"/>
          <ac:spMkLst>
            <pc:docMk/>
            <pc:sldMk cId="2081506952" sldId="294"/>
            <ac:spMk id="13" creationId="{29E69DDC-FF5F-42B1-BC3B-4472F8164C7F}"/>
          </ac:spMkLst>
        </pc:spChg>
        <pc:spChg chg="mod">
          <ac:chgData name="Sam O'Neill" userId="cb323814-a42a-4cfe-bc74-03f595e56f6e" providerId="ADAL" clId="{CE59DC76-F921-4B49-847D-4D7A2FA0D764}" dt="2020-01-29T10:42:17.318" v="5416" actId="6549"/>
          <ac:spMkLst>
            <pc:docMk/>
            <pc:sldMk cId="2081506952" sldId="294"/>
            <ac:spMk id="28" creationId="{62F999D3-8E66-4A56-ACEB-3E16DBEE7850}"/>
          </ac:spMkLst>
        </pc:spChg>
        <pc:spChg chg="mod">
          <ac:chgData name="Sam O'Neill" userId="cb323814-a42a-4cfe-bc74-03f595e56f6e" providerId="ADAL" clId="{CE59DC76-F921-4B49-847D-4D7A2FA0D764}" dt="2020-01-29T10:42:10.507" v="5409" actId="20577"/>
          <ac:spMkLst>
            <pc:docMk/>
            <pc:sldMk cId="2081506952" sldId="294"/>
            <ac:spMk id="29" creationId="{EF4DC98A-BACB-404F-B70A-D570D907D3EA}"/>
          </ac:spMkLst>
        </pc:spChg>
        <pc:spChg chg="mod">
          <ac:chgData name="Sam O'Neill" userId="cb323814-a42a-4cfe-bc74-03f595e56f6e" providerId="ADAL" clId="{CE59DC76-F921-4B49-847D-4D7A2FA0D764}" dt="2020-01-29T10:42:13.637" v="5412" actId="6549"/>
          <ac:spMkLst>
            <pc:docMk/>
            <pc:sldMk cId="2081506952" sldId="294"/>
            <ac:spMk id="33" creationId="{0DD7F380-CE5F-4A51-882B-23BCD6DB1D67}"/>
          </ac:spMkLst>
        </pc:spChg>
        <pc:spChg chg="mod">
          <ac:chgData name="Sam O'Neill" userId="cb323814-a42a-4cfe-bc74-03f595e56f6e" providerId="ADAL" clId="{CE59DC76-F921-4B49-847D-4D7A2FA0D764}" dt="2020-01-29T10:42:15.600" v="5414" actId="6549"/>
          <ac:spMkLst>
            <pc:docMk/>
            <pc:sldMk cId="2081506952" sldId="294"/>
            <ac:spMk id="36" creationId="{B4F8BD95-DE93-4D02-8CA1-C502E7D90CED}"/>
          </ac:spMkLst>
        </pc:spChg>
        <pc:spChg chg="add mod">
          <ac:chgData name="Sam O'Neill" userId="cb323814-a42a-4cfe-bc74-03f595e56f6e" providerId="ADAL" clId="{CE59DC76-F921-4B49-847D-4D7A2FA0D764}" dt="2020-01-29T10:43:55.292" v="5477" actId="20577"/>
          <ac:spMkLst>
            <pc:docMk/>
            <pc:sldMk cId="2081506952" sldId="294"/>
            <ac:spMk id="48" creationId="{E45BD8B0-2D4D-4601-8049-879EA278419F}"/>
          </ac:spMkLst>
        </pc:spChg>
        <pc:spChg chg="mod">
          <ac:chgData name="Sam O'Neill" userId="cb323814-a42a-4cfe-bc74-03f595e56f6e" providerId="ADAL" clId="{CE59DC76-F921-4B49-847D-4D7A2FA0D764}" dt="2020-01-29T10:42:23.900" v="5420" actId="20577"/>
          <ac:spMkLst>
            <pc:docMk/>
            <pc:sldMk cId="2081506952" sldId="294"/>
            <ac:spMk id="49" creationId="{366B4E2E-866F-4113-BFE1-279316F7140F}"/>
          </ac:spMkLst>
        </pc:spChg>
        <pc:spChg chg="add mod">
          <ac:chgData name="Sam O'Neill" userId="cb323814-a42a-4cfe-bc74-03f595e56f6e" providerId="ADAL" clId="{CE59DC76-F921-4B49-847D-4D7A2FA0D764}" dt="2020-01-29T10:43:45.714" v="5471" actId="20577"/>
          <ac:spMkLst>
            <pc:docMk/>
            <pc:sldMk cId="2081506952" sldId="294"/>
            <ac:spMk id="50" creationId="{FC327A8B-BF68-4EF9-A90C-E2C75CA9267C}"/>
          </ac:spMkLst>
        </pc:spChg>
        <pc:spChg chg="add mod">
          <ac:chgData name="Sam O'Neill" userId="cb323814-a42a-4cfe-bc74-03f595e56f6e" providerId="ADAL" clId="{CE59DC76-F921-4B49-847D-4D7A2FA0D764}" dt="2020-01-29T10:43:39.877" v="5469" actId="20577"/>
          <ac:spMkLst>
            <pc:docMk/>
            <pc:sldMk cId="2081506952" sldId="294"/>
            <ac:spMk id="52" creationId="{7F42C71B-4EE3-4068-A953-2BEC308EAE35}"/>
          </ac:spMkLst>
        </pc:spChg>
        <pc:spChg chg="add mod">
          <ac:chgData name="Sam O'Neill" userId="cb323814-a42a-4cfe-bc74-03f595e56f6e" providerId="ADAL" clId="{CE59DC76-F921-4B49-847D-4D7A2FA0D764}" dt="2020-01-29T10:43:14.691" v="5455" actId="20577"/>
          <ac:spMkLst>
            <pc:docMk/>
            <pc:sldMk cId="2081506952" sldId="294"/>
            <ac:spMk id="53" creationId="{02DE0087-C528-4E8A-9177-C50EE10D12E0}"/>
          </ac:spMkLst>
        </pc:spChg>
        <pc:spChg chg="add mod">
          <ac:chgData name="Sam O'Neill" userId="cb323814-a42a-4cfe-bc74-03f595e56f6e" providerId="ADAL" clId="{CE59DC76-F921-4B49-847D-4D7A2FA0D764}" dt="2020-01-29T10:43:20.067" v="5460" actId="20577"/>
          <ac:spMkLst>
            <pc:docMk/>
            <pc:sldMk cId="2081506952" sldId="294"/>
            <ac:spMk id="54" creationId="{5E08737E-659A-4A74-98D9-36740E6966A1}"/>
          </ac:spMkLst>
        </pc:spChg>
        <pc:spChg chg="mod">
          <ac:chgData name="Sam O'Neill" userId="cb323814-a42a-4cfe-bc74-03f595e56f6e" providerId="ADAL" clId="{CE59DC76-F921-4B49-847D-4D7A2FA0D764}" dt="2020-01-29T10:42:20.673" v="5418" actId="20577"/>
          <ac:spMkLst>
            <pc:docMk/>
            <pc:sldMk cId="2081506952" sldId="294"/>
            <ac:spMk id="55" creationId="{5D8C1D26-B750-46A6-B68F-E52883736055}"/>
          </ac:spMkLst>
        </pc:spChg>
        <pc:spChg chg="add mod">
          <ac:chgData name="Sam O'Neill" userId="cb323814-a42a-4cfe-bc74-03f595e56f6e" providerId="ADAL" clId="{CE59DC76-F921-4B49-847D-4D7A2FA0D764}" dt="2020-01-29T10:43:22.337" v="5463" actId="20577"/>
          <ac:spMkLst>
            <pc:docMk/>
            <pc:sldMk cId="2081506952" sldId="294"/>
            <ac:spMk id="56" creationId="{2869DDEE-67E3-44F9-80B0-A743909C5A9F}"/>
          </ac:spMkLst>
        </pc:spChg>
        <pc:spChg chg="add mod">
          <ac:chgData name="Sam O'Neill" userId="cb323814-a42a-4cfe-bc74-03f595e56f6e" providerId="ADAL" clId="{CE59DC76-F921-4B49-847D-4D7A2FA0D764}" dt="2020-01-29T10:43:16.875" v="5457" actId="20577"/>
          <ac:spMkLst>
            <pc:docMk/>
            <pc:sldMk cId="2081506952" sldId="294"/>
            <ac:spMk id="58" creationId="{B10601DE-0FE8-4390-853F-7CB86DA8D934}"/>
          </ac:spMkLst>
        </pc:spChg>
        <pc:spChg chg="add mod">
          <ac:chgData name="Sam O'Neill" userId="cb323814-a42a-4cfe-bc74-03f595e56f6e" providerId="ADAL" clId="{CE59DC76-F921-4B49-847D-4D7A2FA0D764}" dt="2020-01-29T10:43:05.858" v="5453" actId="20577"/>
          <ac:spMkLst>
            <pc:docMk/>
            <pc:sldMk cId="2081506952" sldId="294"/>
            <ac:spMk id="63" creationId="{C495B516-C4B0-482F-B187-D6E671BB2080}"/>
          </ac:spMkLst>
        </pc:spChg>
        <pc:spChg chg="add mod">
          <ac:chgData name="Sam O'Neill" userId="cb323814-a42a-4cfe-bc74-03f595e56f6e" providerId="ADAL" clId="{CE59DC76-F921-4B49-847D-4D7A2FA0D764}" dt="2020-01-29T10:44:32.453" v="5552" actId="14100"/>
          <ac:spMkLst>
            <pc:docMk/>
            <pc:sldMk cId="2081506952" sldId="294"/>
            <ac:spMk id="77" creationId="{14A3E01B-5231-4E50-A0CE-200317965192}"/>
          </ac:spMkLst>
        </pc:spChg>
        <pc:spChg chg="mod">
          <ac:chgData name="Sam O'Neill" userId="cb323814-a42a-4cfe-bc74-03f595e56f6e" providerId="ADAL" clId="{CE59DC76-F921-4B49-847D-4D7A2FA0D764}" dt="2020-01-29T10:42:08.509" v="5406" actId="20577"/>
          <ac:spMkLst>
            <pc:docMk/>
            <pc:sldMk cId="2081506952" sldId="294"/>
            <ac:spMk id="83" creationId="{C18A5F47-794A-4A37-B744-6DB2AE9D9962}"/>
          </ac:spMkLst>
        </pc:spChg>
        <pc:cxnChg chg="add mod">
          <ac:chgData name="Sam O'Neill" userId="cb323814-a42a-4cfe-bc74-03f595e56f6e" providerId="ADAL" clId="{CE59DC76-F921-4B49-847D-4D7A2FA0D764}" dt="2020-01-29T10:41:56.880" v="5400" actId="1076"/>
          <ac:cxnSpMkLst>
            <pc:docMk/>
            <pc:sldMk cId="2081506952" sldId="294"/>
            <ac:cxnSpMk id="51" creationId="{B9171975-38B9-47CE-AD98-92AB3C96F6A7}"/>
          </ac:cxnSpMkLst>
        </pc:cxnChg>
        <pc:cxnChg chg="mod">
          <ac:chgData name="Sam O'Neill" userId="cb323814-a42a-4cfe-bc74-03f595e56f6e" providerId="ADAL" clId="{CE59DC76-F921-4B49-847D-4D7A2FA0D764}" dt="2020-01-29T10:42:03.306" v="5402" actId="1076"/>
          <ac:cxnSpMkLst>
            <pc:docMk/>
            <pc:sldMk cId="2081506952" sldId="294"/>
            <ac:cxnSpMk id="73" creationId="{E3189EE5-9EEA-4338-B2DF-41C831AAB87C}"/>
          </ac:cxnSpMkLst>
        </pc:cxnChg>
      </pc:sldChg>
    </pc:docChg>
  </pc:docChgLst>
  <pc:docChgLst>
    <pc:chgData name="Sam O'Neill" userId="cb323814-a42a-4cfe-bc74-03f595e56f6e" providerId="ADAL" clId="{FDB031C4-0D92-4B7E-879C-F94D0165926D}"/>
    <pc:docChg chg="modSld">
      <pc:chgData name="Sam O'Neill" userId="cb323814-a42a-4cfe-bc74-03f595e56f6e" providerId="ADAL" clId="{FDB031C4-0D92-4B7E-879C-F94D0165926D}" dt="2019-10-31T13:46:45.878" v="110"/>
      <pc:docMkLst>
        <pc:docMk/>
      </pc:docMkLst>
      <pc:sldChg chg="modSp modAnim">
        <pc:chgData name="Sam O'Neill" userId="cb323814-a42a-4cfe-bc74-03f595e56f6e" providerId="ADAL" clId="{FDB031C4-0D92-4B7E-879C-F94D0165926D}" dt="2019-10-31T13:40:43.397" v="3" actId="20577"/>
        <pc:sldMkLst>
          <pc:docMk/>
          <pc:sldMk cId="297669834" sldId="298"/>
        </pc:sldMkLst>
        <pc:spChg chg="mod">
          <ac:chgData name="Sam O'Neill" userId="cb323814-a42a-4cfe-bc74-03f595e56f6e" providerId="ADAL" clId="{FDB031C4-0D92-4B7E-879C-F94D0165926D}" dt="2019-10-31T13:40:43.397" v="3" actId="20577"/>
          <ac:spMkLst>
            <pc:docMk/>
            <pc:sldMk cId="297669834" sldId="298"/>
            <ac:spMk id="4" creationId="{4F37846F-943D-4BF2-B269-643BE66BF636}"/>
          </ac:spMkLst>
        </pc:spChg>
      </pc:sldChg>
      <pc:sldChg chg="modSp modAnim">
        <pc:chgData name="Sam O'Neill" userId="cb323814-a42a-4cfe-bc74-03f595e56f6e" providerId="ADAL" clId="{FDB031C4-0D92-4B7E-879C-F94D0165926D}" dt="2019-10-31T13:45:38.918" v="102" actId="15"/>
        <pc:sldMkLst>
          <pc:docMk/>
          <pc:sldMk cId="1688978545" sldId="307"/>
        </pc:sldMkLst>
        <pc:spChg chg="mod">
          <ac:chgData name="Sam O'Neill" userId="cb323814-a42a-4cfe-bc74-03f595e56f6e" providerId="ADAL" clId="{FDB031C4-0D92-4B7E-879C-F94D0165926D}" dt="2019-10-31T13:45:38.918" v="102" actId="15"/>
          <ac:spMkLst>
            <pc:docMk/>
            <pc:sldMk cId="1688978545" sldId="307"/>
            <ac:spMk id="3" creationId="{87AAB4CA-C581-40AD-A67E-BBCA4F205206}"/>
          </ac:spMkLst>
        </pc:spChg>
        <pc:spChg chg="mod">
          <ac:chgData name="Sam O'Neill" userId="cb323814-a42a-4cfe-bc74-03f595e56f6e" providerId="ADAL" clId="{FDB031C4-0D92-4B7E-879C-F94D0165926D}" dt="2019-10-31T13:42:31.811" v="14" actId="20577"/>
          <ac:spMkLst>
            <pc:docMk/>
            <pc:sldMk cId="1688978545" sldId="307"/>
            <ac:spMk id="7" creationId="{1B876616-1C15-4AB5-BA64-DEC40A67D88E}"/>
          </ac:spMkLst>
        </pc:spChg>
        <pc:graphicFrameChg chg="modGraphic">
          <ac:chgData name="Sam O'Neill" userId="cb323814-a42a-4cfe-bc74-03f595e56f6e" providerId="ADAL" clId="{FDB031C4-0D92-4B7E-879C-F94D0165926D}" dt="2019-10-31T13:43:01.373" v="26" actId="6549"/>
          <ac:graphicFrameMkLst>
            <pc:docMk/>
            <pc:sldMk cId="1688978545" sldId="307"/>
            <ac:graphicFrameMk id="8" creationId="{7A841ABB-95A8-4FD4-919D-68E4E42027BD}"/>
          </ac:graphicFrameMkLst>
        </pc:graphicFrameChg>
      </pc:sldChg>
      <pc:sldChg chg="modSp">
        <pc:chgData name="Sam O'Neill" userId="cb323814-a42a-4cfe-bc74-03f595e56f6e" providerId="ADAL" clId="{FDB031C4-0D92-4B7E-879C-F94D0165926D}" dt="2019-10-31T13:46:28.656" v="103"/>
        <pc:sldMkLst>
          <pc:docMk/>
          <pc:sldMk cId="33109785" sldId="308"/>
        </pc:sldMkLst>
        <pc:spChg chg="mod">
          <ac:chgData name="Sam O'Neill" userId="cb323814-a42a-4cfe-bc74-03f595e56f6e" providerId="ADAL" clId="{FDB031C4-0D92-4B7E-879C-F94D0165926D}" dt="2019-10-31T13:46:28.656" v="103"/>
          <ac:spMkLst>
            <pc:docMk/>
            <pc:sldMk cId="33109785" sldId="308"/>
            <ac:spMk id="9" creationId="{CED9EDD6-DDE7-4E00-956B-87651705295A}"/>
          </ac:spMkLst>
        </pc:spChg>
      </pc:sldChg>
      <pc:sldChg chg="modSp">
        <pc:chgData name="Sam O'Neill" userId="cb323814-a42a-4cfe-bc74-03f595e56f6e" providerId="ADAL" clId="{FDB031C4-0D92-4B7E-879C-F94D0165926D}" dt="2019-10-31T13:46:36.735" v="105"/>
        <pc:sldMkLst>
          <pc:docMk/>
          <pc:sldMk cId="2333503007" sldId="309"/>
        </pc:sldMkLst>
        <pc:spChg chg="mod">
          <ac:chgData name="Sam O'Neill" userId="cb323814-a42a-4cfe-bc74-03f595e56f6e" providerId="ADAL" clId="{FDB031C4-0D92-4B7E-879C-F94D0165926D}" dt="2019-10-31T13:46:36.735" v="105"/>
          <ac:spMkLst>
            <pc:docMk/>
            <pc:sldMk cId="2333503007" sldId="309"/>
            <ac:spMk id="5" creationId="{F10B0B7E-0A20-4067-96A0-A6B0EAA08C07}"/>
          </ac:spMkLst>
        </pc:spChg>
      </pc:sldChg>
      <pc:sldChg chg="modSp modAnim">
        <pc:chgData name="Sam O'Neill" userId="cb323814-a42a-4cfe-bc74-03f595e56f6e" providerId="ADAL" clId="{FDB031C4-0D92-4B7E-879C-F94D0165926D}" dt="2019-10-31T13:46:40" v="107"/>
        <pc:sldMkLst>
          <pc:docMk/>
          <pc:sldMk cId="3914801083" sldId="310"/>
        </pc:sldMkLst>
        <pc:spChg chg="mod">
          <ac:chgData name="Sam O'Neill" userId="cb323814-a42a-4cfe-bc74-03f595e56f6e" providerId="ADAL" clId="{FDB031C4-0D92-4B7E-879C-F94D0165926D}" dt="2019-10-31T13:45:04.730" v="101" actId="5793"/>
          <ac:spMkLst>
            <pc:docMk/>
            <pc:sldMk cId="3914801083" sldId="310"/>
            <ac:spMk id="3" creationId="{87AAB4CA-C581-40AD-A67E-BBCA4F205206}"/>
          </ac:spMkLst>
        </pc:spChg>
        <pc:spChg chg="mod">
          <ac:chgData name="Sam O'Neill" userId="cb323814-a42a-4cfe-bc74-03f595e56f6e" providerId="ADAL" clId="{FDB031C4-0D92-4B7E-879C-F94D0165926D}" dt="2019-10-31T13:46:40" v="107"/>
          <ac:spMkLst>
            <pc:docMk/>
            <pc:sldMk cId="3914801083" sldId="310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35.070" v="104"/>
        <pc:sldMkLst>
          <pc:docMk/>
          <pc:sldMk cId="2976530976" sldId="311"/>
        </pc:sldMkLst>
        <pc:spChg chg="mod">
          <ac:chgData name="Sam O'Neill" userId="cb323814-a42a-4cfe-bc74-03f595e56f6e" providerId="ADAL" clId="{FDB031C4-0D92-4B7E-879C-F94D0165926D}" dt="2019-10-31T13:46:35.070" v="104"/>
          <ac:spMkLst>
            <pc:docMk/>
            <pc:sldMk cId="2976530976" sldId="311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42.063" v="108"/>
        <pc:sldMkLst>
          <pc:docMk/>
          <pc:sldMk cId="757591041" sldId="312"/>
        </pc:sldMkLst>
        <pc:spChg chg="mod">
          <ac:chgData name="Sam O'Neill" userId="cb323814-a42a-4cfe-bc74-03f595e56f6e" providerId="ADAL" clId="{FDB031C4-0D92-4B7E-879C-F94D0165926D}" dt="2019-10-31T13:46:42.063" v="108"/>
          <ac:spMkLst>
            <pc:docMk/>
            <pc:sldMk cId="757591041" sldId="312"/>
            <ac:spMk id="5" creationId="{F10B0B7E-0A20-4067-96A0-A6B0EAA08C07}"/>
          </ac:spMkLst>
        </pc:spChg>
        <pc:spChg chg="mod">
          <ac:chgData name="Sam O'Neill" userId="cb323814-a42a-4cfe-bc74-03f595e56f6e" providerId="ADAL" clId="{FDB031C4-0D92-4B7E-879C-F94D0165926D}" dt="2019-10-31T13:44:58.961" v="99" actId="5793"/>
          <ac:spMkLst>
            <pc:docMk/>
            <pc:sldMk cId="757591041" sldId="312"/>
            <ac:spMk id="7" creationId="{C9A070FD-2FBD-44F1-BCE6-C0DAC3A33FE8}"/>
          </ac:spMkLst>
        </pc:spChg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181662958" sldId="313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3249660774" sldId="314"/>
        </pc:sldMkLst>
      </pc:sldChg>
      <pc:sldChg chg="modSp">
        <pc:chgData name="Sam O'Neill" userId="cb323814-a42a-4cfe-bc74-03f595e56f6e" providerId="ADAL" clId="{FDB031C4-0D92-4B7E-879C-F94D0165926D}" dt="2019-10-31T13:46:43.988" v="109"/>
        <pc:sldMkLst>
          <pc:docMk/>
          <pc:sldMk cId="2685382373" sldId="315"/>
        </pc:sldMkLst>
        <pc:spChg chg="mod">
          <ac:chgData name="Sam O'Neill" userId="cb323814-a42a-4cfe-bc74-03f595e56f6e" providerId="ADAL" clId="{FDB031C4-0D92-4B7E-879C-F94D0165926D}" dt="2019-10-31T13:46:43.988" v="109"/>
          <ac:spMkLst>
            <pc:docMk/>
            <pc:sldMk cId="2685382373" sldId="315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38.321" v="106"/>
        <pc:sldMkLst>
          <pc:docMk/>
          <pc:sldMk cId="1636974708" sldId="316"/>
        </pc:sldMkLst>
        <pc:spChg chg="mod">
          <ac:chgData name="Sam O'Neill" userId="cb323814-a42a-4cfe-bc74-03f595e56f6e" providerId="ADAL" clId="{FDB031C4-0D92-4B7E-879C-F94D0165926D}" dt="2019-10-31T13:46:38.321" v="106"/>
          <ac:spMkLst>
            <pc:docMk/>
            <pc:sldMk cId="1636974708" sldId="316"/>
            <ac:spMk id="5" creationId="{F10B0B7E-0A20-4067-96A0-A6B0EAA08C07}"/>
          </ac:spMkLst>
        </pc:spChg>
      </pc:sldChg>
      <pc:sldChg chg="modSp">
        <pc:chgData name="Sam O'Neill" userId="cb323814-a42a-4cfe-bc74-03f595e56f6e" providerId="ADAL" clId="{FDB031C4-0D92-4B7E-879C-F94D0165926D}" dt="2019-10-31T13:46:45.878" v="110"/>
        <pc:sldMkLst>
          <pc:docMk/>
          <pc:sldMk cId="2063631930" sldId="317"/>
        </pc:sldMkLst>
        <pc:spChg chg="mod">
          <ac:chgData name="Sam O'Neill" userId="cb323814-a42a-4cfe-bc74-03f595e56f6e" providerId="ADAL" clId="{FDB031C4-0D92-4B7E-879C-F94D0165926D}" dt="2019-10-31T13:46:45.878" v="110"/>
          <ac:spMkLst>
            <pc:docMk/>
            <pc:sldMk cId="2063631930" sldId="317"/>
            <ac:spMk id="5" creationId="{F10B0B7E-0A20-4067-96A0-A6B0EAA08C07}"/>
          </ac:spMkLst>
        </pc:spChg>
      </pc:sldChg>
    </pc:docChg>
  </pc:docChgLst>
  <pc:docChgLst>
    <pc:chgData name="Sam O'Neill" userId="cb323814-a42a-4cfe-bc74-03f595e56f6e" providerId="ADAL" clId="{6C6F2A0A-45F8-4123-AD3C-F03E4B51A973}"/>
    <pc:docChg chg="undo custSel addSld delSld modSld sldOrd">
      <pc:chgData name="Sam O'Neill" userId="cb323814-a42a-4cfe-bc74-03f595e56f6e" providerId="ADAL" clId="{6C6F2A0A-45F8-4123-AD3C-F03E4B51A973}" dt="2019-11-21T13:40:16.545" v="717" actId="20577"/>
      <pc:docMkLst>
        <pc:docMk/>
      </pc:docMkLst>
      <pc:sldChg chg="modSp">
        <pc:chgData name="Sam O'Neill" userId="cb323814-a42a-4cfe-bc74-03f595e56f6e" providerId="ADAL" clId="{6C6F2A0A-45F8-4123-AD3C-F03E4B51A973}" dt="2019-11-21T13:25:31.287" v="588" actId="20577"/>
        <pc:sldMkLst>
          <pc:docMk/>
          <pc:sldMk cId="2464477114" sldId="257"/>
        </pc:sldMkLst>
        <pc:spChg chg="mod">
          <ac:chgData name="Sam O'Neill" userId="cb323814-a42a-4cfe-bc74-03f595e56f6e" providerId="ADAL" clId="{6C6F2A0A-45F8-4123-AD3C-F03E4B51A973}" dt="2019-11-21T13:25:31.287" v="588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del">
        <pc:chgData name="Sam O'Neill" userId="cb323814-a42a-4cfe-bc74-03f595e56f6e" providerId="ADAL" clId="{6C6F2A0A-45F8-4123-AD3C-F03E4B51A973}" dt="2019-11-21T13:25:34.956" v="589" actId="2696"/>
        <pc:sldMkLst>
          <pc:docMk/>
          <pc:sldMk cId="3240690951" sldId="271"/>
        </pc:sldMkLst>
      </pc:sldChg>
      <pc:sldChg chg="modSp">
        <pc:chgData name="Sam O'Neill" userId="cb323814-a42a-4cfe-bc74-03f595e56f6e" providerId="ADAL" clId="{6C6F2A0A-45F8-4123-AD3C-F03E4B51A973}" dt="2019-11-21T12:29:47.493" v="0" actId="14100"/>
        <pc:sldMkLst>
          <pc:docMk/>
          <pc:sldMk cId="3936150012" sldId="272"/>
        </pc:sldMkLst>
        <pc:spChg chg="mod">
          <ac:chgData name="Sam O'Neill" userId="cb323814-a42a-4cfe-bc74-03f595e56f6e" providerId="ADAL" clId="{6C6F2A0A-45F8-4123-AD3C-F03E4B51A973}" dt="2019-11-21T12:29:47.493" v="0" actId="14100"/>
          <ac:spMkLst>
            <pc:docMk/>
            <pc:sldMk cId="3936150012" sldId="272"/>
            <ac:spMk id="4" creationId="{62B5A31C-0D68-4475-A2AE-456BA5EEADCD}"/>
          </ac:spMkLst>
        </pc:spChg>
      </pc:sldChg>
      <pc:sldChg chg="modSp modAnim">
        <pc:chgData name="Sam O'Neill" userId="cb323814-a42a-4cfe-bc74-03f595e56f6e" providerId="ADAL" clId="{6C6F2A0A-45F8-4123-AD3C-F03E4B51A973}" dt="2019-11-21T12:32:12.318" v="138" actId="20577"/>
        <pc:sldMkLst>
          <pc:docMk/>
          <pc:sldMk cId="3286258724" sldId="273"/>
        </pc:sldMkLst>
        <pc:spChg chg="mod">
          <ac:chgData name="Sam O'Neill" userId="cb323814-a42a-4cfe-bc74-03f595e56f6e" providerId="ADAL" clId="{6C6F2A0A-45F8-4123-AD3C-F03E4B51A973}" dt="2019-11-21T12:32:12.318" v="138" actId="20577"/>
          <ac:spMkLst>
            <pc:docMk/>
            <pc:sldMk cId="3286258724" sldId="273"/>
            <ac:spMk id="2" creationId="{F3E593E6-3D2F-4C7E-80B2-F78D636A9E07}"/>
          </ac:spMkLst>
        </pc:spChg>
      </pc:sldChg>
      <pc:sldChg chg="addSp modSp modAnim">
        <pc:chgData name="Sam O'Neill" userId="cb323814-a42a-4cfe-bc74-03f595e56f6e" providerId="ADAL" clId="{6C6F2A0A-45F8-4123-AD3C-F03E4B51A973}" dt="2019-11-21T12:31:24.786" v="116" actId="20577"/>
        <pc:sldMkLst>
          <pc:docMk/>
          <pc:sldMk cId="1384563930" sldId="277"/>
        </pc:sldMkLst>
        <pc:spChg chg="mod">
          <ac:chgData name="Sam O'Neill" userId="cb323814-a42a-4cfe-bc74-03f595e56f6e" providerId="ADAL" clId="{6C6F2A0A-45F8-4123-AD3C-F03E4B51A973}" dt="2019-11-21T12:30:20.759" v="8" actId="1076"/>
          <ac:spMkLst>
            <pc:docMk/>
            <pc:sldMk cId="1384563930" sldId="277"/>
            <ac:spMk id="3" creationId="{C8E331C1-D458-4114-AE2B-269D24897D29}"/>
          </ac:spMkLst>
        </pc:spChg>
        <pc:spChg chg="add mod">
          <ac:chgData name="Sam O'Neill" userId="cb323814-a42a-4cfe-bc74-03f595e56f6e" providerId="ADAL" clId="{6C6F2A0A-45F8-4123-AD3C-F03E4B51A973}" dt="2019-11-21T12:31:24.786" v="116" actId="20577"/>
          <ac:spMkLst>
            <pc:docMk/>
            <pc:sldMk cId="1384563930" sldId="277"/>
            <ac:spMk id="7" creationId="{01F90FA2-20A9-451F-8C86-0CAAED838161}"/>
          </ac:spMkLst>
        </pc:spChg>
        <pc:spChg chg="mod">
          <ac:chgData name="Sam O'Neill" userId="cb323814-a42a-4cfe-bc74-03f595e56f6e" providerId="ADAL" clId="{6C6F2A0A-45F8-4123-AD3C-F03E4B51A973}" dt="2019-11-21T12:30:53.044" v="23" actId="1076"/>
          <ac:spMkLst>
            <pc:docMk/>
            <pc:sldMk cId="1384563930" sldId="277"/>
            <ac:spMk id="34" creationId="{78F86FE5-13E8-49A0-8C26-B8FB8042E0FE}"/>
          </ac:spMkLst>
        </pc:spChg>
        <pc:graphicFrameChg chg="mod modGraphic">
          <ac:chgData name="Sam O'Neill" userId="cb323814-a42a-4cfe-bc74-03f595e56f6e" providerId="ADAL" clId="{6C6F2A0A-45F8-4123-AD3C-F03E4B51A973}" dt="2019-11-21T12:30:51.182" v="22" actId="1076"/>
          <ac:graphicFrameMkLst>
            <pc:docMk/>
            <pc:sldMk cId="1384563930" sldId="277"/>
            <ac:graphicFrameMk id="32" creationId="{B2BDC17B-A563-4B35-8E2C-DA77BD2E95D1}"/>
          </ac:graphicFrameMkLst>
        </pc:graphicFrameChg>
        <pc:graphicFrameChg chg="mod">
          <ac:chgData name="Sam O'Neill" userId="cb323814-a42a-4cfe-bc74-03f595e56f6e" providerId="ADAL" clId="{6C6F2A0A-45F8-4123-AD3C-F03E4B51A973}" dt="2019-11-21T12:30:56.717" v="25" actId="1076"/>
          <ac:graphicFrameMkLst>
            <pc:docMk/>
            <pc:sldMk cId="1384563930" sldId="277"/>
            <ac:graphicFrameMk id="33" creationId="{B642E6B5-E37B-4B97-8260-456418966A3F}"/>
          </ac:graphicFrameMkLst>
        </pc:graphicFrameChg>
      </pc:sldChg>
      <pc:sldChg chg="modSp">
        <pc:chgData name="Sam O'Neill" userId="cb323814-a42a-4cfe-bc74-03f595e56f6e" providerId="ADAL" clId="{6C6F2A0A-45F8-4123-AD3C-F03E4B51A973}" dt="2019-11-21T12:31:46.328" v="117" actId="13926"/>
        <pc:sldMkLst>
          <pc:docMk/>
          <pc:sldMk cId="4130756932" sldId="278"/>
        </pc:sldMkLst>
        <pc:graphicFrameChg chg="modGraphic">
          <ac:chgData name="Sam O'Neill" userId="cb323814-a42a-4cfe-bc74-03f595e56f6e" providerId="ADAL" clId="{6C6F2A0A-45F8-4123-AD3C-F03E4B51A973}" dt="2019-11-21T12:31:46.328" v="117" actId="13926"/>
          <ac:graphicFrameMkLst>
            <pc:docMk/>
            <pc:sldMk cId="4130756932" sldId="278"/>
            <ac:graphicFrameMk id="6" creationId="{BFD13904-C8D8-4C8B-936F-3957FA14EE27}"/>
          </ac:graphicFrameMkLst>
        </pc:graphicFrameChg>
      </pc:sldChg>
      <pc:sldChg chg="modSp modAnim">
        <pc:chgData name="Sam O'Neill" userId="cb323814-a42a-4cfe-bc74-03f595e56f6e" providerId="ADAL" clId="{6C6F2A0A-45F8-4123-AD3C-F03E4B51A973}" dt="2019-11-21T12:32:39.303" v="143"/>
        <pc:sldMkLst>
          <pc:docMk/>
          <pc:sldMk cId="79205864" sldId="279"/>
        </pc:sldMkLst>
        <pc:spChg chg="mod">
          <ac:chgData name="Sam O'Neill" userId="cb323814-a42a-4cfe-bc74-03f595e56f6e" providerId="ADAL" clId="{6C6F2A0A-45F8-4123-AD3C-F03E4B51A973}" dt="2019-11-21T12:31:57.813" v="123" actId="20577"/>
          <ac:spMkLst>
            <pc:docMk/>
            <pc:sldMk cId="79205864" sldId="279"/>
            <ac:spMk id="2" creationId="{F3E593E6-3D2F-4C7E-80B2-F78D636A9E07}"/>
          </ac:spMkLst>
        </pc:spChg>
      </pc:sldChg>
      <pc:sldChg chg="modSp">
        <pc:chgData name="Sam O'Neill" userId="cb323814-a42a-4cfe-bc74-03f595e56f6e" providerId="ADAL" clId="{6C6F2A0A-45F8-4123-AD3C-F03E4B51A973}" dt="2019-11-21T12:32:44.877" v="147" actId="20577"/>
        <pc:sldMkLst>
          <pc:docMk/>
          <pc:sldMk cId="2088039553" sldId="281"/>
        </pc:sldMkLst>
        <pc:spChg chg="mod">
          <ac:chgData name="Sam O'Neill" userId="cb323814-a42a-4cfe-bc74-03f595e56f6e" providerId="ADAL" clId="{6C6F2A0A-45F8-4123-AD3C-F03E4B51A973}" dt="2019-11-21T12:32:44.877" v="147" actId="20577"/>
          <ac:spMkLst>
            <pc:docMk/>
            <pc:sldMk cId="2088039553" sldId="281"/>
            <ac:spMk id="2" creationId="{8659F029-56F5-4E1D-BE9B-7F5645AADB81}"/>
          </ac:spMkLst>
        </pc:spChg>
      </pc:sldChg>
      <pc:sldChg chg="addSp modSp modAnim">
        <pc:chgData name="Sam O'Neill" userId="cb323814-a42a-4cfe-bc74-03f595e56f6e" providerId="ADAL" clId="{6C6F2A0A-45F8-4123-AD3C-F03E4B51A973}" dt="2019-11-21T12:38:02.403" v="347"/>
        <pc:sldMkLst>
          <pc:docMk/>
          <pc:sldMk cId="4183058261" sldId="284"/>
        </pc:sldMkLst>
        <pc:spChg chg="mod">
          <ac:chgData name="Sam O'Neill" userId="cb323814-a42a-4cfe-bc74-03f595e56f6e" providerId="ADAL" clId="{6C6F2A0A-45F8-4123-AD3C-F03E4B51A973}" dt="2019-11-21T12:36:53.875" v="321" actId="20577"/>
          <ac:spMkLst>
            <pc:docMk/>
            <pc:sldMk cId="4183058261" sldId="284"/>
            <ac:spMk id="2" creationId="{F3E593E6-3D2F-4C7E-80B2-F78D636A9E07}"/>
          </ac:spMkLst>
        </pc:spChg>
        <pc:spChg chg="add mod">
          <ac:chgData name="Sam O'Neill" userId="cb323814-a42a-4cfe-bc74-03f595e56f6e" providerId="ADAL" clId="{6C6F2A0A-45F8-4123-AD3C-F03E4B51A973}" dt="2019-11-21T12:37:53.462" v="341" actId="1035"/>
          <ac:spMkLst>
            <pc:docMk/>
            <pc:sldMk cId="4183058261" sldId="284"/>
            <ac:spMk id="5" creationId="{3727F1E0-CDB8-4DFB-8060-5D8E13187761}"/>
          </ac:spMkLst>
        </pc:spChg>
        <pc:graphicFrameChg chg="mod">
          <ac:chgData name="Sam O'Neill" userId="cb323814-a42a-4cfe-bc74-03f595e56f6e" providerId="ADAL" clId="{6C6F2A0A-45F8-4123-AD3C-F03E4B51A973}" dt="2019-11-21T12:37:53.462" v="341" actId="1035"/>
          <ac:graphicFrameMkLst>
            <pc:docMk/>
            <pc:sldMk cId="4183058261" sldId="284"/>
            <ac:graphicFrameMk id="3" creationId="{6E67F808-8797-4136-BF0F-CA103DE36B5B}"/>
          </ac:graphicFrameMkLst>
        </pc:graphicFrameChg>
      </pc:sldChg>
      <pc:sldChg chg="modAnim">
        <pc:chgData name="Sam O'Neill" userId="cb323814-a42a-4cfe-bc74-03f595e56f6e" providerId="ADAL" clId="{6C6F2A0A-45F8-4123-AD3C-F03E4B51A973}" dt="2019-11-21T12:38:17.608" v="352"/>
        <pc:sldMkLst>
          <pc:docMk/>
          <pc:sldMk cId="1575725864" sldId="285"/>
        </pc:sldMkLst>
      </pc:sldChg>
      <pc:sldChg chg="modSp modAnim">
        <pc:chgData name="Sam O'Neill" userId="cb323814-a42a-4cfe-bc74-03f595e56f6e" providerId="ADAL" clId="{6C6F2A0A-45F8-4123-AD3C-F03E4B51A973}" dt="2019-11-21T12:38:40.406" v="359"/>
        <pc:sldMkLst>
          <pc:docMk/>
          <pc:sldMk cId="172795176" sldId="286"/>
        </pc:sldMkLst>
        <pc:spChg chg="mod">
          <ac:chgData name="Sam O'Neill" userId="cb323814-a42a-4cfe-bc74-03f595e56f6e" providerId="ADAL" clId="{6C6F2A0A-45F8-4123-AD3C-F03E4B51A973}" dt="2019-11-21T12:38:22.623" v="353" actId="1076"/>
          <ac:spMkLst>
            <pc:docMk/>
            <pc:sldMk cId="172795176" sldId="286"/>
            <ac:spMk id="7" creationId="{7B34CDE1-6545-4A2B-9A15-1D1CA31B6E89}"/>
          </ac:spMkLst>
        </pc:spChg>
      </pc:sldChg>
      <pc:sldChg chg="modSp ord modAnim">
        <pc:chgData name="Sam O'Neill" userId="cb323814-a42a-4cfe-bc74-03f595e56f6e" providerId="ADAL" clId="{6C6F2A0A-45F8-4123-AD3C-F03E4B51A973}" dt="2019-11-21T12:42:16.687" v="429" actId="20577"/>
        <pc:sldMkLst>
          <pc:docMk/>
          <pc:sldMk cId="152413535" sldId="287"/>
        </pc:sldMkLst>
        <pc:spChg chg="mod">
          <ac:chgData name="Sam O'Neill" userId="cb323814-a42a-4cfe-bc74-03f595e56f6e" providerId="ADAL" clId="{6C6F2A0A-45F8-4123-AD3C-F03E4B51A973}" dt="2019-11-21T12:42:16.687" v="429" actId="20577"/>
          <ac:spMkLst>
            <pc:docMk/>
            <pc:sldMk cId="152413535" sldId="287"/>
            <ac:spMk id="6" creationId="{3C6402F2-B697-41E2-9A78-5D462D650BB4}"/>
          </ac:spMkLst>
        </pc:spChg>
        <pc:graphicFrameChg chg="mod">
          <ac:chgData name="Sam O'Neill" userId="cb323814-a42a-4cfe-bc74-03f595e56f6e" providerId="ADAL" clId="{6C6F2A0A-45F8-4123-AD3C-F03E4B51A973}" dt="2019-11-21T12:41:37.526" v="394" actId="20577"/>
          <ac:graphicFrameMkLst>
            <pc:docMk/>
            <pc:sldMk cId="152413535" sldId="287"/>
            <ac:graphicFrameMk id="3" creationId="{6E67F808-8797-4136-BF0F-CA103DE36B5B}"/>
          </ac:graphicFrameMkLst>
        </pc:graphicFrameChg>
      </pc:sldChg>
      <pc:sldChg chg="addSp delSp modSp">
        <pc:chgData name="Sam O'Neill" userId="cb323814-a42a-4cfe-bc74-03f595e56f6e" providerId="ADAL" clId="{6C6F2A0A-45F8-4123-AD3C-F03E4B51A973}" dt="2019-11-21T12:36:22.833" v="305" actId="1076"/>
        <pc:sldMkLst>
          <pc:docMk/>
          <pc:sldMk cId="3771768100" sldId="289"/>
        </pc:sldMkLst>
        <pc:spChg chg="add mod">
          <ac:chgData name="Sam O'Neill" userId="cb323814-a42a-4cfe-bc74-03f595e56f6e" providerId="ADAL" clId="{6C6F2A0A-45F8-4123-AD3C-F03E4B51A973}" dt="2019-11-21T12:34:26.933" v="245" actId="1076"/>
          <ac:spMkLst>
            <pc:docMk/>
            <pc:sldMk cId="3771768100" sldId="289"/>
            <ac:spMk id="3" creationId="{C15B55AA-C2B7-4F3E-88B4-EEC7CB2687D5}"/>
          </ac:spMkLst>
        </pc:spChg>
        <pc:spChg chg="add mod">
          <ac:chgData name="Sam O'Neill" userId="cb323814-a42a-4cfe-bc74-03f595e56f6e" providerId="ADAL" clId="{6C6F2A0A-45F8-4123-AD3C-F03E4B51A973}" dt="2019-11-21T12:34:37.509" v="250" actId="1076"/>
          <ac:spMkLst>
            <pc:docMk/>
            <pc:sldMk cId="3771768100" sldId="289"/>
            <ac:spMk id="4" creationId="{16BE248E-4A57-4CFF-BB5D-97534BBCB8E9}"/>
          </ac:spMkLst>
        </pc:spChg>
        <pc:spChg chg="mod">
          <ac:chgData name="Sam O'Neill" userId="cb323814-a42a-4cfe-bc74-03f595e56f6e" providerId="ADAL" clId="{6C6F2A0A-45F8-4123-AD3C-F03E4B51A973}" dt="2019-11-21T12:34:22.198" v="244" actId="1076"/>
          <ac:spMkLst>
            <pc:docMk/>
            <pc:sldMk cId="3771768100" sldId="289"/>
            <ac:spMk id="6" creationId="{9BB485F4-5206-445A-9C3F-228617606955}"/>
          </ac:spMkLst>
        </pc:spChg>
        <pc:spChg chg="mod">
          <ac:chgData name="Sam O'Neill" userId="cb323814-a42a-4cfe-bc74-03f595e56f6e" providerId="ADAL" clId="{6C6F2A0A-45F8-4123-AD3C-F03E4B51A973}" dt="2019-11-21T12:34:22.198" v="244" actId="1076"/>
          <ac:spMkLst>
            <pc:docMk/>
            <pc:sldMk cId="3771768100" sldId="289"/>
            <ac:spMk id="8" creationId="{226372D7-2FCD-42F1-843F-8DEB8BA1FEB6}"/>
          </ac:spMkLst>
        </pc:spChg>
        <pc:spChg chg="mod">
          <ac:chgData name="Sam O'Neill" userId="cb323814-a42a-4cfe-bc74-03f595e56f6e" providerId="ADAL" clId="{6C6F2A0A-45F8-4123-AD3C-F03E4B51A973}" dt="2019-11-21T12:34:22.198" v="244" actId="1076"/>
          <ac:spMkLst>
            <pc:docMk/>
            <pc:sldMk cId="3771768100" sldId="289"/>
            <ac:spMk id="9" creationId="{A50F7EBC-E66A-4BEF-938B-203D1EE60539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4" creationId="{6066E1C6-A005-48CD-9FF0-8C76A6D7F911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5" creationId="{B9EE1FC5-3821-4304-A07C-B97973866898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6" creationId="{197628C8-0FCD-44BB-872C-66C3DE73B9E3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7" creationId="{9027B318-2E71-4204-9044-7799EB3230EF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18" creationId="{63B8579F-A55C-4C68-AE97-1294B2BA3914}"/>
          </ac:spMkLst>
        </pc:spChg>
        <pc:spChg chg="add mod">
          <ac:chgData name="Sam O'Neill" userId="cb323814-a42a-4cfe-bc74-03f595e56f6e" providerId="ADAL" clId="{6C6F2A0A-45F8-4123-AD3C-F03E4B51A973}" dt="2019-11-21T12:34:40.981" v="251" actId="1076"/>
          <ac:spMkLst>
            <pc:docMk/>
            <pc:sldMk cId="3771768100" sldId="289"/>
            <ac:spMk id="22" creationId="{57D5978A-1464-4CAE-AFBA-4CEE70AE25B5}"/>
          </ac:spMkLst>
        </pc:spChg>
        <pc:spChg chg="add mod">
          <ac:chgData name="Sam O'Neill" userId="cb323814-a42a-4cfe-bc74-03f595e56f6e" providerId="ADAL" clId="{6C6F2A0A-45F8-4123-AD3C-F03E4B51A973}" dt="2019-11-21T12:35:39.567" v="267" actId="1076"/>
          <ac:spMkLst>
            <pc:docMk/>
            <pc:sldMk cId="3771768100" sldId="289"/>
            <ac:spMk id="37" creationId="{2122A0F8-7645-47F3-B181-95D921010F66}"/>
          </ac:spMkLst>
        </pc:spChg>
        <pc:spChg chg="add mod">
          <ac:chgData name="Sam O'Neill" userId="cb323814-a42a-4cfe-bc74-03f595e56f6e" providerId="ADAL" clId="{6C6F2A0A-45F8-4123-AD3C-F03E4B51A973}" dt="2019-11-21T12:36:22.833" v="305" actId="1076"/>
          <ac:spMkLst>
            <pc:docMk/>
            <pc:sldMk cId="3771768100" sldId="289"/>
            <ac:spMk id="40" creationId="{CFDCEA05-ED1A-4604-A67D-C0146D454361}"/>
          </ac:spMkLst>
        </pc:spChg>
        <pc:grpChg chg="add mod">
          <ac:chgData name="Sam O'Neill" userId="cb323814-a42a-4cfe-bc74-03f595e56f6e" providerId="ADAL" clId="{6C6F2A0A-45F8-4123-AD3C-F03E4B51A973}" dt="2019-11-21T12:34:35.365" v="249" actId="1076"/>
          <ac:grpSpMkLst>
            <pc:docMk/>
            <pc:sldMk cId="3771768100" sldId="289"/>
            <ac:grpSpMk id="5" creationId="{CCE90A34-FF19-4B79-B3F6-D6E66934DD91}"/>
          </ac:grpSpMkLst>
        </pc:grpChg>
        <pc:grpChg chg="add mod">
          <ac:chgData name="Sam O'Neill" userId="cb323814-a42a-4cfe-bc74-03f595e56f6e" providerId="ADAL" clId="{6C6F2A0A-45F8-4123-AD3C-F03E4B51A973}" dt="2019-11-21T12:34:30.893" v="247" actId="1076"/>
          <ac:grpSpMkLst>
            <pc:docMk/>
            <pc:sldMk cId="3771768100" sldId="289"/>
            <ac:grpSpMk id="24" creationId="{0A2D2D28-175D-4B37-92B3-C776AB45D8B5}"/>
          </ac:grpSpMkLst>
        </pc:grpChg>
        <pc:cxnChg chg="mod">
          <ac:chgData name="Sam O'Neill" userId="cb323814-a42a-4cfe-bc74-03f595e56f6e" providerId="ADAL" clId="{6C6F2A0A-45F8-4123-AD3C-F03E4B51A973}" dt="2019-11-21T12:34:22.198" v="244" actId="1076"/>
          <ac:cxnSpMkLst>
            <pc:docMk/>
            <pc:sldMk cId="3771768100" sldId="289"/>
            <ac:cxnSpMk id="11" creationId="{4C5D51E6-A11E-41F9-9507-CEA77E002F78}"/>
          </ac:cxnSpMkLst>
        </pc:cxnChg>
        <pc:cxnChg chg="mod">
          <ac:chgData name="Sam O'Neill" userId="cb323814-a42a-4cfe-bc74-03f595e56f6e" providerId="ADAL" clId="{6C6F2A0A-45F8-4123-AD3C-F03E4B51A973}" dt="2019-11-21T12:34:22.198" v="244" actId="1076"/>
          <ac:cxnSpMkLst>
            <pc:docMk/>
            <pc:sldMk cId="3771768100" sldId="289"/>
            <ac:cxnSpMk id="12" creationId="{E58B5DB9-CC5F-4F06-9161-E24F804F0689}"/>
          </ac:cxnSpMkLst>
        </pc:cxnChg>
        <pc:cxnChg chg="add mod">
          <ac:chgData name="Sam O'Neill" userId="cb323814-a42a-4cfe-bc74-03f595e56f6e" providerId="ADAL" clId="{6C6F2A0A-45F8-4123-AD3C-F03E4B51A973}" dt="2019-11-21T12:34:40.981" v="251" actId="1076"/>
          <ac:cxnSpMkLst>
            <pc:docMk/>
            <pc:sldMk cId="3771768100" sldId="289"/>
            <ac:cxnSpMk id="19" creationId="{EAC6E4D9-829D-4432-BD76-66C3BFA379E7}"/>
          </ac:cxnSpMkLst>
        </pc:cxnChg>
        <pc:cxnChg chg="add mod">
          <ac:chgData name="Sam O'Neill" userId="cb323814-a42a-4cfe-bc74-03f595e56f6e" providerId="ADAL" clId="{6C6F2A0A-45F8-4123-AD3C-F03E4B51A973}" dt="2019-11-21T12:34:40.981" v="251" actId="1076"/>
          <ac:cxnSpMkLst>
            <pc:docMk/>
            <pc:sldMk cId="3771768100" sldId="289"/>
            <ac:cxnSpMk id="20" creationId="{800897C1-91A5-4532-9F15-82F044D6A1E0}"/>
          </ac:cxnSpMkLst>
        </pc:cxnChg>
        <pc:cxnChg chg="add mod">
          <ac:chgData name="Sam O'Neill" userId="cb323814-a42a-4cfe-bc74-03f595e56f6e" providerId="ADAL" clId="{6C6F2A0A-45F8-4123-AD3C-F03E4B51A973}" dt="2019-11-21T12:34:40.981" v="251" actId="1076"/>
          <ac:cxnSpMkLst>
            <pc:docMk/>
            <pc:sldMk cId="3771768100" sldId="289"/>
            <ac:cxnSpMk id="21" creationId="{F44F7968-EF0E-4292-920A-AA788512BF3C}"/>
          </ac:cxnSpMkLst>
        </pc:cxnChg>
        <pc:cxnChg chg="mod">
          <ac:chgData name="Sam O'Neill" userId="cb323814-a42a-4cfe-bc74-03f595e56f6e" providerId="ADAL" clId="{6C6F2A0A-45F8-4123-AD3C-F03E4B51A973}" dt="2019-11-21T12:34:56.215" v="252" actId="14100"/>
          <ac:cxnSpMkLst>
            <pc:docMk/>
            <pc:sldMk cId="3771768100" sldId="289"/>
            <ac:cxnSpMk id="31" creationId="{2ED9375B-B8C2-4E99-8A3F-AE9CAD41927A}"/>
          </ac:cxnSpMkLst>
        </pc:cxnChg>
        <pc:cxnChg chg="add mod">
          <ac:chgData name="Sam O'Neill" userId="cb323814-a42a-4cfe-bc74-03f595e56f6e" providerId="ADAL" clId="{6C6F2A0A-45F8-4123-AD3C-F03E4B51A973}" dt="2019-11-21T12:35:09.302" v="255" actId="14100"/>
          <ac:cxnSpMkLst>
            <pc:docMk/>
            <pc:sldMk cId="3771768100" sldId="289"/>
            <ac:cxnSpMk id="34" creationId="{05325C28-C709-4080-A5CE-6AEA4E3CB0EB}"/>
          </ac:cxnSpMkLst>
        </pc:cxnChg>
        <pc:cxnChg chg="add del mod">
          <ac:chgData name="Sam O'Neill" userId="cb323814-a42a-4cfe-bc74-03f595e56f6e" providerId="ADAL" clId="{6C6F2A0A-45F8-4123-AD3C-F03E4B51A973}" dt="2019-11-21T12:35:43.824" v="269" actId="11529"/>
          <ac:cxnSpMkLst>
            <pc:docMk/>
            <pc:sldMk cId="3771768100" sldId="289"/>
            <ac:cxnSpMk id="39" creationId="{CB3B3BE3-3D0D-4701-8C99-138826DA07F5}"/>
          </ac:cxnSpMkLst>
        </pc:cxnChg>
      </pc:sldChg>
      <pc:sldChg chg="del">
        <pc:chgData name="Sam O'Neill" userId="cb323814-a42a-4cfe-bc74-03f595e56f6e" providerId="ADAL" clId="{6C6F2A0A-45F8-4123-AD3C-F03E4B51A973}" dt="2019-11-21T12:36:40.368" v="306" actId="2696"/>
        <pc:sldMkLst>
          <pc:docMk/>
          <pc:sldMk cId="1642905886" sldId="290"/>
        </pc:sldMkLst>
      </pc:sldChg>
      <pc:sldChg chg="addSp modSp modAnim">
        <pc:chgData name="Sam O'Neill" userId="cb323814-a42a-4cfe-bc74-03f595e56f6e" providerId="ADAL" clId="{6C6F2A0A-45F8-4123-AD3C-F03E4B51A973}" dt="2019-11-21T12:46:31.149" v="583" actId="20577"/>
        <pc:sldMkLst>
          <pc:docMk/>
          <pc:sldMk cId="3268352976" sldId="291"/>
        </pc:sldMkLst>
        <pc:spChg chg="mod">
          <ac:chgData name="Sam O'Neill" userId="cb323814-a42a-4cfe-bc74-03f595e56f6e" providerId="ADAL" clId="{6C6F2A0A-45F8-4123-AD3C-F03E4B51A973}" dt="2019-11-21T12:42:36.206" v="446" actId="20577"/>
          <ac:spMkLst>
            <pc:docMk/>
            <pc:sldMk cId="3268352976" sldId="291"/>
            <ac:spMk id="2" creationId="{F3E593E6-3D2F-4C7E-80B2-F78D636A9E07}"/>
          </ac:spMkLst>
        </pc:spChg>
        <pc:spChg chg="add mod">
          <ac:chgData name="Sam O'Neill" userId="cb323814-a42a-4cfe-bc74-03f595e56f6e" providerId="ADAL" clId="{6C6F2A0A-45F8-4123-AD3C-F03E4B51A973}" dt="2019-11-21T12:46:05.868" v="562" actId="1076"/>
          <ac:spMkLst>
            <pc:docMk/>
            <pc:sldMk cId="3268352976" sldId="291"/>
            <ac:spMk id="4" creationId="{078D7D91-BEB2-4D9D-A526-1EA7296CD8F3}"/>
          </ac:spMkLst>
        </pc:spChg>
        <pc:spChg chg="add mod">
          <ac:chgData name="Sam O'Neill" userId="cb323814-a42a-4cfe-bc74-03f595e56f6e" providerId="ADAL" clId="{6C6F2A0A-45F8-4123-AD3C-F03E4B51A973}" dt="2019-11-21T12:45:53.597" v="561" actId="20577"/>
          <ac:spMkLst>
            <pc:docMk/>
            <pc:sldMk cId="3268352976" sldId="291"/>
            <ac:spMk id="8" creationId="{EF8829A5-1F61-4C8E-846F-75E103DDA30B}"/>
          </ac:spMkLst>
        </pc:spChg>
        <pc:graphicFrameChg chg="mod modGraphic">
          <ac:chgData name="Sam O'Neill" userId="cb323814-a42a-4cfe-bc74-03f595e56f6e" providerId="ADAL" clId="{6C6F2A0A-45F8-4123-AD3C-F03E4B51A973}" dt="2019-11-21T12:46:31.149" v="583" actId="20577"/>
          <ac:graphicFrameMkLst>
            <pc:docMk/>
            <pc:sldMk cId="3268352976" sldId="291"/>
            <ac:graphicFrameMk id="3" creationId="{6E67F808-8797-4136-BF0F-CA103DE36B5B}"/>
          </ac:graphicFrameMkLst>
        </pc:graphicFrameChg>
        <pc:graphicFrameChg chg="add mod modGraphic">
          <ac:chgData name="Sam O'Neill" userId="cb323814-a42a-4cfe-bc74-03f595e56f6e" providerId="ADAL" clId="{6C6F2A0A-45F8-4123-AD3C-F03E4B51A973}" dt="2019-11-21T12:45:07.340" v="500" actId="20577"/>
          <ac:graphicFrameMkLst>
            <pc:docMk/>
            <pc:sldMk cId="3268352976" sldId="291"/>
            <ac:graphicFrameMk id="5" creationId="{7BE8132B-4E3A-4CDC-B46B-C59AF6AF2AB4}"/>
          </ac:graphicFrameMkLst>
        </pc:graphicFrameChg>
        <pc:graphicFrameChg chg="mod modGraphic">
          <ac:chgData name="Sam O'Neill" userId="cb323814-a42a-4cfe-bc74-03f595e56f6e" providerId="ADAL" clId="{6C6F2A0A-45F8-4123-AD3C-F03E4B51A973}" dt="2019-11-21T12:45:11.492" v="501" actId="1076"/>
          <ac:graphicFrameMkLst>
            <pc:docMk/>
            <pc:sldMk cId="3268352976" sldId="291"/>
            <ac:graphicFrameMk id="7" creationId="{4BABD46F-C7F3-4C94-A0E7-921341EDCAD6}"/>
          </ac:graphicFrameMkLst>
        </pc:graphicFrameChg>
      </pc:sldChg>
      <pc:sldChg chg="modSp add">
        <pc:chgData name="Sam O'Neill" userId="cb323814-a42a-4cfe-bc74-03f595e56f6e" providerId="ADAL" clId="{6C6F2A0A-45F8-4123-AD3C-F03E4B51A973}" dt="2019-11-21T12:41:49.292" v="397" actId="20577"/>
        <pc:sldMkLst>
          <pc:docMk/>
          <pc:sldMk cId="487034954" sldId="292"/>
        </pc:sldMkLst>
        <pc:graphicFrameChg chg="mod modGraphic">
          <ac:chgData name="Sam O'Neill" userId="cb323814-a42a-4cfe-bc74-03f595e56f6e" providerId="ADAL" clId="{6C6F2A0A-45F8-4123-AD3C-F03E4B51A973}" dt="2019-11-21T12:41:49.292" v="397" actId="20577"/>
          <ac:graphicFrameMkLst>
            <pc:docMk/>
            <pc:sldMk cId="487034954" sldId="292"/>
            <ac:graphicFrameMk id="3" creationId="{6E67F808-8797-4136-BF0F-CA103DE36B5B}"/>
          </ac:graphicFrameMkLst>
        </pc:graphicFrameChg>
      </pc:sldChg>
      <pc:sldChg chg="addSp modSp add">
        <pc:chgData name="Sam O'Neill" userId="cb323814-a42a-4cfe-bc74-03f595e56f6e" providerId="ADAL" clId="{6C6F2A0A-45F8-4123-AD3C-F03E4B51A973}" dt="2019-11-21T13:40:16.545" v="717" actId="20577"/>
        <pc:sldMkLst>
          <pc:docMk/>
          <pc:sldMk cId="3196128063" sldId="293"/>
        </pc:sldMkLst>
        <pc:spChg chg="add mod">
          <ac:chgData name="Sam O'Neill" userId="cb323814-a42a-4cfe-bc74-03f595e56f6e" providerId="ADAL" clId="{6C6F2A0A-45F8-4123-AD3C-F03E4B51A973}" dt="2019-11-21T13:40:16.545" v="717" actId="20577"/>
          <ac:spMkLst>
            <pc:docMk/>
            <pc:sldMk cId="3196128063" sldId="293"/>
            <ac:spMk id="6" creationId="{B8C5BF12-2273-4C1F-B0AA-9404B44D7593}"/>
          </ac:spMkLst>
        </pc:spChg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3133951715" sldId="294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1375759681" sldId="296"/>
        </pc:sldMkLst>
      </pc:sldChg>
      <pc:sldChg chg="addSp delSp modSp add">
        <pc:chgData name="Sam O'Neill" userId="cb323814-a42a-4cfe-bc74-03f595e56f6e" providerId="ADAL" clId="{6C6F2A0A-45F8-4123-AD3C-F03E4B51A973}" dt="2019-11-21T13:38:51.433" v="605" actId="20577"/>
        <pc:sldMkLst>
          <pc:docMk/>
          <pc:sldMk cId="1880957841" sldId="297"/>
        </pc:sldMkLst>
        <pc:spChg chg="del">
          <ac:chgData name="Sam O'Neill" userId="cb323814-a42a-4cfe-bc74-03f595e56f6e" providerId="ADAL" clId="{6C6F2A0A-45F8-4123-AD3C-F03E4B51A973}" dt="2019-11-21T13:38:46.528" v="592"/>
          <ac:spMkLst>
            <pc:docMk/>
            <pc:sldMk cId="1880957841" sldId="297"/>
            <ac:spMk id="2" creationId="{10A3DE3D-21ED-421D-B911-1DA3B9719AE2}"/>
          </ac:spMkLst>
        </pc:spChg>
        <pc:spChg chg="del">
          <ac:chgData name="Sam O'Neill" userId="cb323814-a42a-4cfe-bc74-03f595e56f6e" providerId="ADAL" clId="{6C6F2A0A-45F8-4123-AD3C-F03E4B51A973}" dt="2019-11-21T13:38:46.528" v="592"/>
          <ac:spMkLst>
            <pc:docMk/>
            <pc:sldMk cId="1880957841" sldId="297"/>
            <ac:spMk id="3" creationId="{CA6791A2-AF56-425D-8C51-D7F83A490C94}"/>
          </ac:spMkLst>
        </pc:spChg>
        <pc:spChg chg="add mod">
          <ac:chgData name="Sam O'Neill" userId="cb323814-a42a-4cfe-bc74-03f595e56f6e" providerId="ADAL" clId="{6C6F2A0A-45F8-4123-AD3C-F03E4B51A973}" dt="2019-11-21T13:38:51.433" v="605" actId="20577"/>
          <ac:spMkLst>
            <pc:docMk/>
            <pc:sldMk cId="1880957841" sldId="297"/>
            <ac:spMk id="4" creationId="{92CD7A05-F473-4C4A-B3E7-A5BF464ACB7D}"/>
          </ac:spMkLst>
        </pc:spChg>
        <pc:spChg chg="add mod">
          <ac:chgData name="Sam O'Neill" userId="cb323814-a42a-4cfe-bc74-03f595e56f6e" providerId="ADAL" clId="{6C6F2A0A-45F8-4123-AD3C-F03E4B51A973}" dt="2019-11-21T13:38:46.528" v="592"/>
          <ac:spMkLst>
            <pc:docMk/>
            <pc:sldMk cId="1880957841" sldId="297"/>
            <ac:spMk id="5" creationId="{F6CF81BE-D7B5-42F5-8544-18083BE9891A}"/>
          </ac:spMkLst>
        </pc:spChg>
      </pc:sldChg>
    </pc:docChg>
  </pc:docChgLst>
  <pc:docChgLst>
    <pc:chgData name="Sam O'Neill" userId="cb323814-a42a-4cfe-bc74-03f595e56f6e" providerId="ADAL" clId="{BADCAA85-4712-4663-889D-4D13B0E23377}"/>
    <pc:docChg chg="custSel addSld delSld modSld">
      <pc:chgData name="Sam O'Neill" userId="cb323814-a42a-4cfe-bc74-03f595e56f6e" providerId="ADAL" clId="{BADCAA85-4712-4663-889D-4D13B0E23377}" dt="2021-02-11T12:24:04.800" v="387" actId="33639"/>
      <pc:docMkLst>
        <pc:docMk/>
      </pc:docMkLst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582779011" sldId="31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372416909" sldId="320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1372416909" sldId="320"/>
            <ac:inkMk id="3" creationId="{144060FB-2291-42FB-AEE4-2BC976226E81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066874544" sldId="321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2066874544" sldId="321"/>
            <ac:inkMk id="4" creationId="{0ECF1058-9633-41FF-AC39-B5EA33D223A3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39044082" sldId="322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539044082" sldId="322"/>
            <ac:inkMk id="3" creationId="{375EE745-7610-4E21-B3A9-311E4A132FA0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134767169" sldId="323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4134767169" sldId="323"/>
            <ac:inkMk id="3" creationId="{8E685F89-2834-405E-BC99-4B27E355E998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982664530" sldId="325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982664530" sldId="325"/>
            <ac:inkMk id="3" creationId="{4D16E62D-0E4C-4FF9-B619-25CE00B393CB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830733632" sldId="326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1830733632" sldId="326"/>
            <ac:inkMk id="5" creationId="{665CA49A-DD45-4C77-8121-61D062610E20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53580367" sldId="327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2953580367" sldId="327"/>
            <ac:inkMk id="4" creationId="{E6A0115F-35C8-4834-8D28-EDC8FD22C74E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769471408" sldId="330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3769471408" sldId="330"/>
            <ac:inkMk id="3" creationId="{DDDFA9EA-E9E0-4292-849D-3B14F1AE499B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12511006" sldId="331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3012511006" sldId="331"/>
            <ac:inkMk id="3" creationId="{86D73D9D-CF0F-4B4C-9DB3-8909BB25ECB7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871655049" sldId="333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3871655049" sldId="333"/>
            <ac:inkMk id="3" creationId="{2E2B2D71-94BD-4A0B-8BC1-B07AC6D2EBDD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74898386" sldId="334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2974898386" sldId="334"/>
            <ac:inkMk id="3" creationId="{A8F2E244-2F1F-407B-922A-29F3007CF110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921976811" sldId="335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3921976811" sldId="335"/>
            <ac:inkMk id="6" creationId="{9929CC0D-5B87-44AE-95D5-415C99EB9758}"/>
          </ac:inkMkLst>
        </pc:inkChg>
      </pc:sldChg>
      <pc:sldChg chg="addSp delSp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1046504550" sldId="336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1046504550" sldId="336"/>
            <ac:inkMk id="3" creationId="{554E0265-E33B-40C8-B7E1-04F7612B0D62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470467097" sldId="337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3470467097" sldId="337"/>
            <ac:inkMk id="5" creationId="{7DB7F4E7-2043-40AD-AFE8-EEB73509C130}"/>
          </ac:inkMkLst>
        </pc:inkChg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446967282" sldId="338"/>
        </pc:sldMkLst>
        <pc:spChg chg="mod">
          <ac:chgData name="Sam O'Neill" userId="cb323814-a42a-4cfe-bc74-03f595e56f6e" providerId="ADAL" clId="{BADCAA85-4712-4663-889D-4D13B0E23377}" dt="2021-02-11T09:22:22.402" v="29" actId="20577"/>
          <ac:spMkLst>
            <pc:docMk/>
            <pc:sldMk cId="1446967282" sldId="338"/>
            <ac:spMk id="2" creationId="{F3E593E6-3D2F-4C7E-80B2-F78D636A9E07}"/>
          </ac:spMkLst>
        </pc:spChg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1446967282" sldId="338"/>
            <ac:inkMk id="3" creationId="{9098209F-0AE3-4D6E-88C8-7EA471E05DD6}"/>
          </ac:inkMkLst>
        </pc:inkChg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44334578" sldId="339"/>
        </pc:sldMkLst>
        <pc:spChg chg="mod">
          <ac:chgData name="Sam O'Neill" userId="cb323814-a42a-4cfe-bc74-03f595e56f6e" providerId="ADAL" clId="{BADCAA85-4712-4663-889D-4D13B0E23377}" dt="2021-02-11T09:22:26.633" v="37" actId="20577"/>
          <ac:spMkLst>
            <pc:docMk/>
            <pc:sldMk cId="544334578" sldId="339"/>
            <ac:spMk id="2" creationId="{F3E593E6-3D2F-4C7E-80B2-F78D636A9E07}"/>
          </ac:spMkLst>
        </pc:spChg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544334578" sldId="339"/>
            <ac:inkMk id="5" creationId="{F43651DD-FBBD-4A2C-85FC-0E28CE453901}"/>
          </ac:inkMkLst>
        </pc:inkChg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642407119" sldId="340"/>
        </pc:sldMkLst>
        <pc:spChg chg="mod">
          <ac:chgData name="Sam O'Neill" userId="cb323814-a42a-4cfe-bc74-03f595e56f6e" providerId="ADAL" clId="{BADCAA85-4712-4663-889D-4D13B0E23377}" dt="2021-02-11T09:22:35.368" v="59" actId="20577"/>
          <ac:spMkLst>
            <pc:docMk/>
            <pc:sldMk cId="1642407119" sldId="340"/>
            <ac:spMk id="8" creationId="{3ACD8ED3-55F9-4D08-97A6-4397E79F32C0}"/>
          </ac:spMkLst>
        </pc:spChg>
        <pc:spChg chg="mod">
          <ac:chgData name="Sam O'Neill" userId="cb323814-a42a-4cfe-bc74-03f595e56f6e" providerId="ADAL" clId="{BADCAA85-4712-4663-889D-4D13B0E23377}" dt="2021-02-11T09:22:42.220" v="75" actId="20577"/>
          <ac:spMkLst>
            <pc:docMk/>
            <pc:sldMk cId="1642407119" sldId="340"/>
            <ac:spMk id="13" creationId="{BE899FFA-A1F0-4DBC-8932-CA856A39A7AE}"/>
          </ac:spMkLst>
        </pc:spChg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1642407119" sldId="340"/>
            <ac:inkMk id="3" creationId="{00915FA4-FF8C-4442-8EA6-E75BD6057F15}"/>
          </ac:inkMkLst>
        </pc:inkChg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407836991" sldId="341"/>
        </pc:sldMkLst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2098889634" sldId="343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2330514753" sldId="344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943679837" sldId="345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304337896" sldId="347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369782033" sldId="348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2369782033" sldId="348"/>
            <ac:inkMk id="3" creationId="{C42CDC23-E484-4910-86E3-89C051593549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07265482" sldId="349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1107265482" sldId="349"/>
            <ac:inkMk id="4" creationId="{F4E63A1E-4E77-430F-B2E6-C95126A17B80}"/>
          </ac:inkMkLst>
        </pc:inkChg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214197231" sldId="35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529980565" sldId="351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2529980565" sldId="351"/>
            <ac:inkMk id="4" creationId="{C0A3A193-5582-4E9B-BCBB-67325F02C250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87532117" sldId="352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3087532117" sldId="352"/>
            <ac:inkMk id="3" creationId="{44D40901-A558-4981-A0F2-2A1D400199F9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03897775" sldId="359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403897775" sldId="359"/>
            <ac:inkMk id="3" creationId="{8A65B771-046D-43A9-B4BB-43F9F55DE136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669141773" sldId="360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669141773" sldId="360"/>
            <ac:inkMk id="3" creationId="{32930B09-3ECA-47E4-B2D2-1EDAF12A9B4E}"/>
          </ac:inkMkLst>
        </pc:inkChg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41663153" sldId="361"/>
        </pc:sldMkLst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1141663153" sldId="361"/>
            <ac:inkMk id="3" creationId="{DE654BD2-EA42-49C4-A307-7B0B4B323620}"/>
          </ac:inkMkLst>
        </pc:inkChg>
      </pc:sldChg>
      <pc:sldChg chg="modSp add del mod">
        <pc:chgData name="Sam O'Neill" userId="cb323814-a42a-4cfe-bc74-03f595e56f6e" providerId="ADAL" clId="{BADCAA85-4712-4663-889D-4D13B0E23377}" dt="2021-02-11T09:22:57.356" v="76" actId="47"/>
        <pc:sldMkLst>
          <pc:docMk/>
          <pc:sldMk cId="262298376" sldId="363"/>
        </pc:sldMkLst>
        <pc:spChg chg="mod">
          <ac:chgData name="Sam O'Neill" userId="cb323814-a42a-4cfe-bc74-03f595e56f6e" providerId="ADAL" clId="{BADCAA85-4712-4663-889D-4D13B0E23377}" dt="2021-02-11T09:21:51.198" v="21" actId="20577"/>
          <ac:spMkLst>
            <pc:docMk/>
            <pc:sldMk cId="262298376" sldId="363"/>
            <ac:spMk id="2" creationId="{F3E593E6-3D2F-4C7E-80B2-F78D636A9E07}"/>
          </ac:spMkLst>
        </pc:spChg>
      </pc:sldChg>
      <pc:sldChg chg="addSp delSp modSp add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3933695454" sldId="363"/>
        </pc:sldMkLst>
        <pc:spChg chg="mod">
          <ac:chgData name="Sam O'Neill" userId="cb323814-a42a-4cfe-bc74-03f595e56f6e" providerId="ADAL" clId="{BADCAA85-4712-4663-889D-4D13B0E23377}" dt="2021-02-11T09:23:22.083" v="108" actId="20577"/>
          <ac:spMkLst>
            <pc:docMk/>
            <pc:sldMk cId="3933695454" sldId="363"/>
            <ac:spMk id="2" creationId="{F3E593E6-3D2F-4C7E-80B2-F78D636A9E07}"/>
          </ac:spMkLst>
        </pc:spChg>
        <pc:spChg chg="mod">
          <ac:chgData name="Sam O'Neill" userId="cb323814-a42a-4cfe-bc74-03f595e56f6e" providerId="ADAL" clId="{BADCAA85-4712-4663-889D-4D13B0E23377}" dt="2021-02-11T09:27:50.928" v="385" actId="20577"/>
          <ac:spMkLst>
            <pc:docMk/>
            <pc:sldMk cId="3933695454" sldId="363"/>
            <ac:spMk id="41" creationId="{C14A0838-F628-458D-8D91-0A95C51199DA}"/>
          </ac:spMkLst>
        </pc:spChg>
        <pc:inkChg chg="add del">
          <ac:chgData name="Sam O'Neill" userId="cb323814-a42a-4cfe-bc74-03f595e56f6e" providerId="ADAL" clId="{BADCAA85-4712-4663-889D-4D13B0E23377}" dt="2021-02-11T12:24:04.800" v="387" actId="33639"/>
          <ac:inkMkLst>
            <pc:docMk/>
            <pc:sldMk cId="3933695454" sldId="363"/>
            <ac:inkMk id="3" creationId="{6534AB92-3F67-4F61-BA8F-5834C62F899D}"/>
          </ac:inkMkLst>
        </pc:inkChg>
      </pc:sldChg>
    </pc:docChg>
  </pc:docChgLst>
  <pc:docChgLst>
    <pc:chgData name="Sam O’Neil" userId="cb323814-a42a-4cfe-bc74-03f595e56f6e" providerId="ADAL" clId="{A400A25C-AD53-4DED-9CE7-9937FD2E1C3E}"/>
    <pc:docChg chg="undo redo custSel addSld delSld modSld">
      <pc:chgData name="Sam O’Neil" userId="cb323814-a42a-4cfe-bc74-03f595e56f6e" providerId="ADAL" clId="{A400A25C-AD53-4DED-9CE7-9937FD2E1C3E}" dt="2019-10-10T09:31:18.610" v="4106" actId="20577"/>
      <pc:docMkLst>
        <pc:docMk/>
      </pc:docMkLst>
      <pc:sldChg chg="modSp add">
        <pc:chgData name="Sam O’Neil" userId="cb323814-a42a-4cfe-bc74-03f595e56f6e" providerId="ADAL" clId="{A400A25C-AD53-4DED-9CE7-9937FD2E1C3E}" dt="2019-10-08T20:55:46.092" v="32" actId="20577"/>
        <pc:sldMkLst>
          <pc:docMk/>
          <pc:sldMk cId="110775907" sldId="256"/>
        </pc:sldMkLst>
        <pc:spChg chg="mod">
          <ac:chgData name="Sam O’Neil" userId="cb323814-a42a-4cfe-bc74-03f595e56f6e" providerId="ADAL" clId="{A400A25C-AD53-4DED-9CE7-9937FD2E1C3E}" dt="2019-10-08T20:55:46.092" v="32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modSp add">
        <pc:chgData name="Sam O’Neil" userId="cb323814-a42a-4cfe-bc74-03f595e56f6e" providerId="ADAL" clId="{A400A25C-AD53-4DED-9CE7-9937FD2E1C3E}" dt="2019-10-09T17:51:28.827" v="3837" actId="20577"/>
        <pc:sldMkLst>
          <pc:docMk/>
          <pc:sldMk cId="2464477114" sldId="257"/>
        </pc:sldMkLst>
        <pc:spChg chg="mod">
          <ac:chgData name="Sam O’Neil" userId="cb323814-a42a-4cfe-bc74-03f595e56f6e" providerId="ADAL" clId="{A400A25C-AD53-4DED-9CE7-9937FD2E1C3E}" dt="2019-10-09T17:50:32.992" v="3768" actId="20577"/>
          <ac:spMkLst>
            <pc:docMk/>
            <pc:sldMk cId="2464477114" sldId="257"/>
            <ac:spMk id="2" creationId="{3C670DCA-349F-4E07-9481-BFF8779160C8}"/>
          </ac:spMkLst>
        </pc:spChg>
        <pc:spChg chg="mod">
          <ac:chgData name="Sam O’Neil" userId="cb323814-a42a-4cfe-bc74-03f595e56f6e" providerId="ADAL" clId="{A400A25C-AD53-4DED-9CE7-9937FD2E1C3E}" dt="2019-10-09T17:51:28.827" v="3837" actId="20577"/>
          <ac:spMkLst>
            <pc:docMk/>
            <pc:sldMk cId="2464477114" sldId="257"/>
            <ac:spMk id="3" creationId="{2ED27342-B019-4230-BC68-60F4E0ADF16D}"/>
          </ac:spMkLst>
        </pc:spChg>
      </pc:sldChg>
      <pc:sldChg chg="modSp modAnim">
        <pc:chgData name="Sam O’Neil" userId="cb323814-a42a-4cfe-bc74-03f595e56f6e" providerId="ADAL" clId="{A400A25C-AD53-4DED-9CE7-9937FD2E1C3E}" dt="2019-10-09T17:38:06.013" v="3508"/>
        <pc:sldMkLst>
          <pc:docMk/>
          <pc:sldMk cId="737113903" sldId="258"/>
        </pc:sldMkLst>
        <pc:spChg chg="mod">
          <ac:chgData name="Sam O’Neil" userId="cb323814-a42a-4cfe-bc74-03f595e56f6e" providerId="ADAL" clId="{A400A25C-AD53-4DED-9CE7-9937FD2E1C3E}" dt="2019-10-09T15:41:33.756" v="3263" actId="6549"/>
          <ac:spMkLst>
            <pc:docMk/>
            <pc:sldMk cId="737113903" sldId="258"/>
            <ac:spMk id="2" creationId="{F3E593E6-3D2F-4C7E-80B2-F78D636A9E07}"/>
          </ac:spMkLst>
        </pc:spChg>
      </pc:sldChg>
      <pc:sldChg chg="modSp modAnim">
        <pc:chgData name="Sam O’Neil" userId="cb323814-a42a-4cfe-bc74-03f595e56f6e" providerId="ADAL" clId="{A400A25C-AD53-4DED-9CE7-9937FD2E1C3E}" dt="2019-10-09T17:38:10.140" v="3510"/>
        <pc:sldMkLst>
          <pc:docMk/>
          <pc:sldMk cId="3710664848" sldId="260"/>
        </pc:sldMkLst>
        <pc:spChg chg="mod">
          <ac:chgData name="Sam O’Neil" userId="cb323814-a42a-4cfe-bc74-03f595e56f6e" providerId="ADAL" clId="{A400A25C-AD53-4DED-9CE7-9937FD2E1C3E}" dt="2019-10-09T14:03:39.769" v="277" actId="20577"/>
          <ac:spMkLst>
            <pc:docMk/>
            <pc:sldMk cId="3710664848" sldId="260"/>
            <ac:spMk id="3" creationId="{5198A88B-52B3-469E-A512-B72752EB7862}"/>
          </ac:spMkLst>
        </pc:spChg>
      </pc:sldChg>
      <pc:sldChg chg="modTransition">
        <pc:chgData name="Sam O’Neil" userId="cb323814-a42a-4cfe-bc74-03f595e56f6e" providerId="ADAL" clId="{A400A25C-AD53-4DED-9CE7-9937FD2E1C3E}" dt="2019-10-09T15:19:13.712" v="2382"/>
        <pc:sldMkLst>
          <pc:docMk/>
          <pc:sldMk cId="1484236167" sldId="261"/>
        </pc:sldMkLst>
      </pc:sldChg>
      <pc:sldChg chg="addSp delSp modSp">
        <pc:chgData name="Sam O’Neil" userId="cb323814-a42a-4cfe-bc74-03f595e56f6e" providerId="ADAL" clId="{A400A25C-AD53-4DED-9CE7-9937FD2E1C3E}" dt="2019-10-09T17:38:27.741" v="3516" actId="14100"/>
        <pc:sldMkLst>
          <pc:docMk/>
          <pc:sldMk cId="1402902768" sldId="262"/>
        </pc:sldMkLst>
        <pc:spChg chg="mod">
          <ac:chgData name="Sam O’Neil" userId="cb323814-a42a-4cfe-bc74-03f595e56f6e" providerId="ADAL" clId="{A400A25C-AD53-4DED-9CE7-9937FD2E1C3E}" dt="2019-10-09T17:38:22.175" v="3513" actId="1076"/>
          <ac:spMkLst>
            <pc:docMk/>
            <pc:sldMk cId="1402902768" sldId="262"/>
            <ac:spMk id="5" creationId="{B33061F3-EE25-41A1-B07F-232271977D47}"/>
          </ac:spMkLst>
        </pc:spChg>
        <pc:spChg chg="add del">
          <ac:chgData name="Sam O’Neil" userId="cb323814-a42a-4cfe-bc74-03f595e56f6e" providerId="ADAL" clId="{A400A25C-AD53-4DED-9CE7-9937FD2E1C3E}" dt="2019-10-09T16:43:14.932" v="3265" actId="478"/>
          <ac:spMkLst>
            <pc:docMk/>
            <pc:sldMk cId="1402902768" sldId="262"/>
            <ac:spMk id="6" creationId="{714EAF98-91E7-4618-843C-B986269EFC1C}"/>
          </ac:spMkLst>
        </pc:spChg>
        <pc:spChg chg="add mod">
          <ac:chgData name="Sam O’Neil" userId="cb323814-a42a-4cfe-bc74-03f595e56f6e" providerId="ADAL" clId="{A400A25C-AD53-4DED-9CE7-9937FD2E1C3E}" dt="2019-10-09T17:38:27.741" v="3516" actId="14100"/>
          <ac:spMkLst>
            <pc:docMk/>
            <pc:sldMk cId="1402902768" sldId="262"/>
            <ac:spMk id="7" creationId="{E68F968E-8943-4A8B-9A31-C309B6C11DE0}"/>
          </ac:spMkLst>
        </pc:spChg>
        <pc:picChg chg="add del">
          <ac:chgData name="Sam O’Neil" userId="cb323814-a42a-4cfe-bc74-03f595e56f6e" providerId="ADAL" clId="{A400A25C-AD53-4DED-9CE7-9937FD2E1C3E}" dt="2019-10-09T16:46:32.661" v="3282" actId="478"/>
          <ac:picMkLst>
            <pc:docMk/>
            <pc:sldMk cId="1402902768" sldId="262"/>
            <ac:picMk id="4" creationId="{2030B86E-F0C3-48DA-826F-4544CBB8B22D}"/>
          </ac:picMkLst>
        </pc:picChg>
        <pc:picChg chg="add del mod">
          <ac:chgData name="Sam O’Neil" userId="cb323814-a42a-4cfe-bc74-03f595e56f6e" providerId="ADAL" clId="{A400A25C-AD53-4DED-9CE7-9937FD2E1C3E}" dt="2019-10-09T16:46:15.999" v="3280"/>
          <ac:picMkLst>
            <pc:docMk/>
            <pc:sldMk cId="1402902768" sldId="262"/>
            <ac:picMk id="8" creationId="{997E6103-27D7-4558-8F35-A1AB62C521EF}"/>
          </ac:picMkLst>
        </pc:picChg>
        <pc:picChg chg="add mod">
          <ac:chgData name="Sam O’Neil" userId="cb323814-a42a-4cfe-bc74-03f595e56f6e" providerId="ADAL" clId="{A400A25C-AD53-4DED-9CE7-9937FD2E1C3E}" dt="2019-10-09T16:46:39.960" v="3287" actId="1076"/>
          <ac:picMkLst>
            <pc:docMk/>
            <pc:sldMk cId="1402902768" sldId="262"/>
            <ac:picMk id="9" creationId="{495539B8-8874-4FB3-9400-51BF0E34DC9B}"/>
          </ac:picMkLst>
        </pc:picChg>
      </pc:sldChg>
      <pc:sldChg chg="modAnim">
        <pc:chgData name="Sam O’Neil" userId="cb323814-a42a-4cfe-bc74-03f595e56f6e" providerId="ADAL" clId="{A400A25C-AD53-4DED-9CE7-9937FD2E1C3E}" dt="2019-10-09T17:38:46.444" v="3518"/>
        <pc:sldMkLst>
          <pc:docMk/>
          <pc:sldMk cId="2064211643" sldId="263"/>
        </pc:sldMkLst>
      </pc:sldChg>
      <pc:sldChg chg="addSp delSp modSp modAnim">
        <pc:chgData name="Sam O’Neil" userId="cb323814-a42a-4cfe-bc74-03f595e56f6e" providerId="ADAL" clId="{A400A25C-AD53-4DED-9CE7-9937FD2E1C3E}" dt="2019-10-09T17:40:18.878" v="3530"/>
        <pc:sldMkLst>
          <pc:docMk/>
          <pc:sldMk cId="2026425645" sldId="264"/>
        </pc:sldMkLst>
        <pc:spChg chg="mod">
          <ac:chgData name="Sam O’Neil" userId="cb323814-a42a-4cfe-bc74-03f595e56f6e" providerId="ADAL" clId="{A400A25C-AD53-4DED-9CE7-9937FD2E1C3E}" dt="2019-10-09T17:00:54.515" v="3341" actId="207"/>
          <ac:spMkLst>
            <pc:docMk/>
            <pc:sldMk cId="2026425645" sldId="264"/>
            <ac:spMk id="3" creationId="{5198A88B-52B3-469E-A512-B72752EB7862}"/>
          </ac:spMkLst>
        </pc:spChg>
        <pc:picChg chg="del mod">
          <ac:chgData name="Sam O’Neil" userId="cb323814-a42a-4cfe-bc74-03f595e56f6e" providerId="ADAL" clId="{A400A25C-AD53-4DED-9CE7-9937FD2E1C3E}" dt="2019-10-09T17:00:38.338" v="3336" actId="478"/>
          <ac:picMkLst>
            <pc:docMk/>
            <pc:sldMk cId="2026425645" sldId="264"/>
            <ac:picMk id="4" creationId="{1695C61A-A4C0-4332-9E3B-8286AC0A32EF}"/>
          </ac:picMkLst>
        </pc:picChg>
        <pc:picChg chg="add mod">
          <ac:chgData name="Sam O’Neil" userId="cb323814-a42a-4cfe-bc74-03f595e56f6e" providerId="ADAL" clId="{A400A25C-AD53-4DED-9CE7-9937FD2E1C3E}" dt="2019-10-09T17:00:48.660" v="3340" actId="1076"/>
          <ac:picMkLst>
            <pc:docMk/>
            <pc:sldMk cId="2026425645" sldId="264"/>
            <ac:picMk id="5" creationId="{4FF93827-FBA7-4A44-B014-BFA6209991AB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26:05.732" v="4038" actId="1076"/>
        <pc:sldMkLst>
          <pc:docMk/>
          <pc:sldMk cId="2645702153" sldId="265"/>
        </pc:sldMkLst>
        <pc:spChg chg="mod">
          <ac:chgData name="Sam O’Neil" userId="cb323814-a42a-4cfe-bc74-03f595e56f6e" providerId="ADAL" clId="{A400A25C-AD53-4DED-9CE7-9937FD2E1C3E}" dt="2019-10-09T16:49:28.309" v="3303" actId="207"/>
          <ac:spMkLst>
            <pc:docMk/>
            <pc:sldMk cId="2645702153" sldId="265"/>
            <ac:spMk id="4" creationId="{76A814A8-E888-4D6C-B643-B3F94FB369E0}"/>
          </ac:spMkLst>
        </pc:spChg>
        <pc:spChg chg="add">
          <ac:chgData name="Sam O’Neil" userId="cb323814-a42a-4cfe-bc74-03f595e56f6e" providerId="ADAL" clId="{A400A25C-AD53-4DED-9CE7-9937FD2E1C3E}" dt="2019-10-10T09:25:55.359" v="4007"/>
          <ac:spMkLst>
            <pc:docMk/>
            <pc:sldMk cId="2645702153" sldId="265"/>
            <ac:spMk id="5" creationId="{4AE6DF81-581B-4134-847E-3564BF0FB3A3}"/>
          </ac:spMkLst>
        </pc:spChg>
        <pc:spChg chg="add">
          <ac:chgData name="Sam O’Neil" userId="cb323814-a42a-4cfe-bc74-03f595e56f6e" providerId="ADAL" clId="{A400A25C-AD53-4DED-9CE7-9937FD2E1C3E}" dt="2019-10-10T09:25:55.359" v="4007"/>
          <ac:spMkLst>
            <pc:docMk/>
            <pc:sldMk cId="2645702153" sldId="265"/>
            <ac:spMk id="6" creationId="{3C89716E-8B72-4BCA-B7C7-C49FB975C097}"/>
          </ac:spMkLst>
        </pc:spChg>
        <pc:picChg chg="add del mod">
          <ac:chgData name="Sam O’Neil" userId="cb323814-a42a-4cfe-bc74-03f595e56f6e" providerId="ADAL" clId="{A400A25C-AD53-4DED-9CE7-9937FD2E1C3E}" dt="2019-10-09T16:55:01.893" v="3318" actId="478"/>
          <ac:picMkLst>
            <pc:docMk/>
            <pc:sldMk cId="2645702153" sldId="265"/>
            <ac:picMk id="3" creationId="{2CDDFE04-6467-4F89-B770-6C39D07FDD62}"/>
          </ac:picMkLst>
        </pc:picChg>
        <pc:picChg chg="del">
          <ac:chgData name="Sam O’Neil" userId="cb323814-a42a-4cfe-bc74-03f595e56f6e" providerId="ADAL" clId="{A400A25C-AD53-4DED-9CE7-9937FD2E1C3E}" dt="2019-10-09T16:49:09.880" v="3296" actId="478"/>
          <ac:picMkLst>
            <pc:docMk/>
            <pc:sldMk cId="2645702153" sldId="265"/>
            <ac:picMk id="5" creationId="{643D64D7-F4AC-4533-B714-AA5B062B0B96}"/>
          </ac:picMkLst>
        </pc:picChg>
        <pc:picChg chg="add del">
          <ac:chgData name="Sam O’Neil" userId="cb323814-a42a-4cfe-bc74-03f595e56f6e" providerId="ADAL" clId="{A400A25C-AD53-4DED-9CE7-9937FD2E1C3E}" dt="2019-10-09T16:54:36.951" v="3316"/>
          <ac:picMkLst>
            <pc:docMk/>
            <pc:sldMk cId="2645702153" sldId="265"/>
            <ac:picMk id="6" creationId="{C061BF8C-3E0B-4D70-8343-68700B217762}"/>
          </ac:picMkLst>
        </pc:picChg>
        <pc:picChg chg="add mod">
          <ac:chgData name="Sam O’Neil" userId="cb323814-a42a-4cfe-bc74-03f595e56f6e" providerId="ADAL" clId="{A400A25C-AD53-4DED-9CE7-9937FD2E1C3E}" dt="2019-10-10T09:26:05.732" v="4038" actId="1076"/>
          <ac:picMkLst>
            <pc:docMk/>
            <pc:sldMk cId="2645702153" sldId="265"/>
            <ac:picMk id="7" creationId="{FC6B4C6C-BC48-4F47-A337-3896608CE892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26:18.295" v="4047" actId="1038"/>
        <pc:sldMkLst>
          <pc:docMk/>
          <pc:sldMk cId="3317125378" sldId="266"/>
        </pc:sldMkLst>
        <pc:spChg chg="mod">
          <ac:chgData name="Sam O’Neil" userId="cb323814-a42a-4cfe-bc74-03f595e56f6e" providerId="ADAL" clId="{A400A25C-AD53-4DED-9CE7-9937FD2E1C3E}" dt="2019-10-10T09:24:52.042" v="4000" actId="207"/>
          <ac:spMkLst>
            <pc:docMk/>
            <pc:sldMk cId="3317125378" sldId="266"/>
            <ac:spMk id="4" creationId="{76A814A8-E888-4D6C-B643-B3F94FB369E0}"/>
          </ac:spMkLst>
        </pc:spChg>
        <pc:spChg chg="mod ord">
          <ac:chgData name="Sam O’Neil" userId="cb323814-a42a-4cfe-bc74-03f595e56f6e" providerId="ADAL" clId="{A400A25C-AD53-4DED-9CE7-9937FD2E1C3E}" dt="2019-10-09T16:57:07.380" v="3334" actId="1076"/>
          <ac:spMkLst>
            <pc:docMk/>
            <pc:sldMk cId="3317125378" sldId="266"/>
            <ac:spMk id="6" creationId="{AD2DD9C1-EC50-4A92-8C77-1580FD638DBA}"/>
          </ac:spMkLst>
        </pc:spChg>
        <pc:spChg chg="mod ord">
          <ac:chgData name="Sam O’Neil" userId="cb323814-a42a-4cfe-bc74-03f595e56f6e" providerId="ADAL" clId="{A400A25C-AD53-4DED-9CE7-9937FD2E1C3E}" dt="2019-10-09T16:59:14.130" v="3335" actId="1076"/>
          <ac:spMkLst>
            <pc:docMk/>
            <pc:sldMk cId="3317125378" sldId="266"/>
            <ac:spMk id="7" creationId="{88B7901A-018B-4562-9756-7A3D30B14AC7}"/>
          </ac:spMkLst>
        </pc:spChg>
        <pc:picChg chg="del">
          <ac:chgData name="Sam O’Neil" userId="cb323814-a42a-4cfe-bc74-03f595e56f6e" providerId="ADAL" clId="{A400A25C-AD53-4DED-9CE7-9937FD2E1C3E}" dt="2019-10-09T16:51:21.705" v="3304" actId="478"/>
          <ac:picMkLst>
            <pc:docMk/>
            <pc:sldMk cId="3317125378" sldId="266"/>
            <ac:picMk id="3" creationId="{7C01890B-1AAD-447A-A3CE-99D18A4D0DD6}"/>
          </ac:picMkLst>
        </pc:picChg>
        <pc:picChg chg="add del mod">
          <ac:chgData name="Sam O’Neil" userId="cb323814-a42a-4cfe-bc74-03f595e56f6e" providerId="ADAL" clId="{A400A25C-AD53-4DED-9CE7-9937FD2E1C3E}" dt="2019-10-09T16:54:29.952" v="3312" actId="478"/>
          <ac:picMkLst>
            <pc:docMk/>
            <pc:sldMk cId="3317125378" sldId="266"/>
            <ac:picMk id="5" creationId="{ED57B3E5-0C75-4F0C-9BC4-10E9EDD08D94}"/>
          </ac:picMkLst>
        </pc:picChg>
        <pc:picChg chg="add mod">
          <ac:chgData name="Sam O’Neil" userId="cb323814-a42a-4cfe-bc74-03f595e56f6e" providerId="ADAL" clId="{A400A25C-AD53-4DED-9CE7-9937FD2E1C3E}" dt="2019-10-10T09:26:18.295" v="4047" actId="1038"/>
          <ac:picMkLst>
            <pc:docMk/>
            <pc:sldMk cId="3317125378" sldId="266"/>
            <ac:picMk id="8" creationId="{DFB26386-6584-4A5F-B276-325534128476}"/>
          </ac:picMkLst>
        </pc:picChg>
      </pc:sldChg>
      <pc:sldChg chg="modSp modAnim">
        <pc:chgData name="Sam O’Neil" userId="cb323814-a42a-4cfe-bc74-03f595e56f6e" providerId="ADAL" clId="{A400A25C-AD53-4DED-9CE7-9937FD2E1C3E}" dt="2019-10-09T17:54:52.962" v="3839"/>
        <pc:sldMkLst>
          <pc:docMk/>
          <pc:sldMk cId="474528059" sldId="267"/>
        </pc:sldMkLst>
        <pc:spChg chg="mod">
          <ac:chgData name="Sam O’Neil" userId="cb323814-a42a-4cfe-bc74-03f595e56f6e" providerId="ADAL" clId="{A400A25C-AD53-4DED-9CE7-9937FD2E1C3E}" dt="2019-10-09T13:44:11.175" v="231" actId="20577"/>
          <ac:spMkLst>
            <pc:docMk/>
            <pc:sldMk cId="474528059" sldId="267"/>
            <ac:spMk id="2" creationId="{F3E593E6-3D2F-4C7E-80B2-F78D636A9E07}"/>
          </ac:spMkLst>
        </pc:spChg>
      </pc:sldChg>
      <pc:sldChg chg="modSp modAnim">
        <pc:chgData name="Sam O’Neil" userId="cb323814-a42a-4cfe-bc74-03f595e56f6e" providerId="ADAL" clId="{A400A25C-AD53-4DED-9CE7-9937FD2E1C3E}" dt="2019-10-09T17:40:46.962" v="3534"/>
        <pc:sldMkLst>
          <pc:docMk/>
          <pc:sldMk cId="113855319" sldId="268"/>
        </pc:sldMkLst>
        <pc:spChg chg="mod">
          <ac:chgData name="Sam O’Neil" userId="cb323814-a42a-4cfe-bc74-03f595e56f6e" providerId="ADAL" clId="{A400A25C-AD53-4DED-9CE7-9937FD2E1C3E}" dt="2019-10-09T13:44:21.874" v="232" actId="20577"/>
          <ac:spMkLst>
            <pc:docMk/>
            <pc:sldMk cId="113855319" sldId="268"/>
            <ac:spMk id="3" creationId="{5198A88B-52B3-469E-A512-B72752EB7862}"/>
          </ac:spMkLst>
        </pc:spChg>
      </pc:sldChg>
      <pc:sldChg chg="addSp delSp modSp modAnim">
        <pc:chgData name="Sam O’Neil" userId="cb323814-a42a-4cfe-bc74-03f595e56f6e" providerId="ADAL" clId="{A400A25C-AD53-4DED-9CE7-9937FD2E1C3E}" dt="2019-10-10T09:29:38.762" v="4066"/>
        <pc:sldMkLst>
          <pc:docMk/>
          <pc:sldMk cId="3403934085" sldId="269"/>
        </pc:sldMkLst>
        <pc:spChg chg="mod">
          <ac:chgData name="Sam O’Neil" userId="cb323814-a42a-4cfe-bc74-03f595e56f6e" providerId="ADAL" clId="{A400A25C-AD53-4DED-9CE7-9937FD2E1C3E}" dt="2019-10-09T17:55:17.225" v="3841" actId="20577"/>
          <ac:spMkLst>
            <pc:docMk/>
            <pc:sldMk cId="3403934085" sldId="269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10T09:27:56.391" v="4049" actId="1076"/>
          <ac:spMkLst>
            <pc:docMk/>
            <pc:sldMk cId="3403934085" sldId="269"/>
            <ac:spMk id="5" creationId="{6C2799E9-B5AB-49F8-AD30-F9DC0AA4644F}"/>
          </ac:spMkLst>
        </pc:spChg>
        <pc:spChg chg="add mod">
          <ac:chgData name="Sam O’Neil" userId="cb323814-a42a-4cfe-bc74-03f595e56f6e" providerId="ADAL" clId="{A400A25C-AD53-4DED-9CE7-9937FD2E1C3E}" dt="2019-10-10T09:28:13.258" v="4053" actId="1076"/>
          <ac:spMkLst>
            <pc:docMk/>
            <pc:sldMk cId="3403934085" sldId="269"/>
            <ac:spMk id="6" creationId="{F6DAD27D-7569-4A12-AE4D-0402A701ED66}"/>
          </ac:spMkLst>
        </pc:spChg>
        <pc:picChg chg="add mod">
          <ac:chgData name="Sam O’Neil" userId="cb323814-a42a-4cfe-bc74-03f595e56f6e" providerId="ADAL" clId="{A400A25C-AD53-4DED-9CE7-9937FD2E1C3E}" dt="2019-10-09T17:10:36.684" v="3345" actId="1076"/>
          <ac:picMkLst>
            <pc:docMk/>
            <pc:sldMk cId="3403934085" sldId="269"/>
            <ac:picMk id="4" creationId="{CDEAF5B8-CE06-4EDB-804B-BEEF53EBFA65}"/>
          </ac:picMkLst>
        </pc:picChg>
        <pc:picChg chg="del">
          <ac:chgData name="Sam O’Neil" userId="cb323814-a42a-4cfe-bc74-03f595e56f6e" providerId="ADAL" clId="{A400A25C-AD53-4DED-9CE7-9937FD2E1C3E}" dt="2019-10-09T17:10:03.987" v="3342" actId="478"/>
          <ac:picMkLst>
            <pc:docMk/>
            <pc:sldMk cId="3403934085" sldId="269"/>
            <ac:picMk id="5" creationId="{509128F3-6008-4F32-80D6-B3644EB6E182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30:49.584" v="4104" actId="20577"/>
        <pc:sldMkLst>
          <pc:docMk/>
          <pc:sldMk cId="2910249278" sldId="270"/>
        </pc:sldMkLst>
        <pc:spChg chg="mod">
          <ac:chgData name="Sam O’Neil" userId="cb323814-a42a-4cfe-bc74-03f595e56f6e" providerId="ADAL" clId="{A400A25C-AD53-4DED-9CE7-9937FD2E1C3E}" dt="2019-10-10T09:30:49.584" v="4104" actId="20577"/>
          <ac:spMkLst>
            <pc:docMk/>
            <pc:sldMk cId="2910249278" sldId="270"/>
            <ac:spMk id="3" creationId="{5198A88B-52B3-469E-A512-B72752EB7862}"/>
          </ac:spMkLst>
        </pc:spChg>
        <pc:spChg chg="add del">
          <ac:chgData name="Sam O’Neil" userId="cb323814-a42a-4cfe-bc74-03f595e56f6e" providerId="ADAL" clId="{A400A25C-AD53-4DED-9CE7-9937FD2E1C3E}" dt="2019-10-09T14:22:16.989" v="857"/>
          <ac:spMkLst>
            <pc:docMk/>
            <pc:sldMk cId="2910249278" sldId="270"/>
            <ac:spMk id="5" creationId="{BA268421-1C11-42C8-B529-FC10DA8F6B57}"/>
          </ac:spMkLst>
        </pc:spChg>
        <pc:picChg chg="del">
          <ac:chgData name="Sam O’Neil" userId="cb323814-a42a-4cfe-bc74-03f595e56f6e" providerId="ADAL" clId="{A400A25C-AD53-4DED-9CE7-9937FD2E1C3E}" dt="2019-10-09T17:14:15.826" v="3363" actId="478"/>
          <ac:picMkLst>
            <pc:docMk/>
            <pc:sldMk cId="2910249278" sldId="270"/>
            <ac:picMk id="4" creationId="{BD2ADC32-64AD-4BDF-81EC-277FD53E4CAA}"/>
          </ac:picMkLst>
        </pc:picChg>
        <pc:picChg chg="add mod">
          <ac:chgData name="Sam O’Neil" userId="cb323814-a42a-4cfe-bc74-03f595e56f6e" providerId="ADAL" clId="{A400A25C-AD53-4DED-9CE7-9937FD2E1C3E}" dt="2019-10-09T17:14:17.725" v="3365" actId="1076"/>
          <ac:picMkLst>
            <pc:docMk/>
            <pc:sldMk cId="2910249278" sldId="270"/>
            <ac:picMk id="6" creationId="{0CA7192C-6F9B-4D10-9010-B5CAD8401502}"/>
          </ac:picMkLst>
        </pc:picChg>
      </pc:sldChg>
      <pc:sldChg chg="addSp delSp modSp modAnim">
        <pc:chgData name="Sam O’Neil" userId="cb323814-a42a-4cfe-bc74-03f595e56f6e" providerId="ADAL" clId="{A400A25C-AD53-4DED-9CE7-9937FD2E1C3E}" dt="2019-10-10T09:30:04.321" v="4080" actId="1036"/>
        <pc:sldMkLst>
          <pc:docMk/>
          <pc:sldMk cId="544812879" sldId="271"/>
        </pc:sldMkLst>
        <pc:spChg chg="mod">
          <ac:chgData name="Sam O’Neil" userId="cb323814-a42a-4cfe-bc74-03f595e56f6e" providerId="ADAL" clId="{A400A25C-AD53-4DED-9CE7-9937FD2E1C3E}" dt="2019-10-09T13:46:10.832" v="276" actId="207"/>
          <ac:spMkLst>
            <pc:docMk/>
            <pc:sldMk cId="544812879" sldId="271"/>
            <ac:spMk id="3" creationId="{5198A88B-52B3-469E-A512-B72752EB7862}"/>
          </ac:spMkLst>
        </pc:spChg>
        <pc:picChg chg="add mod">
          <ac:chgData name="Sam O’Neil" userId="cb323814-a42a-4cfe-bc74-03f595e56f6e" providerId="ADAL" clId="{A400A25C-AD53-4DED-9CE7-9937FD2E1C3E}" dt="2019-10-10T09:30:04.321" v="4080" actId="1036"/>
          <ac:picMkLst>
            <pc:docMk/>
            <pc:sldMk cId="544812879" sldId="271"/>
            <ac:picMk id="4" creationId="{57AA871A-9FBB-42EC-9222-731EA985A539}"/>
          </ac:picMkLst>
        </pc:picChg>
        <pc:picChg chg="del">
          <ac:chgData name="Sam O’Neil" userId="cb323814-a42a-4cfe-bc74-03f595e56f6e" providerId="ADAL" clId="{A400A25C-AD53-4DED-9CE7-9937FD2E1C3E}" dt="2019-10-09T17:12:12.672" v="3358" actId="478"/>
          <ac:picMkLst>
            <pc:docMk/>
            <pc:sldMk cId="544812879" sldId="271"/>
            <ac:picMk id="5" creationId="{CD57626E-B33B-4DF4-AB7C-FDACD9C4D15E}"/>
          </ac:picMkLst>
        </pc:picChg>
      </pc:sldChg>
      <pc:sldChg chg="modSp add modAnim">
        <pc:chgData name="Sam O’Neil" userId="cb323814-a42a-4cfe-bc74-03f595e56f6e" providerId="ADAL" clId="{A400A25C-AD53-4DED-9CE7-9937FD2E1C3E}" dt="2019-10-09T17:57:32.524" v="3878"/>
        <pc:sldMkLst>
          <pc:docMk/>
          <pc:sldMk cId="229697247" sldId="272"/>
        </pc:sldMkLst>
        <pc:spChg chg="mod">
          <ac:chgData name="Sam O’Neil" userId="cb323814-a42a-4cfe-bc74-03f595e56f6e" providerId="ADAL" clId="{A400A25C-AD53-4DED-9CE7-9937FD2E1C3E}" dt="2019-10-09T14:24:43.326" v="1024" actId="20577"/>
          <ac:spMkLst>
            <pc:docMk/>
            <pc:sldMk cId="229697247" sldId="272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4:40:38.311" v="1564" actId="20577"/>
          <ac:spMkLst>
            <pc:docMk/>
            <pc:sldMk cId="229697247" sldId="272"/>
            <ac:spMk id="3" creationId="{5198A88B-52B3-469E-A512-B72752EB7862}"/>
          </ac:spMkLst>
        </pc:spChg>
      </pc:sldChg>
      <pc:sldChg chg="add del">
        <pc:chgData name="Sam O’Neil" userId="cb323814-a42a-4cfe-bc74-03f595e56f6e" providerId="ADAL" clId="{A400A25C-AD53-4DED-9CE7-9937FD2E1C3E}" dt="2019-10-09T13:44:49.321" v="234" actId="2696"/>
        <pc:sldMkLst>
          <pc:docMk/>
          <pc:sldMk cId="676706512" sldId="272"/>
        </pc:sldMkLst>
      </pc:sldChg>
      <pc:sldChg chg="addSp delSp modSp add modAnim">
        <pc:chgData name="Sam O’Neil" userId="cb323814-a42a-4cfe-bc74-03f595e56f6e" providerId="ADAL" clId="{A400A25C-AD53-4DED-9CE7-9937FD2E1C3E}" dt="2019-10-10T09:28:43.458" v="4057"/>
        <pc:sldMkLst>
          <pc:docMk/>
          <pc:sldMk cId="417769644" sldId="273"/>
        </pc:sldMkLst>
        <pc:spChg chg="mod">
          <ac:chgData name="Sam O’Neil" userId="cb323814-a42a-4cfe-bc74-03f595e56f6e" providerId="ADAL" clId="{A400A25C-AD53-4DED-9CE7-9937FD2E1C3E}" dt="2019-10-09T14:13:02.973" v="614" actId="20577"/>
          <ac:spMkLst>
            <pc:docMk/>
            <pc:sldMk cId="417769644" sldId="273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7:56:03.082" v="3858" actId="207"/>
          <ac:spMkLst>
            <pc:docMk/>
            <pc:sldMk cId="417769644" sldId="273"/>
            <ac:spMk id="3" creationId="{5198A88B-52B3-469E-A512-B72752EB7862}"/>
          </ac:spMkLst>
        </pc:spChg>
        <pc:spChg chg="add">
          <ac:chgData name="Sam O’Neil" userId="cb323814-a42a-4cfe-bc74-03f595e56f6e" providerId="ADAL" clId="{A400A25C-AD53-4DED-9CE7-9937FD2E1C3E}" dt="2019-10-10T09:28:43.458" v="4057"/>
          <ac:spMkLst>
            <pc:docMk/>
            <pc:sldMk cId="417769644" sldId="273"/>
            <ac:spMk id="5" creationId="{C2C9539E-4A3A-4074-9746-834B24F57C46}"/>
          </ac:spMkLst>
        </pc:spChg>
        <pc:spChg chg="add">
          <ac:chgData name="Sam O’Neil" userId="cb323814-a42a-4cfe-bc74-03f595e56f6e" providerId="ADAL" clId="{A400A25C-AD53-4DED-9CE7-9937FD2E1C3E}" dt="2019-10-10T09:28:43.458" v="4057"/>
          <ac:spMkLst>
            <pc:docMk/>
            <pc:sldMk cId="417769644" sldId="273"/>
            <ac:spMk id="6" creationId="{933F84F1-36F8-43D9-A2D5-4C0EB86D552B}"/>
          </ac:spMkLst>
        </pc:spChg>
        <pc:picChg chg="add mod">
          <ac:chgData name="Sam O’Neil" userId="cb323814-a42a-4cfe-bc74-03f595e56f6e" providerId="ADAL" clId="{A400A25C-AD53-4DED-9CE7-9937FD2E1C3E}" dt="2019-10-09T17:11:12.012" v="3353" actId="1076"/>
          <ac:picMkLst>
            <pc:docMk/>
            <pc:sldMk cId="417769644" sldId="273"/>
            <ac:picMk id="4" creationId="{C90B2404-EF5F-4E7E-A589-C460D579E906}"/>
          </ac:picMkLst>
        </pc:picChg>
        <pc:picChg chg="del">
          <ac:chgData name="Sam O’Neil" userId="cb323814-a42a-4cfe-bc74-03f595e56f6e" providerId="ADAL" clId="{A400A25C-AD53-4DED-9CE7-9937FD2E1C3E}" dt="2019-10-09T17:11:08.799" v="3350" actId="478"/>
          <ac:picMkLst>
            <pc:docMk/>
            <pc:sldMk cId="417769644" sldId="273"/>
            <ac:picMk id="5" creationId="{509128F3-6008-4F32-80D6-B3644EB6E182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10T09:28:35.208" v="4056" actId="1076"/>
        <pc:sldMkLst>
          <pc:docMk/>
          <pc:sldMk cId="674261045" sldId="274"/>
        </pc:sldMkLst>
        <pc:spChg chg="mod">
          <ac:chgData name="Sam O’Neil" userId="cb323814-a42a-4cfe-bc74-03f595e56f6e" providerId="ADAL" clId="{A400A25C-AD53-4DED-9CE7-9937FD2E1C3E}" dt="2019-10-09T17:44:55.966" v="3673" actId="20577"/>
          <ac:spMkLst>
            <pc:docMk/>
            <pc:sldMk cId="674261045" sldId="274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10T09:28:33.266" v="4055" actId="1076"/>
          <ac:spMkLst>
            <pc:docMk/>
            <pc:sldMk cId="674261045" sldId="274"/>
            <ac:spMk id="5" creationId="{F66419CF-2662-4058-AE78-8CB171B5F0E5}"/>
          </ac:spMkLst>
        </pc:spChg>
        <pc:spChg chg="add mod">
          <ac:chgData name="Sam O’Neil" userId="cb323814-a42a-4cfe-bc74-03f595e56f6e" providerId="ADAL" clId="{A400A25C-AD53-4DED-9CE7-9937FD2E1C3E}" dt="2019-10-10T09:28:35.208" v="4056" actId="1076"/>
          <ac:spMkLst>
            <pc:docMk/>
            <pc:sldMk cId="674261045" sldId="274"/>
            <ac:spMk id="7" creationId="{8E72B60A-52F1-4C7F-B137-3EA8E8DB66AA}"/>
          </ac:spMkLst>
        </pc:spChg>
        <pc:picChg chg="del">
          <ac:chgData name="Sam O’Neil" userId="cb323814-a42a-4cfe-bc74-03f595e56f6e" providerId="ADAL" clId="{A400A25C-AD53-4DED-9CE7-9937FD2E1C3E}" dt="2019-10-09T14:15:18.316" v="648" actId="478"/>
          <ac:picMkLst>
            <pc:docMk/>
            <pc:sldMk cId="674261045" sldId="274"/>
            <ac:picMk id="4" creationId="{1695C61A-A4C0-4332-9E3B-8286AC0A32EF}"/>
          </ac:picMkLst>
        </pc:picChg>
        <pc:picChg chg="add del mod">
          <ac:chgData name="Sam O’Neil" userId="cb323814-a42a-4cfe-bc74-03f595e56f6e" providerId="ADAL" clId="{A400A25C-AD53-4DED-9CE7-9937FD2E1C3E}" dt="2019-10-09T17:10:48.128" v="3346" actId="478"/>
          <ac:picMkLst>
            <pc:docMk/>
            <pc:sldMk cId="674261045" sldId="274"/>
            <ac:picMk id="5" creationId="{746C96DD-37C0-4B42-B904-840DE943F2A8}"/>
          </ac:picMkLst>
        </pc:picChg>
        <pc:picChg chg="add mod">
          <ac:chgData name="Sam O’Neil" userId="cb323814-a42a-4cfe-bc74-03f595e56f6e" providerId="ADAL" clId="{A400A25C-AD53-4DED-9CE7-9937FD2E1C3E}" dt="2019-10-09T17:10:53.687" v="3349" actId="1076"/>
          <ac:picMkLst>
            <pc:docMk/>
            <pc:sldMk cId="674261045" sldId="274"/>
            <ac:picMk id="6" creationId="{98FA7403-1380-4581-AF6F-CBE721F7F295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10T09:28:45.564" v="4058"/>
        <pc:sldMkLst>
          <pc:docMk/>
          <pc:sldMk cId="4216722578" sldId="275"/>
        </pc:sldMkLst>
        <pc:spChg chg="mod">
          <ac:chgData name="Sam O’Neil" userId="cb323814-a42a-4cfe-bc74-03f595e56f6e" providerId="ADAL" clId="{A400A25C-AD53-4DED-9CE7-9937FD2E1C3E}" dt="2019-10-09T17:46:06.211" v="3707" actId="207"/>
          <ac:spMkLst>
            <pc:docMk/>
            <pc:sldMk cId="4216722578" sldId="275"/>
            <ac:spMk id="3" creationId="{5198A88B-52B3-469E-A512-B72752EB7862}"/>
          </ac:spMkLst>
        </pc:spChg>
        <pc:spChg chg="add">
          <ac:chgData name="Sam O’Neil" userId="cb323814-a42a-4cfe-bc74-03f595e56f6e" providerId="ADAL" clId="{A400A25C-AD53-4DED-9CE7-9937FD2E1C3E}" dt="2019-10-10T09:28:45.564" v="4058"/>
          <ac:spMkLst>
            <pc:docMk/>
            <pc:sldMk cId="4216722578" sldId="275"/>
            <ac:spMk id="5" creationId="{74944DA1-F682-42F6-82A9-10D11983C0C5}"/>
          </ac:spMkLst>
        </pc:spChg>
        <pc:spChg chg="add">
          <ac:chgData name="Sam O’Neil" userId="cb323814-a42a-4cfe-bc74-03f595e56f6e" providerId="ADAL" clId="{A400A25C-AD53-4DED-9CE7-9937FD2E1C3E}" dt="2019-10-10T09:28:45.564" v="4058"/>
          <ac:spMkLst>
            <pc:docMk/>
            <pc:sldMk cId="4216722578" sldId="275"/>
            <ac:spMk id="7" creationId="{53CF1C62-1E27-40B4-942D-C6A223564B6D}"/>
          </ac:spMkLst>
        </pc:spChg>
        <pc:picChg chg="del">
          <ac:chgData name="Sam O’Neil" userId="cb323814-a42a-4cfe-bc74-03f595e56f6e" providerId="ADAL" clId="{A400A25C-AD53-4DED-9CE7-9937FD2E1C3E}" dt="2019-10-09T17:11:20.720" v="3356" actId="478"/>
          <ac:picMkLst>
            <pc:docMk/>
            <pc:sldMk cId="4216722578" sldId="275"/>
            <ac:picMk id="5" creationId="{509128F3-6008-4F32-80D6-B3644EB6E182}"/>
          </ac:picMkLst>
        </pc:picChg>
        <pc:picChg chg="add">
          <ac:chgData name="Sam O’Neil" userId="cb323814-a42a-4cfe-bc74-03f595e56f6e" providerId="ADAL" clId="{A400A25C-AD53-4DED-9CE7-9937FD2E1C3E}" dt="2019-10-09T17:11:26.190" v="3357"/>
          <ac:picMkLst>
            <pc:docMk/>
            <pc:sldMk cId="4216722578" sldId="275"/>
            <ac:picMk id="6" creationId="{5D2A9FAD-CAE5-4070-9561-5A6A372DD7BA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10T09:31:18.610" v="4106" actId="20577"/>
        <pc:sldMkLst>
          <pc:docMk/>
          <pc:sldMk cId="1843170296" sldId="276"/>
        </pc:sldMkLst>
        <pc:spChg chg="mod">
          <ac:chgData name="Sam O’Neil" userId="cb323814-a42a-4cfe-bc74-03f595e56f6e" providerId="ADAL" clId="{A400A25C-AD53-4DED-9CE7-9937FD2E1C3E}" dt="2019-10-09T14:23:18.043" v="880" actId="20577"/>
          <ac:spMkLst>
            <pc:docMk/>
            <pc:sldMk cId="1843170296" sldId="276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10T09:31:18.610" v="4106" actId="20577"/>
          <ac:spMkLst>
            <pc:docMk/>
            <pc:sldMk cId="1843170296" sldId="276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09T17:18:21.954" v="3408" actId="1076"/>
          <ac:spMkLst>
            <pc:docMk/>
            <pc:sldMk cId="1843170296" sldId="276"/>
            <ac:spMk id="7" creationId="{FDD91F48-07F7-46DB-A7A5-439088C6D2CE}"/>
          </ac:spMkLst>
        </pc:spChg>
        <pc:spChg chg="add mod">
          <ac:chgData name="Sam O’Neil" userId="cb323814-a42a-4cfe-bc74-03f595e56f6e" providerId="ADAL" clId="{A400A25C-AD53-4DED-9CE7-9937FD2E1C3E}" dt="2019-10-09T17:18:41.155" v="3424" actId="20577"/>
          <ac:spMkLst>
            <pc:docMk/>
            <pc:sldMk cId="1843170296" sldId="276"/>
            <ac:spMk id="8" creationId="{7788D00A-C703-4107-B81B-D8022062A093}"/>
          </ac:spMkLst>
        </pc:spChg>
        <pc:spChg chg="add mod">
          <ac:chgData name="Sam O’Neil" userId="cb323814-a42a-4cfe-bc74-03f595e56f6e" providerId="ADAL" clId="{A400A25C-AD53-4DED-9CE7-9937FD2E1C3E}" dt="2019-10-09T17:18:35.516" v="3418" actId="6549"/>
          <ac:spMkLst>
            <pc:docMk/>
            <pc:sldMk cId="1843170296" sldId="276"/>
            <ac:spMk id="9" creationId="{CC37D992-504C-4201-A734-4AB11DEBB34C}"/>
          </ac:spMkLst>
        </pc:spChg>
        <pc:picChg chg="del">
          <ac:chgData name="Sam O’Neil" userId="cb323814-a42a-4cfe-bc74-03f595e56f6e" providerId="ADAL" clId="{A400A25C-AD53-4DED-9CE7-9937FD2E1C3E}" dt="2019-10-09T17:15:16.649" v="3366" actId="478"/>
          <ac:picMkLst>
            <pc:docMk/>
            <pc:sldMk cId="1843170296" sldId="276"/>
            <ac:picMk id="4" creationId="{BD2ADC32-64AD-4BDF-81EC-277FD53E4CAA}"/>
          </ac:picMkLst>
        </pc:picChg>
        <pc:picChg chg="add del mod">
          <ac:chgData name="Sam O’Neil" userId="cb323814-a42a-4cfe-bc74-03f595e56f6e" providerId="ADAL" clId="{A400A25C-AD53-4DED-9CE7-9937FD2E1C3E}" dt="2019-10-09T17:17:50.080" v="3396" actId="478"/>
          <ac:picMkLst>
            <pc:docMk/>
            <pc:sldMk cId="1843170296" sldId="276"/>
            <ac:picMk id="5" creationId="{8619C7FB-22FA-482B-8D36-3C409C9AA992}"/>
          </ac:picMkLst>
        </pc:picChg>
        <pc:picChg chg="add mod">
          <ac:chgData name="Sam O’Neil" userId="cb323814-a42a-4cfe-bc74-03f595e56f6e" providerId="ADAL" clId="{A400A25C-AD53-4DED-9CE7-9937FD2E1C3E}" dt="2019-10-09T17:17:52.656" v="3399" actId="1076"/>
          <ac:picMkLst>
            <pc:docMk/>
            <pc:sldMk cId="1843170296" sldId="276"/>
            <ac:picMk id="6" creationId="{6CB4E71B-8CC6-4D62-AAF7-6665249CD186}"/>
          </ac:picMkLst>
        </pc:picChg>
      </pc:sldChg>
      <pc:sldChg chg="addSp delSp modSp add del">
        <pc:chgData name="Sam O’Neil" userId="cb323814-a42a-4cfe-bc74-03f595e56f6e" providerId="ADAL" clId="{A400A25C-AD53-4DED-9CE7-9937FD2E1C3E}" dt="2019-10-09T14:43:53.147" v="1592" actId="2696"/>
        <pc:sldMkLst>
          <pc:docMk/>
          <pc:sldMk cId="1901933968" sldId="277"/>
        </pc:sldMkLst>
        <pc:spChg chg="mod">
          <ac:chgData name="Sam O’Neil" userId="cb323814-a42a-4cfe-bc74-03f595e56f6e" providerId="ADAL" clId="{A400A25C-AD53-4DED-9CE7-9937FD2E1C3E}" dt="2019-10-09T14:43:47.964" v="1590" actId="20577"/>
          <ac:spMkLst>
            <pc:docMk/>
            <pc:sldMk cId="1901933968" sldId="277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4:41:07.552" v="1579" actId="6549"/>
          <ac:spMkLst>
            <pc:docMk/>
            <pc:sldMk cId="1901933968" sldId="277"/>
            <ac:spMk id="3" creationId="{5198A88B-52B3-469E-A512-B72752EB7862}"/>
          </ac:spMkLst>
        </pc:spChg>
        <pc:picChg chg="add del">
          <ac:chgData name="Sam O’Neil" userId="cb323814-a42a-4cfe-bc74-03f595e56f6e" providerId="ADAL" clId="{A400A25C-AD53-4DED-9CE7-9937FD2E1C3E}" dt="2019-10-09T14:41:03.550" v="1578" actId="478"/>
          <ac:picMkLst>
            <pc:docMk/>
            <pc:sldMk cId="1901933968" sldId="277"/>
            <ac:picMk id="4" creationId="{9101A0DB-03FC-436E-85C9-C076B4E0BD77}"/>
          </ac:picMkLst>
        </pc:picChg>
      </pc:sldChg>
      <pc:sldChg chg="modSp add modAnim">
        <pc:chgData name="Sam O’Neil" userId="cb323814-a42a-4cfe-bc74-03f595e56f6e" providerId="ADAL" clId="{A400A25C-AD53-4DED-9CE7-9937FD2E1C3E}" dt="2019-10-09T17:58:10.833" v="3895" actId="20577"/>
        <pc:sldMkLst>
          <pc:docMk/>
          <pc:sldMk cId="163967576" sldId="278"/>
        </pc:sldMkLst>
        <pc:spChg chg="mod">
          <ac:chgData name="Sam O’Neil" userId="cb323814-a42a-4cfe-bc74-03f595e56f6e" providerId="ADAL" clId="{A400A25C-AD53-4DED-9CE7-9937FD2E1C3E}" dt="2019-10-09T14:34:47.796" v="1293" actId="20577"/>
          <ac:spMkLst>
            <pc:docMk/>
            <pc:sldMk cId="163967576" sldId="278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7:58:10.833" v="3895" actId="20577"/>
          <ac:spMkLst>
            <pc:docMk/>
            <pc:sldMk cId="163967576" sldId="278"/>
            <ac:spMk id="3" creationId="{5198A88B-52B3-469E-A512-B72752EB7862}"/>
          </ac:spMkLst>
        </pc:spChg>
        <pc:picChg chg="mod">
          <ac:chgData name="Sam O’Neil" userId="cb323814-a42a-4cfe-bc74-03f595e56f6e" providerId="ADAL" clId="{A400A25C-AD53-4DED-9CE7-9937FD2E1C3E}" dt="2019-10-09T14:38:45.732" v="1515" actId="1076"/>
          <ac:picMkLst>
            <pc:docMk/>
            <pc:sldMk cId="163967576" sldId="278"/>
            <ac:picMk id="4" creationId="{9101A0DB-03FC-436E-85C9-C076B4E0BD77}"/>
          </ac:picMkLst>
        </pc:picChg>
      </pc:sldChg>
      <pc:sldChg chg="add del">
        <pc:chgData name="Sam O’Neil" userId="cb323814-a42a-4cfe-bc74-03f595e56f6e" providerId="ADAL" clId="{A400A25C-AD53-4DED-9CE7-9937FD2E1C3E}" dt="2019-10-09T14:34:29.287" v="1246" actId="2696"/>
        <pc:sldMkLst>
          <pc:docMk/>
          <pc:sldMk cId="3779781073" sldId="278"/>
        </pc:sldMkLst>
      </pc:sldChg>
      <pc:sldChg chg="addSp delSp modSp add modAnim">
        <pc:chgData name="Sam O’Neil" userId="cb323814-a42a-4cfe-bc74-03f595e56f6e" providerId="ADAL" clId="{A400A25C-AD53-4DED-9CE7-9937FD2E1C3E}" dt="2019-10-09T17:58:45.554" v="3906"/>
        <pc:sldMkLst>
          <pc:docMk/>
          <pc:sldMk cId="4287816193" sldId="279"/>
        </pc:sldMkLst>
        <pc:spChg chg="mod">
          <ac:chgData name="Sam O’Neil" userId="cb323814-a42a-4cfe-bc74-03f595e56f6e" providerId="ADAL" clId="{A400A25C-AD53-4DED-9CE7-9937FD2E1C3E}" dt="2019-10-09T15:05:07.197" v="2184" actId="20577"/>
          <ac:spMkLst>
            <pc:docMk/>
            <pc:sldMk cId="4287816193" sldId="279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7:48:14.433" v="3725" actId="14100"/>
          <ac:spMkLst>
            <pc:docMk/>
            <pc:sldMk cId="4287816193" sldId="279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09T17:58:30.651" v="3901" actId="1076"/>
          <ac:spMkLst>
            <pc:docMk/>
            <pc:sldMk cId="4287816193" sldId="279"/>
            <ac:spMk id="6" creationId="{03AA5A98-CCB6-4776-BF55-D518B17469EA}"/>
          </ac:spMkLst>
        </pc:spChg>
        <pc:spChg chg="add mod">
          <ac:chgData name="Sam O’Neil" userId="cb323814-a42a-4cfe-bc74-03f595e56f6e" providerId="ADAL" clId="{A400A25C-AD53-4DED-9CE7-9937FD2E1C3E}" dt="2019-10-09T17:48:37.201" v="3730" actId="1582"/>
          <ac:spMkLst>
            <pc:docMk/>
            <pc:sldMk cId="4287816193" sldId="279"/>
            <ac:spMk id="7" creationId="{F0A442F2-8CDD-41B3-A473-0D23A68EB622}"/>
          </ac:spMkLst>
        </pc:spChg>
        <pc:picChg chg="del">
          <ac:chgData name="Sam O’Neil" userId="cb323814-a42a-4cfe-bc74-03f595e56f6e" providerId="ADAL" clId="{A400A25C-AD53-4DED-9CE7-9937FD2E1C3E}" dt="2019-10-09T14:46:13.490" v="1641" actId="478"/>
          <ac:picMkLst>
            <pc:docMk/>
            <pc:sldMk cId="4287816193" sldId="279"/>
            <ac:picMk id="5" creationId="{746C96DD-37C0-4B42-B904-840DE943F2A8}"/>
          </ac:picMkLst>
        </pc:picChg>
        <pc:cxnChg chg="add mod">
          <ac:chgData name="Sam O’Neil" userId="cb323814-a42a-4cfe-bc74-03f595e56f6e" providerId="ADAL" clId="{A400A25C-AD53-4DED-9CE7-9937FD2E1C3E}" dt="2019-10-09T17:58:30.651" v="3901" actId="1076"/>
          <ac:cxnSpMkLst>
            <pc:docMk/>
            <pc:sldMk cId="4287816193" sldId="279"/>
            <ac:cxnSpMk id="8" creationId="{D911DFFC-CC29-41D8-BD58-58F01D35B36E}"/>
          </ac:cxnSpMkLst>
        </pc:cxnChg>
        <pc:cxnChg chg="add mod">
          <ac:chgData name="Sam O’Neil" userId="cb323814-a42a-4cfe-bc74-03f595e56f6e" providerId="ADAL" clId="{A400A25C-AD53-4DED-9CE7-9937FD2E1C3E}" dt="2019-10-09T17:58:30.651" v="3901" actId="1076"/>
          <ac:cxnSpMkLst>
            <pc:docMk/>
            <pc:sldMk cId="4287816193" sldId="279"/>
            <ac:cxnSpMk id="10" creationId="{BA634743-B38E-4A5C-935B-06A45A5F3A23}"/>
          </ac:cxnSpMkLst>
        </pc:cxnChg>
      </pc:sldChg>
      <pc:sldChg chg="addSp modSp add modAnim">
        <pc:chgData name="Sam O’Neil" userId="cb323814-a42a-4cfe-bc74-03f595e56f6e" providerId="ADAL" clId="{A400A25C-AD53-4DED-9CE7-9937FD2E1C3E}" dt="2019-10-09T18:00:13.780" v="3929"/>
        <pc:sldMkLst>
          <pc:docMk/>
          <pc:sldMk cId="2101226290" sldId="280"/>
        </pc:sldMkLst>
        <pc:spChg chg="mod">
          <ac:chgData name="Sam O’Neil" userId="cb323814-a42a-4cfe-bc74-03f595e56f6e" providerId="ADAL" clId="{A400A25C-AD53-4DED-9CE7-9937FD2E1C3E}" dt="2019-10-09T15:05:13.618" v="2195" actId="20577"/>
          <ac:spMkLst>
            <pc:docMk/>
            <pc:sldMk cId="2101226290" sldId="280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5:10:41.327" v="2241" actId="20577"/>
          <ac:spMkLst>
            <pc:docMk/>
            <pc:sldMk cId="2101226290" sldId="280"/>
            <ac:spMk id="3" creationId="{5198A88B-52B3-469E-A512-B72752EB7862}"/>
          </ac:spMkLst>
        </pc:spChg>
        <pc:spChg chg="add mod">
          <ac:chgData name="Sam O’Neil" userId="cb323814-a42a-4cfe-bc74-03f595e56f6e" providerId="ADAL" clId="{A400A25C-AD53-4DED-9CE7-9937FD2E1C3E}" dt="2019-10-09T17:59:24.391" v="3916" actId="208"/>
          <ac:spMkLst>
            <pc:docMk/>
            <pc:sldMk cId="2101226290" sldId="280"/>
            <ac:spMk id="4" creationId="{8A982067-A33F-49C4-BEE1-9D201D43ED4F}"/>
          </ac:spMkLst>
        </pc:spChg>
        <pc:spChg chg="add mod">
          <ac:chgData name="Sam O’Neil" userId="cb323814-a42a-4cfe-bc74-03f595e56f6e" providerId="ADAL" clId="{A400A25C-AD53-4DED-9CE7-9937FD2E1C3E}" dt="2019-10-09T17:59:48.353" v="3922" actId="1076"/>
          <ac:spMkLst>
            <pc:docMk/>
            <pc:sldMk cId="2101226290" sldId="280"/>
            <ac:spMk id="5" creationId="{E295AB58-BE45-4FE7-83C0-F81F19BA4A1E}"/>
          </ac:spMkLst>
        </pc:spChg>
        <pc:cxnChg chg="add mod">
          <ac:chgData name="Sam O’Neil" userId="cb323814-a42a-4cfe-bc74-03f595e56f6e" providerId="ADAL" clId="{A400A25C-AD53-4DED-9CE7-9937FD2E1C3E}" dt="2019-10-09T17:59:48.353" v="3922" actId="1076"/>
          <ac:cxnSpMkLst>
            <pc:docMk/>
            <pc:sldMk cId="2101226290" sldId="280"/>
            <ac:cxnSpMk id="6" creationId="{B76568B1-9B39-4168-9990-3809EAF6109F}"/>
          </ac:cxnSpMkLst>
        </pc:cxnChg>
      </pc:sldChg>
      <pc:sldChg chg="add del">
        <pc:chgData name="Sam O’Neil" userId="cb323814-a42a-4cfe-bc74-03f595e56f6e" providerId="ADAL" clId="{A400A25C-AD53-4DED-9CE7-9937FD2E1C3E}" dt="2019-10-09T14:53:59.649" v="1828" actId="2696"/>
        <pc:sldMkLst>
          <pc:docMk/>
          <pc:sldMk cId="2823274805" sldId="280"/>
        </pc:sldMkLst>
      </pc:sldChg>
      <pc:sldChg chg="addSp delSp modSp add modAnim">
        <pc:chgData name="Sam O’Neil" userId="cb323814-a42a-4cfe-bc74-03f595e56f6e" providerId="ADAL" clId="{A400A25C-AD53-4DED-9CE7-9937FD2E1C3E}" dt="2019-10-09T18:02:04.005" v="3972"/>
        <pc:sldMkLst>
          <pc:docMk/>
          <pc:sldMk cId="2837434748" sldId="281"/>
        </pc:sldMkLst>
        <pc:spChg chg="mod">
          <ac:chgData name="Sam O’Neil" userId="cb323814-a42a-4cfe-bc74-03f595e56f6e" providerId="ADAL" clId="{A400A25C-AD53-4DED-9CE7-9937FD2E1C3E}" dt="2019-10-09T15:05:17.823" v="2201" actId="20577"/>
          <ac:spMkLst>
            <pc:docMk/>
            <pc:sldMk cId="2837434748" sldId="281"/>
            <ac:spMk id="2" creationId="{F3E593E6-3D2F-4C7E-80B2-F78D636A9E07}"/>
          </ac:spMkLst>
        </pc:spChg>
        <pc:spChg chg="del">
          <ac:chgData name="Sam O’Neil" userId="cb323814-a42a-4cfe-bc74-03f595e56f6e" providerId="ADAL" clId="{A400A25C-AD53-4DED-9CE7-9937FD2E1C3E}" dt="2019-10-09T15:20:12.081" v="2383" actId="478"/>
          <ac:spMkLst>
            <pc:docMk/>
            <pc:sldMk cId="2837434748" sldId="281"/>
            <ac:spMk id="3" creationId="{5198A88B-52B3-469E-A512-B72752EB7862}"/>
          </ac:spMkLst>
        </pc:spChg>
        <pc:spChg chg="mod">
          <ac:chgData name="Sam O’Neil" userId="cb323814-a42a-4cfe-bc74-03f595e56f6e" providerId="ADAL" clId="{A400A25C-AD53-4DED-9CE7-9937FD2E1C3E}" dt="2019-10-09T15:25:29.563" v="2517" actId="404"/>
          <ac:spMkLst>
            <pc:docMk/>
            <pc:sldMk cId="2837434748" sldId="281"/>
            <ac:spMk id="4" creationId="{8A982067-A33F-49C4-BEE1-9D201D43ED4F}"/>
          </ac:spMkLst>
        </pc:spChg>
        <pc:spChg chg="del">
          <ac:chgData name="Sam O’Neil" userId="cb323814-a42a-4cfe-bc74-03f595e56f6e" providerId="ADAL" clId="{A400A25C-AD53-4DED-9CE7-9937FD2E1C3E}" dt="2019-10-09T15:20:32.112" v="2387" actId="478"/>
          <ac:spMkLst>
            <pc:docMk/>
            <pc:sldMk cId="2837434748" sldId="281"/>
            <ac:spMk id="5" creationId="{E295AB58-BE45-4FE7-83C0-F81F19BA4A1E}"/>
          </ac:spMkLst>
        </pc:spChg>
        <pc:spChg chg="add del mod">
          <ac:chgData name="Sam O’Neil" userId="cb323814-a42a-4cfe-bc74-03f595e56f6e" providerId="ADAL" clId="{A400A25C-AD53-4DED-9CE7-9937FD2E1C3E}" dt="2019-10-09T15:20:26.546" v="2385" actId="478"/>
          <ac:spMkLst>
            <pc:docMk/>
            <pc:sldMk cId="2837434748" sldId="281"/>
            <ac:spMk id="7" creationId="{11EAF0F2-3591-42BE-AA68-C2CEF83B7BC1}"/>
          </ac:spMkLst>
        </pc:spChg>
        <pc:spChg chg="add mod">
          <ac:chgData name="Sam O’Neil" userId="cb323814-a42a-4cfe-bc74-03f595e56f6e" providerId="ADAL" clId="{A400A25C-AD53-4DED-9CE7-9937FD2E1C3E}" dt="2019-10-09T15:35:37.068" v="2915" actId="2711"/>
          <ac:spMkLst>
            <pc:docMk/>
            <pc:sldMk cId="2837434748" sldId="281"/>
            <ac:spMk id="8" creationId="{F900E18A-BC3F-4B7A-9993-BFF3EDFF913E}"/>
          </ac:spMkLst>
        </pc:spChg>
        <pc:picChg chg="add del mod">
          <ac:chgData name="Sam O’Neil" userId="cb323814-a42a-4cfe-bc74-03f595e56f6e" providerId="ADAL" clId="{A400A25C-AD53-4DED-9CE7-9937FD2E1C3E}" dt="2019-10-09T15:28:21.191" v="2529" actId="478"/>
          <ac:picMkLst>
            <pc:docMk/>
            <pc:sldMk cId="2837434748" sldId="281"/>
            <ac:picMk id="9" creationId="{4776BE1F-9074-4EFE-AEFD-D1C4D771F70A}"/>
          </ac:picMkLst>
        </pc:picChg>
        <pc:picChg chg="add del mod">
          <ac:chgData name="Sam O’Neil" userId="cb323814-a42a-4cfe-bc74-03f595e56f6e" providerId="ADAL" clId="{A400A25C-AD53-4DED-9CE7-9937FD2E1C3E}" dt="2019-10-09T15:31:21.540" v="2532" actId="478"/>
          <ac:picMkLst>
            <pc:docMk/>
            <pc:sldMk cId="2837434748" sldId="281"/>
            <ac:picMk id="10" creationId="{F81DA4A9-2953-404A-86CB-8EB4B053C02D}"/>
          </ac:picMkLst>
        </pc:picChg>
        <pc:picChg chg="add mod">
          <ac:chgData name="Sam O’Neil" userId="cb323814-a42a-4cfe-bc74-03f595e56f6e" providerId="ADAL" clId="{A400A25C-AD53-4DED-9CE7-9937FD2E1C3E}" dt="2019-10-09T15:33:40.840" v="2772" actId="1076"/>
          <ac:picMkLst>
            <pc:docMk/>
            <pc:sldMk cId="2837434748" sldId="281"/>
            <ac:picMk id="11" creationId="{C4AD1E8B-9BE0-4447-B5AF-2FD014FA4C51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09T18:01:35.281" v="3962" actId="1076"/>
        <pc:sldMkLst>
          <pc:docMk/>
          <pc:sldMk cId="2162126279" sldId="282"/>
        </pc:sldMkLst>
        <pc:spChg chg="mod">
          <ac:chgData name="Sam O’Neil" userId="cb323814-a42a-4cfe-bc74-03f595e56f6e" providerId="ADAL" clId="{A400A25C-AD53-4DED-9CE7-9937FD2E1C3E}" dt="2019-10-09T15:05:36.330" v="2212" actId="20577"/>
          <ac:spMkLst>
            <pc:docMk/>
            <pc:sldMk cId="2162126279" sldId="282"/>
            <ac:spMk id="2" creationId="{F3E593E6-3D2F-4C7E-80B2-F78D636A9E07}"/>
          </ac:spMkLst>
        </pc:spChg>
        <pc:spChg chg="mod">
          <ac:chgData name="Sam O’Neil" userId="cb323814-a42a-4cfe-bc74-03f595e56f6e" providerId="ADAL" clId="{A400A25C-AD53-4DED-9CE7-9937FD2E1C3E}" dt="2019-10-09T15:16:20.582" v="2350" actId="14100"/>
          <ac:spMkLst>
            <pc:docMk/>
            <pc:sldMk cId="2162126279" sldId="282"/>
            <ac:spMk id="3" creationId="{5198A88B-52B3-469E-A512-B72752EB7862}"/>
          </ac:spMkLst>
        </pc:spChg>
        <pc:spChg chg="del mod">
          <ac:chgData name="Sam O’Neil" userId="cb323814-a42a-4cfe-bc74-03f595e56f6e" providerId="ADAL" clId="{A400A25C-AD53-4DED-9CE7-9937FD2E1C3E}" dt="2019-10-09T15:14:59.058" v="2331" actId="478"/>
          <ac:spMkLst>
            <pc:docMk/>
            <pc:sldMk cId="2162126279" sldId="282"/>
            <ac:spMk id="4" creationId="{8A982067-A33F-49C4-BEE1-9D201D43ED4F}"/>
          </ac:spMkLst>
        </pc:spChg>
        <pc:spChg chg="mod">
          <ac:chgData name="Sam O’Neil" userId="cb323814-a42a-4cfe-bc74-03f595e56f6e" providerId="ADAL" clId="{A400A25C-AD53-4DED-9CE7-9937FD2E1C3E}" dt="2019-10-09T15:16:22.366" v="2351" actId="1076"/>
          <ac:spMkLst>
            <pc:docMk/>
            <pc:sldMk cId="2162126279" sldId="282"/>
            <ac:spMk id="5" creationId="{E295AB58-BE45-4FE7-83C0-F81F19BA4A1E}"/>
          </ac:spMkLst>
        </pc:spChg>
        <pc:spChg chg="add mod">
          <ac:chgData name="Sam O’Neil" userId="cb323814-a42a-4cfe-bc74-03f595e56f6e" providerId="ADAL" clId="{A400A25C-AD53-4DED-9CE7-9937FD2E1C3E}" dt="2019-10-09T18:01:15.140" v="3941" actId="1582"/>
          <ac:spMkLst>
            <pc:docMk/>
            <pc:sldMk cId="2162126279" sldId="282"/>
            <ac:spMk id="6" creationId="{A3079657-1406-4D46-8C21-B0283FB687E2}"/>
          </ac:spMkLst>
        </pc:spChg>
        <pc:spChg chg="add mod">
          <ac:chgData name="Sam O’Neil" userId="cb323814-a42a-4cfe-bc74-03f595e56f6e" providerId="ADAL" clId="{A400A25C-AD53-4DED-9CE7-9937FD2E1C3E}" dt="2019-10-09T18:01:35.281" v="3962" actId="1076"/>
          <ac:spMkLst>
            <pc:docMk/>
            <pc:sldMk cId="2162126279" sldId="282"/>
            <ac:spMk id="7" creationId="{9543D8E0-2182-42AC-A2FC-D9E4D7BCD546}"/>
          </ac:spMkLst>
        </pc:spChg>
      </pc:sldChg>
      <pc:sldChg chg="modSp add modAnim">
        <pc:chgData name="Sam O’Neil" userId="cb323814-a42a-4cfe-bc74-03f595e56f6e" providerId="ADAL" clId="{A400A25C-AD53-4DED-9CE7-9937FD2E1C3E}" dt="2019-10-09T18:01:47.560" v="3968"/>
        <pc:sldMkLst>
          <pc:docMk/>
          <pc:sldMk cId="949664406" sldId="283"/>
        </pc:sldMkLst>
        <pc:spChg chg="mod">
          <ac:chgData name="Sam O’Neil" userId="cb323814-a42a-4cfe-bc74-03f595e56f6e" providerId="ADAL" clId="{A400A25C-AD53-4DED-9CE7-9937FD2E1C3E}" dt="2019-10-09T15:23:35.195" v="2428" actId="20577"/>
          <ac:spMkLst>
            <pc:docMk/>
            <pc:sldMk cId="949664406" sldId="283"/>
            <ac:spMk id="2" creationId="{A3C45432-CA52-4838-B7E4-94F673E2655E}"/>
          </ac:spMkLst>
        </pc:spChg>
        <pc:spChg chg="mod">
          <ac:chgData name="Sam O’Neil" userId="cb323814-a42a-4cfe-bc74-03f595e56f6e" providerId="ADAL" clId="{A400A25C-AD53-4DED-9CE7-9937FD2E1C3E}" dt="2019-10-09T15:24:56.866" v="2513" actId="20577"/>
          <ac:spMkLst>
            <pc:docMk/>
            <pc:sldMk cId="949664406" sldId="283"/>
            <ac:spMk id="3" creationId="{C53964C1-0811-4E9A-89E8-A8B1428456F1}"/>
          </ac:spMkLst>
        </pc:spChg>
      </pc:sldChg>
      <pc:sldChg chg="delSp add del">
        <pc:chgData name="Sam O’Neil" userId="cb323814-a42a-4cfe-bc74-03f595e56f6e" providerId="ADAL" clId="{A400A25C-AD53-4DED-9CE7-9937FD2E1C3E}" dt="2019-10-09T15:32:03.190" v="2538" actId="2696"/>
        <pc:sldMkLst>
          <pc:docMk/>
          <pc:sldMk cId="2345256770" sldId="284"/>
        </pc:sldMkLst>
        <pc:spChg chg="del">
          <ac:chgData name="Sam O’Neil" userId="cb323814-a42a-4cfe-bc74-03f595e56f6e" providerId="ADAL" clId="{A400A25C-AD53-4DED-9CE7-9937FD2E1C3E}" dt="2019-10-09T15:31:57.367" v="2537" actId="478"/>
          <ac:spMkLst>
            <pc:docMk/>
            <pc:sldMk cId="2345256770" sldId="284"/>
            <ac:spMk id="4" creationId="{8A982067-A33F-49C4-BEE1-9D201D43ED4F}"/>
          </ac:spMkLst>
        </pc:spChg>
        <pc:spChg chg="del">
          <ac:chgData name="Sam O’Neil" userId="cb323814-a42a-4cfe-bc74-03f595e56f6e" providerId="ADAL" clId="{A400A25C-AD53-4DED-9CE7-9937FD2E1C3E}" dt="2019-10-09T15:31:57.367" v="2537" actId="478"/>
          <ac:spMkLst>
            <pc:docMk/>
            <pc:sldMk cId="2345256770" sldId="284"/>
            <ac:spMk id="8" creationId="{F900E18A-BC3F-4B7A-9993-BFF3EDFF913E}"/>
          </ac:spMkLst>
        </pc:spChg>
        <pc:picChg chg="del">
          <ac:chgData name="Sam O’Neil" userId="cb323814-a42a-4cfe-bc74-03f595e56f6e" providerId="ADAL" clId="{A400A25C-AD53-4DED-9CE7-9937FD2E1C3E}" dt="2019-10-09T15:31:57.367" v="2537" actId="478"/>
          <ac:picMkLst>
            <pc:docMk/>
            <pc:sldMk cId="2345256770" sldId="284"/>
            <ac:picMk id="11" creationId="{C4AD1E8B-9BE0-4447-B5AF-2FD014FA4C51}"/>
          </ac:picMkLst>
        </pc:picChg>
      </pc:sldChg>
      <pc:sldChg chg="addSp delSp modSp add modAnim">
        <pc:chgData name="Sam O’Neil" userId="cb323814-a42a-4cfe-bc74-03f595e56f6e" providerId="ADAL" clId="{A400A25C-AD53-4DED-9CE7-9937FD2E1C3E}" dt="2019-10-09T18:02:18.579" v="3974"/>
        <pc:sldMkLst>
          <pc:docMk/>
          <pc:sldMk cId="2539416755" sldId="284"/>
        </pc:sldMkLst>
        <pc:spChg chg="del mod">
          <ac:chgData name="Sam O’Neil" userId="cb323814-a42a-4cfe-bc74-03f595e56f6e" providerId="ADAL" clId="{A400A25C-AD53-4DED-9CE7-9937FD2E1C3E}" dt="2019-10-09T17:49:35.873" v="3735" actId="478"/>
          <ac:spMkLst>
            <pc:docMk/>
            <pc:sldMk cId="2539416755" sldId="284"/>
            <ac:spMk id="2" creationId="{A3C45432-CA52-4838-B7E4-94F673E2655E}"/>
          </ac:spMkLst>
        </pc:spChg>
        <pc:spChg chg="mod">
          <ac:chgData name="Sam O’Neil" userId="cb323814-a42a-4cfe-bc74-03f595e56f6e" providerId="ADAL" clId="{A400A25C-AD53-4DED-9CE7-9937FD2E1C3E}" dt="2019-10-09T17:49:40.571" v="3738" actId="14100"/>
          <ac:spMkLst>
            <pc:docMk/>
            <pc:sldMk cId="2539416755" sldId="284"/>
            <ac:spMk id="3" creationId="{C53964C1-0811-4E9A-89E8-A8B1428456F1}"/>
          </ac:spMkLst>
        </pc:spChg>
        <pc:spChg chg="add del mod">
          <ac:chgData name="Sam O’Neil" userId="cb323814-a42a-4cfe-bc74-03f595e56f6e" providerId="ADAL" clId="{A400A25C-AD53-4DED-9CE7-9937FD2E1C3E}" dt="2019-10-09T17:49:37.540" v="3737" actId="478"/>
          <ac:spMkLst>
            <pc:docMk/>
            <pc:sldMk cId="2539416755" sldId="284"/>
            <ac:spMk id="5" creationId="{83E8AF52-FD6B-4D9C-9927-357260DD46F0}"/>
          </ac:spMkLst>
        </pc:spChg>
        <pc:spChg chg="add">
          <ac:chgData name="Sam O’Neil" userId="cb323814-a42a-4cfe-bc74-03f595e56f6e" providerId="ADAL" clId="{A400A25C-AD53-4DED-9CE7-9937FD2E1C3E}" dt="2019-10-09T17:49:36.107" v="3736"/>
          <ac:spMkLst>
            <pc:docMk/>
            <pc:sldMk cId="2539416755" sldId="284"/>
            <ac:spMk id="6" creationId="{A2368C2C-C056-4209-AAAF-72C1EE32763F}"/>
          </ac:spMkLst>
        </pc:spChg>
      </pc:sldChg>
      <pc:sldChg chg="addSp delSp modSp add">
        <pc:chgData name="Sam O’Neil" userId="cb323814-a42a-4cfe-bc74-03f595e56f6e" providerId="ADAL" clId="{A400A25C-AD53-4DED-9CE7-9937FD2E1C3E}" dt="2019-10-09T18:02:29.177" v="3982" actId="20577"/>
        <pc:sldMkLst>
          <pc:docMk/>
          <pc:sldMk cId="188742916" sldId="285"/>
        </pc:sldMkLst>
        <pc:spChg chg="del mod">
          <ac:chgData name="Sam O’Neil" userId="cb323814-a42a-4cfe-bc74-03f595e56f6e" providerId="ADAL" clId="{A400A25C-AD53-4DED-9CE7-9937FD2E1C3E}" dt="2019-10-09T17:49:46.992" v="3739" actId="478"/>
          <ac:spMkLst>
            <pc:docMk/>
            <pc:sldMk cId="188742916" sldId="285"/>
            <ac:spMk id="2" creationId="{A3C45432-CA52-4838-B7E4-94F673E2655E}"/>
          </ac:spMkLst>
        </pc:spChg>
        <pc:spChg chg="mod">
          <ac:chgData name="Sam O’Neil" userId="cb323814-a42a-4cfe-bc74-03f595e56f6e" providerId="ADAL" clId="{A400A25C-AD53-4DED-9CE7-9937FD2E1C3E}" dt="2019-10-09T17:49:53.284" v="3742" actId="14100"/>
          <ac:spMkLst>
            <pc:docMk/>
            <pc:sldMk cId="188742916" sldId="285"/>
            <ac:spMk id="3" creationId="{C53964C1-0811-4E9A-89E8-A8B1428456F1}"/>
          </ac:spMkLst>
        </pc:spChg>
        <pc:spChg chg="add del mod">
          <ac:chgData name="Sam O’Neil" userId="cb323814-a42a-4cfe-bc74-03f595e56f6e" providerId="ADAL" clId="{A400A25C-AD53-4DED-9CE7-9937FD2E1C3E}" dt="2019-10-09T17:49:50.302" v="3740" actId="478"/>
          <ac:spMkLst>
            <pc:docMk/>
            <pc:sldMk cId="188742916" sldId="285"/>
            <ac:spMk id="5" creationId="{E92E0823-EFA9-4AFA-A8F1-708A5301AC77}"/>
          </ac:spMkLst>
        </pc:spChg>
        <pc:spChg chg="add mod">
          <ac:chgData name="Sam O’Neil" userId="cb323814-a42a-4cfe-bc74-03f595e56f6e" providerId="ADAL" clId="{A400A25C-AD53-4DED-9CE7-9937FD2E1C3E}" dt="2019-10-09T18:02:29.177" v="3982" actId="20577"/>
          <ac:spMkLst>
            <pc:docMk/>
            <pc:sldMk cId="188742916" sldId="285"/>
            <ac:spMk id="6" creationId="{766B3FC4-29EE-4095-A109-72328DF7F422}"/>
          </ac:spMkLst>
        </pc:spChg>
      </pc:sldChg>
    </pc:docChg>
  </pc:docChgLst>
  <pc:docChgLst>
    <pc:chgData name="Sam O'Neill" userId="cb323814-a42a-4cfe-bc74-03f595e56f6e" providerId="ADAL" clId="{56A4019E-755B-4B53-A3D8-044B504E2771}"/>
    <pc:docChg chg="delSld modSld">
      <pc:chgData name="Sam O'Neill" userId="cb323814-a42a-4cfe-bc74-03f595e56f6e" providerId="ADAL" clId="{56A4019E-755B-4B53-A3D8-044B504E2771}" dt="2020-01-28T12:43:50.660" v="23" actId="47"/>
      <pc:docMkLst>
        <pc:docMk/>
      </pc:docMkLst>
      <pc:sldChg chg="modSp">
        <pc:chgData name="Sam O'Neill" userId="cb323814-a42a-4cfe-bc74-03f595e56f6e" providerId="ADAL" clId="{56A4019E-755B-4B53-A3D8-044B504E2771}" dt="2020-01-28T12:43:39.173" v="22" actId="20577"/>
        <pc:sldMkLst>
          <pc:docMk/>
          <pc:sldMk cId="110775907" sldId="256"/>
        </pc:sldMkLst>
        <pc:spChg chg="mod">
          <ac:chgData name="Sam O'Neill" userId="cb323814-a42a-4cfe-bc74-03f595e56f6e" providerId="ADAL" clId="{56A4019E-755B-4B53-A3D8-044B504E2771}" dt="2020-01-28T12:43:39.173" v="22" actId="20577"/>
          <ac:spMkLst>
            <pc:docMk/>
            <pc:sldMk cId="110775907" sldId="256"/>
            <ac:spMk id="2" creationId="{0A85F331-FA4C-4E92-A9DC-B75BC327C4AF}"/>
          </ac:spMkLst>
        </pc:spChg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913395776" sldId="26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458902969" sldId="27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936150012" sldId="27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86258724" sldId="27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59174208" sldId="27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61449769" sldId="27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68365988" sldId="27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84563930" sldId="27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30756932" sldId="27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79205864" sldId="279"/>
        </pc:sldMkLst>
      </pc:sldChg>
      <pc:sldChg chg="del">
        <pc:chgData name="Sam O'Neill" userId="cb323814-a42a-4cfe-bc74-03f595e56f6e" providerId="ADAL" clId="{56A4019E-755B-4B53-A3D8-044B504E2771}" dt="2020-01-28T12:43:26.604" v="0" actId="47"/>
        <pc:sldMkLst>
          <pc:docMk/>
          <pc:sldMk cId="1884217568" sldId="28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088039553" sldId="28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621580036" sldId="28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858105676" sldId="28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83058261" sldId="28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75725864" sldId="28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72795176" sldId="28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2413535" sldId="28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149504954" sldId="28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771768100" sldId="289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68352976" sldId="29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87034954" sldId="29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96128063" sldId="29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33951715" sldId="29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75759681" sldId="29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880957841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06/02/2024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nd.org/content/dam/rand/pubs/papers/2008/P402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Flow Shop Scheduling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Scheduling - Single Stage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machine/stage/activity.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– Total time taken to process all jobs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– Total time jobs are waiting in the queue and take to be processed.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e.g. You are buying a Kit-Kat and are behind someone with a full trolley.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they are kind enough to let you through, what happens to the </a:t>
                </a:r>
                <a:r>
                  <a:rPr lang="en-GB" b="1" dirty="0"/>
                  <a:t>Makespan </a:t>
                </a:r>
                <a:r>
                  <a:rPr lang="en-GB" dirty="0"/>
                  <a:t>and the </a:t>
                </a:r>
                <a:r>
                  <a:rPr lang="en-GB" b="1" dirty="0"/>
                  <a:t>Completion Time </a:t>
                </a:r>
                <a:r>
                  <a:rPr lang="en-GB" dirty="0"/>
                  <a:t>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isn’t concerned with order. The checkout takes the same amount regardless of order. 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however is vastly different. If you are not let by, you both wait for almost the entire </a:t>
                </a:r>
                <a:r>
                  <a:rPr lang="en-GB" b="1" dirty="0"/>
                  <a:t>Makespan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78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 (stage).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- Makespan, i.e. the last completion time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Completion time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- Sum of all completion times.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length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Shortest processing time, order the jobs in ascending order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  <a:blipFill>
                <a:blip r:embed="rId2"/>
                <a:stretch>
                  <a:fillRect l="-4058" t="-3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9BE7577-8838-48D7-9A76-28F79BCF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86389"/>
            <a:ext cx="10631384" cy="5144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/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/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/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/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/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/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B5A677-5000-026F-E41F-7F90AF5788D6}"/>
              </a:ext>
            </a:extLst>
          </p:cNvPr>
          <p:cNvCxnSpPr>
            <a:cxnSpLocks/>
          </p:cNvCxnSpPr>
          <p:nvPr/>
        </p:nvCxnSpPr>
        <p:spPr>
          <a:xfrm>
            <a:off x="934278" y="5559287"/>
            <a:ext cx="45720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/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blipFill>
                <a:blip r:embed="rId10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/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98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Lemma 1: </a:t>
                </a: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be a vector of descending order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a vector of similar length of no specific order. The minimum scalar product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occurs 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of ascending order.</a:t>
                </a:r>
              </a:p>
              <a:p>
                <a:pPr marL="0" indent="0">
                  <a:buNone/>
                </a:pPr>
                <a:r>
                  <a:rPr lang="en-GB" b="1" dirty="0"/>
                  <a:t>Proof: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≥…≥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we have two indices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(not necessarily adjacent) such that: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Define a new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where these two elements are swapped.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9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swapping any two elements in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results in an equal or lower scalar product</a:t>
                </a:r>
              </a:p>
            </p:txBody>
          </p:sp>
        </mc:Choice>
        <mc:Fallback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1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Therefore, for any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not in ascending order, there exists a swap which results in an equal or lower scalar product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.</a:t>
                </a: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Thus, the minimum is attained 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in ascending order.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GB" dirty="0"/>
                  <a:t>  </a:t>
                </a:r>
              </a:p>
            </p:txBody>
          </p:sp>
        </mc:Choice>
        <mc:Fallback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66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Theorem: </a:t>
                </a:r>
                <a:r>
                  <a:rPr lang="en-GB" dirty="0"/>
                  <a:t>SPT is optimal for minimising the sum of completion times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Proof: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+…+2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−1,…,2,1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−1,…,2,1</m:t>
                        </m:r>
                      </m:e>
                    </m:d>
                  </m:oMath>
                </a14:m>
                <a:r>
                  <a:rPr lang="en-GB" dirty="0"/>
                  <a:t> is of descending order, therefore, to obtain a minimum by the previous lemma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needs to be of ascending order, i.e. shortest processing time first.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232" t="-8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53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Job Shop Scheduling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dirty="0"/>
              <a:t>This involves scheduling multiple jobs on multiple machines.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e.g. </a:t>
            </a:r>
          </a:p>
          <a:p>
            <a:pPr marL="0" indent="0">
              <a:lnSpc>
                <a:spcPct val="170000"/>
              </a:lnSpc>
              <a:buNone/>
            </a:pPr>
            <a:endParaRPr lang="en-GB" dirty="0"/>
          </a:p>
          <a:p>
            <a:pPr marL="0" indent="0">
              <a:lnSpc>
                <a:spcPct val="170000"/>
              </a:lnSpc>
              <a:buNone/>
            </a:pPr>
            <a:endParaRPr lang="en-GB" dirty="0"/>
          </a:p>
          <a:p>
            <a:pPr marL="0" indent="0">
              <a:lnSpc>
                <a:spcPct val="170000"/>
              </a:lnSpc>
              <a:buNone/>
            </a:pPr>
            <a:endParaRPr lang="en-GB" dirty="0"/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This is known to a class of problems called NP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Thought to be impossible to solve in polynomial-time. i.e. as problem increases, the time to solve evolves quicker than a polynomial.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Look for a ‘good’ solution! Next Week!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6FD8046-6BFD-4CC0-9D87-1060AAD57B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3403260"/>
                  </p:ext>
                </p:extLst>
              </p:nvPr>
            </p:nvGraphicFramePr>
            <p:xfrm>
              <a:off x="2032000" y="2180166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1404931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17073718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5764160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Jobs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Sequence of Machines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Process Time on Machines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95904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5,3,8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2668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4,6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36293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2,7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448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6FD8046-6BFD-4CC0-9D87-1060AAD57B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3403260"/>
                  </p:ext>
                </p:extLst>
              </p:nvPr>
            </p:nvGraphicFramePr>
            <p:xfrm>
              <a:off x="2032000" y="2180166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1404931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17073718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5764160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Sequence of Machines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Process Time on Machines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95904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108197" r="-200674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108197" r="-101126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8197" r="-899" b="-2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2668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208197" r="-200674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208197" r="-101126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8197" r="-899" b="-1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36293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308197" r="-200674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308197" r="-101126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8197" r="-899" b="-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489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0726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Trivia Time…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The average human body contains how many pints of blood?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9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Statue of Liberty was given to the US by which country?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title is shared by a 1983 Lionel Richie song and a 2015 Adele song?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Hello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7B077-E4A3-402F-9D40-E6D4A121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373" y="298580"/>
            <a:ext cx="2715372" cy="270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3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Flow Shop Scheduling</a:t>
            </a:r>
            <a:endParaRPr lang="en-GB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will deal with a simpler set up than the general job shop scheduling problem.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Often a company will have multiple jobs (e.g. products) that go through multiple stages (machines) sequentially.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job may require a different amount of time at each stage.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41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6A7A35-4663-4FC0-803D-954B24DBDBC6}"/>
              </a:ext>
            </a:extLst>
          </p:cNvPr>
          <p:cNvSpPr/>
          <p:nvPr/>
        </p:nvSpPr>
        <p:spPr>
          <a:xfrm>
            <a:off x="3609975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4E21BD-5D61-4C86-BF02-F886DA349F37}"/>
              </a:ext>
            </a:extLst>
          </p:cNvPr>
          <p:cNvSpPr/>
          <p:nvPr/>
        </p:nvSpPr>
        <p:spPr>
          <a:xfrm>
            <a:off x="6572250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10"/>
            <a:ext cx="10515600" cy="706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a 2 stage process in sequence.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0C5D8-C6F7-4305-9104-39413234E0A9}"/>
              </a:ext>
            </a:extLst>
          </p:cNvPr>
          <p:cNvSpPr txBox="1">
            <a:spLocks/>
          </p:cNvSpPr>
          <p:nvPr/>
        </p:nvSpPr>
        <p:spPr>
          <a:xfrm>
            <a:off x="838200" y="4107585"/>
            <a:ext cx="10515600" cy="8708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Each job requires different times at each stage.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e.g.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975" y="5208114"/>
            <a:ext cx="4925112" cy="10478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D6DD5-88FB-4553-9900-50EC76BDF9C0}"/>
              </a:ext>
            </a:extLst>
          </p:cNvPr>
          <p:cNvCxnSpPr>
            <a:endCxn id="3" idx="2"/>
          </p:cNvCxnSpPr>
          <p:nvPr/>
        </p:nvCxnSpPr>
        <p:spPr>
          <a:xfrm>
            <a:off x="2705100" y="2728911"/>
            <a:ext cx="90487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F9F68B-7C8B-4C77-B891-E7239D21F2D6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4381500" y="2728912"/>
            <a:ext cx="21907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E169FD-6EBC-494C-99E3-5016F5C55229}"/>
              </a:ext>
            </a:extLst>
          </p:cNvPr>
          <p:cNvCxnSpPr>
            <a:cxnSpLocks/>
            <a:stCxn id="5" idx="6"/>
          </p:cNvCxnSpPr>
          <p:nvPr/>
        </p:nvCxnSpPr>
        <p:spPr>
          <a:xfrm flipV="1">
            <a:off x="7343775" y="2728911"/>
            <a:ext cx="92392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B8416F4-33B7-44FA-A988-29DEC0586778}"/>
              </a:ext>
            </a:extLst>
          </p:cNvPr>
          <p:cNvSpPr/>
          <p:nvPr/>
        </p:nvSpPr>
        <p:spPr>
          <a:xfrm>
            <a:off x="1519013" y="2535096"/>
            <a:ext cx="1002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Start Job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DA9EA7-D557-4BD0-AC79-5F05ED96164C}"/>
              </a:ext>
            </a:extLst>
          </p:cNvPr>
          <p:cNvSpPr/>
          <p:nvPr/>
        </p:nvSpPr>
        <p:spPr>
          <a:xfrm>
            <a:off x="8484318" y="250969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End Job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AA0-4F27-46F9-9A1A-2FBC90B9B53F}"/>
              </a:ext>
            </a:extLst>
          </p:cNvPr>
          <p:cNvSpPr/>
          <p:nvPr/>
        </p:nvSpPr>
        <p:spPr>
          <a:xfrm>
            <a:off x="3227975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73639A-C8C2-4B3D-8A45-33E19946356D}"/>
              </a:ext>
            </a:extLst>
          </p:cNvPr>
          <p:cNvSpPr/>
          <p:nvPr/>
        </p:nvSpPr>
        <p:spPr>
          <a:xfrm>
            <a:off x="6190250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2</a:t>
            </a:r>
          </a:p>
        </p:txBody>
      </p:sp>
    </p:spTree>
    <p:extLst>
      <p:ext uri="{BB962C8B-B14F-4D97-AF65-F5344CB8AC3E}">
        <p14:creationId xmlns:p14="http://schemas.microsoft.com/office/powerpoint/2010/main" val="2066874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394" y="2274672"/>
            <a:ext cx="10515600" cy="525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Schedule jobs in order they appear. PQR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94" y="1173017"/>
            <a:ext cx="4925112" cy="1047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15458-01CE-41DB-B943-B79C17FA4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87" y="2665268"/>
            <a:ext cx="5973009" cy="1552792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B21671-E002-43CA-B2BA-258281F77124}"/>
              </a:ext>
            </a:extLst>
          </p:cNvPr>
          <p:cNvSpPr txBox="1">
            <a:spLocks/>
          </p:cNvSpPr>
          <p:nvPr/>
        </p:nvSpPr>
        <p:spPr>
          <a:xfrm>
            <a:off x="977346" y="4281758"/>
            <a:ext cx="10515600" cy="706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Is this optimal for </a:t>
            </a:r>
            <a:r>
              <a:rPr lang="en-GB" dirty="0" err="1"/>
              <a:t>Makespan</a:t>
            </a:r>
            <a:r>
              <a:rPr lang="en-GB" dirty="0"/>
              <a:t>? i.e. is everything completed as quickly as possible?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 PRQ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10C761-2D78-4106-96CE-364264BEF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94" y="4959136"/>
            <a:ext cx="563958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Makespan and Idle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58BCB-0C6E-463D-9290-798EE904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1514261"/>
            <a:ext cx="5639587" cy="15337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04F1EA-80D4-446C-88C8-A599B6FC3855}"/>
              </a:ext>
            </a:extLst>
          </p:cNvPr>
          <p:cNvCxnSpPr>
            <a:cxnSpLocks/>
          </p:cNvCxnSpPr>
          <p:nvPr/>
        </p:nvCxnSpPr>
        <p:spPr>
          <a:xfrm>
            <a:off x="2000250" y="1390436"/>
            <a:ext cx="4629150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6F38B2D-64A3-4A2D-9614-E0C28651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3171824"/>
            <a:ext cx="5639587" cy="153373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123C2-F896-4C85-8928-0053CC366EA2}"/>
              </a:ext>
            </a:extLst>
          </p:cNvPr>
          <p:cNvCxnSpPr>
            <a:cxnSpLocks/>
          </p:cNvCxnSpPr>
          <p:nvPr/>
        </p:nvCxnSpPr>
        <p:spPr>
          <a:xfrm>
            <a:off x="5124450" y="3076574"/>
            <a:ext cx="15049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DC81B2B-948A-4910-AF0D-C3E98935E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4959136"/>
            <a:ext cx="5639587" cy="153373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206272-D395-4E84-BB17-49599B7A229E}"/>
              </a:ext>
            </a:extLst>
          </p:cNvPr>
          <p:cNvCxnSpPr>
            <a:cxnSpLocks/>
          </p:cNvCxnSpPr>
          <p:nvPr/>
        </p:nvCxnSpPr>
        <p:spPr>
          <a:xfrm>
            <a:off x="3276600" y="5749069"/>
            <a:ext cx="7810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9E09AA-E481-4A05-9C0A-9D03DBEFEE9B}"/>
              </a:ext>
            </a:extLst>
          </p:cNvPr>
          <p:cNvCxnSpPr>
            <a:cxnSpLocks/>
          </p:cNvCxnSpPr>
          <p:nvPr/>
        </p:nvCxnSpPr>
        <p:spPr>
          <a:xfrm>
            <a:off x="2000250" y="5749069"/>
            <a:ext cx="5238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FB3878-0E6B-4B89-A33C-032B47B38456}"/>
              </a:ext>
            </a:extLst>
          </p:cNvPr>
          <p:cNvSpPr txBox="1"/>
          <p:nvPr/>
        </p:nvSpPr>
        <p:spPr>
          <a:xfrm>
            <a:off x="7258050" y="1514261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Makespan</a:t>
            </a:r>
            <a:r>
              <a:rPr lang="en-GB" dirty="0"/>
              <a:t> is the total time required to completed all jobs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704B2C-D8CB-49AA-921B-3D591DC7DBE9}"/>
              </a:ext>
            </a:extLst>
          </p:cNvPr>
          <p:cNvSpPr txBox="1"/>
          <p:nvPr/>
        </p:nvSpPr>
        <p:spPr>
          <a:xfrm>
            <a:off x="7258049" y="3105834"/>
            <a:ext cx="4429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Idle Time </a:t>
            </a:r>
            <a:r>
              <a:rPr lang="en-GB" dirty="0"/>
              <a:t>is the time a stage (machine) is idle.</a:t>
            </a:r>
          </a:p>
          <a:p>
            <a:endParaRPr lang="en-GB" dirty="0"/>
          </a:p>
          <a:p>
            <a:r>
              <a:rPr lang="en-GB" dirty="0"/>
              <a:t>Stage A is idle for 6 units of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D667B9-E194-4EC7-81CB-55829DFD39EC}"/>
              </a:ext>
            </a:extLst>
          </p:cNvPr>
          <p:cNvSpPr/>
          <p:nvPr/>
        </p:nvSpPr>
        <p:spPr>
          <a:xfrm>
            <a:off x="7258049" y="49744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/>
          </a:p>
          <a:p>
            <a:r>
              <a:rPr lang="en-GB" dirty="0"/>
              <a:t>Stage B is idle for 2+3=5 units of time.</a:t>
            </a:r>
          </a:p>
        </p:txBody>
      </p:sp>
    </p:spTree>
    <p:extLst>
      <p:ext uri="{BB962C8B-B14F-4D97-AF65-F5344CB8AC3E}">
        <p14:creationId xmlns:p14="http://schemas.microsoft.com/office/powerpoint/2010/main" val="539044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Optimality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Optimality is difficult to check!</a:t>
            </a:r>
          </a:p>
          <a:p>
            <a:pPr marL="0" indent="0">
              <a:buNone/>
            </a:pPr>
            <a:r>
              <a:rPr lang="en-GB" dirty="0"/>
              <a:t>How many possible permutations. No repetitions and order matters!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AADF65-836D-4508-A761-35AF7ACAC9D4}"/>
              </a:ext>
            </a:extLst>
          </p:cNvPr>
          <p:cNvGrpSpPr/>
          <p:nvPr/>
        </p:nvGrpSpPr>
        <p:grpSpPr>
          <a:xfrm>
            <a:off x="1109662" y="2728776"/>
            <a:ext cx="3966393" cy="3045823"/>
            <a:chOff x="1109662" y="2728776"/>
            <a:chExt cx="3966393" cy="304582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60987A1-772D-460F-8F32-A6B82CFAEEE9}"/>
                </a:ext>
              </a:extLst>
            </p:cNvPr>
            <p:cNvSpPr/>
            <p:nvPr/>
          </p:nvSpPr>
          <p:spPr>
            <a:xfrm>
              <a:off x="1109662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AD78CEF-E9F0-48D1-8D17-14602C4237ED}"/>
                </a:ext>
              </a:extLst>
            </p:cNvPr>
            <p:cNvSpPr/>
            <p:nvPr/>
          </p:nvSpPr>
          <p:spPr>
            <a:xfrm>
              <a:off x="2300286" y="3024052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442333F-E21E-4024-9131-1A8E302AC15F}"/>
                </a:ext>
              </a:extLst>
            </p:cNvPr>
            <p:cNvSpPr/>
            <p:nvPr/>
          </p:nvSpPr>
          <p:spPr>
            <a:xfrm>
              <a:off x="2300287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67C95DD-73F9-4DCB-84C3-E482CBA38B3B}"/>
                </a:ext>
              </a:extLst>
            </p:cNvPr>
            <p:cNvSpPr/>
            <p:nvPr/>
          </p:nvSpPr>
          <p:spPr>
            <a:xfrm>
              <a:off x="2300286" y="51840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685B36-10EC-4540-8882-E102EF1DD336}"/>
                </a:ext>
              </a:extLst>
            </p:cNvPr>
            <p:cNvSpPr/>
            <p:nvPr/>
          </p:nvSpPr>
          <p:spPr>
            <a:xfrm>
              <a:off x="3538535" y="272877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B3DB04-38EF-4C00-9372-D8D54723C948}"/>
                </a:ext>
              </a:extLst>
            </p:cNvPr>
            <p:cNvSpPr/>
            <p:nvPr/>
          </p:nvSpPr>
          <p:spPr>
            <a:xfrm>
              <a:off x="3538535" y="331932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A42B4E-ABD7-492C-BAB8-BD6F01FE1D22}"/>
                </a:ext>
              </a:extLst>
            </p:cNvPr>
            <p:cNvSpPr/>
            <p:nvPr/>
          </p:nvSpPr>
          <p:spPr>
            <a:xfrm>
              <a:off x="3538534" y="440055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1B681D-2C58-4BCF-9ABB-641EA45EB02D}"/>
                </a:ext>
              </a:extLst>
            </p:cNvPr>
            <p:cNvSpPr/>
            <p:nvPr/>
          </p:nvSpPr>
          <p:spPr>
            <a:xfrm>
              <a:off x="3538534" y="381000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CF9025-5591-4593-881E-D11F3B8E76C7}"/>
                </a:ext>
              </a:extLst>
            </p:cNvPr>
            <p:cNvSpPr/>
            <p:nvPr/>
          </p:nvSpPr>
          <p:spPr>
            <a:xfrm>
              <a:off x="3538534" y="547932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E4A2783-BA55-4220-A53C-0E2FBF297C53}"/>
                </a:ext>
              </a:extLst>
            </p:cNvPr>
            <p:cNvSpPr/>
            <p:nvPr/>
          </p:nvSpPr>
          <p:spPr>
            <a:xfrm>
              <a:off x="3538534" y="488877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0B95F6C-1EEE-4844-A78B-5C4A4654EF2D}"/>
                </a:ext>
              </a:extLst>
            </p:cNvPr>
            <p:cNvCxnSpPr>
              <a:stCxn id="3" idx="7"/>
              <a:endCxn id="5" idx="3"/>
            </p:cNvCxnSpPr>
            <p:nvPr/>
          </p:nvCxnSpPr>
          <p:spPr>
            <a:xfrm flipV="1">
              <a:off x="1361695" y="3276085"/>
              <a:ext cx="981833" cy="8724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3D15C71-E5C4-4FB4-B9EC-CB759DCE6F35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1404937" y="4252913"/>
              <a:ext cx="89535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ACCC04-9D7F-4CCD-AF81-FF72F75475B6}"/>
                </a:ext>
              </a:extLst>
            </p:cNvPr>
            <p:cNvCxnSpPr>
              <a:cxnSpLocks/>
              <a:stCxn id="3" idx="5"/>
              <a:endCxn id="7" idx="1"/>
            </p:cNvCxnSpPr>
            <p:nvPr/>
          </p:nvCxnSpPr>
          <p:spPr>
            <a:xfrm>
              <a:off x="1361695" y="4357308"/>
              <a:ext cx="981833" cy="8699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3A71A5-22D2-4F25-B663-56D3C0344FAE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595561" y="2876415"/>
              <a:ext cx="942974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1B9A3CB-D05B-4D31-B360-D58E2165528C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2595561" y="3195570"/>
              <a:ext cx="942974" cy="2713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C8FC2CB-F0B7-4D69-BA27-47872935E64E}"/>
                </a:ext>
              </a:extLst>
            </p:cNvPr>
            <p:cNvCxnSpPr>
              <a:cxnSpLocks/>
              <a:stCxn id="6" idx="6"/>
              <a:endCxn id="11" idx="2"/>
            </p:cNvCxnSpPr>
            <p:nvPr/>
          </p:nvCxnSpPr>
          <p:spPr>
            <a:xfrm flipV="1">
              <a:off x="2595562" y="3957638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DFB4B9-D14F-4378-BF82-298F63E9A617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2595562" y="4252913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FADEAB4-8CCE-4371-AD62-BC96398D2225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2595561" y="5036412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11A2256-43E2-4763-A6FD-7C8D3210683A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>
              <a:off x="2595561" y="5331687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D272853-6455-473B-8048-F6D838151039}"/>
                </a:ext>
              </a:extLst>
            </p:cNvPr>
            <p:cNvSpPr/>
            <p:nvPr/>
          </p:nvSpPr>
          <p:spPr>
            <a:xfrm>
              <a:off x="4776784" y="2728776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DF8001E-D48B-4158-9092-054E8E97D7C7}"/>
                </a:ext>
              </a:extLst>
            </p:cNvPr>
            <p:cNvSpPr/>
            <p:nvPr/>
          </p:nvSpPr>
          <p:spPr>
            <a:xfrm>
              <a:off x="4776782" y="331456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8BD2756-1556-49DC-8978-8668C0783037}"/>
                </a:ext>
              </a:extLst>
            </p:cNvPr>
            <p:cNvSpPr/>
            <p:nvPr/>
          </p:nvSpPr>
          <p:spPr>
            <a:xfrm>
              <a:off x="4780780" y="380999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80123A9-8696-44FE-AFBA-96BC18CE5F19}"/>
                </a:ext>
              </a:extLst>
            </p:cNvPr>
            <p:cNvSpPr/>
            <p:nvPr/>
          </p:nvSpPr>
          <p:spPr>
            <a:xfrm>
              <a:off x="4776783" y="44005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512F759-02DE-46A0-BAEA-94E5E6CD9688}"/>
                </a:ext>
              </a:extLst>
            </p:cNvPr>
            <p:cNvSpPr/>
            <p:nvPr/>
          </p:nvSpPr>
          <p:spPr>
            <a:xfrm>
              <a:off x="4776782" y="488561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1B412BE-78F9-45C0-92A3-FF9A6A934D6F}"/>
                </a:ext>
              </a:extLst>
            </p:cNvPr>
            <p:cNvSpPr/>
            <p:nvPr/>
          </p:nvSpPr>
          <p:spPr>
            <a:xfrm>
              <a:off x="4776782" y="547616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B9D1E92-F157-4264-961E-2940735877B0}"/>
                </a:ext>
              </a:extLst>
            </p:cNvPr>
            <p:cNvCxnSpPr>
              <a:cxnSpLocks/>
              <a:stCxn id="8" idx="6"/>
              <a:endCxn id="42" idx="2"/>
            </p:cNvCxnSpPr>
            <p:nvPr/>
          </p:nvCxnSpPr>
          <p:spPr>
            <a:xfrm flipV="1">
              <a:off x="3833810" y="2876414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DF6FF3C-5C75-4D37-94DD-7F6A1AA8338F}"/>
                </a:ext>
              </a:extLst>
            </p:cNvPr>
            <p:cNvCxnSpPr>
              <a:cxnSpLocks/>
              <a:stCxn id="9" idx="6"/>
              <a:endCxn id="44" idx="2"/>
            </p:cNvCxnSpPr>
            <p:nvPr/>
          </p:nvCxnSpPr>
          <p:spPr>
            <a:xfrm flipV="1">
              <a:off x="3833810" y="3462198"/>
              <a:ext cx="942972" cy="47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73DA43-F30B-4C6F-8159-A02D78CEE581}"/>
                </a:ext>
              </a:extLst>
            </p:cNvPr>
            <p:cNvCxnSpPr>
              <a:cxnSpLocks/>
              <a:stCxn id="11" idx="6"/>
              <a:endCxn id="46" idx="2"/>
            </p:cNvCxnSpPr>
            <p:nvPr/>
          </p:nvCxnSpPr>
          <p:spPr>
            <a:xfrm flipV="1">
              <a:off x="3833809" y="3957637"/>
              <a:ext cx="946971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D624353-1472-4961-93E4-03CFAED4BABD}"/>
                </a:ext>
              </a:extLst>
            </p:cNvPr>
            <p:cNvCxnSpPr>
              <a:cxnSpLocks/>
              <a:stCxn id="10" idx="6"/>
              <a:endCxn id="47" idx="2"/>
            </p:cNvCxnSpPr>
            <p:nvPr/>
          </p:nvCxnSpPr>
          <p:spPr>
            <a:xfrm flipV="1">
              <a:off x="3833809" y="4548187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F4BA0E8-30DF-4567-80CB-0762EDD4EFD4}"/>
                </a:ext>
              </a:extLst>
            </p:cNvPr>
            <p:cNvCxnSpPr>
              <a:cxnSpLocks/>
              <a:stCxn id="13" idx="6"/>
              <a:endCxn id="48" idx="2"/>
            </p:cNvCxnSpPr>
            <p:nvPr/>
          </p:nvCxnSpPr>
          <p:spPr>
            <a:xfrm flipV="1">
              <a:off x="3833809" y="503325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96C49CC-B542-4D22-873F-FFC564AEA6C8}"/>
                </a:ext>
              </a:extLst>
            </p:cNvPr>
            <p:cNvCxnSpPr>
              <a:cxnSpLocks/>
              <a:stCxn id="12" idx="6"/>
              <a:endCxn id="49" idx="2"/>
            </p:cNvCxnSpPr>
            <p:nvPr/>
          </p:nvCxnSpPr>
          <p:spPr>
            <a:xfrm flipV="1">
              <a:off x="3833809" y="562380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/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3×2×1=6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OR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3!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b="0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b="0" dirty="0"/>
                  <a:t> jobs there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GB" b="0" dirty="0"/>
                  <a:t> ways of scheduling.</a:t>
                </a:r>
              </a:p>
              <a:p>
                <a:endParaRPr lang="en-GB" dirty="0"/>
              </a:p>
              <a:p>
                <a:r>
                  <a:rPr lang="en-GB" b="0" dirty="0"/>
                  <a:t>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b="0" dirty="0"/>
                  <a:t> jobs,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10!=3628800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blipFill>
                <a:blip r:embed="rId2"/>
                <a:stretch>
                  <a:fillRect l="-1017" r="-145" b="-209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7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  <p:bldP spid="8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/>
              <a:t>Minimises Makespan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2 stages (machines)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3 stages (machines) given additional conditions</a:t>
            </a:r>
          </a:p>
          <a:p>
            <a:pPr lvl="1">
              <a:lnSpc>
                <a:spcPct val="170000"/>
              </a:lnSpc>
            </a:pPr>
            <a:r>
              <a:rPr lang="en-GB" dirty="0"/>
              <a:t>Not covering this…</a:t>
            </a:r>
          </a:p>
          <a:p>
            <a:pPr>
              <a:lnSpc>
                <a:spcPct val="170000"/>
              </a:lnSpc>
            </a:pPr>
            <a:r>
              <a:rPr lang="en-GB" dirty="0"/>
              <a:t>Everything else is in NP</a:t>
            </a:r>
          </a:p>
          <a:p>
            <a:pPr>
              <a:lnSpc>
                <a:spcPct val="170000"/>
              </a:lnSpc>
            </a:pPr>
            <a:r>
              <a:rPr lang="en-GB" dirty="0"/>
              <a:t>In general problems like these require clever guessing (heuristics)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It effectively schedules the jobs which are small for the first stage at the beginning, and those that are small for the second stage at the end.</a:t>
            </a:r>
            <a:endParaRPr lang="en-GB" dirty="0">
              <a:hlinkClick r:id="rId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GB" dirty="0">
                <a:hlinkClick r:id="rId2"/>
              </a:rPr>
              <a:t>https://www.rand.org/content/dam/rand/pubs/papers/2008/P402.pdf</a:t>
            </a: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767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 (Two stage)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r>
              <a:rPr lang="en-GB" dirty="0"/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time, break ties arbitrarily</a:t>
            </a:r>
          </a:p>
          <a:p>
            <a:pPr lvl="2"/>
            <a:r>
              <a:rPr lang="en-GB" dirty="0"/>
              <a:t>If shortest is for first stage, schedule as early as possible</a:t>
            </a:r>
          </a:p>
          <a:p>
            <a:pPr lvl="2"/>
            <a:r>
              <a:rPr lang="en-GB" dirty="0"/>
              <a:t>Else if shortest is for second stage,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664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08" y="1143249"/>
            <a:ext cx="6093890" cy="1538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C9E66-A8CA-4958-9B35-293FD875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3" y="3429000"/>
            <a:ext cx="10917174" cy="1981477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154EAE4-FDC4-4108-8503-C43283082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485418"/>
              </p:ext>
            </p:extLst>
          </p:nvPr>
        </p:nvGraphicFramePr>
        <p:xfrm>
          <a:off x="8377277" y="4638675"/>
          <a:ext cx="31773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655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58865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Idle Time 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9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 Idle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374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B4A574-CE99-4882-85C1-A6B78B607C31}"/>
              </a:ext>
            </a:extLst>
          </p:cNvPr>
          <p:cNvSpPr txBox="1"/>
          <p:nvPr/>
        </p:nvSpPr>
        <p:spPr>
          <a:xfrm>
            <a:off x="755072" y="3059668"/>
            <a:ext cx="307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Before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3921976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198" y="2897665"/>
            <a:ext cx="6093890" cy="1538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0AD1BB-1828-41F2-851B-BC419E40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98" y="4814499"/>
            <a:ext cx="6127511" cy="15297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9E560B-6C8B-4C77-9C74-845E3714B4DB}"/>
              </a:ext>
            </a:extLst>
          </p:cNvPr>
          <p:cNvCxnSpPr>
            <a:cxnSpLocks/>
          </p:cNvCxnSpPr>
          <p:nvPr/>
        </p:nvCxnSpPr>
        <p:spPr>
          <a:xfrm>
            <a:off x="5343527" y="4507678"/>
            <a:ext cx="1" cy="234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8D11485-9C53-42ED-B6DA-569BAF0C0776}"/>
              </a:ext>
            </a:extLst>
          </p:cNvPr>
          <p:cNvSpPr/>
          <p:nvPr/>
        </p:nvSpPr>
        <p:spPr>
          <a:xfrm>
            <a:off x="6013739" y="3279827"/>
            <a:ext cx="848879" cy="27617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4FDB19-7898-433E-8B1F-AEC4A48E2EC8}"/>
              </a:ext>
            </a:extLst>
          </p:cNvPr>
          <p:cNvSpPr/>
          <p:nvPr/>
        </p:nvSpPr>
        <p:spPr>
          <a:xfrm>
            <a:off x="2219448" y="1057421"/>
            <a:ext cx="79036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If shortest is for first activity, schedule as early as possible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Else if shortest is for second activity,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733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317E74-375B-4A6C-92C2-3177C786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7311"/>
            <a:ext cx="4410691" cy="1143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5D5C4F-040F-4FBC-BE78-D7A8A76B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6552"/>
            <a:ext cx="4344006" cy="1105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41612F-D6B2-4332-8B81-1F6CE3A90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07687"/>
            <a:ext cx="4324954" cy="1086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028A5-E664-4F1E-8893-EA0B26E83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124" y="1440653"/>
            <a:ext cx="4353533" cy="1076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18D1DB-DFCE-4380-AA44-DF28BE6ED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124" y="3205131"/>
            <a:ext cx="4353533" cy="1076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1449CE-C6FA-4159-B724-EA2D43E93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124" y="4907687"/>
            <a:ext cx="4363059" cy="108600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9FD358-8213-4147-9C11-BCEA88F7388D}"/>
              </a:ext>
            </a:extLst>
          </p:cNvPr>
          <p:cNvCxnSpPr>
            <a:cxnSpLocks/>
          </p:cNvCxnSpPr>
          <p:nvPr/>
        </p:nvCxnSpPr>
        <p:spPr>
          <a:xfrm>
            <a:off x="3010203" y="262366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1698DA-60B6-40CE-85DF-708D7C96967E}"/>
              </a:ext>
            </a:extLst>
          </p:cNvPr>
          <p:cNvCxnSpPr>
            <a:cxnSpLocks/>
          </p:cNvCxnSpPr>
          <p:nvPr/>
        </p:nvCxnSpPr>
        <p:spPr>
          <a:xfrm>
            <a:off x="3004897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8C91CB-88CA-4533-B483-D5B48AEC098B}"/>
              </a:ext>
            </a:extLst>
          </p:cNvPr>
          <p:cNvCxnSpPr>
            <a:cxnSpLocks/>
          </p:cNvCxnSpPr>
          <p:nvPr/>
        </p:nvCxnSpPr>
        <p:spPr>
          <a:xfrm flipV="1">
            <a:off x="5337078" y="2115127"/>
            <a:ext cx="1082195" cy="3072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70CC46-C47A-4139-85BA-BB2F0A873A6C}"/>
              </a:ext>
            </a:extLst>
          </p:cNvPr>
          <p:cNvCxnSpPr>
            <a:cxnSpLocks/>
          </p:cNvCxnSpPr>
          <p:nvPr/>
        </p:nvCxnSpPr>
        <p:spPr>
          <a:xfrm>
            <a:off x="8741366" y="257737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52222F-A0B9-4C64-83F4-54328073BCD1}"/>
              </a:ext>
            </a:extLst>
          </p:cNvPr>
          <p:cNvCxnSpPr>
            <a:cxnSpLocks/>
          </p:cNvCxnSpPr>
          <p:nvPr/>
        </p:nvCxnSpPr>
        <p:spPr>
          <a:xfrm>
            <a:off x="8741366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5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B6948-0634-4352-9F88-444DB739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1338596"/>
            <a:ext cx="5668166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A20977-6B19-4222-80D5-F44FD157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4" y="3604612"/>
            <a:ext cx="8716591" cy="1914792"/>
          </a:xfrm>
          <a:prstGeom prst="rect">
            <a:avLst/>
          </a:prstGeom>
        </p:spPr>
      </p:pic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59F9C723-57B3-499B-ADC5-12C2F2C1E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960682"/>
              </p:ext>
            </p:extLst>
          </p:nvPr>
        </p:nvGraphicFramePr>
        <p:xfrm>
          <a:off x="3261918" y="4763021"/>
          <a:ext cx="80918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376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394CBD-43AF-4D94-8449-4693602B745B}"/>
              </a:ext>
            </a:extLst>
          </p:cNvPr>
          <p:cNvSpPr txBox="1"/>
          <p:nvPr/>
        </p:nvSpPr>
        <p:spPr>
          <a:xfrm>
            <a:off x="1722873" y="3089686"/>
            <a:ext cx="2933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After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2974898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E03D4-C8A7-4D31-B2DE-0A76FB203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53" y="1350276"/>
            <a:ext cx="4563112" cy="1552792"/>
          </a:xfrm>
          <a:prstGeom prst="rect">
            <a:avLst/>
          </a:prstGeom>
        </p:spPr>
      </p:pic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63912"/>
              </p:ext>
            </p:extLst>
          </p:nvPr>
        </p:nvGraphicFramePr>
        <p:xfrm>
          <a:off x="6022109" y="5669915"/>
          <a:ext cx="554957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E6EF1C4-2A7C-495B-B8AA-13AAE25C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90" y="3600057"/>
            <a:ext cx="58682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80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D42F7-F705-479A-BC77-18D9D212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9730"/>
            <a:ext cx="4553585" cy="1533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6C33A3-7C77-4758-A781-C5076DF3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5800"/>
            <a:ext cx="4534533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D95131-B06D-4604-B66D-49C971D2E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8" y="1249256"/>
            <a:ext cx="4515480" cy="1514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52C6D-59C5-4645-890C-032892086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182" y="3225800"/>
            <a:ext cx="4525006" cy="1543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169D7-C2A4-4F34-9867-17C6EBADA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968662"/>
            <a:ext cx="5734850" cy="15242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C6A977-44BF-4DD1-8616-855D1EA6AE66}"/>
              </a:ext>
            </a:extLst>
          </p:cNvPr>
          <p:cNvCxnSpPr>
            <a:cxnSpLocks/>
          </p:cNvCxnSpPr>
          <p:nvPr/>
        </p:nvCxnSpPr>
        <p:spPr>
          <a:xfrm>
            <a:off x="3010203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9516E4-77BF-47EA-8EE3-3263BED9A265}"/>
              </a:ext>
            </a:extLst>
          </p:cNvPr>
          <p:cNvCxnSpPr>
            <a:cxnSpLocks/>
          </p:cNvCxnSpPr>
          <p:nvPr/>
        </p:nvCxnSpPr>
        <p:spPr>
          <a:xfrm>
            <a:off x="9009221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2375AD-F0C5-405C-B748-587F2913BE1B}"/>
              </a:ext>
            </a:extLst>
          </p:cNvPr>
          <p:cNvCxnSpPr>
            <a:cxnSpLocks/>
          </p:cNvCxnSpPr>
          <p:nvPr/>
        </p:nvCxnSpPr>
        <p:spPr>
          <a:xfrm flipV="1">
            <a:off x="5391785" y="2013527"/>
            <a:ext cx="1276870" cy="17733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E247C32C-FD7F-425C-A867-99E5809CA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34927"/>
              </p:ext>
            </p:extLst>
          </p:nvPr>
        </p:nvGraphicFramePr>
        <p:xfrm>
          <a:off x="6573050" y="5730768"/>
          <a:ext cx="554957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50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Determining Makespan via Network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3D8861-55AB-4E5F-B3AC-031E1010A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195" y="1248846"/>
            <a:ext cx="4505954" cy="154326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9D3098E-152F-45CD-813C-BB90D859971F}"/>
              </a:ext>
            </a:extLst>
          </p:cNvPr>
          <p:cNvSpPr/>
          <p:nvPr/>
        </p:nvSpPr>
        <p:spPr>
          <a:xfrm>
            <a:off x="2559581" y="4003816"/>
            <a:ext cx="600903" cy="600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2F29EB-EBB1-472A-90FE-086B484FC1AC}"/>
              </a:ext>
            </a:extLst>
          </p:cNvPr>
          <p:cNvSpPr/>
          <p:nvPr/>
        </p:nvSpPr>
        <p:spPr>
          <a:xfrm>
            <a:off x="2559581" y="5301133"/>
            <a:ext cx="600903" cy="600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E7B9C-0E27-4CF9-9B8A-133E9DC39C93}"/>
              </a:ext>
            </a:extLst>
          </p:cNvPr>
          <p:cNvSpPr txBox="1"/>
          <p:nvPr/>
        </p:nvSpPr>
        <p:spPr>
          <a:xfrm>
            <a:off x="2705181" y="3470943"/>
            <a:ext cx="309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A481C6-0426-42D3-9D27-06AB794C5095}"/>
              </a:ext>
            </a:extLst>
          </p:cNvPr>
          <p:cNvSpPr txBox="1"/>
          <p:nvPr/>
        </p:nvSpPr>
        <p:spPr>
          <a:xfrm>
            <a:off x="5283082" y="3087193"/>
            <a:ext cx="590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Jobs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A38C84-1C45-4994-8B03-55B95965BB32}"/>
              </a:ext>
            </a:extLst>
          </p:cNvPr>
          <p:cNvSpPr txBox="1"/>
          <p:nvPr/>
        </p:nvSpPr>
        <p:spPr>
          <a:xfrm>
            <a:off x="532729" y="4754949"/>
            <a:ext cx="1002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Machine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888496-9E71-4E53-AE7D-C14AF67F3503}"/>
              </a:ext>
            </a:extLst>
          </p:cNvPr>
          <p:cNvSpPr/>
          <p:nvPr/>
        </p:nvSpPr>
        <p:spPr>
          <a:xfrm>
            <a:off x="5283082" y="4003817"/>
            <a:ext cx="600903" cy="600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C79FED-F4F6-422C-8914-00BD273109BC}"/>
              </a:ext>
            </a:extLst>
          </p:cNvPr>
          <p:cNvSpPr/>
          <p:nvPr/>
        </p:nvSpPr>
        <p:spPr>
          <a:xfrm>
            <a:off x="5283082" y="5301134"/>
            <a:ext cx="600903" cy="600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4A767B-D3D3-4CA8-B0D5-E5D64635CCBC}"/>
              </a:ext>
            </a:extLst>
          </p:cNvPr>
          <p:cNvSpPr txBox="1"/>
          <p:nvPr/>
        </p:nvSpPr>
        <p:spPr>
          <a:xfrm>
            <a:off x="5428682" y="3470944"/>
            <a:ext cx="309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6B0958-4706-47C8-90BA-A728A6F4EA97}"/>
              </a:ext>
            </a:extLst>
          </p:cNvPr>
          <p:cNvSpPr/>
          <p:nvPr/>
        </p:nvSpPr>
        <p:spPr>
          <a:xfrm>
            <a:off x="8013149" y="3978169"/>
            <a:ext cx="600903" cy="600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E859A4-59D8-4089-9CF6-049B70BEAFFB}"/>
              </a:ext>
            </a:extLst>
          </p:cNvPr>
          <p:cNvSpPr/>
          <p:nvPr/>
        </p:nvSpPr>
        <p:spPr>
          <a:xfrm>
            <a:off x="8013149" y="5275485"/>
            <a:ext cx="600903" cy="600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8B8EBB-E5DB-444E-89D7-7C143ABBD159}"/>
              </a:ext>
            </a:extLst>
          </p:cNvPr>
          <p:cNvSpPr txBox="1"/>
          <p:nvPr/>
        </p:nvSpPr>
        <p:spPr>
          <a:xfrm>
            <a:off x="8128292" y="344529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Q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30871-D879-4791-B680-D454F772D0BE}"/>
              </a:ext>
            </a:extLst>
          </p:cNvPr>
          <p:cNvSpPr txBox="1"/>
          <p:nvPr/>
        </p:nvSpPr>
        <p:spPr>
          <a:xfrm>
            <a:off x="1900531" y="411960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78FE81-7ACB-44DB-9DD9-DF3A72CA71FE}"/>
              </a:ext>
            </a:extLst>
          </p:cNvPr>
          <p:cNvSpPr txBox="1"/>
          <p:nvPr/>
        </p:nvSpPr>
        <p:spPr>
          <a:xfrm>
            <a:off x="1900531" y="541691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B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6F88C8-EE32-44D9-8E20-6AB8C11BFB65}"/>
              </a:ext>
            </a:extLst>
          </p:cNvPr>
          <p:cNvCxnSpPr>
            <a:stCxn id="14" idx="4"/>
            <a:endCxn id="15" idx="0"/>
          </p:cNvCxnSpPr>
          <p:nvPr/>
        </p:nvCxnSpPr>
        <p:spPr>
          <a:xfrm>
            <a:off x="2860033" y="4604719"/>
            <a:ext cx="0" cy="6964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9C2C05-38A3-41F9-951F-318157A17B13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>
            <a:off x="5583534" y="4604720"/>
            <a:ext cx="0" cy="6964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314C694-6212-471A-8AE3-18894E24D22D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8313601" y="4579072"/>
            <a:ext cx="0" cy="696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AD3214E-8DDC-413E-A469-4FD16147DFC1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8614052" y="5575937"/>
            <a:ext cx="20816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6C54AB-C588-4D3E-B0D0-59EF930F242F}"/>
              </a:ext>
            </a:extLst>
          </p:cNvPr>
          <p:cNvCxnSpPr>
            <a:cxnSpLocks/>
            <a:stCxn id="20" idx="6"/>
            <a:endCxn id="23" idx="2"/>
          </p:cNvCxnSpPr>
          <p:nvPr/>
        </p:nvCxnSpPr>
        <p:spPr>
          <a:xfrm flipV="1">
            <a:off x="5883985" y="5575937"/>
            <a:ext cx="2129164" cy="256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CD5843-987A-4D8E-9C53-B4765AF91E6A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V="1">
            <a:off x="5883985" y="4278621"/>
            <a:ext cx="2129164" cy="2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9F36565-1A4E-478D-B12B-F50D308C6340}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3160484" y="5601585"/>
            <a:ext cx="212259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E6DDAE-37EC-45C9-8D0A-E7666EA57A17}"/>
              </a:ext>
            </a:extLst>
          </p:cNvPr>
          <p:cNvCxnSpPr>
            <a:cxnSpLocks/>
            <a:stCxn id="14" idx="6"/>
            <a:endCxn id="19" idx="2"/>
          </p:cNvCxnSpPr>
          <p:nvPr/>
        </p:nvCxnSpPr>
        <p:spPr>
          <a:xfrm>
            <a:off x="3160484" y="4304268"/>
            <a:ext cx="212259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5563ACD-2482-4619-B672-0D1C19CF7896}"/>
              </a:ext>
            </a:extLst>
          </p:cNvPr>
          <p:cNvSpPr txBox="1"/>
          <p:nvPr/>
        </p:nvSpPr>
        <p:spPr>
          <a:xfrm>
            <a:off x="2515209" y="4700907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B3601A-4794-4F56-B350-A87458AB9323}"/>
              </a:ext>
            </a:extLst>
          </p:cNvPr>
          <p:cNvSpPr txBox="1"/>
          <p:nvPr/>
        </p:nvSpPr>
        <p:spPr>
          <a:xfrm>
            <a:off x="3983775" y="389633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9CB8CC-814F-4E52-879A-BD18D6D902C2}"/>
              </a:ext>
            </a:extLst>
          </p:cNvPr>
          <p:cNvSpPr txBox="1"/>
          <p:nvPr/>
        </p:nvSpPr>
        <p:spPr>
          <a:xfrm>
            <a:off x="3776988" y="5601584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2+3=5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99F3CC-A776-4FFE-89D0-48D070F4226E}"/>
              </a:ext>
            </a:extLst>
          </p:cNvPr>
          <p:cNvSpPr txBox="1"/>
          <p:nvPr/>
        </p:nvSpPr>
        <p:spPr>
          <a:xfrm>
            <a:off x="6597349" y="3907630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2+6=8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3FC6F0-0F1E-42CA-AA86-92D5901B8AA3}"/>
              </a:ext>
            </a:extLst>
          </p:cNvPr>
          <p:cNvSpPr txBox="1"/>
          <p:nvPr/>
        </p:nvSpPr>
        <p:spPr>
          <a:xfrm>
            <a:off x="4850567" y="4785727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2+6=8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B97AE9-479A-47A1-8361-DD08DC56E058}"/>
              </a:ext>
            </a:extLst>
          </p:cNvPr>
          <p:cNvSpPr txBox="1"/>
          <p:nvPr/>
        </p:nvSpPr>
        <p:spPr>
          <a:xfrm>
            <a:off x="7476439" y="4675260"/>
            <a:ext cx="806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8+4=12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719F64-EB29-415B-80C5-C110DE9D1AD2}"/>
              </a:ext>
            </a:extLst>
          </p:cNvPr>
          <p:cNvSpPr txBox="1"/>
          <p:nvPr/>
        </p:nvSpPr>
        <p:spPr>
          <a:xfrm>
            <a:off x="6197305" y="5675216"/>
            <a:ext cx="1434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max(8,5)+7=15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07F36D-48A5-4F3D-AFB6-C35219082E7A}"/>
              </a:ext>
            </a:extLst>
          </p:cNvPr>
          <p:cNvSpPr txBox="1"/>
          <p:nvPr/>
        </p:nvSpPr>
        <p:spPr>
          <a:xfrm>
            <a:off x="8734397" y="5616973"/>
            <a:ext cx="1643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accent1"/>
                </a:solidFill>
              </a:rPr>
              <a:t>max(12,15)+3=18</a:t>
            </a:r>
          </a:p>
        </p:txBody>
      </p:sp>
    </p:spTree>
    <p:extLst>
      <p:ext uri="{BB962C8B-B14F-4D97-AF65-F5344CB8AC3E}">
        <p14:creationId xmlns:p14="http://schemas.microsoft.com/office/powerpoint/2010/main" val="3470467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F20A05B-DEEE-4013-8615-315D4ACE6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75" y="4418943"/>
            <a:ext cx="6992326" cy="1257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Easily Converted to Excel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C8A6B3-A546-4958-A25A-B7973687040D}"/>
              </a:ext>
            </a:extLst>
          </p:cNvPr>
          <p:cNvCxnSpPr>
            <a:cxnSpLocks/>
          </p:cNvCxnSpPr>
          <p:nvPr/>
        </p:nvCxnSpPr>
        <p:spPr>
          <a:xfrm flipV="1">
            <a:off x="4451597" y="4926464"/>
            <a:ext cx="1016000" cy="10575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05CB2-9C74-43B2-884B-ABB7E4CE0A89}"/>
              </a:ext>
            </a:extLst>
          </p:cNvPr>
          <p:cNvCxnSpPr>
            <a:cxnSpLocks/>
          </p:cNvCxnSpPr>
          <p:nvPr/>
        </p:nvCxnSpPr>
        <p:spPr>
          <a:xfrm flipH="1" flipV="1">
            <a:off x="3389415" y="5131974"/>
            <a:ext cx="1062182" cy="8520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CBA7114-B9BB-4727-B7CE-95351AE5AAA8}"/>
              </a:ext>
            </a:extLst>
          </p:cNvPr>
          <p:cNvSpPr txBox="1"/>
          <p:nvPr/>
        </p:nvSpPr>
        <p:spPr>
          <a:xfrm>
            <a:off x="2615693" y="6014803"/>
            <a:ext cx="2609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Activity times copied over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1C808E-5B30-4C7C-8B9E-D4E47802E220}"/>
              </a:ext>
            </a:extLst>
          </p:cNvPr>
          <p:cNvCxnSpPr>
            <a:cxnSpLocks/>
          </p:cNvCxnSpPr>
          <p:nvPr/>
        </p:nvCxnSpPr>
        <p:spPr>
          <a:xfrm flipH="1" flipV="1">
            <a:off x="6354289" y="5435937"/>
            <a:ext cx="193964" cy="5480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6C2948A-1475-4B55-9E88-E03221064467}"/>
              </a:ext>
            </a:extLst>
          </p:cNvPr>
          <p:cNvSpPr txBox="1"/>
          <p:nvPr/>
        </p:nvSpPr>
        <p:spPr>
          <a:xfrm>
            <a:off x="6133757" y="6093357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=F3+F4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8765D5-7BBF-4EE9-AF14-ED8EB734FFB6}"/>
              </a:ext>
            </a:extLst>
          </p:cNvPr>
          <p:cNvCxnSpPr>
            <a:cxnSpLocks/>
          </p:cNvCxnSpPr>
          <p:nvPr/>
        </p:nvCxnSpPr>
        <p:spPr>
          <a:xfrm flipH="1">
            <a:off x="7684325" y="4259706"/>
            <a:ext cx="541882" cy="5928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CF78DE8-4210-4E0E-BA86-7947B0F95F76}"/>
              </a:ext>
            </a:extLst>
          </p:cNvPr>
          <p:cNvSpPr txBox="1"/>
          <p:nvPr/>
        </p:nvSpPr>
        <p:spPr>
          <a:xfrm>
            <a:off x="7998037" y="3813916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=G2+H2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0FBC7C-DF84-48B1-A895-5E709B5A628F}"/>
              </a:ext>
            </a:extLst>
          </p:cNvPr>
          <p:cNvCxnSpPr>
            <a:cxnSpLocks/>
          </p:cNvCxnSpPr>
          <p:nvPr/>
        </p:nvCxnSpPr>
        <p:spPr>
          <a:xfrm flipH="1" flipV="1">
            <a:off x="7564253" y="5435937"/>
            <a:ext cx="323272" cy="5788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264FB87-46B9-4D74-A97E-5CD584665B36}"/>
              </a:ext>
            </a:extLst>
          </p:cNvPr>
          <p:cNvSpPr txBox="1"/>
          <p:nvPr/>
        </p:nvSpPr>
        <p:spPr>
          <a:xfrm>
            <a:off x="7663758" y="6060811"/>
            <a:ext cx="197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=MAX(G4,H3)+ H4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E7A2A33-C631-4017-ADE2-9DAC60B8944A}"/>
              </a:ext>
            </a:extLst>
          </p:cNvPr>
          <p:cNvGrpSpPr/>
          <p:nvPr/>
        </p:nvGrpSpPr>
        <p:grpSpPr>
          <a:xfrm>
            <a:off x="2014513" y="1164309"/>
            <a:ext cx="8369443" cy="2460761"/>
            <a:chOff x="290635" y="2960315"/>
            <a:chExt cx="10405074" cy="305927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4739B87-0E7A-4E66-A133-74425CB133BD}"/>
                </a:ext>
              </a:extLst>
            </p:cNvPr>
            <p:cNvSpPr/>
            <p:nvPr/>
          </p:nvSpPr>
          <p:spPr>
            <a:xfrm>
              <a:off x="2559581" y="4003816"/>
              <a:ext cx="600903" cy="6009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07EBC88-6CD8-479D-B680-15277A49BCF1}"/>
                </a:ext>
              </a:extLst>
            </p:cNvPr>
            <p:cNvSpPr/>
            <p:nvPr/>
          </p:nvSpPr>
          <p:spPr>
            <a:xfrm>
              <a:off x="2559581" y="5301133"/>
              <a:ext cx="600903" cy="6009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2103E0D-2E87-4513-8263-8A0EE0882BB3}"/>
                </a:ext>
              </a:extLst>
            </p:cNvPr>
            <p:cNvSpPr txBox="1"/>
            <p:nvPr/>
          </p:nvSpPr>
          <p:spPr>
            <a:xfrm>
              <a:off x="2669714" y="3470944"/>
              <a:ext cx="345168" cy="382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dirty="0"/>
                <a:t>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8ADC59-60D8-4090-AD59-BD83E9F806EB}"/>
                </a:ext>
              </a:extLst>
            </p:cNvPr>
            <p:cNvSpPr txBox="1"/>
            <p:nvPr/>
          </p:nvSpPr>
          <p:spPr>
            <a:xfrm>
              <a:off x="5324002" y="2960315"/>
              <a:ext cx="623057" cy="382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dirty="0"/>
                <a:t>Jobs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C9B32D-ACB6-4FA0-A36D-340B36415FC0}"/>
                </a:ext>
              </a:extLst>
            </p:cNvPr>
            <p:cNvSpPr txBox="1"/>
            <p:nvPr/>
          </p:nvSpPr>
          <p:spPr>
            <a:xfrm>
              <a:off x="290635" y="4747074"/>
              <a:ext cx="1020757" cy="382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dirty="0"/>
                <a:t>Machine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7368DD9-5CF7-42B1-8E19-45C66136854E}"/>
                </a:ext>
              </a:extLst>
            </p:cNvPr>
            <p:cNvSpPr/>
            <p:nvPr/>
          </p:nvSpPr>
          <p:spPr>
            <a:xfrm>
              <a:off x="5283082" y="4003817"/>
              <a:ext cx="600903" cy="6009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6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55DBF1D-4F00-4E77-B17F-D017763C9347}"/>
                </a:ext>
              </a:extLst>
            </p:cNvPr>
            <p:cNvSpPr/>
            <p:nvPr/>
          </p:nvSpPr>
          <p:spPr>
            <a:xfrm>
              <a:off x="5283082" y="5301134"/>
              <a:ext cx="600903" cy="6009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545990E-CC31-45B6-817D-9AEB69EAE6E2}"/>
                </a:ext>
              </a:extLst>
            </p:cNvPr>
            <p:cNvSpPr txBox="1"/>
            <p:nvPr/>
          </p:nvSpPr>
          <p:spPr>
            <a:xfrm>
              <a:off x="5387235" y="3470944"/>
              <a:ext cx="351148" cy="382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dirty="0"/>
                <a:t>R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C8C0317-637A-4113-8069-97E89104590D}"/>
                </a:ext>
              </a:extLst>
            </p:cNvPr>
            <p:cNvSpPr/>
            <p:nvPr/>
          </p:nvSpPr>
          <p:spPr>
            <a:xfrm>
              <a:off x="8013149" y="3978169"/>
              <a:ext cx="600903" cy="6009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4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52A1407-280E-434D-A594-E876403ECC0C}"/>
                </a:ext>
              </a:extLst>
            </p:cNvPr>
            <p:cNvSpPr/>
            <p:nvPr/>
          </p:nvSpPr>
          <p:spPr>
            <a:xfrm>
              <a:off x="8013149" y="5275485"/>
              <a:ext cx="600903" cy="6009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248E6C1-E879-45D1-8367-C04A2B8942CD}"/>
                </a:ext>
              </a:extLst>
            </p:cNvPr>
            <p:cNvSpPr txBox="1"/>
            <p:nvPr/>
          </p:nvSpPr>
          <p:spPr>
            <a:xfrm>
              <a:off x="8089401" y="3445296"/>
              <a:ext cx="379048" cy="382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dirty="0"/>
                <a:t>Q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D214282-73DE-4758-8E5A-6D1B02853B3E}"/>
                </a:ext>
              </a:extLst>
            </p:cNvPr>
            <p:cNvSpPr txBox="1"/>
            <p:nvPr/>
          </p:nvSpPr>
          <p:spPr>
            <a:xfrm>
              <a:off x="1859128" y="4119601"/>
              <a:ext cx="359120" cy="382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dirty="0"/>
                <a:t>A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798C95B-C962-43A7-9EF3-FB128413F65A}"/>
                </a:ext>
              </a:extLst>
            </p:cNvPr>
            <p:cNvSpPr txBox="1"/>
            <p:nvPr/>
          </p:nvSpPr>
          <p:spPr>
            <a:xfrm>
              <a:off x="1867100" y="5416918"/>
              <a:ext cx="351148" cy="382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400" dirty="0"/>
                <a:t>B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58686FC-BE5D-4B68-AA74-F90A728C3D15}"/>
                </a:ext>
              </a:extLst>
            </p:cNvPr>
            <p:cNvCxnSpPr>
              <a:stCxn id="30" idx="4"/>
              <a:endCxn id="31" idx="0"/>
            </p:cNvCxnSpPr>
            <p:nvPr/>
          </p:nvCxnSpPr>
          <p:spPr>
            <a:xfrm>
              <a:off x="2860033" y="4604719"/>
              <a:ext cx="0" cy="6964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42A2CBC-7673-4ED5-96E9-218BC545BB1B}"/>
                </a:ext>
              </a:extLst>
            </p:cNvPr>
            <p:cNvCxnSpPr>
              <a:cxnSpLocks/>
              <a:stCxn id="35" idx="4"/>
              <a:endCxn id="36" idx="0"/>
            </p:cNvCxnSpPr>
            <p:nvPr/>
          </p:nvCxnSpPr>
          <p:spPr>
            <a:xfrm>
              <a:off x="5583534" y="4604720"/>
              <a:ext cx="0" cy="6964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C85BF54-80FC-4B28-AA1E-2E94EC8B2DDE}"/>
                </a:ext>
              </a:extLst>
            </p:cNvPr>
            <p:cNvCxnSpPr>
              <a:cxnSpLocks/>
              <a:stCxn id="38" idx="4"/>
              <a:endCxn id="39" idx="0"/>
            </p:cNvCxnSpPr>
            <p:nvPr/>
          </p:nvCxnSpPr>
          <p:spPr>
            <a:xfrm>
              <a:off x="8313601" y="4579072"/>
              <a:ext cx="0" cy="6964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F9E14C0-A8F3-4A12-85A4-8F9A2EB34EE8}"/>
                </a:ext>
              </a:extLst>
            </p:cNvPr>
            <p:cNvCxnSpPr>
              <a:cxnSpLocks/>
              <a:stCxn id="39" idx="6"/>
            </p:cNvCxnSpPr>
            <p:nvPr/>
          </p:nvCxnSpPr>
          <p:spPr>
            <a:xfrm>
              <a:off x="8614052" y="5575937"/>
              <a:ext cx="208165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E84B497-C03E-4127-B5BB-070A7A706742}"/>
                </a:ext>
              </a:extLst>
            </p:cNvPr>
            <p:cNvCxnSpPr>
              <a:cxnSpLocks/>
              <a:stCxn id="36" idx="6"/>
              <a:endCxn id="39" idx="2"/>
            </p:cNvCxnSpPr>
            <p:nvPr/>
          </p:nvCxnSpPr>
          <p:spPr>
            <a:xfrm flipV="1">
              <a:off x="5883985" y="5575937"/>
              <a:ext cx="2129164" cy="256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BCDCCC3-8FE4-4EE8-AA18-E680E7DC03C5}"/>
                </a:ext>
              </a:extLst>
            </p:cNvPr>
            <p:cNvCxnSpPr>
              <a:cxnSpLocks/>
              <a:stCxn id="35" idx="6"/>
              <a:endCxn id="38" idx="2"/>
            </p:cNvCxnSpPr>
            <p:nvPr/>
          </p:nvCxnSpPr>
          <p:spPr>
            <a:xfrm flipV="1">
              <a:off x="5883985" y="4278621"/>
              <a:ext cx="2129164" cy="2564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91F2AE9-DD38-4371-A824-B7D72ADF36CE}"/>
                </a:ext>
              </a:extLst>
            </p:cNvPr>
            <p:cNvCxnSpPr>
              <a:cxnSpLocks/>
              <a:stCxn id="31" idx="6"/>
              <a:endCxn id="36" idx="2"/>
            </p:cNvCxnSpPr>
            <p:nvPr/>
          </p:nvCxnSpPr>
          <p:spPr>
            <a:xfrm>
              <a:off x="3160484" y="5601585"/>
              <a:ext cx="2122598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F7986AA-A6C2-422E-87F9-7B71736EA6E3}"/>
                </a:ext>
              </a:extLst>
            </p:cNvPr>
            <p:cNvCxnSpPr>
              <a:cxnSpLocks/>
              <a:stCxn id="30" idx="6"/>
              <a:endCxn id="35" idx="2"/>
            </p:cNvCxnSpPr>
            <p:nvPr/>
          </p:nvCxnSpPr>
          <p:spPr>
            <a:xfrm>
              <a:off x="3160484" y="4304268"/>
              <a:ext cx="2122598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B1ED1D-C1FD-4138-BB4A-A76B69F2EBBD}"/>
                </a:ext>
              </a:extLst>
            </p:cNvPr>
            <p:cNvSpPr txBox="1"/>
            <p:nvPr/>
          </p:nvSpPr>
          <p:spPr>
            <a:xfrm>
              <a:off x="2476838" y="4700907"/>
              <a:ext cx="327232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A81C9FE-8F55-4471-BB10-F87E9F103F31}"/>
                </a:ext>
              </a:extLst>
            </p:cNvPr>
            <p:cNvSpPr txBox="1"/>
            <p:nvPr/>
          </p:nvSpPr>
          <p:spPr>
            <a:xfrm>
              <a:off x="3945404" y="3896339"/>
              <a:ext cx="327232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5C58198-2471-4838-9CB6-9EF3393A1301}"/>
                </a:ext>
              </a:extLst>
            </p:cNvPr>
            <p:cNvSpPr txBox="1"/>
            <p:nvPr/>
          </p:nvSpPr>
          <p:spPr>
            <a:xfrm>
              <a:off x="3765573" y="5601584"/>
              <a:ext cx="713852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2+3=5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17CC74-D9C1-41E0-9646-E59C32A35843}"/>
                </a:ext>
              </a:extLst>
            </p:cNvPr>
            <p:cNvSpPr txBox="1"/>
            <p:nvPr/>
          </p:nvSpPr>
          <p:spPr>
            <a:xfrm>
              <a:off x="6585934" y="3907630"/>
              <a:ext cx="713852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2+6=8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DB21B6A-EB9A-4E7B-B356-C6394F4BA503}"/>
                </a:ext>
              </a:extLst>
            </p:cNvPr>
            <p:cNvSpPr txBox="1"/>
            <p:nvPr/>
          </p:nvSpPr>
          <p:spPr>
            <a:xfrm>
              <a:off x="4839152" y="4785727"/>
              <a:ext cx="713852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2+6=8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EDABACC-BC71-49B7-9A11-500CA8CBD330}"/>
                </a:ext>
              </a:extLst>
            </p:cNvPr>
            <p:cNvSpPr txBox="1"/>
            <p:nvPr/>
          </p:nvSpPr>
          <p:spPr>
            <a:xfrm>
              <a:off x="7471566" y="4675260"/>
              <a:ext cx="811504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8+4=12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1D61026-9C6D-432D-B017-BAAB2CF30194}"/>
                </a:ext>
              </a:extLst>
            </p:cNvPr>
            <p:cNvSpPr txBox="1"/>
            <p:nvPr/>
          </p:nvSpPr>
          <p:spPr>
            <a:xfrm>
              <a:off x="6232348" y="5675216"/>
              <a:ext cx="1399645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max(8,5)+7=15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5972201-AA72-4EAF-AA57-7DDA5162A0DF}"/>
                </a:ext>
              </a:extLst>
            </p:cNvPr>
            <p:cNvSpPr txBox="1"/>
            <p:nvPr/>
          </p:nvSpPr>
          <p:spPr>
            <a:xfrm>
              <a:off x="8782529" y="5616973"/>
              <a:ext cx="1594948" cy="344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1"/>
                  </a:solidFill>
                </a:rPr>
                <a:t>max(12,15)+3=18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9471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983206"/>
              </p:ext>
            </p:extLst>
          </p:nvPr>
        </p:nvGraphicFramePr>
        <p:xfrm>
          <a:off x="2059709" y="5669915"/>
          <a:ext cx="951197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438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16183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17346169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3041110079"/>
                    </a:ext>
                  </a:extLst>
                </a:gridCol>
                <a:gridCol w="1480231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27" y="1301567"/>
            <a:ext cx="4429743" cy="1733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558F22-E61C-46B0-9B4E-D6AAE7E24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7" y="3473382"/>
            <a:ext cx="1146970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67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74" y="4038935"/>
            <a:ext cx="4429743" cy="17337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E74F8-6CBD-40F8-B83B-2DF042AAA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3574473"/>
          </a:xfrm>
        </p:spPr>
        <p:txBody>
          <a:bodyPr>
            <a:normAutofit/>
          </a:bodyPr>
          <a:lstStyle/>
          <a:p>
            <a:r>
              <a:rPr lang="en-GB" dirty="0"/>
              <a:t>Johnson’s rule can be used to reduce the size of the search space.</a:t>
            </a:r>
          </a:p>
          <a:p>
            <a:r>
              <a:rPr lang="en-GB" dirty="0"/>
              <a:t>Idea - reduce to a 2-stage problem. This is a heuristic!</a:t>
            </a:r>
          </a:p>
          <a:p>
            <a:pPr lvl="1"/>
            <a:r>
              <a:rPr lang="en-GB" dirty="0"/>
              <a:t>Only produces a good solution, not necessarily optimal!</a:t>
            </a:r>
          </a:p>
          <a:p>
            <a:pPr lvl="1"/>
            <a:r>
              <a:rPr lang="en-GB" dirty="0"/>
              <a:t>Often named the method/approach of Campbell Dudek and Smith</a:t>
            </a:r>
          </a:p>
          <a:p>
            <a:pPr marL="0" indent="0">
              <a:buNone/>
            </a:pPr>
            <a:r>
              <a:rPr lang="en-GB" dirty="0"/>
              <a:t>e.g. First and last stage considered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DE1F2E-55B9-40DC-B405-1EFC8F4CA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40" y="4238988"/>
            <a:ext cx="4496427" cy="133368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680364" y="4747491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49BC4-0F0A-4294-AF24-E590E0B0CDA8}"/>
              </a:ext>
            </a:extLst>
          </p:cNvPr>
          <p:cNvSpPr txBox="1"/>
          <p:nvPr/>
        </p:nvSpPr>
        <p:spPr>
          <a:xfrm>
            <a:off x="7569200" y="6032500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</p:spTree>
    <p:extLst>
      <p:ext uri="{BB962C8B-B14F-4D97-AF65-F5344CB8AC3E}">
        <p14:creationId xmlns:p14="http://schemas.microsoft.com/office/powerpoint/2010/main" val="544334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Other Possibilities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1695208"/>
            <a:ext cx="4429743" cy="173379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737529" y="2403764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ACD8ED3-55F9-4D08-97A6-4397E79F32C0}"/>
              </a:ext>
            </a:extLst>
          </p:cNvPr>
          <p:cNvSpPr/>
          <p:nvPr/>
        </p:nvSpPr>
        <p:spPr>
          <a:xfrm>
            <a:off x="929097" y="1170086"/>
            <a:ext cx="5428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two machines and last two machines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EF1526-3BBC-4216-8FED-B132EF158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14" y="1844895"/>
            <a:ext cx="4420217" cy="1305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566271-FDA6-4BF4-A182-8C4EF1F84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4448601"/>
            <a:ext cx="4429743" cy="173379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179E95-9517-4B05-B6EE-A2839BBD57FA}"/>
              </a:ext>
            </a:extLst>
          </p:cNvPr>
          <p:cNvCxnSpPr/>
          <p:nvPr/>
        </p:nvCxnSpPr>
        <p:spPr>
          <a:xfrm>
            <a:off x="5737529" y="5157157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99FFA-A1F0-4DBC-8932-CA856A39A7AE}"/>
              </a:ext>
            </a:extLst>
          </p:cNvPr>
          <p:cNvSpPr/>
          <p:nvPr/>
        </p:nvSpPr>
        <p:spPr>
          <a:xfrm>
            <a:off x="929097" y="3923479"/>
            <a:ext cx="571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three machines and last three machines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CB1D5-85C6-4F70-812C-680B5D57D0C4}"/>
              </a:ext>
            </a:extLst>
          </p:cNvPr>
          <p:cNvSpPr txBox="1"/>
          <p:nvPr/>
        </p:nvSpPr>
        <p:spPr>
          <a:xfrm>
            <a:off x="7975600" y="3278068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019824-4507-45BC-8243-C2F9BFA03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214" y="4677233"/>
            <a:ext cx="4382112" cy="1276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579CF9-72B6-4B97-AB29-442A49A57AED}"/>
              </a:ext>
            </a:extLst>
          </p:cNvPr>
          <p:cNvSpPr txBox="1"/>
          <p:nvPr/>
        </p:nvSpPr>
        <p:spPr>
          <a:xfrm>
            <a:off x="7975600" y="6114409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- 48</a:t>
            </a:r>
          </a:p>
        </p:txBody>
      </p:sp>
    </p:spTree>
    <p:extLst>
      <p:ext uri="{BB962C8B-B14F-4D97-AF65-F5344CB8AC3E}">
        <p14:creationId xmlns:p14="http://schemas.microsoft.com/office/powerpoint/2010/main" val="164240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machines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  <a:blipFill>
                <a:blip r:embed="rId2"/>
                <a:stretch>
                  <a:fillRect l="-2377" t="-26724" b="-40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possible sequences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1,                       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1+2,        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1+2+…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2+3+…+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 all these sequences and pick the best one!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  <a:blipFill>
                <a:blip r:embed="rId3"/>
                <a:stretch>
                  <a:fillRect l="-1159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69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606370cc-c8d9-4222-8a4e-3c320f1e303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bf6b85bd-8a7e-4854-be4d-0780382295a8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3346</TotalTime>
  <Words>1565</Words>
  <Application>Microsoft Office PowerPoint</Application>
  <PresentationFormat>Widescreen</PresentationFormat>
  <Paragraphs>325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Flow Shop Scheduling</vt:lpstr>
      <vt:lpstr>Scheduling - Single Stage</vt:lpstr>
      <vt:lpstr>Shortest Processing Time</vt:lpstr>
      <vt:lpstr>Shortest Processing Time</vt:lpstr>
      <vt:lpstr>Shortest Processing Time</vt:lpstr>
      <vt:lpstr>Shortest Processing Time</vt:lpstr>
      <vt:lpstr>Shortest Processing Time</vt:lpstr>
      <vt:lpstr>Job Shop Scheduling</vt:lpstr>
      <vt:lpstr>Trivia Time…</vt:lpstr>
      <vt:lpstr>Flow Shop Scheduling</vt:lpstr>
      <vt:lpstr>Example</vt:lpstr>
      <vt:lpstr>Example</vt:lpstr>
      <vt:lpstr>Makespan and Idle Time</vt:lpstr>
      <vt:lpstr>Optimality</vt:lpstr>
      <vt:lpstr>Johnson’s Rule</vt:lpstr>
      <vt:lpstr>Johnson’s Rule (Two stage)</vt:lpstr>
      <vt:lpstr>Example</vt:lpstr>
      <vt:lpstr>Example</vt:lpstr>
      <vt:lpstr>Example</vt:lpstr>
      <vt:lpstr>Example</vt:lpstr>
      <vt:lpstr>Example 2</vt:lpstr>
      <vt:lpstr>Example 2</vt:lpstr>
      <vt:lpstr>Determining Makespan via Network</vt:lpstr>
      <vt:lpstr>Easily Converted to Excel</vt:lpstr>
      <vt:lpstr>More Than 2 Machines</vt:lpstr>
      <vt:lpstr>More Than 2 Machines</vt:lpstr>
      <vt:lpstr>Other Possibilities</vt:lpstr>
      <vt:lpstr>For m machines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1</cp:revision>
  <dcterms:created xsi:type="dcterms:W3CDTF">2019-10-08T20:55:29Z</dcterms:created>
  <dcterms:modified xsi:type="dcterms:W3CDTF">2024-02-06T12:50:14Z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