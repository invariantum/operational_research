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8"/>
  </p:notesMasterIdLst>
  <p:sldIdLst>
    <p:sldId id="256" r:id="rId5"/>
    <p:sldId id="281" r:id="rId6"/>
    <p:sldId id="283" r:id="rId7"/>
    <p:sldId id="284" r:id="rId8"/>
    <p:sldId id="285" r:id="rId9"/>
    <p:sldId id="303" r:id="rId10"/>
    <p:sldId id="306" r:id="rId11"/>
    <p:sldId id="305" r:id="rId12"/>
    <p:sldId id="286" r:id="rId13"/>
    <p:sldId id="282" r:id="rId14"/>
    <p:sldId id="280" r:id="rId15"/>
    <p:sldId id="288" r:id="rId16"/>
    <p:sldId id="293" r:id="rId17"/>
    <p:sldId id="294" r:id="rId18"/>
    <p:sldId id="295" r:id="rId19"/>
    <p:sldId id="297" r:id="rId20"/>
    <p:sldId id="302" r:id="rId21"/>
    <p:sldId id="300" r:id="rId22"/>
    <p:sldId id="299" r:id="rId23"/>
    <p:sldId id="298" r:id="rId24"/>
    <p:sldId id="287" r:id="rId25"/>
    <p:sldId id="301" r:id="rId26"/>
    <p:sldId id="30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8854C2-1F3B-40B4-8BD1-AC3583E29766}" v="2" dt="2025-11-27T13:01:46.923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DA3CFA90-543C-4B46-A753-84C93B28063C}"/>
    <pc:docChg chg="custSel modSld">
      <pc:chgData name="Sam O'Neill" userId="cb323814-a42a-4cfe-bc74-03f595e56f6e" providerId="ADAL" clId="{DA3CFA90-543C-4B46-A753-84C93B28063C}" dt="2024-03-14T17:56:00.833" v="283" actId="20577"/>
      <pc:docMkLst>
        <pc:docMk/>
      </pc:docMkLst>
      <pc:sldChg chg="modSp mod">
        <pc:chgData name="Sam O'Neill" userId="cb323814-a42a-4cfe-bc74-03f595e56f6e" providerId="ADAL" clId="{DA3CFA90-543C-4B46-A753-84C93B28063C}" dt="2024-03-14T10:41:11.641" v="187" actId="20577"/>
        <pc:sldMkLst>
          <pc:docMk/>
          <pc:sldMk cId="2746120984" sldId="297"/>
        </pc:sldMkLst>
      </pc:sldChg>
      <pc:sldChg chg="modSp mod">
        <pc:chgData name="Sam O'Neill" userId="cb323814-a42a-4cfe-bc74-03f595e56f6e" providerId="ADAL" clId="{DA3CFA90-543C-4B46-A753-84C93B28063C}" dt="2024-03-14T10:44:35.657" v="271" actId="20577"/>
        <pc:sldMkLst>
          <pc:docMk/>
          <pc:sldMk cId="2085551775" sldId="300"/>
        </pc:sldMkLst>
      </pc:sldChg>
      <pc:sldChg chg="modSp mod">
        <pc:chgData name="Sam O'Neill" userId="cb323814-a42a-4cfe-bc74-03f595e56f6e" providerId="ADAL" clId="{DA3CFA90-543C-4B46-A753-84C93B28063C}" dt="2024-03-14T17:56:00.833" v="283" actId="20577"/>
        <pc:sldMkLst>
          <pc:docMk/>
          <pc:sldMk cId="1256561333" sldId="302"/>
        </pc:sldMkLst>
      </pc:sldChg>
    </pc:docChg>
  </pc:docChgLst>
  <pc:docChgLst>
    <pc:chgData name="Sam O'Neill" userId="cb323814-a42a-4cfe-bc74-03f595e56f6e" providerId="ADAL" clId="{A4F729B7-9726-423E-8E9F-95ACDEF7B8F5}"/>
    <pc:docChg chg="custSel modSld">
      <pc:chgData name="Sam O'Neill" userId="cb323814-a42a-4cfe-bc74-03f595e56f6e" providerId="ADAL" clId="{A4F729B7-9726-423E-8E9F-95ACDEF7B8F5}" dt="2025-02-28T14:07:53.282" v="256" actId="20577"/>
      <pc:docMkLst>
        <pc:docMk/>
      </pc:docMkLst>
      <pc:sldChg chg="modSp mod modAnim">
        <pc:chgData name="Sam O'Neill" userId="cb323814-a42a-4cfe-bc74-03f595e56f6e" providerId="ADAL" clId="{A4F729B7-9726-423E-8E9F-95ACDEF7B8F5}" dt="2025-02-28T14:05:54.046" v="68" actId="20577"/>
        <pc:sldMkLst>
          <pc:docMk/>
          <pc:sldMk cId="935348764" sldId="283"/>
        </pc:sldMkLst>
      </pc:sldChg>
      <pc:sldChg chg="modSp mod">
        <pc:chgData name="Sam O'Neill" userId="cb323814-a42a-4cfe-bc74-03f595e56f6e" providerId="ADAL" clId="{A4F729B7-9726-423E-8E9F-95ACDEF7B8F5}" dt="2025-02-28T14:07:53.282" v="256" actId="20577"/>
        <pc:sldMkLst>
          <pc:docMk/>
          <pc:sldMk cId="4037537392" sldId="288"/>
        </pc:sldMkLst>
      </pc:sldChg>
    </pc:docChg>
  </pc:docChgLst>
  <pc:docChgLst>
    <pc:chgData name="Sam O'Neill" userId="cb323814-a42a-4cfe-bc74-03f595e56f6e" providerId="ADAL" clId="{EE38C5BB-5442-47D2-B77B-F9411AE41DC8}"/>
    <pc:docChg chg="undo custSel addSld delSld modSld sldOrd">
      <pc:chgData name="Sam O'Neill" userId="cb323814-a42a-4cfe-bc74-03f595e56f6e" providerId="ADAL" clId="{EE38C5BB-5442-47D2-B77B-F9411AE41DC8}" dt="2025-11-27T13:02:23.306" v="199" actId="20577"/>
      <pc:docMkLst>
        <pc:docMk/>
      </pc:docMkLst>
      <pc:sldChg chg="modSp mod">
        <pc:chgData name="Sam O'Neill" userId="cb323814-a42a-4cfe-bc74-03f595e56f6e" providerId="ADAL" clId="{EE38C5BB-5442-47D2-B77B-F9411AE41DC8}" dt="2025-11-27T12:59:31.391" v="20" actId="5793"/>
        <pc:sldMkLst>
          <pc:docMk/>
          <pc:sldMk cId="637094896" sldId="282"/>
        </pc:sldMkLst>
        <pc:spChg chg="mod">
          <ac:chgData name="Sam O'Neill" userId="cb323814-a42a-4cfe-bc74-03f595e56f6e" providerId="ADAL" clId="{EE38C5BB-5442-47D2-B77B-F9411AE41DC8}" dt="2025-11-27T12:59:31.391" v="20" actId="5793"/>
          <ac:spMkLst>
            <pc:docMk/>
            <pc:sldMk cId="637094896" sldId="282"/>
            <ac:spMk id="4" creationId="{10824B4C-1689-48F9-9163-86902E954DFC}"/>
          </ac:spMkLst>
        </pc:spChg>
      </pc:sldChg>
      <pc:sldChg chg="modSp add mod">
        <pc:chgData name="Sam O'Neill" userId="cb323814-a42a-4cfe-bc74-03f595e56f6e" providerId="ADAL" clId="{EE38C5BB-5442-47D2-B77B-F9411AE41DC8}" dt="2025-11-27T13:02:23.306" v="199" actId="20577"/>
        <pc:sldMkLst>
          <pc:docMk/>
          <pc:sldMk cId="312644080" sldId="287"/>
        </pc:sldMkLst>
        <pc:spChg chg="mod">
          <ac:chgData name="Sam O'Neill" userId="cb323814-a42a-4cfe-bc74-03f595e56f6e" providerId="ADAL" clId="{EE38C5BB-5442-47D2-B77B-F9411AE41DC8}" dt="2025-11-27T13:01:37.165" v="99" actId="20577"/>
          <ac:spMkLst>
            <pc:docMk/>
            <pc:sldMk cId="312644080" sldId="287"/>
            <ac:spMk id="2" creationId="{7BE75190-407C-E8F6-AF34-49B33A45C2C5}"/>
          </ac:spMkLst>
        </pc:spChg>
        <pc:spChg chg="mod">
          <ac:chgData name="Sam O'Neill" userId="cb323814-a42a-4cfe-bc74-03f595e56f6e" providerId="ADAL" clId="{EE38C5BB-5442-47D2-B77B-F9411AE41DC8}" dt="2025-11-27T13:02:23.306" v="199" actId="20577"/>
          <ac:spMkLst>
            <pc:docMk/>
            <pc:sldMk cId="312644080" sldId="287"/>
            <ac:spMk id="3" creationId="{49F09417-FF4A-0E04-ECC4-26F008196FC8}"/>
          </ac:spMkLst>
        </pc:spChg>
      </pc:sldChg>
      <pc:sldChg chg="del ord">
        <pc:chgData name="Sam O'Neill" userId="cb323814-a42a-4cfe-bc74-03f595e56f6e" providerId="ADAL" clId="{EE38C5BB-5442-47D2-B77B-F9411AE41DC8}" dt="2025-11-27T13:01:14.143" v="23" actId="2696"/>
        <pc:sldMkLst>
          <pc:docMk/>
          <pc:sldMk cId="3301176032" sldId="287"/>
        </pc:sldMkLst>
      </pc:sldChg>
      <pc:sldChg chg="modSp mod">
        <pc:chgData name="Sam O'Neill" userId="cb323814-a42a-4cfe-bc74-03f595e56f6e" providerId="ADAL" clId="{EE38C5BB-5442-47D2-B77B-F9411AE41DC8}" dt="2025-11-27T13:01:30.778" v="83" actId="5793"/>
        <pc:sldMkLst>
          <pc:docMk/>
          <pc:sldMk cId="1061380125" sldId="298"/>
        </pc:sldMkLst>
        <pc:spChg chg="mod">
          <ac:chgData name="Sam O'Neill" userId="cb323814-a42a-4cfe-bc74-03f595e56f6e" providerId="ADAL" clId="{EE38C5BB-5442-47D2-B77B-F9411AE41DC8}" dt="2025-11-27T13:01:30.778" v="83" actId="5793"/>
          <ac:spMkLst>
            <pc:docMk/>
            <pc:sldMk cId="1061380125" sldId="298"/>
            <ac:spMk id="3" creationId="{E15A0D4D-26CB-945F-4C31-20C60BCFA851}"/>
          </ac:spMkLst>
        </pc:spChg>
      </pc:sldChg>
    </pc:docChg>
  </pc:docChgLst>
  <pc:docChgLst>
    <pc:chgData name="Sam O'Neill" userId="cb323814-a42a-4cfe-bc74-03f595e56f6e" providerId="ADAL" clId="{1FEB136C-0F43-4080-817D-81EC3EB0E164}"/>
    <pc:docChg chg="custSel addSld modSld">
      <pc:chgData name="Sam O'Neill" userId="cb323814-a42a-4cfe-bc74-03f595e56f6e" providerId="ADAL" clId="{1FEB136C-0F43-4080-817D-81EC3EB0E164}" dt="2025-02-28T10:57:24.833" v="886" actId="20577"/>
      <pc:docMkLst>
        <pc:docMk/>
      </pc:docMkLst>
      <pc:sldChg chg="modSp new mod modAnim">
        <pc:chgData name="Sam O'Neill" userId="cb323814-a42a-4cfe-bc74-03f595e56f6e" providerId="ADAL" clId="{1FEB136C-0F43-4080-817D-81EC3EB0E164}" dt="2025-02-28T10:50:01.134" v="380"/>
        <pc:sldMkLst>
          <pc:docMk/>
          <pc:sldMk cId="870243293" sldId="303"/>
        </pc:sldMkLst>
      </pc:sldChg>
      <pc:sldChg chg="modSp new mod">
        <pc:chgData name="Sam O'Neill" userId="cb323814-a42a-4cfe-bc74-03f595e56f6e" providerId="ADAL" clId="{1FEB136C-0F43-4080-817D-81EC3EB0E164}" dt="2025-02-28T10:50:57.933" v="408" actId="5793"/>
        <pc:sldMkLst>
          <pc:docMk/>
          <pc:sldMk cId="2905958295" sldId="304"/>
        </pc:sldMkLst>
      </pc:sldChg>
      <pc:sldChg chg="modSp new mod">
        <pc:chgData name="Sam O'Neill" userId="cb323814-a42a-4cfe-bc74-03f595e56f6e" providerId="ADAL" clId="{1FEB136C-0F43-4080-817D-81EC3EB0E164}" dt="2025-02-28T10:57:24.833" v="886" actId="20577"/>
        <pc:sldMkLst>
          <pc:docMk/>
          <pc:sldMk cId="331875272" sldId="305"/>
        </pc:sldMkLst>
      </pc:sldChg>
      <pc:sldChg chg="modSp new mod">
        <pc:chgData name="Sam O'Neill" userId="cb323814-a42a-4cfe-bc74-03f595e56f6e" providerId="ADAL" clId="{1FEB136C-0F43-4080-817D-81EC3EB0E164}" dt="2025-02-28T10:56:49.651" v="820" actId="20577"/>
        <pc:sldMkLst>
          <pc:docMk/>
          <pc:sldMk cId="1389367329" sldId="306"/>
        </pc:sldMkLst>
      </pc:sldChg>
    </pc:docChg>
  </pc:docChgLst>
  <pc:docChgLst>
    <pc:chgData name="Sam O'Neill" userId="cb323814-a42a-4cfe-bc74-03f595e56f6e" providerId="ADAL" clId="{173EE223-E432-4C43-B7AB-F9D3BBB4B6D2}"/>
    <pc:docChg chg="undo custSel addSld delSld modSld modMainMaster">
      <pc:chgData name="Sam O'Neill" userId="cb323814-a42a-4cfe-bc74-03f595e56f6e" providerId="ADAL" clId="{173EE223-E432-4C43-B7AB-F9D3BBB4B6D2}" dt="2024-03-12T15:15:52.447" v="2514" actId="20577"/>
      <pc:docMkLst>
        <pc:docMk/>
      </pc:docMkLst>
      <pc:sldChg chg="modSp mod">
        <pc:chgData name="Sam O'Neill" userId="cb323814-a42a-4cfe-bc74-03f595e56f6e" providerId="ADAL" clId="{173EE223-E432-4C43-B7AB-F9D3BBB4B6D2}" dt="2024-03-12T13:34:30.033" v="2328" actId="6549"/>
        <pc:sldMkLst>
          <pc:docMk/>
          <pc:sldMk cId="3908238544" sldId="256"/>
        </pc:sldMkLst>
      </pc:sldChg>
      <pc:sldChg chg="modSp">
        <pc:chgData name="Sam O'Neill" userId="cb323814-a42a-4cfe-bc74-03f595e56f6e" providerId="ADAL" clId="{173EE223-E432-4C43-B7AB-F9D3BBB4B6D2}" dt="2024-03-12T13:34:38.638" v="2329" actId="20577"/>
        <pc:sldMkLst>
          <pc:docMk/>
          <pc:sldMk cId="2697978442" sldId="284"/>
        </pc:sldMkLst>
      </pc:sldChg>
      <pc:sldChg chg="modSp">
        <pc:chgData name="Sam O'Neill" userId="cb323814-a42a-4cfe-bc74-03f595e56f6e" providerId="ADAL" clId="{173EE223-E432-4C43-B7AB-F9D3BBB4B6D2}" dt="2024-03-12T13:31:33.940" v="2303" actId="20577"/>
        <pc:sldMkLst>
          <pc:docMk/>
          <pc:sldMk cId="1676095479" sldId="285"/>
        </pc:sldMkLst>
      </pc:sldChg>
      <pc:sldChg chg="modSp mod">
        <pc:chgData name="Sam O'Neill" userId="cb323814-a42a-4cfe-bc74-03f595e56f6e" providerId="ADAL" clId="{173EE223-E432-4C43-B7AB-F9D3BBB4B6D2}" dt="2024-03-12T13:47:16.100" v="2346" actId="20577"/>
        <pc:sldMkLst>
          <pc:docMk/>
          <pc:sldMk cId="4037537392" sldId="288"/>
        </pc:sldMkLst>
      </pc:sldChg>
      <pc:sldChg chg="del">
        <pc:chgData name="Sam O'Neill" userId="cb323814-a42a-4cfe-bc74-03f595e56f6e" providerId="ADAL" clId="{173EE223-E432-4C43-B7AB-F9D3BBB4B6D2}" dt="2024-03-12T13:34:23.465" v="2327" actId="47"/>
        <pc:sldMkLst>
          <pc:docMk/>
          <pc:sldMk cId="4153783308" sldId="289"/>
        </pc:sldMkLst>
      </pc:sldChg>
      <pc:sldChg chg="del">
        <pc:chgData name="Sam O'Neill" userId="cb323814-a42a-4cfe-bc74-03f595e56f6e" providerId="ADAL" clId="{173EE223-E432-4C43-B7AB-F9D3BBB4B6D2}" dt="2024-03-12T13:34:23.465" v="2327" actId="47"/>
        <pc:sldMkLst>
          <pc:docMk/>
          <pc:sldMk cId="2353679951" sldId="290"/>
        </pc:sldMkLst>
      </pc:sldChg>
      <pc:sldChg chg="del">
        <pc:chgData name="Sam O'Neill" userId="cb323814-a42a-4cfe-bc74-03f595e56f6e" providerId="ADAL" clId="{173EE223-E432-4C43-B7AB-F9D3BBB4B6D2}" dt="2024-03-12T13:34:23.465" v="2327" actId="47"/>
        <pc:sldMkLst>
          <pc:docMk/>
          <pc:sldMk cId="2025267776" sldId="291"/>
        </pc:sldMkLst>
      </pc:sldChg>
      <pc:sldChg chg="del">
        <pc:chgData name="Sam O'Neill" userId="cb323814-a42a-4cfe-bc74-03f595e56f6e" providerId="ADAL" clId="{173EE223-E432-4C43-B7AB-F9D3BBB4B6D2}" dt="2024-03-12T13:34:23.465" v="2327" actId="47"/>
        <pc:sldMkLst>
          <pc:docMk/>
          <pc:sldMk cId="309859169" sldId="292"/>
        </pc:sldMkLst>
      </pc:sldChg>
      <pc:sldChg chg="modSp mod">
        <pc:chgData name="Sam O'Neill" userId="cb323814-a42a-4cfe-bc74-03f595e56f6e" providerId="ADAL" clId="{173EE223-E432-4C43-B7AB-F9D3BBB4B6D2}" dt="2024-03-12T13:47:26.844" v="2351"/>
        <pc:sldMkLst>
          <pc:docMk/>
          <pc:sldMk cId="3918365380" sldId="293"/>
        </pc:sldMkLst>
      </pc:sldChg>
      <pc:sldChg chg="addSp delSp modSp mod">
        <pc:chgData name="Sam O'Neill" userId="cb323814-a42a-4cfe-bc74-03f595e56f6e" providerId="ADAL" clId="{173EE223-E432-4C43-B7AB-F9D3BBB4B6D2}" dt="2024-03-12T13:47:40.473" v="2355" actId="1076"/>
        <pc:sldMkLst>
          <pc:docMk/>
          <pc:sldMk cId="439744540" sldId="294"/>
        </pc:sldMkLst>
      </pc:sldChg>
      <pc:sldChg chg="modSp mod">
        <pc:chgData name="Sam O'Neill" userId="cb323814-a42a-4cfe-bc74-03f595e56f6e" providerId="ADAL" clId="{173EE223-E432-4C43-B7AB-F9D3BBB4B6D2}" dt="2024-03-12T12:35:21.095" v="622" actId="20577"/>
        <pc:sldMkLst>
          <pc:docMk/>
          <pc:sldMk cId="2537939531" sldId="295"/>
        </pc:sldMkLst>
      </pc:sldChg>
      <pc:sldChg chg="modSp del mod">
        <pc:chgData name="Sam O'Neill" userId="cb323814-a42a-4cfe-bc74-03f595e56f6e" providerId="ADAL" clId="{173EE223-E432-4C43-B7AB-F9D3BBB4B6D2}" dt="2024-03-12T15:08:14.615" v="2385" actId="47"/>
        <pc:sldMkLst>
          <pc:docMk/>
          <pc:sldMk cId="2133918021" sldId="296"/>
        </pc:sldMkLst>
      </pc:sldChg>
      <pc:sldChg chg="addSp delSp modSp mod">
        <pc:chgData name="Sam O'Neill" userId="cb323814-a42a-4cfe-bc74-03f595e56f6e" providerId="ADAL" clId="{173EE223-E432-4C43-B7AB-F9D3BBB4B6D2}" dt="2024-03-12T15:15:52.447" v="2514" actId="20577"/>
        <pc:sldMkLst>
          <pc:docMk/>
          <pc:sldMk cId="2746120984" sldId="297"/>
        </pc:sldMkLst>
      </pc:sldChg>
      <pc:sldChg chg="delSp modSp mod">
        <pc:chgData name="Sam O'Neill" userId="cb323814-a42a-4cfe-bc74-03f595e56f6e" providerId="ADAL" clId="{173EE223-E432-4C43-B7AB-F9D3BBB4B6D2}" dt="2024-03-12T12:12:51.981" v="426" actId="20577"/>
        <pc:sldMkLst>
          <pc:docMk/>
          <pc:sldMk cId="1061380125" sldId="298"/>
        </pc:sldMkLst>
      </pc:sldChg>
      <pc:sldChg chg="modSp new mod">
        <pc:chgData name="Sam O'Neill" userId="cb323814-a42a-4cfe-bc74-03f595e56f6e" providerId="ADAL" clId="{173EE223-E432-4C43-B7AB-F9D3BBB4B6D2}" dt="2024-03-12T13:48:31.039" v="2362" actId="20577"/>
        <pc:sldMkLst>
          <pc:docMk/>
          <pc:sldMk cId="499500191" sldId="299"/>
        </pc:sldMkLst>
      </pc:sldChg>
      <pc:sldChg chg="modSp add mod">
        <pc:chgData name="Sam O'Neill" userId="cb323814-a42a-4cfe-bc74-03f595e56f6e" providerId="ADAL" clId="{173EE223-E432-4C43-B7AB-F9D3BBB4B6D2}" dt="2024-03-12T13:46:44.593" v="2336" actId="20577"/>
        <pc:sldMkLst>
          <pc:docMk/>
          <pc:sldMk cId="2085551775" sldId="300"/>
        </pc:sldMkLst>
      </pc:sldChg>
      <pc:sldChg chg="modSp new mod">
        <pc:chgData name="Sam O'Neill" userId="cb323814-a42a-4cfe-bc74-03f595e56f6e" providerId="ADAL" clId="{173EE223-E432-4C43-B7AB-F9D3BBB4B6D2}" dt="2024-03-12T13:49:37.981" v="2384" actId="27636"/>
        <pc:sldMkLst>
          <pc:docMk/>
          <pc:sldMk cId="2155321502" sldId="301"/>
        </pc:sldMkLst>
      </pc:sldChg>
      <pc:sldChg chg="modSp add mod">
        <pc:chgData name="Sam O'Neill" userId="cb323814-a42a-4cfe-bc74-03f595e56f6e" providerId="ADAL" clId="{173EE223-E432-4C43-B7AB-F9D3BBB4B6D2}" dt="2024-03-12T15:10:39.177" v="2512" actId="6549"/>
        <pc:sldMkLst>
          <pc:docMk/>
          <pc:sldMk cId="1256561333" sldId="302"/>
        </pc:sldMkLst>
      </pc:sldChg>
      <pc:sldMasterChg chg="modSldLayout">
        <pc:chgData name="Sam O'Neill" userId="cb323814-a42a-4cfe-bc74-03f595e56f6e" providerId="ADAL" clId="{173EE223-E432-4C43-B7AB-F9D3BBB4B6D2}" dt="2024-03-12T10:54:56.215" v="164" actId="14100"/>
        <pc:sldMasterMkLst>
          <pc:docMk/>
          <pc:sldMasterMk cId="2371654629" sldId="2147483648"/>
        </pc:sldMasterMkLst>
        <pc:sldLayoutChg chg="modSp mod">
          <pc:chgData name="Sam O'Neill" userId="cb323814-a42a-4cfe-bc74-03f595e56f6e" providerId="ADAL" clId="{173EE223-E432-4C43-B7AB-F9D3BBB4B6D2}" dt="2024-03-12T10:54:56.215" v="164" actId="14100"/>
          <pc:sldLayoutMkLst>
            <pc:docMk/>
            <pc:sldMasterMk cId="2371654629" sldId="2147483648"/>
            <pc:sldLayoutMk cId="3486398263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A7F51-85EB-4ADE-87A9-25326B6F5715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8023C0-102F-44C4-AC02-61E31C6A26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5962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8947D-CD6A-4123-8861-8871A01A5E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0CC3AE-4B9A-4DA2-BAD6-827EA0B6D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317C0-5256-4F0F-ADBB-D55B5C496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63A57-C56C-427C-8CAF-01E71373A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B863E-C4C0-4674-9CB8-9F09066BF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086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EEB1D-CEA1-48EC-BEC2-8B472C2FD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7994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4A911-09FE-4435-BA42-EE59C67F5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9238"/>
            <a:ext cx="10515600" cy="47277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9D201-EB86-4C9A-9059-4CEB13810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15E65-5675-4E42-B1EE-A22F70B04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231AF-1E26-4EA1-8945-6A751C7A8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398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0210-448A-446C-9782-2D94ECD07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8FE027-85E2-45F1-A5D3-91529937C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B7E22-9043-4BA2-97C8-6655DAC4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3B8E2-5B43-4A59-BDD1-ADBE5F870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33278-C667-4CB7-AA9D-23F41A750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340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9FA1A-E5A3-436D-9161-5808F2BC8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A2FE2-4752-4B1F-9823-34B68F713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695239-28BF-40C9-BF4C-C2076426BB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529F9-B56D-422A-B8D6-3C415F7B9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8416C9-C5DF-413C-8593-CB2480AA6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DD3F9-CACF-45BD-B846-B679188DF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011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3B43A-F098-4777-955F-3697E45DD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01A49-0A3B-4BC5-ABD1-E2688063A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2AC55-BDCB-4184-9731-5AC66560F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092BED-BCE1-4843-9FA1-C00032E9F5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2CB134-C406-4995-ACC3-04836E50D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D828B-47A7-4D2D-88B2-A83122454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DC6848-4676-43E1-BA3A-4A96FF131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2A8999-4088-4D16-AA11-B3AA96840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048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CA7F8-B16C-4621-8164-CE24A315D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56604-64D3-4240-8619-D1EB8D19D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9084AA-428B-4BDA-9048-3150999E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2E0C2-9F2E-42E9-B840-E2EB6396A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9784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1C4486-3E97-4E2B-8F8F-D581A623A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ADE894-7037-4B14-A0F1-4FB5B536D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199D2-F004-4F7D-8CED-8A575A21B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5963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D3FE4-2C98-4960-9026-E20FF6301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7D994-4B2E-407A-95F5-40CCB600E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C6CE70-0141-4C5D-B2EC-86F87BADBE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B326EB-14C4-4CF8-BDD8-DA7D7BBC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3743-AE1C-42B5-9AB2-86B6530C1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A7B2C7-945B-459D-BEF6-C9B612A84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7422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68AD5-FD76-41B3-821E-4285A5774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7CA15F-B4D6-4EC8-8637-81B0A51E82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C0D130-99F9-4B6C-8882-FE115DFD5A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1D1A3-B66A-4F2E-9F93-94389737E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4CF7C-CA2D-4ED9-82F9-2BAD99C7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41A5F0-A66B-4A24-BD46-2544A9841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2408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DFB46-109C-4240-99E5-DE9DA1D8F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852EF6-5C2B-4054-A490-198C16F219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72837-E5DF-45FF-9040-4E1BFBF51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7DA624-D1D8-45E8-BA53-EA1378D6B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64FFA-C552-4962-BA7B-7B837E695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490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17C3DB-7592-44C2-AB11-ABBA3A5F40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6597E-F4B3-4102-AC14-FA1C5A8202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8B4961-5723-4C50-B8AC-B23DD146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6BF1A5-D7AA-4774-AD63-B136A3B7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E0192-57A4-4A64-B9F6-C2D29A03D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809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2C3E0-C4D4-49EF-9690-A7C0551FB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4623C0-9D58-4F85-B7C8-AE0C85D702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DDA6E-ECF5-4F6E-8760-7E83E4C699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7AE23-6B58-4A7C-B1C6-7C11E9DF5B48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2E1D91-9719-4FFE-A5C2-39B3FA97F8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90E70-6D66-4587-8727-10ED052C3A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88122B-A956-4690-ADE5-52407DD8EEB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57489B84-0A7C-476A-A65A-E6A9D297D2F2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2371654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ath.uwaterloo.ca/~bico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SC5CX8drAtU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drive/1aGaOpyRexxRXKdu_it68ua8crXVCvNSl?usp=sharing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tChnXG6uly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846-730F-45FA-86C4-527E755F51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/>
              <a:t>Travelling Salesman Problem</a:t>
            </a:r>
            <a:endParaRPr lang="en-GB" sz="4000"/>
          </a:p>
        </p:txBody>
      </p:sp>
      <p:pic>
        <p:nvPicPr>
          <p:cNvPr id="3" name="Picture 2" descr="Image result for travelling salesman problem&quot;">
            <a:extLst>
              <a:ext uri="{FF2B5EF4-FFF2-40B4-BE49-F238E27FC236}">
                <a16:creationId xmlns:a16="http://schemas.microsoft.com/office/drawing/2014/main" id="{5CCCCD81-1ED3-4F1B-A9E5-C78FB34E8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312" y="3676217"/>
            <a:ext cx="3030083" cy="282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8238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/>
                  <a:t>Given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>
                    <a:cs typeface="Courier New" panose="02070309020205020404" pitchFamily="49" charset="0"/>
                  </a:rPr>
                  <a:t> cities and the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𝑐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GB">
                    <a:cs typeface="Courier New" panose="02070309020205020404" pitchFamily="49" charset="0"/>
                  </a:rPr>
                  <a:t> of travelling between each pair of cities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)</m:t>
                    </m:r>
                  </m:oMath>
                </a14:m>
                <a:r>
                  <a:rPr lang="en-GB" i="1">
                    <a:cs typeface="Courier New" panose="02070309020205020404" pitchFamily="49" charset="0"/>
                  </a:rPr>
                  <a:t>.</a:t>
                </a:r>
              </a:p>
              <a:p>
                <a:pPr marL="0" indent="0">
                  <a:buNone/>
                </a:pPr>
                <a:br>
                  <a:rPr lang="en-GB" i="1">
                    <a:cs typeface="Courier New" panose="02070309020205020404" pitchFamily="49" charset="0"/>
                  </a:rPr>
                </a:br>
                <a:r>
                  <a:rPr lang="en-GB">
                    <a:cs typeface="Courier New" panose="02070309020205020404" pitchFamily="49" charset="0"/>
                  </a:rPr>
                  <a:t>Find the cheapest way of visiting all cities and returning to your starting point.</a:t>
                </a: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  <a:blipFill>
                <a:blip r:embed="rId2"/>
                <a:stretch>
                  <a:fillRect l="-1217" t="-1850" r="-15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>
                <a:cs typeface="Courier New" panose="02070309020205020404" pitchFamily="49" charset="0"/>
              </a:rPr>
              <a:t>The Problem</a:t>
            </a:r>
          </a:p>
        </p:txBody>
      </p:sp>
      <p:pic>
        <p:nvPicPr>
          <p:cNvPr id="5" name="Picture 4" descr="Image result for travelling salesman problem&quot;">
            <a:extLst>
              <a:ext uri="{FF2B5EF4-FFF2-40B4-BE49-F238E27FC236}">
                <a16:creationId xmlns:a16="http://schemas.microsoft.com/office/drawing/2014/main" id="{D0F68BD7-B72D-426C-AA4C-D4B4EF0F1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6257" y="3509963"/>
            <a:ext cx="3030083" cy="282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5605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>
                    <a:cs typeface="Courier New" panose="02070309020205020404" pitchFamily="49" charset="0"/>
                  </a:rPr>
                  <a:t>Starting point given. How many routes are there?</a:t>
                </a:r>
              </a:p>
              <a:p>
                <a:pPr marL="0" indent="0">
                  <a:buNone/>
                </a:pPr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cs typeface="Courier New" panose="02070309020205020404" pitchFamily="49" charset="0"/>
                  </a:rPr>
                  <a:t>Let’s say we have 4 cities, look at the following two routes</a:t>
                </a:r>
              </a:p>
              <a:p>
                <a:pPr marL="0" indent="0">
                  <a:buNone/>
                </a:pPr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𝐵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𝐶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𝐷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</m:oMath>
                  </m:oMathPara>
                </a14:m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𝐷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𝐶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𝐵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</m:oMath>
                  </m:oMathPara>
                </a14:m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cs typeface="Courier New" panose="02070309020205020404" pitchFamily="49" charset="0"/>
                  </a:rPr>
                  <a:t>Do these cost the same or are they different?</a:t>
                </a:r>
              </a:p>
              <a:p>
                <a:pPr marL="0" indent="0">
                  <a:buNone/>
                </a:pPr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cs typeface="Courier New" panose="02070309020205020404" pitchFamily="49" charset="0"/>
                  </a:rPr>
                  <a:t>They cost the same, therefore we treat them as the same route.</a:t>
                </a:r>
              </a:p>
              <a:p>
                <a:pPr marL="0" indent="0">
                  <a:buNone/>
                </a:pPr>
                <a:endParaRPr lang="en-GB" dirty="0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GB" dirty="0"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  <a:blipFill>
                <a:blip r:embed="rId2"/>
                <a:stretch>
                  <a:fillRect l="-1217" t="-2836" b="-382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>
                <a:cs typeface="Courier New" panose="02070309020205020404" pitchFamily="49" charset="0"/>
              </a:rPr>
              <a:t>Complexity</a:t>
            </a:r>
          </a:p>
        </p:txBody>
      </p:sp>
    </p:spTree>
    <p:extLst>
      <p:ext uri="{BB962C8B-B14F-4D97-AF65-F5344CB8AC3E}">
        <p14:creationId xmlns:p14="http://schemas.microsoft.com/office/powerpoint/2010/main" val="935348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From our starting point, how many choices do we have for the next city?</a:t>
                </a: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3=4−1</m:t>
                      </m:r>
                    </m:oMath>
                  </m:oMathPara>
                </a14:m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For our next city?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2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3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−1</m:t>
                      </m:r>
                    </m:oMath>
                  </m:oMathPara>
                </a14:m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Thus, we have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3!</m:t>
                    </m:r>
                  </m:oMath>
                </a14:m>
                <a:r>
                  <a:rPr lang="en-GB">
                    <a:cs typeface="Courier New" panose="02070309020205020404" pitchFamily="49" charset="0"/>
                  </a:rPr>
                  <a:t> Possible choices? Are we done?</a:t>
                </a: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No, you can go in either direction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𝐵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𝐶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𝐷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</m:oMath>
                  </m:oMathPara>
                </a14:m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𝐷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𝐶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𝐵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𝐴</m:t>
                      </m:r>
                    </m:oMath>
                  </m:oMathPara>
                </a14:m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Divide by 2</a:t>
                </a: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3!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  <a:blipFill>
                <a:blip r:embed="rId2"/>
                <a:stretch>
                  <a:fillRect l="-638" t="-2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>
                <a:cs typeface="Courier New" panose="02070309020205020404" pitchFamily="49" charset="0"/>
              </a:rPr>
              <a:t>Complexity</a:t>
            </a:r>
          </a:p>
        </p:txBody>
      </p:sp>
    </p:spTree>
    <p:extLst>
      <p:ext uri="{BB962C8B-B14F-4D97-AF65-F5344CB8AC3E}">
        <p14:creationId xmlns:p14="http://schemas.microsoft.com/office/powerpoint/2010/main" val="269797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In general, we have to compare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−1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!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GB">
                    <a:cs typeface="Courier New" panose="02070309020205020404" pitchFamily="49" charset="0"/>
                  </a:rPr>
                  <a:t> routes</a:t>
                </a: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So, a brute force algorithm will be of order</a:t>
                </a: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𝑂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𝑛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!)</m:t>
                      </m:r>
                    </m:oMath>
                  </m:oMathPara>
                </a14:m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That is the time taken for completion increases by approximately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!</m:t>
                    </m:r>
                  </m:oMath>
                </a14:m>
                <a:r>
                  <a:rPr lang="en-GB">
                    <a:cs typeface="Courier New" panose="02070309020205020404" pitchFamily="49" charset="0"/>
                  </a:rPr>
                  <a:t> as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𝑛</m:t>
                    </m:r>
                  </m:oMath>
                </a14:m>
                <a:r>
                  <a:rPr lang="en-GB">
                    <a:cs typeface="Courier New" panose="02070309020205020404" pitchFamily="49" charset="0"/>
                  </a:rPr>
                  <a:t> increases! </a:t>
                </a:r>
              </a:p>
              <a:p>
                <a:pPr marL="0" indent="0">
                  <a:buNone/>
                </a:pPr>
                <a:endParaRPr lang="en-GB"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>
                    <a:cs typeface="Courier New" panose="02070309020205020404" pitchFamily="49" charset="0"/>
                  </a:rPr>
                  <a:t>Ouch!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D7D6E-393A-4784-B833-7D21C4520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47775"/>
                <a:ext cx="10515600" cy="4948238"/>
              </a:xfrm>
              <a:blipFill>
                <a:blip r:embed="rId2"/>
                <a:stretch>
                  <a:fillRect l="-1217" t="-7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>
                <a:cs typeface="Courier New" panose="02070309020205020404" pitchFamily="49" charset="0"/>
              </a:rPr>
              <a:t>Complexity</a:t>
            </a:r>
          </a:p>
        </p:txBody>
      </p:sp>
    </p:spTree>
    <p:extLst>
      <p:ext uri="{BB962C8B-B14F-4D97-AF65-F5344CB8AC3E}">
        <p14:creationId xmlns:p14="http://schemas.microsoft.com/office/powerpoint/2010/main" val="1676095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A4015-C062-E2F4-8EE1-5F442961A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Numbers…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C48263-5AF6-B860-5C9A-73212DBB11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“It would take a laptop 1,000 years to compute the most efficient route between 22 cities.”</a:t>
                </a:r>
              </a:p>
              <a:p>
                <a:pPr marL="0" indent="0">
                  <a:buNone/>
                </a:pPr>
                <a:r>
                  <a:rPr lang="en-GB" dirty="0"/>
                  <a:t>					Washington Post - Feb 15</a:t>
                </a:r>
                <a:r>
                  <a:rPr lang="en-GB" baseline="30000" dirty="0"/>
                  <a:t>th</a:t>
                </a:r>
                <a:r>
                  <a:rPr lang="en-GB" dirty="0"/>
                  <a:t> , 2018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25,545,471,085,854,720,000 undirected tours 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=22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partly right, what does it assume?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Brute force is the only way to compute this!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C48263-5AF6-B860-5C9A-73212DBB11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94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024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CF1D9-DFDA-F348-1D9B-6A7F2D5D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NP-Complete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AFEB06-BB99-4F3D-B3AA-EE92E4043B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TSP is a member of the set of Non-polynomial Time problems.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NP bit, means you cannot find the optimal solution in polynomial time, e.g.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e.g.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Complete bit means that it is easy to check the solution once you have it.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Sudoku is also NP-Complete.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AFEB06-BB99-4F3D-B3AA-EE92E4043B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9367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87FE16-D872-AC24-BD50-706CA5D589B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87FE16-D872-AC24-BD50-706CA5D589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64C2D-C91B-8277-C261-1163F37BF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$1,000,000 Millennium Problem</a:t>
            </a:r>
          </a:p>
          <a:p>
            <a:endParaRPr lang="en-GB" dirty="0"/>
          </a:p>
          <a:p>
            <a:r>
              <a:rPr lang="en-GB" dirty="0"/>
              <a:t>An algorithm that solves TSP in polynomial time would win you $1,000,000.</a:t>
            </a:r>
          </a:p>
        </p:txBody>
      </p:sp>
    </p:spTree>
    <p:extLst>
      <p:ext uri="{BB962C8B-B14F-4D97-AF65-F5344CB8AC3E}">
        <p14:creationId xmlns:p14="http://schemas.microsoft.com/office/powerpoint/2010/main" val="331875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D7D6E-393A-4784-B833-7D21C4520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7775"/>
            <a:ext cx="10515600" cy="49482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Routing/Timetabling/Scheduling</a:t>
            </a:r>
          </a:p>
          <a:p>
            <a:r>
              <a:rPr lang="en-GB">
                <a:cs typeface="Courier New" panose="02070309020205020404" pitchFamily="49" charset="0"/>
              </a:rPr>
              <a:t>Bus Routes</a:t>
            </a:r>
          </a:p>
          <a:p>
            <a:r>
              <a:rPr lang="en-GB">
                <a:cs typeface="Courier New" panose="02070309020205020404" pitchFamily="49" charset="0"/>
              </a:rPr>
              <a:t>Service Calls by BT/Sky</a:t>
            </a:r>
          </a:p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Manufacturing Process</a:t>
            </a:r>
          </a:p>
          <a:p>
            <a:r>
              <a:rPr lang="en-GB">
                <a:cs typeface="Courier New" panose="02070309020205020404" pitchFamily="49" charset="0"/>
              </a:rPr>
              <a:t>Drilling the holes in a circuit board, in which order does the machine do this?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>
                <a:cs typeface="Courier New" panose="02070309020205020404" pitchFamily="49" charset="0"/>
              </a:rPr>
              <a:t>Applications</a:t>
            </a:r>
          </a:p>
        </p:txBody>
      </p:sp>
    </p:spTree>
    <p:extLst>
      <p:ext uri="{BB962C8B-B14F-4D97-AF65-F5344CB8AC3E}">
        <p14:creationId xmlns:p14="http://schemas.microsoft.com/office/powerpoint/2010/main" val="314066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D7D6E-393A-4784-B833-7D21C4520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7775"/>
            <a:ext cx="5334000" cy="49482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Florida Sun-Sentinel presented the following article on 20 December 1998</a:t>
            </a: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dirty="0">
                <a:cs typeface="Courier New" panose="02070309020205020404" pitchFamily="49" charset="0"/>
              </a:rPr>
              <a:t>TSP in the news…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B8786D7-42B0-4D00-BD2F-D00CCD539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786" y="119758"/>
            <a:ext cx="5544324" cy="637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094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D7D6E-393A-4784-B833-7D21C4520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7775"/>
            <a:ext cx="10515600" cy="49482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University Professor, Combinatorics and Optimization, University of Waterloo</a:t>
            </a:r>
            <a:endParaRPr lang="en-GB">
              <a:hlinkClick r:id="rId2"/>
            </a:endParaRPr>
          </a:p>
          <a:p>
            <a:pPr marL="0" indent="0">
              <a:buNone/>
            </a:pPr>
            <a:endParaRPr lang="en-GB">
              <a:hlinkClick r:id="rId2"/>
            </a:endParaRPr>
          </a:p>
          <a:p>
            <a:pPr marL="0" indent="0">
              <a:buNone/>
            </a:pPr>
            <a:r>
              <a:rPr lang="en-GB">
                <a:hlinkClick r:id="rId2"/>
              </a:rPr>
              <a:t>https://www.math.uwaterloo.ca/~bico/</a:t>
            </a:r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Written many books and given excellent presentation on TSP</a:t>
            </a: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Well worth a look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>
                <a:cs typeface="Courier New" panose="02070309020205020404" pitchFamily="49" charset="0"/>
              </a:rPr>
              <a:t>William Cook</a:t>
            </a:r>
          </a:p>
        </p:txBody>
      </p:sp>
    </p:spTree>
    <p:extLst>
      <p:ext uri="{BB962C8B-B14F-4D97-AF65-F5344CB8AC3E}">
        <p14:creationId xmlns:p14="http://schemas.microsoft.com/office/powerpoint/2010/main" val="1269171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20CFB-6A6A-0579-DBF7-0EFF5118D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MILP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0F9FA6-DBF8-629D-A483-FDA8B239FD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GB" b="0" i="0" dirty="0"/>
                  <a:t> represent whether the edge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0" i="0" dirty="0"/>
                  <a:t> connecting 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b="0" i="0" dirty="0"/>
                  <a:t> and 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GB" b="0" i="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GB" b="0" i="0" dirty="0"/>
                  <a:t> be the cost of that edge.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0" i="0" dirty="0"/>
                  <a:t>Then </a:t>
                </a:r>
                <a:r>
                  <a:rPr lang="en-GB" b="0" i="0"/>
                  <a:t>we could try and model the problem as:</a:t>
                </a:r>
                <a:endParaRPr lang="en-GB" b="0" i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.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br>
                  <a:rPr lang="en-GB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=1: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      ∀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lit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1, 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nary>
                    </m:oMath>
                  </m:oMathPara>
                </a14:m>
                <a:br>
                  <a:rPr lang="en-GB" b="0" dirty="0"/>
                </a:br>
                <a:br>
                  <a:rPr lang="en-GB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=1: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lit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 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nary>
                    </m:oMath>
                  </m:oMathPara>
                </a14:m>
                <a:br>
                  <a:rPr lang="en-GB" dirty="0"/>
                </a:br>
                <a:br>
                  <a:rPr lang="en-GB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0" dirty="0"/>
                  <a:t>This formulation is wrong? Why?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0F9FA6-DBF8-629D-A483-FDA8B239FD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065" b="-15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753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20CFB-6A6A-0579-DBF7-0EFF5118D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MILP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0F9FA6-DBF8-629D-A483-FDA8B239FD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m:rPr>
                          <m:nor/>
                        </m:rPr>
                        <a:rPr lang="en-GB" smtClean="0">
                          <a:latin typeface="Cambria Math" panose="02040503050406030204" pitchFamily="18" charset="0"/>
                        </a:rPr>
                        <m:t>.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/>
              </a:p>
              <a:p>
                <a:pPr marL="0" indent="0">
                  <a:buNone/>
                </a:pPr>
                <a:br>
                  <a:rPr lang="en-GB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=1: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      ∀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lit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 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nary>
                    </m:oMath>
                  </m:oMathPara>
                </a14:m>
                <a:br>
                  <a:rPr lang="en-GB"/>
                </a:br>
                <a:br>
                  <a:rPr lang="en-GB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=1: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      ∀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lit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 …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nary>
                    </m:oMath>
                  </m:oMathPara>
                </a14:m>
                <a:br>
                  <a:rPr lang="en-GB"/>
                </a:br>
                <a:br>
                  <a:rPr lang="en-GB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/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 b="0"/>
                  <a:t>Whilst all cities will be visited, it doesn’t guarantee a single tour!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 b="0"/>
                  <a:t>We could have lots of subtours that cover all cities.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0F9FA6-DBF8-629D-A483-FDA8B239FD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b="-7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83653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C50F1-57AF-6BB1-E3A7-71F1F9109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Subtour example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D4C894B-0A7F-708D-D8CE-01F478989A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126" y="2439193"/>
            <a:ext cx="4371975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6FD92-EDCA-BA59-67BE-7715C64D18FD}"/>
              </a:ext>
            </a:extLst>
          </p:cNvPr>
          <p:cNvSpPr txBox="1"/>
          <p:nvPr/>
        </p:nvSpPr>
        <p:spPr>
          <a:xfrm>
            <a:off x="1562776" y="5321296"/>
            <a:ext cx="852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Both the red (complete tour) and the blue (subtours) have exactly one edge entering and one edge leaving a city!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C82441-CDE3-5F4D-B0A2-AF92677E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135D70-5964-0E9D-8AE8-7CE1C9EBA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57" y="1206481"/>
            <a:ext cx="4258269" cy="397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44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677-C0CE-A6D8-EC0F-3294992FE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AE314E-8D83-CCEE-5487-F03D015A81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/>
                  <a:t>Introduce dummy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∈{2,…,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/>
                  <a:t> that track the order in which 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/>
                  <a:t> is visited.</a:t>
                </a:r>
              </a:p>
              <a:p>
                <a:endParaRPr lang="en-GB"/>
              </a:p>
              <a:p>
                <a:pPr marL="0" indent="0">
                  <a:buNone/>
                </a:pPr>
                <a:r>
                  <a:rPr lang="en-GB"/>
                  <a:t>Then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/>
                  <a:t> (that is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GB"/>
                  <a:t> is chosen)</a:t>
                </a:r>
              </a:p>
              <a:p>
                <a:pPr lvl="1"/>
                <a:r>
                  <a:rPr lang="en-GB"/>
                  <a:t>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/>
                  <a:t> is visited before 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/>
              </a:p>
              <a:p>
                <a:pPr lvl="1"/>
                <a:r>
                  <a:rPr lang="en-GB"/>
                  <a:t>Hence,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 which can be written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≥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GB"/>
              </a:p>
              <a:p>
                <a:pPr lvl="1"/>
                <a:endParaRPr lang="en-GB"/>
              </a:p>
              <a:p>
                <a:pPr marL="0" indent="0">
                  <a:buNone/>
                </a:pPr>
                <a:r>
                  <a:rPr lang="en-GB"/>
                  <a:t>The following constraints do this. 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+1≤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   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2,…,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/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endParaRPr lang="en-GB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AE314E-8D83-CCEE-5487-F03D015A81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7939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EC8D1-B92C-882E-D6D0-3F645631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does this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8C0CD-2C5C-29F7-E40D-50BAFAA17B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/>
                  <a:t>The incoming and outgoing constraints mean that for some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GB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GB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b="1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+1≤0</m:t>
                      </m:r>
                    </m:oMath>
                  </m:oMathPara>
                </a14:m>
                <a:endParaRPr lang="en-GB"/>
              </a:p>
              <a:p>
                <a:pPr marL="0" indent="0">
                  <a:buNone/>
                </a:pPr>
                <a:r>
                  <a:rPr lang="en-GB"/>
                  <a:t>Which is the same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GB"/>
              </a:p>
              <a:p>
                <a:pPr marL="0" indent="0">
                  <a:buNone/>
                </a:pPr>
                <a:r>
                  <a:rPr lang="en-GB"/>
                  <a:t>Hence selecting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GB"/>
                  <a:t> means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GB"/>
                  <a:t> visited after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/>
                  <a:t>.</a:t>
                </a:r>
              </a:p>
              <a:p>
                <a:pPr marL="0" indent="0">
                  <a:buNone/>
                </a:pPr>
                <a:r>
                  <a:rPr lang="en-GB"/>
                  <a:t>This means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𝒋𝒊</m:t>
                        </m:r>
                      </m:sub>
                    </m:sSub>
                    <m:r>
                      <a:rPr lang="en-GB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GB" b="1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/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Why, consider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𝒋𝒊</m:t>
                        </m:r>
                      </m:sub>
                    </m:sSub>
                    <m:r>
                      <a:rPr lang="en-GB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GB"/>
              </a:p>
              <a:p>
                <a:pPr marL="0" indent="0">
                  <a:buNone/>
                </a:pPr>
                <a:r>
                  <a:rPr lang="en-GB"/>
                  <a:t>This is a contradiction.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endParaRPr lang="en-GB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8C0CD-2C5C-29F7-E40D-50BAFAA17B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968" b="-2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120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EC8D1-B92C-882E-D6D0-3F645631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does this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8C0CD-2C5C-29F7-E40D-50BAFAA17B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/>
                  <a:t>We can continue this reasoning. 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We know that there must exist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/>
                  <a:t> (i.e. we leave city 1).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There also must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/>
                  <a:t>, and …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&lt;…&lt;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/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Hence there will be a increasing sequence of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, thus precluding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/>
                  <a:t>.</a:t>
                </a:r>
              </a:p>
              <a:p>
                <a:pPr marL="0" indent="0">
                  <a:buNone/>
                </a:pPr>
                <a:endParaRPr lang="en-GB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8C0CD-2C5C-29F7-E40D-50BAFAA17B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65613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EC8D1-B92C-882E-D6D0-3F645631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does this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8C0CD-2C5C-29F7-E40D-50BAFAA17B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/>
                  <a:t>Once this sequence is in place.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&lt;…&lt;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GB"/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Then we have to choose some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/>
                  <a:t> such that: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/>
                  <a:t>   i.e. some edge enters city 1.</a:t>
                </a:r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However, the only remaining city which doesn’t have an edge leaving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/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Thus,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/>
                  <a:t>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b="0"/>
              </a:p>
              <a:p>
                <a:pPr marL="0" indent="0">
                  <a:buNone/>
                </a:pPr>
                <a:endParaRPr lang="en-GB"/>
              </a:p>
              <a:p>
                <a:pPr marL="0" indent="0">
                  <a:buNone/>
                </a:pPr>
                <a:r>
                  <a:rPr lang="en-GB"/>
                  <a:t>This is valid as we did not include city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/>
                  <a:t>in the MTZ constraint. Hence, we have a tour 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,1</m:t>
                    </m:r>
                  </m:oMath>
                </a14:m>
                <a:endParaRPr lang="en-GB"/>
              </a:p>
              <a:p>
                <a:pPr marL="0" indent="0">
                  <a:buNone/>
                </a:pPr>
                <a:endParaRPr lang="en-GB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8C0CD-2C5C-29F7-E40D-50BAFAA17B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54" t="-27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5551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12C6A-53AF-B33B-8F38-4B3CD0441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0" i="0">
                <a:effectLst/>
                <a:latin typeface="+mn-lt"/>
              </a:rPr>
              <a:t>Miller-Tucker-</a:t>
            </a:r>
            <a:r>
              <a:rPr lang="en-GB" b="0" i="0" err="1">
                <a:effectLst/>
                <a:latin typeface="+mn-lt"/>
              </a:rPr>
              <a:t>Zemlin</a:t>
            </a:r>
            <a:r>
              <a:rPr lang="en-GB" b="0" i="0">
                <a:effectLst/>
                <a:latin typeface="+mn-lt"/>
              </a:rPr>
              <a:t> (MTZ) Formulation</a:t>
            </a:r>
            <a:endParaRPr lang="en-GB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A7507-1CB1-141F-9815-2041CB7117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m:rPr>
                          <m:nor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.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b="0"/>
              </a:p>
              <a:p>
                <a:pPr marL="0" indent="0">
                  <a:buNone/>
                </a:pPr>
                <a:br>
                  <a:rPr lang="en-GB" b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=1: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      ∀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lit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1, …,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nary>
                    </m:oMath>
                  </m:oMathPara>
                </a14:m>
                <a:br>
                  <a:rPr lang="en-GB" b="0"/>
                </a:br>
                <a:br>
                  <a:rPr lang="en-GB" b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=1: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lit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 …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nary>
                    </m:oMath>
                  </m:oMathPara>
                </a14:m>
                <a:br>
                  <a:rPr lang="en-GB"/>
                </a:br>
                <a:br>
                  <a:rPr lang="en-GB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+1≤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2,…,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/>
              </a:p>
              <a:p>
                <a:pPr marL="0" indent="0">
                  <a:buNone/>
                </a:pPr>
                <a:br>
                  <a:rPr lang="en-GB">
                    <a:ea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GB" b="0"/>
              </a:p>
              <a:p>
                <a:pPr marL="0" indent="0">
                  <a:buNone/>
                </a:pPr>
                <a:endParaRPr lang="en-GB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A7507-1CB1-141F-9815-2041CB7117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1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9500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A8F43-BBF9-8658-BE48-3C132FE2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579753"/>
          </a:xfrm>
        </p:spPr>
        <p:txBody>
          <a:bodyPr>
            <a:normAutofit fontScale="90000"/>
          </a:bodyPr>
          <a:lstStyle/>
          <a:p>
            <a:r>
              <a:rPr lang="en-GB" err="1"/>
              <a:t>Pyomo</a:t>
            </a:r>
            <a:r>
              <a:rPr lang="en-GB"/>
              <a:t>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A0D4D-26CB-945F-4C31-20C60BCFA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 have created a demonstration that you can upload to Google </a:t>
            </a:r>
            <a:r>
              <a:rPr lang="en-GB" dirty="0" err="1"/>
              <a:t>Colab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You will find this on Blackboard.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try and solve larger and larger problems…</a:t>
            </a:r>
          </a:p>
        </p:txBody>
      </p:sp>
    </p:spTree>
    <p:extLst>
      <p:ext uri="{BB962C8B-B14F-4D97-AF65-F5344CB8AC3E}">
        <p14:creationId xmlns:p14="http://schemas.microsoft.com/office/powerpoint/2010/main" val="10613801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5190-407C-E8F6-AF34-49B33A45C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Heuristics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09417-FF4A-0E04-ECC4-26F008196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search for a </a:t>
            </a:r>
            <a:r>
              <a:rPr lang="en-GB" b="1" dirty="0"/>
              <a:t>good </a:t>
            </a:r>
            <a:r>
              <a:rPr lang="en-GB"/>
              <a:t>sub-optimal solution.</a:t>
            </a:r>
            <a:endParaRPr lang="en-GB" dirty="0"/>
          </a:p>
          <a:p>
            <a:pPr marL="0" indent="0">
              <a:buNone/>
            </a:pPr>
            <a:endParaRPr lang="en-GB" dirty="0">
              <a:hlinkClick r:id="rId2"/>
            </a:endParaRPr>
          </a:p>
          <a:p>
            <a:pPr marL="0" indent="0">
              <a:buNone/>
            </a:pPr>
            <a:r>
              <a:rPr lang="en-GB" dirty="0">
                <a:hlinkClick r:id="rId2"/>
              </a:rPr>
              <a:t>Traveling Salesman Problem Visualization - YouTube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6440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1F4B8-281B-D58A-F63A-73D813DEC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Tutorial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1FC72-6B83-9B81-043E-2465DA5C40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l">
              <a:buFont typeface="+mj-lt"/>
              <a:buAutoNum type="arabicPeriod"/>
            </a:pPr>
            <a:r>
              <a:rPr lang="en-GB" b="0" i="0">
                <a:solidFill>
                  <a:srgbClr val="262626"/>
                </a:solidFill>
                <a:effectLst/>
              </a:rPr>
              <a:t>Please use the </a:t>
            </a:r>
            <a:r>
              <a:rPr lang="en-GB" b="0" i="0" err="1">
                <a:solidFill>
                  <a:srgbClr val="262626"/>
                </a:solidFill>
                <a:effectLst/>
              </a:rPr>
              <a:t>ipynb</a:t>
            </a:r>
            <a:r>
              <a:rPr lang="en-GB" b="0" i="0">
                <a:solidFill>
                  <a:srgbClr val="262626"/>
                </a:solidFill>
                <a:effectLst/>
              </a:rPr>
              <a:t> notebook to investigate the travelling salesman problem (TSP) - </a:t>
            </a:r>
            <a:r>
              <a:rPr lang="en-GB" b="0" i="0" u="sng">
                <a:solidFill>
                  <a:srgbClr val="2075A3"/>
                </a:solidFill>
                <a:effectLst/>
                <a:hlinkClick r:id="rId2"/>
              </a:rPr>
              <a:t>https://colab.research.google.com/drive/1aGaOpyRexxRXKdu_it68ua8crXVCvNSl?usp=sharing</a:t>
            </a:r>
            <a:endParaRPr lang="en-GB" b="0" i="0">
              <a:solidFill>
                <a:srgbClr val="262626"/>
              </a:solidFill>
              <a:effectLst/>
            </a:endParaRPr>
          </a:p>
          <a:p>
            <a:pPr lvl="1"/>
            <a:r>
              <a:rPr lang="en-GB" b="0" i="0">
                <a:solidFill>
                  <a:srgbClr val="262626"/>
                </a:solidFill>
                <a:effectLst/>
              </a:rPr>
              <a:t>You should try out the problem.</a:t>
            </a:r>
          </a:p>
          <a:p>
            <a:pPr lvl="1"/>
            <a:r>
              <a:rPr lang="en-GB" b="0" i="0">
                <a:solidFill>
                  <a:srgbClr val="262626"/>
                </a:solidFill>
                <a:effectLst/>
              </a:rPr>
              <a:t>Increase the problem size, when does it become unreasonable to solve?</a:t>
            </a:r>
          </a:p>
          <a:p>
            <a:pPr lvl="1"/>
            <a:r>
              <a:rPr lang="en-GB" b="0" i="0">
                <a:solidFill>
                  <a:srgbClr val="262626"/>
                </a:solidFill>
                <a:effectLst/>
              </a:rPr>
              <a:t>Try messing around with the parameters of the genetic algorithm, such as mutation, crossover and population. Can you solve larger TSP problems than the MILP can?</a:t>
            </a:r>
          </a:p>
          <a:p>
            <a:pPr algn="l">
              <a:buFont typeface="+mj-lt"/>
              <a:buAutoNum type="arabicPeriod"/>
            </a:pPr>
            <a:r>
              <a:rPr lang="en-GB" b="0" i="0">
                <a:solidFill>
                  <a:srgbClr val="262626"/>
                </a:solidFill>
                <a:effectLst/>
              </a:rPr>
              <a:t>I would like you to do some research on the travelling salesman problem.</a:t>
            </a:r>
          </a:p>
          <a:p>
            <a:pPr lvl="1"/>
            <a:r>
              <a:rPr lang="en-GB" b="0" i="0">
                <a:solidFill>
                  <a:srgbClr val="262626"/>
                </a:solidFill>
                <a:effectLst/>
              </a:rPr>
              <a:t>Why is it hard to solve?</a:t>
            </a:r>
          </a:p>
          <a:p>
            <a:pPr lvl="1"/>
            <a:r>
              <a:rPr lang="en-GB" b="0" i="0">
                <a:solidFill>
                  <a:srgbClr val="262626"/>
                </a:solidFill>
                <a:effectLst/>
              </a:rPr>
              <a:t>What is NP-Hard?</a:t>
            </a:r>
          </a:p>
          <a:p>
            <a:pPr lvl="1"/>
            <a:r>
              <a:rPr lang="en-GB" b="0" i="0">
                <a:solidFill>
                  <a:srgbClr val="262626"/>
                </a:solidFill>
                <a:effectLst/>
              </a:rPr>
              <a:t>What is Combinatorial Optimisation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53215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178E-721A-9A17-A826-A30D3A3A0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must watch video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11B0C-76AC-093C-B094-80841CEEA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hlinkClick r:id="rId2"/>
              </a:rPr>
              <a:t>Math Encounters: "Optimal Tours: The Traveling Salesman Problem" with Bill Cook on August 4, 2021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5958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EA3E9C8-CBFB-447B-8CA4-7FD3F71E8F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8D38CBC-69E7-494D-A8CA-214500AFCE30}">
  <ds:schemaRefs>
    <ds:schemaRef ds:uri="606370cc-c8d9-4222-8a4e-3c320f1e3034"/>
    <ds:schemaRef ds:uri="bf6b85bd-8a7e-4854-be4d-0780382295a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BBA966B-AB4E-4653-8BA0-D9EC6FE9B1E2}">
  <ds:schemaRefs>
    <ds:schemaRef ds:uri="606370cc-c8d9-4222-8a4e-3c320f1e3034"/>
    <ds:schemaRef ds:uri="bf6b85bd-8a7e-4854-be4d-0780382295a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1174</Words>
  <Application>Microsoft Office PowerPoint</Application>
  <PresentationFormat>Widescreen</PresentationFormat>
  <Paragraphs>166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Courier New</vt:lpstr>
      <vt:lpstr>Office Theme</vt:lpstr>
      <vt:lpstr>Travelling Salesman Problem</vt:lpstr>
      <vt:lpstr>PowerPoint Presentation</vt:lpstr>
      <vt:lpstr>PowerPoint Presentation</vt:lpstr>
      <vt:lpstr>PowerPoint Presentation</vt:lpstr>
      <vt:lpstr>PowerPoint Presentation</vt:lpstr>
      <vt:lpstr>Some Numbers…</vt:lpstr>
      <vt:lpstr>NP-Complete </vt:lpstr>
      <vt:lpstr>P≠NP</vt:lpstr>
      <vt:lpstr>PowerPoint Presentation</vt:lpstr>
      <vt:lpstr>PowerPoint Presentation</vt:lpstr>
      <vt:lpstr>PowerPoint Presentation</vt:lpstr>
      <vt:lpstr>MILP</vt:lpstr>
      <vt:lpstr>MILP</vt:lpstr>
      <vt:lpstr>Subtour example</vt:lpstr>
      <vt:lpstr>Solution</vt:lpstr>
      <vt:lpstr>Why does this work?</vt:lpstr>
      <vt:lpstr>Why does this work?</vt:lpstr>
      <vt:lpstr>Why does this work?</vt:lpstr>
      <vt:lpstr>Miller-Tucker-Zemlin (MTZ) Formulation</vt:lpstr>
      <vt:lpstr>Pyomo Code</vt:lpstr>
      <vt:lpstr>Heuristics</vt:lpstr>
      <vt:lpstr>Tutorial</vt:lpstr>
      <vt:lpstr>A must watch video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 Variable Optimisation</dc:title>
  <dc:creator>Sam O'Neill</dc:creator>
  <cp:lastModifiedBy>Sam O'Neill</cp:lastModifiedBy>
  <cp:revision>1</cp:revision>
  <dcterms:created xsi:type="dcterms:W3CDTF">2019-10-01T11:47:02Z</dcterms:created>
  <dcterms:modified xsi:type="dcterms:W3CDTF">2025-11-27T13:02:26Z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47d098f-2640-4837-b575-e0be04df0525_Enabled">
    <vt:lpwstr>True</vt:lpwstr>
  </property>
  <property fmtid="{D5CDD505-2E9C-101B-9397-08002B2CF9AE}" pid="3" name="MSIP_Label_b47d098f-2640-4837-b575-e0be04df0525_SiteId">
    <vt:lpwstr>98f1bb3a-5efa-4782-88ba-bd897db60e62</vt:lpwstr>
  </property>
  <property fmtid="{D5CDD505-2E9C-101B-9397-08002B2CF9AE}" pid="4" name="MSIP_Label_b47d098f-2640-4837-b575-e0be04df0525_Owner">
    <vt:lpwstr>TCSR529@derby.ac.uk</vt:lpwstr>
  </property>
  <property fmtid="{D5CDD505-2E9C-101B-9397-08002B2CF9AE}" pid="5" name="MSIP_Label_b47d098f-2640-4837-b575-e0be04df0525_SetDate">
    <vt:lpwstr>2019-10-01T15:54:59.5181981Z</vt:lpwstr>
  </property>
  <property fmtid="{D5CDD505-2E9C-101B-9397-08002B2CF9AE}" pid="6" name="MSIP_Label_b47d098f-2640-4837-b575-e0be04df0525_Name">
    <vt:lpwstr>Internal</vt:lpwstr>
  </property>
  <property fmtid="{D5CDD505-2E9C-101B-9397-08002B2CF9AE}" pid="7" name="MSIP_Label_b47d098f-2640-4837-b575-e0be04df0525_Application">
    <vt:lpwstr>Microsoft Azure Information Protection</vt:lpwstr>
  </property>
  <property fmtid="{D5CDD505-2E9C-101B-9397-08002B2CF9AE}" pid="8" name="MSIP_Label_b47d098f-2640-4837-b575-e0be04df0525_Extended_MSFT_Method">
    <vt:lpwstr>Automatic</vt:lpwstr>
  </property>
  <property fmtid="{D5CDD505-2E9C-101B-9397-08002B2CF9AE}" pid="9" name="MSIP_Label_501a0944-9d81-4c75-b857-2ec7863455b7_Enabled">
    <vt:lpwstr>True</vt:lpwstr>
  </property>
  <property fmtid="{D5CDD505-2E9C-101B-9397-08002B2CF9AE}" pid="10" name="MSIP_Label_501a0944-9d81-4c75-b857-2ec7863455b7_SiteId">
    <vt:lpwstr>98f1bb3a-5efa-4782-88ba-bd897db60e62</vt:lpwstr>
  </property>
  <property fmtid="{D5CDD505-2E9C-101B-9397-08002B2CF9AE}" pid="11" name="MSIP_Label_501a0944-9d81-4c75-b857-2ec7863455b7_Owner">
    <vt:lpwstr>TCSR529@derby.ac.uk</vt:lpwstr>
  </property>
  <property fmtid="{D5CDD505-2E9C-101B-9397-08002B2CF9AE}" pid="12" name="MSIP_Label_501a0944-9d81-4c75-b857-2ec7863455b7_SetDate">
    <vt:lpwstr>2019-10-01T15:54:59.5181981Z</vt:lpwstr>
  </property>
  <property fmtid="{D5CDD505-2E9C-101B-9397-08002B2CF9AE}" pid="13" name="MSIP_Label_501a0944-9d81-4c75-b857-2ec7863455b7_Name">
    <vt:lpwstr>Internal with visible marking</vt:lpwstr>
  </property>
  <property fmtid="{D5CDD505-2E9C-101B-9397-08002B2CF9AE}" pid="14" name="MSIP_Label_501a0944-9d81-4c75-b857-2ec7863455b7_Application">
    <vt:lpwstr>Microsoft Azure Information Protection</vt:lpwstr>
  </property>
  <property fmtid="{D5CDD505-2E9C-101B-9397-08002B2CF9AE}" pid="15" name="MSIP_Label_501a0944-9d81-4c75-b857-2ec7863455b7_Parent">
    <vt:lpwstr>b47d098f-2640-4837-b575-e0be04df0525</vt:lpwstr>
  </property>
  <property fmtid="{D5CDD505-2E9C-101B-9397-08002B2CF9AE}" pid="16" name="MSIP_Label_501a0944-9d81-4c75-b857-2ec7863455b7_Extended_MSFT_Method">
    <vt:lpwstr>Automatic</vt:lpwstr>
  </property>
  <property fmtid="{D5CDD505-2E9C-101B-9397-08002B2CF9AE}" pid="17" name="Sensitivity">
    <vt:lpwstr>Internal Internal with visible marking</vt:lpwstr>
  </property>
  <property fmtid="{D5CDD505-2E9C-101B-9397-08002B2CF9AE}" pid="18" name="ContentTypeId">
    <vt:lpwstr>0x01010051A328A96253EC468854895DB51C3CA9</vt:lpwstr>
  </property>
</Properties>
</file>